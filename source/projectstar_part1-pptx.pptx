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_rels/slide347.xml.rels" ContentType="application/vnd.openxmlformats-package.relationships+xml"/>
  <Override PartName="/ppt/slides/_rels/slide153.xml.rels" ContentType="application/vnd.openxmlformats-package.relationships+xml"/>
  <Override PartName="/ppt/slides/_rels/slide346.xml.rels" ContentType="application/vnd.openxmlformats-package.relationships+xml"/>
  <Override PartName="/ppt/slides/_rels/slide152.xml.rels" ContentType="application/vnd.openxmlformats-package.relationships+xml"/>
  <Override PartName="/ppt/slides/_rels/slide345.xml.rels" ContentType="application/vnd.openxmlformats-package.relationships+xml"/>
  <Override PartName="/ppt/slides/_rels/slide151.xml.rels" ContentType="application/vnd.openxmlformats-package.relationships+xml"/>
  <Override PartName="/ppt/slides/_rels/slide344.xml.rels" ContentType="application/vnd.openxmlformats-package.relationships+xml"/>
  <Override PartName="/ppt/slides/_rels/slide150.xml.rels" ContentType="application/vnd.openxmlformats-package.relationships+xml"/>
  <Override PartName="/ppt/slides/_rels/slide149.xml.rels" ContentType="application/vnd.openxmlformats-package.relationships+xml"/>
  <Override PartName="/ppt/slides/_rels/slide148.xml.rels" ContentType="application/vnd.openxmlformats-package.relationships+xml"/>
  <Override PartName="/ppt/slides/_rels/slide147.xml.rels" ContentType="application/vnd.openxmlformats-package.relationships+xml"/>
  <Override PartName="/ppt/slides/_rels/slide146.xml.rels" ContentType="application/vnd.openxmlformats-package.relationships+xml"/>
  <Override PartName="/ppt/slides/_rels/slide145.xml.rels" ContentType="application/vnd.openxmlformats-package.relationships+xml"/>
  <Override PartName="/ppt/slides/_rels/slide339.xml.rels" ContentType="application/vnd.openxmlformats-package.relationships+xml"/>
  <Override PartName="/ppt/slides/_rels/slide144.xml.rels" ContentType="application/vnd.openxmlformats-package.relationships+xml"/>
  <Override PartName="/ppt/slides/_rels/slide338.xml.rels" ContentType="application/vnd.openxmlformats-package.relationships+xml"/>
  <Override PartName="/ppt/slides/_rels/slide143.xml.rels" ContentType="application/vnd.openxmlformats-package.relationships+xml"/>
  <Override PartName="/ppt/slides/_rels/slide337.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336.xml.rels" ContentType="application/vnd.openxmlformats-package.relationships+xml"/>
  <Override PartName="/ppt/slides/_rels/slide142.xml.rels" ContentType="application/vnd.openxmlformats-package.relationships+xml"/>
  <Override PartName="/ppt/slides/_rels/slide72.xml.rels" ContentType="application/vnd.openxmlformats-package.relationships+xml"/>
  <Override PartName="/ppt/slides/_rels/slide335.xml.rels" ContentType="application/vnd.openxmlformats-package.relationships+xml"/>
  <Override PartName="/ppt/slides/_rels/slide141.xml.rels" ContentType="application/vnd.openxmlformats-package.relationships+xml"/>
  <Override PartName="/ppt/slides/_rels/slide71.xml.rels" ContentType="application/vnd.openxmlformats-package.relationships+xml"/>
  <Override PartName="/ppt/slides/_rels/slide334.xml.rels" ContentType="application/vnd.openxmlformats-package.relationships+xml"/>
  <Override PartName="/ppt/slides/_rels/slide140.xml.rels" ContentType="application/vnd.openxmlformats-package.relationships+xml"/>
  <Override PartName="/ppt/slides/_rels/slide139.xml.rels" ContentType="application/vnd.openxmlformats-package.relationships+xml"/>
  <Override PartName="/ppt/slides/_rels/slide138.xml.rels" ContentType="application/vnd.openxmlformats-package.relationships+xml"/>
  <Override PartName="/ppt/slides/_rels/slide137.xml.rels" ContentType="application/vnd.openxmlformats-package.relationships+xml"/>
  <Override PartName="/ppt/slides/_rels/slide136.xml.rels" ContentType="application/vnd.openxmlformats-package.relationships+xml"/>
  <Override PartName="/ppt/slides/_rels/slide135.xml.rels" ContentType="application/vnd.openxmlformats-package.relationships+xml"/>
  <Override PartName="/ppt/slides/_rels/slide329.xml.rels" ContentType="application/vnd.openxmlformats-package.relationships+xml"/>
  <Override PartName="/ppt/slides/_rels/slide134.xml.rels" ContentType="application/vnd.openxmlformats-package.relationships+xml"/>
  <Override PartName="/ppt/slides/_rels/slide328.xml.rels" ContentType="application/vnd.openxmlformats-package.relationships+xml"/>
  <Override PartName="/ppt/slides/_rels/slide133.xml.rels" ContentType="application/vnd.openxmlformats-package.relationships+xml"/>
  <Override PartName="/ppt/slides/_rels/slide327.xml.rels" ContentType="application/vnd.openxmlformats-package.relationships+xml"/>
  <Override PartName="/ppt/slides/_rels/slide64.xml.rels" ContentType="application/vnd.openxmlformats-package.relationships+xml"/>
  <Override PartName="/ppt/slides/_rels/slide63.xml.rels" ContentType="application/vnd.openxmlformats-package.relationships+xml"/>
  <Override PartName="/ppt/slides/_rels/slide326.xml.rels" ContentType="application/vnd.openxmlformats-package.relationships+xml"/>
  <Override PartName="/ppt/slides/_rels/slide132.xml.rels" ContentType="application/vnd.openxmlformats-package.relationships+xml"/>
  <Override PartName="/ppt/slides/_rels/slide62.xml.rels" ContentType="application/vnd.openxmlformats-package.relationships+xml"/>
  <Override PartName="/ppt/slides/_rels/slide325.xml.rels" ContentType="application/vnd.openxmlformats-package.relationships+xml"/>
  <Override PartName="/ppt/slides/_rels/slide131.xml.rels" ContentType="application/vnd.openxmlformats-package.relationships+xml"/>
  <Override PartName="/ppt/slides/_rels/slide130.xml.rels" ContentType="application/vnd.openxmlformats-package.relationships+xml"/>
  <Override PartName="/ppt/slides/_rels/slide324.xml.rels" ContentType="application/vnd.openxmlformats-package.relationships+xml"/>
  <Override PartName="/ppt/slides/_rels/slide61.xml.rels" ContentType="application/vnd.openxmlformats-package.relationships+xml"/>
  <Override PartName="/ppt/slides/_rels/slide294.xml.rels" ContentType="application/vnd.openxmlformats-package.relationships+xml"/>
  <Override PartName="/ppt/slides/_rels/slide129.xml.rels" ContentType="application/vnd.openxmlformats-package.relationships+xml"/>
  <Override PartName="/ppt/slides/_rels/slide196.xml.rels" ContentType="application/vnd.openxmlformats-package.relationships+xml"/>
  <Override PartName="/ppt/slides/_rels/slide128.xml.rels" ContentType="application/vnd.openxmlformats-package.relationships+xml"/>
  <Override PartName="/ppt/slides/_rels/slide293.xml.rels" ContentType="application/vnd.openxmlformats-package.relationships+xml"/>
  <Override PartName="/ppt/slides/_rels/slide290.xml.rels" ContentType="application/vnd.openxmlformats-package.relationships+xml"/>
  <Override PartName="/ppt/slides/_rels/slide319.xml.rels" ContentType="application/vnd.openxmlformats-package.relationships+xml"/>
  <Override PartName="/ppt/slides/_rels/slide125.xml.rels" ContentType="application/vnd.openxmlformats-package.relationships+xml"/>
  <Override PartName="/ppt/slides/_rels/slide33.xml.rels" ContentType="application/vnd.openxmlformats-package.relationships+xml"/>
  <Override PartName="/ppt/slides/_rels/slide318.xml.rels" ContentType="application/vnd.openxmlformats-package.relationships+xml"/>
  <Override PartName="/ppt/slides/_rels/slide124.xml.rels" ContentType="application/vnd.openxmlformats-package.relationships+xml"/>
  <Override PartName="/ppt/slides/_rels/slide56.xml.rels" ContentType="application/vnd.openxmlformats-package.relationships+xml"/>
  <Override PartName="/ppt/slides/_rels/slide101.xml.rels" ContentType="application/vnd.openxmlformats-package.relationships+xml"/>
  <Override PartName="/ppt/slides/_rels/slide32.xml.rels" ContentType="application/vnd.openxmlformats-package.relationships+xml"/>
  <Override PartName="/ppt/slides/_rels/slide199.xml.rels" ContentType="application/vnd.openxmlformats-package.relationships+xml"/>
  <Override PartName="/ppt/slides/_rels/slide54.xml.rels" ContentType="application/vnd.openxmlformats-package.relationships+xml"/>
  <Override PartName="/ppt/slides/_rels/slide317.xml.rels" ContentType="application/vnd.openxmlformats-package.relationships+xml"/>
  <Override PartName="/ppt/slides/_rels/slide123.xml.rels" ContentType="application/vnd.openxmlformats-package.relationships+xml"/>
  <Override PartName="/ppt/slides/_rels/slide55.xml.rels" ContentType="application/vnd.openxmlformats-package.relationships+xml"/>
  <Override PartName="/ppt/slides/_rels/slide100.xml.rels" ContentType="application/vnd.openxmlformats-package.relationships+xml"/>
  <Override PartName="/ppt/slides/_rels/slide31.xml.rels" ContentType="application/vnd.openxmlformats-package.relationships+xml"/>
  <Override PartName="/ppt/slides/_rels/slide198.xml.rels" ContentType="application/vnd.openxmlformats-package.relationships+xml"/>
  <Override PartName="/ppt/slides/_rels/slide53.xml.rels" ContentType="application/vnd.openxmlformats-package.relationships+xml"/>
  <Override PartName="/ppt/slides/_rels/slide77.xml.rels" ContentType="application/vnd.openxmlformats-package.relationships+xml"/>
  <Override PartName="/ppt/slides/_rels/slide122.xml.rels" ContentType="application/vnd.openxmlformats-package.relationships+xml"/>
  <Override PartName="/ppt/slides/_rels/slide316.xml.rels" ContentType="application/vnd.openxmlformats-package.relationships+xml"/>
  <Override PartName="/ppt/slides/_rels/slide52.xml.rels" ContentType="application/vnd.openxmlformats-package.relationships+xml"/>
  <Override PartName="/ppt/slides/_rels/slide76.xml.rels" ContentType="application/vnd.openxmlformats-package.relationships+xml"/>
  <Override PartName="/ppt/slides/_rels/slide121.xml.rels" ContentType="application/vnd.openxmlformats-package.relationships+xml"/>
  <Override PartName="/ppt/slides/_rels/slide315.xml.rels" ContentType="application/vnd.openxmlformats-package.relationships+xml"/>
  <Override PartName="/ppt/slides/_rels/slide51.xml.rels" ContentType="application/vnd.openxmlformats-package.relationships+xml"/>
  <Override PartName="/ppt/slides/_rels/slide75.xml.rels" ContentType="application/vnd.openxmlformats-package.relationships+xml"/>
  <Override PartName="/ppt/slides/_rels/slide120.xml.rels" ContentType="application/vnd.openxmlformats-package.relationships+xml"/>
  <Override PartName="/ppt/slides/_rels/slide314.xml.rels" ContentType="application/vnd.openxmlformats-package.relationships+xml"/>
  <Override PartName="/ppt/slides/_rels/slide50.xml.rels" ContentType="application/vnd.openxmlformats-package.relationships+xml"/>
  <Override PartName="/ppt/slides/_rels/slide313.xml.rels" ContentType="application/vnd.openxmlformats-package.relationships+xml"/>
  <Override PartName="/ppt/slides/_rels/slide45.xml.rels" ContentType="application/vnd.openxmlformats-package.relationships+xml"/>
  <Override PartName="/ppt/slides/_rels/slide308.xml.rels" ContentType="application/vnd.openxmlformats-package.relationships+xml"/>
  <Override PartName="/ppt/slides/_rels/slide114.xml.rels" ContentType="application/vnd.openxmlformats-package.relationships+xml"/>
  <Override PartName="/ppt/slides/_rels/slide44.xml.rels" ContentType="application/vnd.openxmlformats-package.relationships+xml"/>
  <Override PartName="/ppt/slides/_rels/slide307.xml.rels" ContentType="application/vnd.openxmlformats-package.relationships+xml"/>
  <Override PartName="/ppt/slides/_rels/slide113.xml.rels" ContentType="application/vnd.openxmlformats-package.relationships+xml"/>
  <Override PartName="/ppt/slides/_rels/slide43.xml.rels" ContentType="application/vnd.openxmlformats-package.relationships+xml"/>
  <Override PartName="/ppt/slides/_rels/slide67.xml.rels" ContentType="application/vnd.openxmlformats-package.relationships+xml"/>
  <Override PartName="/ppt/slides/_rels/slide112.xml.rels" ContentType="application/vnd.openxmlformats-package.relationships+xml"/>
  <Override PartName="/ppt/slides/_rels/slide306.xml.rels" ContentType="application/vnd.openxmlformats-package.relationships+xml"/>
  <Override PartName="/ppt/slides/_rels/slide42.xml.rels" ContentType="application/vnd.openxmlformats-package.relationships+xml"/>
  <Override PartName="/ppt/slides/_rels/slide66.xml.rels" ContentType="application/vnd.openxmlformats-package.relationships+xml"/>
  <Override PartName="/ppt/slides/_rels/slide111.xml.rels" ContentType="application/vnd.openxmlformats-package.relationships+xml"/>
  <Override PartName="/ppt/slides/_rels/slide305.xml.rels" ContentType="application/vnd.openxmlformats-package.relationships+xml"/>
  <Override PartName="/ppt/slides/_rels/slide41.xml.rels" ContentType="application/vnd.openxmlformats-package.relationships+xml"/>
  <Override PartName="/ppt/slides/_rels/slide65.xml.rels" ContentType="application/vnd.openxmlformats-package.relationships+xml"/>
  <Override PartName="/ppt/slides/_rels/slide262.xml.rels" ContentType="application/vnd.openxmlformats-package.relationships+xml"/>
  <Override PartName="/ppt/slides/_rels/slide257.xml.rels" ContentType="application/vnd.openxmlformats-package.relationships+xml"/>
  <Override PartName="/ppt/slides/_rels/slide80.xml.rels" ContentType="application/vnd.openxmlformats-package.relationships+xml"/>
  <Override PartName="/ppt/slides/_rels/slide252.xml.rels" ContentType="application/vnd.openxmlformats-package.relationships+xml"/>
  <Override PartName="/ppt/slides/_rels/slide183.xml.rels" ContentType="application/vnd.openxmlformats-package.relationships+xml"/>
  <Override PartName="/ppt/slides/_rels/slide46.xml.rels" ContentType="application/vnd.openxmlformats-package.relationships+xml"/>
  <Override PartName="/ppt/slides/_rels/slide253.xml.rels" ContentType="application/vnd.openxmlformats-package.relationships+xml"/>
  <Override PartName="/ppt/slides/_rels/slide254.xml.rels" ContentType="application/vnd.openxmlformats-package.relationships+xml"/>
  <Override PartName="/ppt/slides/_rels/slide170.xml.rels" ContentType="application/vnd.openxmlformats-package.relationships+xml"/>
  <Override PartName="/ppt/slides/_rels/slide57.xml.rels" ContentType="application/vnd.openxmlformats-package.relationships+xml"/>
  <Override PartName="/ppt/slides/_rels/slide102.xml.rels" ContentType="application/vnd.openxmlformats-package.relationships+xml"/>
  <Override PartName="/ppt/slides/_rels/slide255.xml.rels" ContentType="application/vnd.openxmlformats-package.relationships+xml"/>
  <Override PartName="/ppt/slides/_rels/slide103.xml.rels" ContentType="application/vnd.openxmlformats-package.relationships+xml"/>
  <Override PartName="/ppt/slides/_rels/slide58.xml.rels" ContentType="application/vnd.openxmlformats-package.relationships+xml"/>
  <Override PartName="/ppt/slides/_rels/slide171.xml.rels" ContentType="application/vnd.openxmlformats-package.relationships+xml"/>
  <Override PartName="/ppt/slides/_rels/slide256.xml.rels" ContentType="application/vnd.openxmlformats-package.relationships+xml"/>
  <Override PartName="/ppt/slides/_rels/slide156.xml.rels" ContentType="application/vnd.openxmlformats-package.relationships+xml"/>
  <Override PartName="/ppt/slides/_rels/slide157.xml.rels" ContentType="application/vnd.openxmlformats-package.relationships+xml"/>
  <Override PartName="/ppt/slides/_rels/slide158.xml.rels" ContentType="application/vnd.openxmlformats-package.relationships+xml"/>
  <Override PartName="/ppt/slides/_rels/slide159.xml.rels" ContentType="application/vnd.openxmlformats-package.relationships+xml"/>
  <Override PartName="/ppt/slides/_rels/slide28.xml.rels" ContentType="application/vnd.openxmlformats-package.relationships+xml"/>
  <Override PartName="/ppt/slides/_rels/slide172.xml.rels" ContentType="application/vnd.openxmlformats-package.relationships+xml"/>
  <Override PartName="/ppt/slides/_rels/slide104.xml.rels" ContentType="application/vnd.openxmlformats-package.relationships+xml"/>
  <Override PartName="/ppt/slides/_rels/slide59.xml.rels" ContentType="application/vnd.openxmlformats-package.relationships+xml"/>
  <Override PartName="/ppt/slides/_rels/slide26.xml.rels" ContentType="application/vnd.openxmlformats-package.relationships+xml"/>
  <Override PartName="/ppt/slides/_rels/slide18.xml.rels" ContentType="application/vnd.openxmlformats-package.relationships+xml"/>
  <Override PartName="/ppt/slides/_rels/slide86.xml.rels" ContentType="application/vnd.openxmlformats-package.relationships+xml"/>
  <Override PartName="/ppt/slides/_rels/slide355.xml.rels" ContentType="application/vnd.openxmlformats-package.relationships+xml"/>
  <Override PartName="/ppt/slides/_rels/slide161.xml.rels" ContentType="application/vnd.openxmlformats-package.relationships+xml"/>
  <Override PartName="/ppt/slides/_rels/slide48.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200.xml.rels" ContentType="application/vnd.openxmlformats-package.relationships+xml"/>
  <Override PartName="/ppt/slides/_rels/slide173.xml.rels" ContentType="application/vnd.openxmlformats-package.relationships+xml"/>
  <Override PartName="/ppt/slides/_rels/slide19.xml.rels" ContentType="application/vnd.openxmlformats-package.relationships+xml"/>
  <Override PartName="/ppt/slides/_rels/slide87.xml.rels" ContentType="application/vnd.openxmlformats-package.relationships+xml"/>
  <Override PartName="/ppt/slides/_rels/slide84.xml.rels" ContentType="application/vnd.openxmlformats-package.relationships+xml"/>
  <Override PartName="/ppt/slides/_rels/slide16.xml.rels" ContentType="application/vnd.openxmlformats-package.relationships+xml"/>
  <Override PartName="/ppt/slides/_rels/slide356.xml.rels" ContentType="application/vnd.openxmlformats-package.relationships+xml"/>
  <Override PartName="/ppt/slides/_rels/slide162.xml.rels" ContentType="application/vnd.openxmlformats-package.relationships+xml"/>
  <Override PartName="/ppt/slides/_rels/slide49.xml.rels" ContentType="application/vnd.openxmlformats-package.relationships+xml"/>
  <Override PartName="/ppt/slides/_rels/slide85.xml.rels" ContentType="application/vnd.openxmlformats-package.relationships+xml"/>
  <Override PartName="/ppt/slides/_rels/slide17.xml.rels" ContentType="application/vnd.openxmlformats-package.relationships+xml"/>
  <Override PartName="/ppt/slides/_rels/slide225.xml.rels" ContentType="application/vnd.openxmlformats-package.relationships+xml"/>
  <Override PartName="/ppt/slides/_rels/slide226.xml.rels" ContentType="application/vnd.openxmlformats-package.relationships+xml"/>
  <Override PartName="/ppt/slides/_rels/slide227.xml.rels" ContentType="application/vnd.openxmlformats-package.relationships+xml"/>
  <Override PartName="/ppt/slides/_rels/slide295.xml.rels" ContentType="application/vnd.openxmlformats-package.relationships+xml"/>
  <Override PartName="/ppt/slides/_rels/slide228.xml.rels" ContentType="application/vnd.openxmlformats-package.relationships+xml"/>
  <Override PartName="/ppt/slides/_rels/slide296.xml.rels" ContentType="application/vnd.openxmlformats-package.relationships+xml"/>
  <Override PartName="/ppt/slides/_rels/slide230.xml.rels" ContentType="application/vnd.openxmlformats-package.relationships+xml"/>
  <Override PartName="/ppt/slides/_rels/slide229.xml.rels" ContentType="application/vnd.openxmlformats-package.relationships+xml"/>
  <Override PartName="/ppt/slides/_rels/slide297.xml.rels" ContentType="application/vnd.openxmlformats-package.relationships+xml"/>
  <Override PartName="/ppt/slides/_rels/slide231.xml.rels" ContentType="application/vnd.openxmlformats-package.relationships+xml"/>
  <Override PartName="/ppt/slides/_rels/slide232.xml.rels" ContentType="application/vnd.openxmlformats-package.relationships+xml"/>
  <Override PartName="/ppt/slides/_rels/slide81.xml.rels" ContentType="application/vnd.openxmlformats-package.relationships+xml"/>
  <Override PartName="/ppt/slides/_rels/slide13.xml.rels" ContentType="application/vnd.openxmlformats-package.relationships+xml"/>
  <Override PartName="/ppt/slides/_rels/slide233.xml.rels" ContentType="application/vnd.openxmlformats-package.relationships+xml"/>
  <Override PartName="/ppt/slides/_rels/slide343.xml.rels" ContentType="application/vnd.openxmlformats-package.relationships+xml"/>
  <Override PartName="/ppt/slides/_rels/slide354.xml.rels" ContentType="application/vnd.openxmlformats-package.relationships+xml"/>
  <Override PartName="/ppt/slides/_rels/slide160.xml.rels" ContentType="application/vnd.openxmlformats-package.relationships+xml"/>
  <Override PartName="/ppt/slides/_rels/slide47.xml.rels" ContentType="application/vnd.openxmlformats-package.relationships+xml"/>
  <Override PartName="/ppt/slides/_rels/slide234.xml.rels" ContentType="application/vnd.openxmlformats-package.relationships+xml"/>
  <Override PartName="/ppt/slides/_rels/slide235.xml.rels" ContentType="application/vnd.openxmlformats-package.relationships+xml"/>
  <Override PartName="/ppt/slides/_rels/slide236.xml.rels" ContentType="application/vnd.openxmlformats-package.relationships+xml"/>
  <Override PartName="/ppt/slides/_rels/slide237.xml.rels" ContentType="application/vnd.openxmlformats-package.relationships+xml"/>
  <Override PartName="/ppt/slides/_rels/slide238.xml.rels" ContentType="application/vnd.openxmlformats-package.relationships+xml"/>
  <Override PartName="/ppt/slides/_rels/slide154.xml.rels" ContentType="application/vnd.openxmlformats-package.relationships+xml"/>
  <Override PartName="/ppt/slides/_rels/slide348.xml.rels" ContentType="application/vnd.openxmlformats-package.relationships+xml"/>
  <Override PartName="/ppt/slides/_rels/slide165.xml.rels" ContentType="application/vnd.openxmlformats-package.relationships+xml"/>
  <Override PartName="/ppt/slides/_rels/slide201.xml.rels" ContentType="application/vnd.openxmlformats-package.relationships+xml"/>
  <Override PartName="/ppt/slides/_rels/slide240.xml.rels" ContentType="application/vnd.openxmlformats-package.relationships+xml"/>
  <Override PartName="/ppt/slides/_rels/slide251.xml.rels" ContentType="application/vnd.openxmlformats-package.relationships+xml"/>
  <Override PartName="/ppt/slides/_rels/slide277.xml.rels" ContentType="application/vnd.openxmlformats-package.relationships+xml"/>
  <Override PartName="/ppt/slides/_rels/slide249.xml.rels" ContentType="application/vnd.openxmlformats-package.relationships+xml"/>
  <Override PartName="/ppt/slides/_rels/slide98.xml.rels" ContentType="application/vnd.openxmlformats-package.relationships+xml"/>
  <Override PartName="/ppt/slides/_rels/slide212.xml.rels" ContentType="application/vnd.openxmlformats-package.relationships+xml"/>
  <Override PartName="/ppt/slides/_rels/slide250.xml.rels" ContentType="application/vnd.openxmlformats-package.relationships+xml"/>
  <Override PartName="/ppt/slides/_rels/slide208.xml.rels" ContentType="application/vnd.openxmlformats-package.relationships+xml"/>
  <Override PartName="/ppt/slides/_rels/slide276.xml.rels" ContentType="application/vnd.openxmlformats-package.relationships+xml"/>
  <Override PartName="/ppt/slides/_rels/slide23.xml.rels" ContentType="application/vnd.openxmlformats-package.relationships+xml"/>
  <Override PartName="/ppt/slides/_rels/slide248.xml.rels" ContentType="application/vnd.openxmlformats-package.relationships+xml"/>
  <Override PartName="/ppt/slides/_rels/slide164.xml.rels" ContentType="application/vnd.openxmlformats-package.relationships+xml"/>
  <Override PartName="/ppt/slides/_rels/slide358.xml.rels" ContentType="application/vnd.openxmlformats-package.relationships+xml"/>
  <Override PartName="/ppt/slides/_rels/slide97.xml.rels" ContentType="application/vnd.openxmlformats-package.relationships+xml"/>
  <Override PartName="/ppt/slides/_rels/slide29.xml.rels" ContentType="application/vnd.openxmlformats-package.relationships+xml"/>
  <Override PartName="/ppt/slides/_rels/slide211.xml.rels" ContentType="application/vnd.openxmlformats-package.relationships+xml"/>
  <Override PartName="/ppt/slides/_rels/slide189.xml.rels" ContentType="application/vnd.openxmlformats-package.relationships+xml"/>
  <Override PartName="/ppt/slides/_rels/slide22.xml.rels" ContentType="application/vnd.openxmlformats-package.relationships+xml"/>
  <Override PartName="/ppt/slides/_rels/slide3.xml.rels" ContentType="application/vnd.openxmlformats-package.relationships+xml"/>
  <Override PartName="/ppt/slides/_rels/slide90.xml.rels" ContentType="application/vnd.openxmlformats-package.relationships+xml"/>
  <Override PartName="/ppt/slides/_rels/slide247.xml.rels" ContentType="application/vnd.openxmlformats-package.relationships+xml"/>
  <Override PartName="/ppt/slides/_rels/slide163.xml.rels" ContentType="application/vnd.openxmlformats-package.relationships+xml"/>
  <Override PartName="/ppt/slides/_rels/slide357.xml.rels" ContentType="application/vnd.openxmlformats-package.relationships+xml"/>
  <Override PartName="/ppt/slides/_rels/slide210.xml.rels" ContentType="application/vnd.openxmlformats-package.relationships+xml"/>
  <Override PartName="/ppt/slides/_rels/slide246.xml.rels" ContentType="application/vnd.openxmlformats-package.relationships+xml"/>
  <Override PartName="/ppt/slides/_rels/slide245.xml.rels" ContentType="application/vnd.openxmlformats-package.relationships+xml"/>
  <Override PartName="/ppt/slides/_rels/slide244.xml.rels" ContentType="application/vnd.openxmlformats-package.relationships+xml"/>
  <Override PartName="/ppt/slides/_rels/slide243.xml.rels" ContentType="application/vnd.openxmlformats-package.relationships+xml"/>
  <Override PartName="/ppt/slides/_rels/slide242.xml.rels" ContentType="application/vnd.openxmlformats-package.relationships+xml"/>
  <Override PartName="/ppt/slides/_rels/slide239.xml.rels" ContentType="application/vnd.openxmlformats-package.relationships+xml"/>
  <Override PartName="/ppt/slides/_rels/slide155.xml.rels" ContentType="application/vnd.openxmlformats-package.relationships+xml"/>
  <Override PartName="/ppt/slides/_rels/slide349.xml.rels" ContentType="application/vnd.openxmlformats-package.relationships+xml"/>
  <Override PartName="/ppt/slides/_rels/slide88.xml.rels" ContentType="application/vnd.openxmlformats-package.relationships+xml"/>
  <Override PartName="/ppt/slides/_rels/slide166.xml.rels" ContentType="application/vnd.openxmlformats-package.relationships+xml"/>
  <Override PartName="/ppt/slides/_rels/slide202.xml.rels" ContentType="application/vnd.openxmlformats-package.relationships+xml"/>
  <Override PartName="/ppt/slides/_rels/slide91.xml.rels" ContentType="application/vnd.openxmlformats-package.relationships+xml"/>
  <Override PartName="/ppt/slides/_rels/slide4.xml.rels" ContentType="application/vnd.openxmlformats-package.relationships+xml"/>
  <Override PartName="/ppt/slides/_rels/slide105.xml.rels" ContentType="application/vnd.openxmlformats-package.relationships+xml"/>
  <Override PartName="/ppt/slides/_rels/slide270.xml.rels" ContentType="application/vnd.openxmlformats-package.relationships+xml"/>
  <Override PartName="/ppt/slides/_rels/slide241.xml.rels" ContentType="application/vnd.openxmlformats-package.relationships+xml"/>
  <Override PartName="/ppt/slides/_rels/slide21.xml.rels" ContentType="application/vnd.openxmlformats-package.relationships+xml"/>
  <Override PartName="/ppt/slides/_rels/slide188.xml.rels" ContentType="application/vnd.openxmlformats-package.relationships+xml"/>
  <Override PartName="/ppt/slides/_rels/slide224.xml.rels" ContentType="application/vnd.openxmlformats-package.relationships+xml"/>
  <Override PartName="/ppt/slides/_rels/slide223.xml.rels" ContentType="application/vnd.openxmlformats-package.relationships+xml"/>
  <Override PartName="/ppt/slides/_rels/slide222.xml.rels" ContentType="application/vnd.openxmlformats-package.relationships+xml"/>
  <Override PartName="/ppt/slides/_rels/slide221.xml.rels" ContentType="application/vnd.openxmlformats-package.relationships+xml"/>
  <Override PartName="/ppt/slides/_rels/slide220.xml.rels" ContentType="application/vnd.openxmlformats-package.relationships+xml"/>
  <Override PartName="/ppt/slides/_rels/slide287.xml.rels" ContentType="application/vnd.openxmlformats-package.relationships+xml"/>
  <Override PartName="/ppt/slides/_rels/slide219.xml.rels" ContentType="application/vnd.openxmlformats-package.relationships+xml"/>
  <Override PartName="/ppt/slides/_rels/slide190.xml.rels" ContentType="application/vnd.openxmlformats-package.relationships+xml"/>
  <Override PartName="/ppt/slides/_rels/slide218.xml.rels" ContentType="application/vnd.openxmlformats-package.relationships+xml"/>
  <Override PartName="/ppt/slides/_rels/slide286.xml.rels" ContentType="application/vnd.openxmlformats-package.relationships+xml"/>
  <Override PartName="/ppt/slides/_rels/slide217.xml.rels" ContentType="application/vnd.openxmlformats-package.relationships+xml"/>
  <Override PartName="/ppt/slides/_rels/slide285.xml.rels" ContentType="application/vnd.openxmlformats-package.relationships+xml"/>
  <Override PartName="/ppt/slides/_rels/slide216.xml.rels" ContentType="application/vnd.openxmlformats-package.relationships+xml"/>
  <Override PartName="/ppt/slides/_rels/slide12.xml.rels" ContentType="application/vnd.openxmlformats-package.relationships+xml"/>
  <Override PartName="/ppt/slides/_rels/slide179.xml.rels" ContentType="application/vnd.openxmlformats-package.relationships+xml"/>
  <Override PartName="/ppt/slides/_rels/slide95.xml.rels" ContentType="application/vnd.openxmlformats-package.relationships+xml"/>
  <Override PartName="/ppt/slides/_rels/slide8.xml.rels" ContentType="application/vnd.openxmlformats-package.relationships+xml"/>
  <Override PartName="/ppt/slides/_rels/slide206.xml.rels" ContentType="application/vnd.openxmlformats-package.relationships+xml"/>
  <Override PartName="/ppt/slides/_rels/slide215.xml.rels" ContentType="application/vnd.openxmlformats-package.relationships+xml"/>
  <Override PartName="/ppt/slides/_rels/slide94.xml.rels" ContentType="application/vnd.openxmlformats-package.relationships+xml"/>
  <Override PartName="/ppt/slides/_rels/slide7.xml.rels" ContentType="application/vnd.openxmlformats-package.relationships+xml"/>
  <Override PartName="/ppt/slides/_rels/slide205.xml.rels" ContentType="application/vnd.openxmlformats-package.relationships+xml"/>
  <Override PartName="/ppt/slides/_rels/slide11.xml.rels" ContentType="application/vnd.openxmlformats-package.relationships+xml"/>
  <Override PartName="/ppt/slides/_rels/slide178.xml.rels" ContentType="application/vnd.openxmlformats-package.relationships+xml"/>
  <Override PartName="/ppt/slides/_rels/slide214.xml.rels" ContentType="application/vnd.openxmlformats-package.relationships+xml"/>
  <Override PartName="/ppt/slides/_rels/slide99.xml.rels" ContentType="application/vnd.openxmlformats-package.relationships+xml"/>
  <Override PartName="/ppt/slides/_rels/slide213.xml.rels" ContentType="application/vnd.openxmlformats-package.relationships+xml"/>
  <Override PartName="/ppt/slides/_rels/slide209.xml.rels" ContentType="application/vnd.openxmlformats-package.relationships+xml"/>
  <Override PartName="/ppt/slides/_rels/slide180.xml.rels" ContentType="application/vnd.openxmlformats-package.relationships+xml"/>
  <Override PartName="/ppt/slides/_rels/slide207.xml.rels" ContentType="application/vnd.openxmlformats-package.relationships+xml"/>
  <Override PartName="/ppt/slides/_rels/slide275.xml.rels" ContentType="application/vnd.openxmlformats-package.relationships+xml"/>
  <Override PartName="/ppt/slides/_rels/slide96.xml.rels" ContentType="application/vnd.openxmlformats-package.relationships+xml"/>
  <Override PartName="/ppt/slides/_rels/slide9.xml.rels" ContentType="application/vnd.openxmlformats-package.relationships+xml"/>
  <Override PartName="/ppt/slides/_rels/slide169.xml.rels" ContentType="application/vnd.openxmlformats-package.relationships+xml"/>
  <Override PartName="/ppt/slides/_rels/slide168.xml.rels" ContentType="application/vnd.openxmlformats-package.relationships+xml"/>
  <Override PartName="/ppt/slides/_rels/slide204.xml.rels" ContentType="application/vnd.openxmlformats-package.relationships+xml"/>
  <Override PartName="/ppt/slides/_rels/slide89.xml.rels" ContentType="application/vnd.openxmlformats-package.relationships+xml"/>
  <Override PartName="/ppt/slides/_rels/slide167.xml.rels" ContentType="application/vnd.openxmlformats-package.relationships+xml"/>
  <Override PartName="/ppt/slides/_rels/slide203.xml.rels" ContentType="application/vnd.openxmlformats-package.relationships+xml"/>
  <Override PartName="/ppt/slides/_rels/slide1.xml.rels" ContentType="application/vnd.openxmlformats-package.relationships+xml"/>
  <Override PartName="/ppt/slides/_rels/slide263.xml.rels" ContentType="application/vnd.openxmlformats-package.relationships+xml"/>
  <Override PartName="/ppt/slides/_rels/slide260.xml.rels" ContentType="application/vnd.openxmlformats-package.relationships+xml"/>
  <Override PartName="/ppt/slides/_rels/slide281.xml.rels" ContentType="application/vnd.openxmlformats-package.relationships+xml"/>
  <Override PartName="/ppt/slides/_rels/slide116.xml.rels" ContentType="application/vnd.openxmlformats-package.relationships+xml"/>
  <Override PartName="/ppt/slides/_rels/slide184.xml.rels" ContentType="application/vnd.openxmlformats-package.relationships+xml"/>
  <Override PartName="/ppt/slides/_rels/slide181.xml.rels" ContentType="application/vnd.openxmlformats-package.relationships+xml"/>
  <Override PartName="/ppt/slides/_rels/slide68.xml.rels" ContentType="application/vnd.openxmlformats-package.relationships+xml"/>
  <Override PartName="/ppt/slides/_rels/slide282.xml.rels" ContentType="application/vnd.openxmlformats-package.relationships+xml"/>
  <Override PartName="/ppt/slides/_rels/slide117.xml.rels" ContentType="application/vnd.openxmlformats-package.relationships+xml"/>
  <Override PartName="/ppt/slides/_rels/slide185.xml.rels" ContentType="application/vnd.openxmlformats-package.relationships+xml"/>
  <Override PartName="/ppt/slides/_rels/slide182.xml.rels" ContentType="application/vnd.openxmlformats-package.relationships+xml"/>
  <Override PartName="/ppt/slides/_rels/slide69.xml.rels" ContentType="application/vnd.openxmlformats-package.relationships+xml"/>
  <Override PartName="/ppt/slides/_rels/slide283.xml.rels" ContentType="application/vnd.openxmlformats-package.relationships+xml"/>
  <Override PartName="/ppt/slides/_rels/slide118.xml.rels" ContentType="application/vnd.openxmlformats-package.relationships+xml"/>
  <Override PartName="/ppt/slides/_rels/slide186.xml.rels" ContentType="application/vnd.openxmlformats-package.relationships+xml"/>
  <Override PartName="/ppt/slides/_rels/slide193.xml.rels" ContentType="application/vnd.openxmlformats-package.relationships+xml"/>
  <Override PartName="/ppt/slides/_rels/slide194.xml.rels" ContentType="application/vnd.openxmlformats-package.relationships+xml"/>
  <Override PartName="/ppt/slides/_rels/slide291.xml.rels" ContentType="application/vnd.openxmlformats-package.relationships+xml"/>
  <Override PartName="/ppt/slides/_rels/slide126.xml.rels" ContentType="application/vnd.openxmlformats-package.relationships+xml"/>
  <Override PartName="/ppt/slides/_rels/slide278.xml.rels" ContentType="application/vnd.openxmlformats-package.relationships+xml"/>
  <Override PartName="/ppt/slides/_rels/slide195.xml.rels" ContentType="application/vnd.openxmlformats-package.relationships+xml"/>
  <Override PartName="/ppt/slides/_rels/slide292.xml.rels" ContentType="application/vnd.openxmlformats-package.relationships+xml"/>
  <Override PartName="/ppt/slides/_rels/slide127.xml.rels" ContentType="application/vnd.openxmlformats-package.relationships+xml"/>
  <Override PartName="/ppt/slides/_rels/slide279.xml.rels" ContentType="application/vnd.openxmlformats-package.relationships+xml"/>
  <Override PartName="/ppt/slides/_rels/slide322.xml.rels" ContentType="application/vnd.openxmlformats-package.relationships+xml"/>
  <Override PartName="/ppt/slides/_rels/slide323.xml.rels" ContentType="application/vnd.openxmlformats-package.relationships+xml"/>
  <Override PartName="/ppt/slides/_rels/slide332.xml.rels" ContentType="application/vnd.openxmlformats-package.relationships+xml"/>
  <Override PartName="/ppt/slides/_rels/slide342.xml.rels" ContentType="application/vnd.openxmlformats-package.relationships+xml"/>
  <Override PartName="/ppt/slides/_rels/slide333.xml.rels" ContentType="application/vnd.openxmlformats-package.relationships+xml"/>
  <Override PartName="/ppt/slides/_rels/slide288.xml.rels" ContentType="application/vnd.openxmlformats-package.relationships+xml"/>
  <Override PartName="/ppt/slides/_rels/slide300.xml.rels" ContentType="application/vnd.openxmlformats-package.relationships+xml"/>
  <Override PartName="/ppt/slides/_rels/slide298.xml.rels" ContentType="application/vnd.openxmlformats-package.relationships+xml"/>
  <Override PartName="/ppt/slides/_rels/slide264.xml.rels" ContentType="application/vnd.openxmlformats-package.relationships+xml"/>
  <Override PartName="/ppt/slides/_rels/slide289.xml.rels" ContentType="application/vnd.openxmlformats-package.relationships+xml"/>
  <Override PartName="/ppt/slides/_rels/slide301.xml.rels" ContentType="application/vnd.openxmlformats-package.relationships+xml"/>
  <Override PartName="/ppt/slides/_rels/slide299.xml.rels" ContentType="application/vnd.openxmlformats-package.relationships+xml"/>
  <Override PartName="/ppt/slides/_rels/slide265.xml.rels" ContentType="application/vnd.openxmlformats-package.relationships+xml"/>
  <Override PartName="/ppt/slides/_rels/slide15.xml.rels" ContentType="application/vnd.openxmlformats-package.relationships+xml"/>
  <Override PartName="/ppt/slides/_rels/slide83.xml.rels" ContentType="application/vnd.openxmlformats-package.relationships+xml"/>
  <Override PartName="/ppt/slides/_rels/slide341.xml.rels" ContentType="application/vnd.openxmlformats-package.relationships+xml"/>
  <Override PartName="/ppt/slides/_rels/slide352.xml.rels" ContentType="application/vnd.openxmlformats-package.relationships+xml"/>
  <Override PartName="/ppt/slides/_rels/slide14.xml.rels" ContentType="application/vnd.openxmlformats-package.relationships+xml"/>
  <Override PartName="/ppt/slides/_rels/slide82.xml.rels" ContentType="application/vnd.openxmlformats-package.relationships+xml"/>
  <Override PartName="/ppt/slides/_rels/slide340.xml.rels" ContentType="application/vnd.openxmlformats-package.relationships+xml"/>
  <Override PartName="/ppt/slides/_rels/slide25.xml.rels" ContentType="application/vnd.openxmlformats-package.relationships+xml"/>
  <Override PartName="/ppt/slides/_rels/slide6.xml.rels" ContentType="application/vnd.openxmlformats-package.relationships+xml"/>
  <Override PartName="/ppt/slides/_rels/slide93.xml.rels" ContentType="application/vnd.openxmlformats-package.relationships+xml"/>
  <Override PartName="/ppt/slides/_rels/slide351.xml.rels" ContentType="application/vnd.openxmlformats-package.relationships+xml"/>
  <Override PartName="/ppt/slides/_rels/slide24.xml.rels" ContentType="application/vnd.openxmlformats-package.relationships+xml"/>
  <Override PartName="/ppt/slides/_rels/slide5.xml.rels" ContentType="application/vnd.openxmlformats-package.relationships+xml"/>
  <Override PartName="/ppt/slides/_rels/slide92.xml.rels" ContentType="application/vnd.openxmlformats-package.relationships+xml"/>
  <Override PartName="/ppt/slides/_rels/slide350.xml.rels" ContentType="application/vnd.openxmlformats-package.relationships+xml"/>
  <Override PartName="/ppt/slides/_rels/slide330.xml.rels" ContentType="application/vnd.openxmlformats-package.relationships+xml"/>
  <Override PartName="/ppt/slides/_rels/slide261.xml.rels" ContentType="application/vnd.openxmlformats-package.relationships+xml"/>
  <Override PartName="/ppt/slides/_rels/slide320.xml.rels" ContentType="application/vnd.openxmlformats-package.relationships+xml"/>
  <Override PartName="/ppt/slides/_rels/slide310.xml.rels" ContentType="application/vnd.openxmlformats-package.relationships+xml"/>
  <Override PartName="/ppt/slides/_rels/slide115.xml.rels" ContentType="application/vnd.openxmlformats-package.relationships+xml"/>
  <Override PartName="/ppt/slides/_rels/slide280.xml.rels" ContentType="application/vnd.openxmlformats-package.relationships+xml"/>
  <Override PartName="/ppt/slides/_rels/slide309.xml.rels" ContentType="application/vnd.openxmlformats-package.relationships+xml"/>
  <Override PartName="/ppt/slides/_rels/slide191.xml.rels" ContentType="application/vnd.openxmlformats-package.relationships+xml"/>
  <Override PartName="/ppt/slides/_rels/slide78.xml.rels" ContentType="application/vnd.openxmlformats-package.relationships+xml"/>
  <Override PartName="/ppt/slides/_rels/slide60.xml.rels" ContentType="application/vnd.openxmlformats-package.relationships+xml"/>
  <Override PartName="/ppt/slides/_rels/slide321.xml.rels" ContentType="application/vnd.openxmlformats-package.relationships+xml"/>
  <Override PartName="/ppt/slides/_rels/slide311.xml.rels" ContentType="application/vnd.openxmlformats-package.relationships+xml"/>
  <Override PartName="/ppt/slides/_rels/slide192.xml.rels" ContentType="application/vnd.openxmlformats-package.relationships+xml"/>
  <Override PartName="/ppt/slides/_rels/slide79.xml.rels" ContentType="application/vnd.openxmlformats-package.relationships+xml"/>
  <Override PartName="/ppt/slides/_rels/slide312.xml.rels" ContentType="application/vnd.openxmlformats-package.relationships+xml"/>
  <Override PartName="/ppt/slides/_rels/slide302.xml.rels" ContentType="application/vnd.openxmlformats-package.relationships+xml"/>
  <Override PartName="/ppt/slides/_rels/slide266.xml.rels" ContentType="application/vnd.openxmlformats-package.relationships+xml"/>
  <Override PartName="/ppt/slides/_rels/slide269.xml.rels" ContentType="application/vnd.openxmlformats-package.relationships+xml"/>
  <Override PartName="/ppt/slides/_rels/slide268.xml.rels" ContentType="application/vnd.openxmlformats-package.relationships+xml"/>
  <Override PartName="/ppt/slides/_rels/slide267.xml.rels" ContentType="application/vnd.openxmlformats-package.relationships+xml"/>
  <Override PartName="/ppt/slides/_rels/slide259.xml.rels" ContentType="application/vnd.openxmlformats-package.relationships+xml"/>
  <Override PartName="/ppt/slides/_rels/slide176.xml.rels" ContentType="application/vnd.openxmlformats-package.relationships+xml"/>
  <Override PartName="/ppt/slides/_rels/slide273.xml.rels" ContentType="application/vnd.openxmlformats-package.relationships+xml"/>
  <Override PartName="/ppt/slides/_rels/slide108.xml.rels" ContentType="application/vnd.openxmlformats-package.relationships+xml"/>
  <Override PartName="/ppt/slides/_rels/slide258.xml.rels" ContentType="application/vnd.openxmlformats-package.relationships+xml"/>
  <Override PartName="/ppt/slides/_rels/slide175.xml.rels" ContentType="application/vnd.openxmlformats-package.relationships+xml"/>
  <Override PartName="/ppt/slides/_rels/slide272.xml.rels" ContentType="application/vnd.openxmlformats-package.relationships+xml"/>
  <Override PartName="/ppt/slides/_rels/slide107.xml.rels" ContentType="application/vnd.openxmlformats-package.relationships+xml"/>
  <Override PartName="/ppt/slides/_rels/slide284.xml.rels" ContentType="application/vnd.openxmlformats-package.relationships+xml"/>
  <Override PartName="/ppt/slides/_rels/slide119.xml.rels" ContentType="application/vnd.openxmlformats-package.relationships+xml"/>
  <Override PartName="/ppt/slides/_rels/slide187.xml.rels" ContentType="application/vnd.openxmlformats-package.relationships+xml"/>
  <Override PartName="/ppt/slides/_rels/slide20.xml.rels" ContentType="application/vnd.openxmlformats-package.relationships+xml"/>
  <Override PartName="/ppt/slides/_rels/slide331.xml.rels" ContentType="application/vnd.openxmlformats-package.relationships+xml"/>
  <Override PartName="/ppt/slides/_rels/slide70.xml.rels" ContentType="application/vnd.openxmlformats-package.relationships+xml"/>
  <Override PartName="/ppt/slides/_rels/slide10.xml.rels" ContentType="application/vnd.openxmlformats-package.relationships+xml"/>
  <Override PartName="/ppt/slides/_rels/slide177.xml.rels" ContentType="application/vnd.openxmlformats-package.relationships+xml"/>
  <Override PartName="/ppt/slides/_rels/slide274.xml.rels" ContentType="application/vnd.openxmlformats-package.relationships+xml"/>
  <Override PartName="/ppt/slides/_rels/slide109.xml.rels" ContentType="application/vnd.openxmlformats-package.relationships+xml"/>
  <Override PartName="/ppt/slides/_rels/slide174.xml.rels" ContentType="application/vnd.openxmlformats-package.relationships+xml"/>
  <Override PartName="/ppt/slides/_rels/slide271.xml.rels" ContentType="application/vnd.openxmlformats-package.relationships+xml"/>
  <Override PartName="/ppt/slides/_rels/slide106.xml.rels" ContentType="application/vnd.openxmlformats-package.relationships+xml"/>
  <Override PartName="/ppt/slides/_rels/slide353.xml.rels" ContentType="application/vnd.openxmlformats-package.relationships+xml"/>
  <Override PartName="/ppt/slides/_rels/slide197.xml.rels" ContentType="application/vnd.openxmlformats-package.relationships+xml"/>
  <Override PartName="/ppt/slides/_rels/slide30.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38.xml.rels" ContentType="application/vnd.openxmlformats-package.relationships+xml"/>
  <Override PartName="/ppt/slides/_rels/slide39.xml.rels" ContentType="application/vnd.openxmlformats-package.relationships+xml"/>
  <Override PartName="/ppt/slides/_rels/slide303.xml.rels" ContentType="application/vnd.openxmlformats-package.relationships+xml"/>
  <Override PartName="/ppt/slides/_rels/slide40.xml.rels" ContentType="application/vnd.openxmlformats-package.relationships+xml"/>
  <Override PartName="/ppt/slides/_rels/slide110.xml.rels" ContentType="application/vnd.openxmlformats-package.relationships+xml"/>
  <Override PartName="/ppt/slides/_rels/slide304.xml.rels" ContentType="application/vnd.openxmlformats-package.relationships+xml"/>
  <Override PartName="/ppt/slides/slide251.xml" ContentType="application/vnd.openxmlformats-officedocument.presentationml.slide+xml"/>
  <Override PartName="/ppt/slides/slide17.xml" ContentType="application/vnd.openxmlformats-officedocument.presentationml.slide+xml"/>
  <Override PartName="/ppt/slides/slide250.xml" ContentType="application/vnd.openxmlformats-officedocument.presentationml.slide+xml"/>
  <Override PartName="/ppt/slides/slide16.xml" ContentType="application/vnd.openxmlformats-officedocument.presentationml.slide+xml"/>
  <Override PartName="/ppt/slides/slide249.xml" ContentType="application/vnd.openxmlformats-officedocument.presentationml.slide+xml"/>
  <Override PartName="/ppt/slides/slide248.xml" ContentType="application/vnd.openxmlformats-officedocument.presentationml.slide+xml"/>
  <Override PartName="/ppt/slides/slide247.xml" ContentType="application/vnd.openxmlformats-officedocument.presentationml.slide+xml"/>
  <Override PartName="/ppt/slides/slide246.xml" ContentType="application/vnd.openxmlformats-officedocument.presentationml.slide+xml"/>
  <Override PartName="/ppt/slides/slide245.xml" ContentType="application/vnd.openxmlformats-officedocument.presentationml.slide+xml"/>
  <Override PartName="/ppt/slides/slide244.xml" ContentType="application/vnd.openxmlformats-officedocument.presentationml.slide+xml"/>
  <Override PartName="/ppt/slides/slide243.xml" ContentType="application/vnd.openxmlformats-officedocument.presentationml.slide+xml"/>
  <Override PartName="/ppt/slides/slide242.xml" ContentType="application/vnd.openxmlformats-officedocument.presentationml.slide+xml"/>
  <Override PartName="/ppt/slides/slide241.xml" ContentType="application/vnd.openxmlformats-officedocument.presentationml.slide+xml"/>
  <Override PartName="/ppt/slides/slide240.xml" ContentType="application/vnd.openxmlformats-officedocument.presentationml.slide+xml"/>
  <Override PartName="/ppt/slides/slide239.xml" ContentType="application/vnd.openxmlformats-officedocument.presentationml.slide+xml"/>
  <Override PartName="/ppt/slides/slide238.xml" ContentType="application/vnd.openxmlformats-officedocument.presentationml.slide+xml"/>
  <Override PartName="/ppt/slides/slide237.xml" ContentType="application/vnd.openxmlformats-officedocument.presentationml.slide+xml"/>
  <Override PartName="/ppt/slides/slide236.xml" ContentType="application/vnd.openxmlformats-officedocument.presentationml.slide+xml"/>
  <Override PartName="/ppt/slides/slide235.xml" ContentType="application/vnd.openxmlformats-officedocument.presentationml.slide+xml"/>
  <Override PartName="/ppt/slides/slide234.xml" ContentType="application/vnd.openxmlformats-officedocument.presentationml.slide+xml"/>
  <Override PartName="/ppt/slides/slide233.xml" ContentType="application/vnd.openxmlformats-officedocument.presentationml.slide+xml"/>
  <Override PartName="/ppt/slides/slide232.xml" ContentType="application/vnd.openxmlformats-officedocument.presentationml.slide+xml"/>
  <Override PartName="/ppt/slides/slide231.xml" ContentType="application/vnd.openxmlformats-officedocument.presentationml.slide+xml"/>
  <Override PartName="/ppt/slides/slide230.xml" ContentType="application/vnd.openxmlformats-officedocument.presentationml.slide+xml"/>
  <Override PartName="/ppt/slides/slide229.xml" ContentType="application/vnd.openxmlformats-officedocument.presentationml.slide+xml"/>
  <Override PartName="/ppt/slides/slide228.xml" ContentType="application/vnd.openxmlformats-officedocument.presentationml.slide+xml"/>
  <Override PartName="/ppt/slides/slide227.xml" ContentType="application/vnd.openxmlformats-officedocument.presentationml.slide+xml"/>
  <Override PartName="/ppt/slides/slide226.xml" ContentType="application/vnd.openxmlformats-officedocument.presentationml.slide+xml"/>
  <Override PartName="/ppt/slides/slide225.xml" ContentType="application/vnd.openxmlformats-officedocument.presentationml.slide+xml"/>
  <Override PartName="/ppt/slides/slide224.xml" ContentType="application/vnd.openxmlformats-officedocument.presentationml.slide+xml"/>
  <Override PartName="/ppt/slides/slide223.xml" ContentType="application/vnd.openxmlformats-officedocument.presentationml.slide+xml"/>
  <Override PartName="/ppt/slides/slide222.xml" ContentType="application/vnd.openxmlformats-officedocument.presentationml.slide+xml"/>
  <Override PartName="/ppt/slides/slide221.xml" ContentType="application/vnd.openxmlformats-officedocument.presentationml.slide+xml"/>
  <Override PartName="/ppt/slides/slide220.xml" ContentType="application/vnd.openxmlformats-officedocument.presentationml.slide+xml"/>
  <Override PartName="/ppt/slides/slide219.xml" ContentType="application/vnd.openxmlformats-officedocument.presentationml.slide+xml"/>
  <Override PartName="/ppt/slides/slide190.xml" ContentType="application/vnd.openxmlformats-officedocument.presentationml.slide+xml"/>
  <Override PartName="/ppt/slides/slide218.xml" ContentType="application/vnd.openxmlformats-officedocument.presentationml.slide+xml"/>
  <Override PartName="/ppt/slides/slide217.xml" ContentType="application/vnd.openxmlformats-officedocument.presentationml.slide+xml"/>
  <Override PartName="/ppt/slides/slide216.xml" ContentType="application/vnd.openxmlformats-officedocument.presentationml.slide+xml"/>
  <Override PartName="/ppt/slides/slide215.xml" ContentType="application/vnd.openxmlformats-officedocument.presentationml.slide+xml"/>
  <Override PartName="/ppt/slides/slide214.xml" ContentType="application/vnd.openxmlformats-officedocument.presentationml.slide+xml"/>
  <Override PartName="/ppt/slides/slide213.xml" ContentType="application/vnd.openxmlformats-officedocument.presentationml.slide+xml"/>
  <Override PartName="/ppt/slides/slide212.xml" ContentType="application/vnd.openxmlformats-officedocument.presentationml.slide+xml"/>
  <Override PartName="/ppt/slides/slide211.xml" ContentType="application/vnd.openxmlformats-officedocument.presentationml.slide+xml"/>
  <Override PartName="/ppt/slides/slide210.xml" ContentType="application/vnd.openxmlformats-officedocument.presentationml.slide+xml"/>
  <Override PartName="/ppt/slides/slide209.xml" ContentType="application/vnd.openxmlformats-officedocument.presentationml.slide+xml"/>
  <Override PartName="/ppt/slides/slide180.xml" ContentType="application/vnd.openxmlformats-officedocument.presentationml.slide+xml"/>
  <Override PartName="/ppt/slides/slide208.xml" ContentType="application/vnd.openxmlformats-officedocument.presentationml.slide+xml"/>
  <Override PartName="/ppt/slides/slide207.xml" ContentType="application/vnd.openxmlformats-officedocument.presentationml.slide+xml"/>
  <Override PartName="/ppt/slides/slide206.xml" ContentType="application/vnd.openxmlformats-officedocument.presentationml.slide+xml"/>
  <Override PartName="/ppt/slides/slide205.xml" ContentType="application/vnd.openxmlformats-officedocument.presentationml.slide+xml"/>
  <Override PartName="/ppt/slides/slide204.xml" ContentType="application/vnd.openxmlformats-officedocument.presentationml.slide+xml"/>
  <Override PartName="/ppt/slides/slide203.xml" ContentType="application/vnd.openxmlformats-officedocument.presentationml.slide+xml"/>
  <Override PartName="/ppt/slides/slide202.xml" ContentType="application/vnd.openxmlformats-officedocument.presentationml.slide+xml"/>
  <Override PartName="/ppt/slides/slide201.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198.xml" ContentType="application/vnd.openxmlformats-officedocument.presentationml.slide+xml"/>
  <Override PartName="/ppt/slides/slide189.xml" ContentType="application/vnd.openxmlformats-officedocument.presentationml.slide+xml"/>
  <Override PartName="/ppt/slides/slide188.xml" ContentType="application/vnd.openxmlformats-officedocument.presentationml.slide+xml"/>
  <Override PartName="/ppt/slides/slide179.xml" ContentType="application/vnd.openxmlformats-officedocument.presentationml.slide+xml"/>
  <Override PartName="/ppt/slides/slide178.xml" ContentType="application/vnd.openxmlformats-officedocument.presentationml.slide+xml"/>
  <Override PartName="/ppt/slides/slide169.xml" ContentType="application/vnd.openxmlformats-officedocument.presentationml.slide+xml"/>
  <Override PartName="/ppt/slides/slide168.xml" ContentType="application/vnd.openxmlformats-officedocument.presentationml.slide+xml"/>
  <Override PartName="/ppt/slides/slide99.xml" ContentType="application/vnd.openxmlformats-officedocument.presentationml.slide+xml"/>
  <Override PartName="/ppt/slides/slide167.xml" ContentType="application/vnd.openxmlformats-officedocument.presentationml.slide+xml"/>
  <Override PartName="/ppt/slides/slide98.xml" ContentType="application/vnd.openxmlformats-officedocument.presentationml.slide+xml"/>
  <Override PartName="/ppt/slides/slide166.xml" ContentType="application/vnd.openxmlformats-officedocument.presentationml.slide+xml"/>
  <Override PartName="/ppt/slides/slide97.xml" ContentType="application/vnd.openxmlformats-officedocument.presentationml.slide+xml"/>
  <Override PartName="/ppt/slides/slide165.xml" ContentType="application/vnd.openxmlformats-officedocument.presentationml.slide+xml"/>
  <Override PartName="/ppt/slides/slide96.xml" ContentType="application/vnd.openxmlformats-officedocument.presentationml.slide+xml"/>
  <Override PartName="/ppt/slides/slide164.xml" ContentType="application/vnd.openxmlformats-officedocument.presentationml.slide+xml"/>
  <Override PartName="/ppt/slides/slide95.xml" ContentType="application/vnd.openxmlformats-officedocument.presentationml.slide+xml"/>
  <Override PartName="/ppt/slides/slide358.xml" ContentType="application/vnd.openxmlformats-officedocument.presentationml.slide+xml"/>
  <Override PartName="/ppt/slides/slide163.xml" ContentType="application/vnd.openxmlformats-officedocument.presentationml.slide+xml"/>
  <Override PartName="/ppt/slides/slide94.xml" ContentType="application/vnd.openxmlformats-officedocument.presentationml.slide+xml"/>
  <Override PartName="/ppt/slides/slide357.xml" ContentType="application/vnd.openxmlformats-officedocument.presentationml.slide+xml"/>
  <Override PartName="/ppt/slides/slide162.xml" ContentType="application/vnd.openxmlformats-officedocument.presentationml.slide+xml"/>
  <Override PartName="/ppt/slides/slide93.xml" ContentType="application/vnd.openxmlformats-officedocument.presentationml.slide+xml"/>
  <Override PartName="/ppt/slides/slide356.xml" ContentType="application/vnd.openxmlformats-officedocument.presentationml.slide+xml"/>
  <Override PartName="/ppt/slides/slide161.xml" ContentType="application/vnd.openxmlformats-officedocument.presentationml.slide+xml"/>
  <Override PartName="/ppt/slides/slide92.xml" ContentType="application/vnd.openxmlformats-officedocument.presentationml.slide+xml"/>
  <Override PartName="/ppt/slides/slide355.xml" ContentType="application/vnd.openxmlformats-officedocument.presentationml.slide+xml"/>
  <Override PartName="/ppt/slides/slide160.xml" ContentType="application/vnd.openxmlformats-officedocument.presentationml.slide+xml"/>
  <Override PartName="/ppt/slides/slide91.xml" ContentType="application/vnd.openxmlformats-officedocument.presentationml.slide+xml"/>
  <Override PartName="/ppt/slides/slide354.xml" ContentType="application/vnd.openxmlformats-officedocument.presentationml.slide+xml"/>
  <Override PartName="/ppt/slides/slide159.xml" ContentType="application/vnd.openxmlformats-officedocument.presentationml.slide+xml"/>
  <Override PartName="/ppt/slides/slide158.xml" ContentType="application/vnd.openxmlformats-officedocument.presentationml.slide+xml"/>
  <Override PartName="/ppt/slides/slide89.xml" ContentType="application/vnd.openxmlformats-officedocument.presentationml.slide+xml"/>
  <Override PartName="/ppt/slides/slide157.xml" ContentType="application/vnd.openxmlformats-officedocument.presentationml.slide+xml"/>
  <Override PartName="/ppt/slides/slide88.xml" ContentType="application/vnd.openxmlformats-officedocument.presentationml.slide+xml"/>
  <Override PartName="/ppt/slides/slide156.xml" ContentType="application/vnd.openxmlformats-officedocument.presentationml.slide+xml"/>
  <Override PartName="/ppt/slides/slide87.xml" ContentType="application/vnd.openxmlformats-officedocument.presentationml.slide+xml"/>
  <Override PartName="/ppt/slides/slide155.xml" ContentType="application/vnd.openxmlformats-officedocument.presentationml.slide+xml"/>
  <Override PartName="/ppt/slides/slide86.xml" ContentType="application/vnd.openxmlformats-officedocument.presentationml.slide+xml"/>
  <Override PartName="/ppt/slides/slide349.xml" ContentType="application/vnd.openxmlformats-officedocument.presentationml.slide+xml"/>
  <Override PartName="/ppt/slides/slide154.xml" ContentType="application/vnd.openxmlformats-officedocument.presentationml.slide+xml"/>
  <Override PartName="/ppt/slides/slide85.xml" ContentType="application/vnd.openxmlformats-officedocument.presentationml.slide+xml"/>
  <Override PartName="/ppt/slides/slide348.xml" ContentType="application/vnd.openxmlformats-officedocument.presentationml.slide+xml"/>
  <Override PartName="/ppt/slides/slide173.xml" ContentType="application/vnd.openxmlformats-officedocument.presentationml.slide+xml"/>
  <Override PartName="/ppt/slides/slide256.xml" ContentType="application/vnd.openxmlformats-officedocument.presentationml.slide+xml"/>
  <Override PartName="/ppt/slides/slide5.xml" ContentType="application/vnd.openxmlformats-officedocument.presentationml.slide+xml"/>
  <Override PartName="/ppt/slides/slide172.xml" ContentType="application/vnd.openxmlformats-officedocument.presentationml.slide+xml"/>
  <Override PartName="/ppt/slides/slide21.xml" ContentType="application/vnd.openxmlformats-officedocument.presentationml.slide+xml"/>
  <Override PartName="/ppt/slides/slide255.xml" ContentType="application/vnd.openxmlformats-officedocument.presentationml.slide+xml"/>
  <Override PartName="/ppt/slides/slide4.xml" ContentType="application/vnd.openxmlformats-officedocument.presentationml.slide+xml"/>
  <Override PartName="/ppt/slides/slide171.xml" ContentType="application/vnd.openxmlformats-officedocument.presentationml.slide+xml"/>
  <Override PartName="/ppt/slides/slide11.xml" ContentType="application/vnd.openxmlformats-officedocument.presentationml.slide+xml"/>
  <Override PartName="/ppt/slides/slide254.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259.xml" ContentType="application/vnd.openxmlformats-officedocument.presentationml.slide+xml"/>
  <Override PartName="/ppt/slides/slide13.xml" ContentType="application/vnd.openxmlformats-officedocument.presentationml.slide+xml"/>
  <Override PartName="/ppt/slides/slide183.xml" ContentType="application/vnd.openxmlformats-officedocument.presentationml.slide+xml"/>
  <Override PartName="/ppt/slides/slide22.xml" ContentType="application/vnd.openxmlformats-officedocument.presentationml.slide+xml"/>
  <Override PartName="/ppt/slides/slide353.xml" ContentType="application/vnd.openxmlformats-officedocument.presentationml.slide+xml"/>
  <Override PartName="/ppt/slides/slide90.xml" ContentType="application/vnd.openxmlformats-officedocument.presentationml.slide+xml"/>
  <Override PartName="/ppt/slides/slide1.xml" ContentType="application/vnd.openxmlformats-officedocument.presentationml.slide+xml"/>
  <Override PartName="/ppt/slides/slide258.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80.xml" ContentType="application/vnd.openxmlformats-officedocument.presentationml.slide+xml"/>
  <Override PartName="/ppt/slides/slide343.xml" ContentType="application/vnd.openxmlformats-officedocument.presentationml.slide+xml"/>
  <Override PartName="/ppt/slides/slide257.xml" ContentType="application/vnd.openxmlformats-officedocument.presentationml.slide+xml"/>
  <Override PartName="/ppt/slides/slide14.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84.xml" ContentType="application/vnd.openxmlformats-officedocument.presentationml.slide+xml"/>
  <Override PartName="/ppt/slides/slide181.xml" ContentType="application/vnd.openxmlformats-officedocument.presentationml.slide+xml"/>
  <Override PartName="/ppt/slides/slide185.xml" ContentType="application/vnd.openxmlformats-officedocument.presentationml.slide+xml"/>
  <Override PartName="/ppt/slides/slide182.xml" ContentType="application/vnd.openxmlformats-officedocument.presentationml.slide+xml"/>
  <Override PartName="/ppt/slides/slide49.xml" ContentType="application/vnd.openxmlformats-officedocument.presentationml.slide+xml"/>
  <Override PartName="/ppt/slides/slide283.xml" ContentType="application/vnd.openxmlformats-officedocument.presentationml.slide+xml"/>
  <Override PartName="/ppt/slides/slide118.xml" ContentType="application/vnd.openxmlformats-officedocument.presentationml.slide+xml"/>
  <Override PartName="/ppt/slides/slide186.xml" ContentType="application/vnd.openxmlformats-officedocument.presentationml.slide+xml"/>
  <Override PartName="/ppt/slides/slide193.xml" ContentType="application/vnd.openxmlformats-officedocument.presentationml.slide+xml"/>
  <Override PartName="/ppt/slides/slide253.xml" ContentType="application/vnd.openxmlformats-officedocument.presentationml.slide+xml"/>
  <Override PartName="/ppt/slides/slide19.xml" ContentType="application/vnd.openxmlformats-officedocument.presentationml.slide+xml"/>
  <Override PartName="/ppt/slides/slide277.xml" ContentType="application/vnd.openxmlformats-officedocument.presentationml.slide+xml"/>
  <Override PartName="/ppt/slides/slide194.xml" ContentType="application/vnd.openxmlformats-officedocument.presentationml.slide+xml"/>
  <Override PartName="/ppt/slides/slide278.xml" ContentType="application/vnd.openxmlformats-officedocument.presentationml.slide+xml"/>
  <Override PartName="/ppt/slides/slide195.xml" ContentType="application/vnd.openxmlformats-officedocument.presentationml.slide+xml"/>
  <Override PartName="/ppt/slides/slide279.xml" ContentType="application/vnd.openxmlformats-officedocument.presentationml.slide+xml"/>
  <Override PartName="/ppt/slides/slide262.xml" ContentType="application/vnd.openxmlformats-officedocument.presentationml.slide+xml"/>
  <Override PartName="/ppt/slides/slide28.xml" ContentType="application/vnd.openxmlformats-officedocument.presentationml.slide+xml"/>
  <Override PartName="/ppt/slides/slide322.xml" ContentType="application/vnd.openxmlformats-officedocument.presentationml.slide+xml"/>
  <Override PartName="/ppt/slides/slide286.xml" ContentType="application/vnd.openxmlformats-officedocument.presentationml.slide+xml"/>
  <Override PartName="/ppt/slides/slide60.xml" ContentType="application/vnd.openxmlformats-officedocument.presentationml.slide+xml"/>
  <Override PartName="/ppt/slides/slide323.xml" ContentType="application/vnd.openxmlformats-officedocument.presentationml.slide+xml"/>
  <Override PartName="/ppt/slides/slide30.xml" ContentType="application/vnd.openxmlformats-officedocument.presentationml.slide+xml"/>
  <Override PartName="/ppt/slides/slide287.xml" ContentType="application/vnd.openxmlformats-officedocument.presentationml.slide+xml"/>
  <Override PartName="/ppt/slides/slide332.xml" ContentType="application/vnd.openxmlformats-officedocument.presentationml.slide+xml"/>
  <Override PartName="/ppt/slides/slide296.xml" ContentType="application/vnd.openxmlformats-officedocument.presentationml.slide+xml"/>
  <Override PartName="/ppt/slides/slide282.xml" ContentType="application/vnd.openxmlformats-officedocument.presentationml.slide+xml"/>
  <Override PartName="/ppt/slides/slide117.xml" ContentType="application/vnd.openxmlformats-officedocument.presentationml.slide+xml"/>
  <Override PartName="/ppt/slides/slide48.xml" ContentType="application/vnd.openxmlformats-officedocument.presentationml.slide+xml"/>
  <Override PartName="/ppt/slides/slide342.xml" ContentType="application/vnd.openxmlformats-officedocument.presentationml.slide+xml"/>
  <Override PartName="/ppt/slides/slide297.xml" ContentType="application/vnd.openxmlformats-officedocument.presentationml.slide+xml"/>
  <Override PartName="/ppt/slides/slide288.xml" ContentType="application/vnd.openxmlformats-officedocument.presentationml.slide+xml"/>
  <Override PartName="/ppt/slides/slide6.xml" ContentType="application/vnd.openxmlformats-officedocument.presentationml.slide+xml"/>
  <Override PartName="/ppt/slides/slide300.xml" ContentType="application/vnd.openxmlformats-officedocument.presentationml.slide+xml"/>
  <Override PartName="/ppt/slides/slide298.xml" ContentType="application/vnd.openxmlformats-officedocument.presentationml.slide+xml"/>
  <Override PartName="/ppt/slides/slide264.xml" ContentType="application/vnd.openxmlformats-officedocument.presentationml.slide+xml"/>
  <Override PartName="/ppt/slides/slide289.xml" ContentType="application/vnd.openxmlformats-officedocument.presentationml.slide+xml"/>
  <Override PartName="/ppt/slides/slide7.xml" ContentType="application/vnd.openxmlformats-officedocument.presentationml.slide+xml"/>
  <Override PartName="/ppt/slides/slide301.xml" ContentType="application/vnd.openxmlformats-officedocument.presentationml.slide+xml"/>
  <Override PartName="/ppt/slides/slide299.xml" ContentType="application/vnd.openxmlformats-officedocument.presentationml.slide+xml"/>
  <Override PartName="/ppt/slides/slide265.xml" ContentType="application/vnd.openxmlformats-officedocument.presentationml.slide+xml"/>
  <Override PartName="/ppt/slides/slide281.xml" ContentType="application/vnd.openxmlformats-officedocument.presentationml.slide+xml"/>
  <Override PartName="/ppt/slides/slide116.xml" ContentType="application/vnd.openxmlformats-officedocument.presentationml.slide+xml"/>
  <Override PartName="/ppt/slides/slide47.xml" ContentType="application/vnd.openxmlformats-officedocument.presentationml.slide+xml"/>
  <Override PartName="/ppt/slides/slide341.xml" ContentType="application/vnd.openxmlformats-officedocument.presentationml.slide+xml"/>
  <Override PartName="/ppt/slides/slide29.xml" ContentType="application/vnd.openxmlformats-officedocument.presentationml.slide+xml"/>
  <Override PartName="/ppt/slides/slide263.xml" ContentType="application/vnd.openxmlformats-officedocument.presentationml.slide+xml"/>
  <Override PartName="/ppt/slides/slide333.xml" ContentType="application/vnd.openxmlformats-officedocument.presentationml.slide+xml"/>
  <Override PartName="/ppt/slides/slide70.xml" ContentType="application/vnd.openxmlformats-officedocument.presentationml.slide+xml"/>
  <Override PartName="/ppt/slides/slide292.xml" ContentType="application/vnd.openxmlformats-officedocument.presentationml.slide+xml"/>
  <Override PartName="/ppt/slides/slide127.xml" ContentType="application/vnd.openxmlformats-officedocument.presentationml.slide+xml"/>
  <Override PartName="/ppt/slides/slide58.xml" ContentType="application/vnd.openxmlformats-officedocument.presentationml.slide+xml"/>
  <Override PartName="/ppt/slides/slide352.xml" ContentType="application/vnd.openxmlformats-officedocument.presentationml.slide+xml"/>
  <Override PartName="/ppt/slides/slide340.xml" ContentType="application/vnd.openxmlformats-officedocument.presentationml.slide+xml"/>
  <Override PartName="/ppt/slides/slide291.xml" ContentType="application/vnd.openxmlformats-officedocument.presentationml.slide+xml"/>
  <Override PartName="/ppt/slides/slide126.xml" ContentType="application/vnd.openxmlformats-officedocument.presentationml.slide+xml"/>
  <Override PartName="/ppt/slides/slide57.xml" ContentType="application/vnd.openxmlformats-officedocument.presentationml.slide+xml"/>
  <Override PartName="/ppt/slides/slide351.xml" ContentType="application/vnd.openxmlformats-officedocument.presentationml.slide+xml"/>
  <Override PartName="/ppt/slides/slide350.xml" ContentType="application/vnd.openxmlformats-officedocument.presentationml.slide+xml"/>
  <Override PartName="/ppt/slides/slide295.xml" ContentType="application/vnd.openxmlformats-officedocument.presentationml.slide+xml"/>
  <Override PartName="/ppt/slides/slide331.xml" ContentType="application/vnd.openxmlformats-officedocument.presentationml.slide+xml"/>
  <Override PartName="/ppt/slides/slide330.xml" ContentType="application/vnd.openxmlformats-officedocument.presentationml.slide+xml"/>
  <Override PartName="/ppt/slides/slide303.xml" ContentType="application/vnd.openxmlformats-officedocument.presentationml.slide+xml"/>
  <Override PartName="/ppt/slides/slide40.xml" ContentType="application/vnd.openxmlformats-officedocument.presentationml.slide+xml"/>
  <Override PartName="/ppt/slides/slide9.xml" ContentType="application/vnd.openxmlformats-officedocument.presentationml.slide+xml"/>
  <Override PartName="/ppt/slides/slide260.xml" ContentType="application/vnd.openxmlformats-officedocument.presentationml.slide+xml"/>
  <Override PartName="/ppt/slides/slide26.xml" ContentType="application/vnd.openxmlformats-officedocument.presentationml.slide+xml"/>
  <Override PartName="/ppt/slides/slide320.xml" ContentType="application/vnd.openxmlformats-officedocument.presentationml.slide+xml"/>
  <Override PartName="/ppt/slides/slide310.xml" ContentType="application/vnd.openxmlformats-officedocument.presentationml.slide+xml"/>
  <Override PartName="/ppt/slides/slide115.xml" ContentType="application/vnd.openxmlformats-officedocument.presentationml.slide+xml"/>
  <Override PartName="/ppt/slides/slide280.xml" ContentType="application/vnd.openxmlformats-officedocument.presentationml.slide+xml"/>
  <Override PartName="/ppt/slides/slide46.xml" ContentType="application/vnd.openxmlformats-officedocument.presentationml.slide+xml"/>
  <Override PartName="/ppt/slides/slide309.xml" ContentType="application/vnd.openxmlformats-officedocument.presentationml.slide+xml"/>
  <Override PartName="/ppt/slides/slide191.xml" ContentType="application/vnd.openxmlformats-officedocument.presentationml.slide+xml"/>
  <Override PartName="/ppt/slides/slide261.xml" ContentType="application/vnd.openxmlformats-officedocument.presentationml.slide+xml"/>
  <Override PartName="/ppt/slides/slide27.xml" ContentType="application/vnd.openxmlformats-officedocument.presentationml.slide+xml"/>
  <Override PartName="/ppt/slides/slide285.xml" ContentType="application/vnd.openxmlformats-officedocument.presentationml.slide+xml"/>
  <Override PartName="/ppt/slides/slide321.xml" ContentType="application/vnd.openxmlformats-officedocument.presentationml.slide+xml"/>
  <Override PartName="/ppt/slides/slide311.xml" ContentType="application/vnd.openxmlformats-officedocument.presentationml.slide+xml"/>
  <Override PartName="/ppt/slides/slide275.xml" ContentType="application/vnd.openxmlformats-officedocument.presentationml.slide+xml"/>
  <Override PartName="/ppt/slides/slide192.xml" ContentType="application/vnd.openxmlformats-officedocument.presentationml.slide+xml"/>
  <Override PartName="/ppt/slides/slide252.xml" ContentType="application/vnd.openxmlformats-officedocument.presentationml.slide+xml"/>
  <Override PartName="/ppt/slides/slide18.xml" ContentType="application/vnd.openxmlformats-officedocument.presentationml.slide+xml"/>
  <Override PartName="/ppt/slides/slide276.xml" ContentType="application/vnd.openxmlformats-officedocument.presentationml.slide+xml"/>
  <Override PartName="/ppt/slides/slide312.xml" ContentType="application/vnd.openxmlformats-officedocument.presentationml.slide+xml"/>
  <Override PartName="/ppt/slides/slide8.xml" ContentType="application/vnd.openxmlformats-officedocument.presentationml.slide+xml"/>
  <Override PartName="/ppt/slides/slide302.xml" ContentType="application/vnd.openxmlformats-officedocument.presentationml.slide+xml"/>
  <Override PartName="/ppt/slides/slide266.xml" ContentType="application/vnd.openxmlformats-officedocument.presentationml.slide+xml"/>
  <Override PartName="/ppt/slides/slide269.xml" ContentType="application/vnd.openxmlformats-officedocument.presentationml.slide+xml"/>
  <Override PartName="/ppt/slides/slide268.xml" ContentType="application/vnd.openxmlformats-officedocument.presentationml.slide+xml"/>
  <Override PartName="/ppt/slides/slide267.xml" ContentType="application/vnd.openxmlformats-officedocument.presentationml.slide+xml"/>
  <Override PartName="/ppt/slides/slide176.xml" ContentType="application/vnd.openxmlformats-officedocument.presentationml.slide+xml"/>
  <Override PartName="/ppt/slides/slide175.xml" ContentType="application/vnd.openxmlformats-officedocument.presentationml.slide+xml"/>
  <Override PartName="/ppt/slides/slide284.xml" ContentType="application/vnd.openxmlformats-officedocument.presentationml.slide+xml"/>
  <Override PartName="/ppt/slides/slide119.xml" ContentType="application/vnd.openxmlformats-officedocument.presentationml.slide+xml"/>
  <Override PartName="/ppt/slides/slide187.xml" ContentType="application/vnd.openxmlformats-officedocument.presentationml.slide+xml"/>
  <Override PartName="/ppt/slides/slide20.xml" ContentType="application/vnd.openxmlformats-officedocument.presentationml.slide+xml"/>
  <Override PartName="/ppt/slides/slide50.xml" ContentType="application/vnd.openxmlformats-officedocument.presentationml.slide+xml"/>
  <Override PartName="/ppt/slides/slide313.xml" ContentType="application/vnd.openxmlformats-officedocument.presentationml.slide+xml"/>
  <Override PartName="/ppt/slides/slide177.xml" ContentType="application/vnd.openxmlformats-officedocument.presentationml.slide+xml"/>
  <Override PartName="/ppt/slides/slide274.xml" ContentType="application/vnd.openxmlformats-officedocument.presentationml.slide+xml"/>
  <Override PartName="/ppt/slides/slide109.xml" ContentType="application/vnd.openxmlformats-officedocument.presentationml.slide+xml"/>
  <Override PartName="/ppt/slides/slide174.xml" ContentType="application/vnd.openxmlformats-officedocument.presentationml.slide+xml"/>
  <Override PartName="/ppt/slides/slide103.xml" ContentType="application/vnd.openxmlformats-officedocument.presentationml.slide+xml"/>
  <Override PartName="/ppt/slides/slide34.xml" ContentType="application/vnd.openxmlformats-officedocument.presentationml.slide+xml"/>
  <Override PartName="/ppt/slides/slide104.xml" ContentType="application/vnd.openxmlformats-officedocument.presentationml.slide+xml"/>
  <Override PartName="/ppt/slides/slide35.xml" ContentType="application/vnd.openxmlformats-officedocument.presentationml.slide+xml"/>
  <Override PartName="/ppt/slides/slide105.xml" ContentType="application/vnd.openxmlformats-officedocument.presentationml.slide+xml"/>
  <Override PartName="/ppt/slides/slide270.xml" ContentType="application/vnd.openxmlformats-officedocument.presentationml.slide+xml"/>
  <Override PartName="/ppt/slides/slide36.xml" ContentType="application/vnd.openxmlformats-officedocument.presentationml.slide+xml"/>
  <Override PartName="/ppt/slides/slide106.xml" ContentType="application/vnd.openxmlformats-officedocument.presentationml.slide+xml"/>
  <Override PartName="/ppt/slides/slide271.xml" ContentType="application/vnd.openxmlformats-officedocument.presentationml.slide+xml"/>
  <Override PartName="/ppt/slides/slide37.xml" ContentType="application/vnd.openxmlformats-officedocument.presentationml.slide+xml"/>
  <Override PartName="/ppt/slides/slide107.xml" ContentType="application/vnd.openxmlformats-officedocument.presentationml.slide+xml"/>
  <Override PartName="/ppt/slides/slide272.xml" ContentType="application/vnd.openxmlformats-officedocument.presentationml.slide+xml"/>
  <Override PartName="/ppt/slides/slide38.xml" ContentType="application/vnd.openxmlformats-officedocument.presentationml.slide+xml"/>
  <Override PartName="/ppt/slides/slide108.xml" ContentType="application/vnd.openxmlformats-officedocument.presentationml.slide+xml"/>
  <Override PartName="/ppt/slides/slide273.xml" ContentType="application/vnd.openxmlformats-officedocument.presentationml.slide+xml"/>
  <Override PartName="/ppt/slides/slide39.xml" ContentType="application/vnd.openxmlformats-officedocument.presentationml.slide+xml"/>
  <Override PartName="/ppt/slides/slide304.xml" ContentType="application/vnd.openxmlformats-officedocument.presentationml.slide+xml"/>
  <Override PartName="/ppt/slides/slide110.xml" ContentType="application/vnd.openxmlformats-officedocument.presentationml.slide+xml"/>
  <Override PartName="/ppt/slides/slide41.xml" ContentType="application/vnd.openxmlformats-officedocument.presentationml.slide+xml"/>
  <Override PartName="/ppt/slides/slide305.xml" ContentType="application/vnd.openxmlformats-officedocument.presentationml.slide+xml"/>
  <Override PartName="/ppt/slides/slide111.xml" ContentType="application/vnd.openxmlformats-officedocument.presentationml.slide+xml"/>
  <Override PartName="/ppt/slides/slide42.xml" ContentType="application/vnd.openxmlformats-officedocument.presentationml.slide+xml"/>
  <Override PartName="/ppt/slides/slide306.xml" ContentType="application/vnd.openxmlformats-officedocument.presentationml.slide+xml"/>
  <Override PartName="/ppt/slides/slide112.xml" ContentType="application/vnd.openxmlformats-officedocument.presentationml.slide+xml"/>
  <Override PartName="/ppt/slides/slide43.xml" ContentType="application/vnd.openxmlformats-officedocument.presentationml.slide+xml"/>
  <Override PartName="/ppt/slides/slide307.xml" ContentType="application/vnd.openxmlformats-officedocument.presentationml.slide+xml"/>
  <Override PartName="/ppt/slides/slide113.xml" ContentType="application/vnd.openxmlformats-officedocument.presentationml.slide+xml"/>
  <Override PartName="/ppt/slides/slide44.xml" ContentType="application/vnd.openxmlformats-officedocument.presentationml.slide+xml"/>
  <Override PartName="/ppt/slides/slide308.xml" ContentType="application/vnd.openxmlformats-officedocument.presentationml.slide+xml"/>
  <Override PartName="/ppt/slides/slide114.xml" ContentType="application/vnd.openxmlformats-officedocument.presentationml.slide+xml"/>
  <Override PartName="/ppt/slides/slide45.xml" ContentType="application/vnd.openxmlformats-officedocument.presentationml.slide+xml"/>
  <Override PartName="/ppt/slides/slide314.xml" ContentType="application/vnd.openxmlformats-officedocument.presentationml.slide+xml"/>
  <Override PartName="/ppt/slides/slide120.xml" ContentType="application/vnd.openxmlformats-officedocument.presentationml.slide+xml"/>
  <Override PartName="/ppt/slides/slide51.xml" ContentType="application/vnd.openxmlformats-officedocument.presentationml.slide+xml"/>
  <Override PartName="/ppt/slides/slide315.xml" ContentType="application/vnd.openxmlformats-officedocument.presentationml.slide+xml"/>
  <Override PartName="/ppt/slides/slide121.xml" ContentType="application/vnd.openxmlformats-officedocument.presentationml.slide+xml"/>
  <Override PartName="/ppt/slides/slide52.xml" ContentType="application/vnd.openxmlformats-officedocument.presentationml.slide+xml"/>
  <Override PartName="/ppt/slides/slide316.xml" ContentType="application/vnd.openxmlformats-officedocument.presentationml.slide+xml"/>
  <Override PartName="/ppt/slides/slide122.xml" ContentType="application/vnd.openxmlformats-officedocument.presentationml.slide+xml"/>
  <Override PartName="/ppt/slides/slide53.xml" ContentType="application/vnd.openxmlformats-officedocument.presentationml.slide+xml"/>
  <Override PartName="/ppt/slides/slide31.xml" ContentType="application/vnd.openxmlformats-officedocument.presentationml.slide+xml"/>
  <Override PartName="/ppt/slides/slide100.xml" ContentType="application/vnd.openxmlformats-officedocument.presentationml.slide+xml"/>
  <Override PartName="/ppt/slides/slide317.xml" ContentType="application/vnd.openxmlformats-officedocument.presentationml.slide+xml"/>
  <Override PartName="/ppt/slides/slide123.xml" ContentType="application/vnd.openxmlformats-officedocument.presentationml.slide+xml"/>
  <Override PartName="/ppt/slides/slide54.xml" ContentType="application/vnd.openxmlformats-officedocument.presentationml.slide+xml"/>
  <Override PartName="/ppt/slides/slide153.xml" ContentType="application/vnd.openxmlformats-officedocument.presentationml.slide+xml"/>
  <Override PartName="/ppt/slides/slide84.xml" ContentType="application/vnd.openxmlformats-officedocument.presentationml.slide+xml"/>
  <Override PartName="/ppt/slides/slide347.xml" ContentType="application/vnd.openxmlformats-officedocument.presentationml.slide+xml"/>
  <Override PartName="/ppt/slides/slide32.xml" ContentType="application/vnd.openxmlformats-officedocument.presentationml.slide+xml"/>
  <Override PartName="/ppt/slides/slide101.xml" ContentType="application/vnd.openxmlformats-officedocument.presentationml.slide+xml"/>
  <Override PartName="/ppt/slides/slide318.xml" ContentType="application/vnd.openxmlformats-officedocument.presentationml.slide+xml"/>
  <Override PartName="/ppt/slides/slide124.xml" ContentType="application/vnd.openxmlformats-officedocument.presentationml.slide+xml"/>
  <Override PartName="/ppt/slides/slide55.xml" ContentType="application/vnd.openxmlformats-officedocument.presentationml.slide+xml"/>
  <Override PartName="/ppt/slides/slide33.xml" ContentType="application/vnd.openxmlformats-officedocument.presentationml.slide+xml"/>
  <Override PartName="/ppt/slides/slide102.xml" ContentType="application/vnd.openxmlformats-officedocument.presentationml.slide+xml"/>
  <Override PartName="/ppt/slides/slide170.xml" ContentType="application/vnd.openxmlformats-officedocument.presentationml.slide+xml"/>
  <Override PartName="/ppt/slides/slide125.xml" ContentType="application/vnd.openxmlformats-officedocument.presentationml.slide+xml"/>
  <Override PartName="/ppt/slides/slide319.xml" ContentType="application/vnd.openxmlformats-officedocument.presentationml.slide+xml"/>
  <Override PartName="/ppt/slides/slide290.xml" ContentType="application/vnd.openxmlformats-officedocument.presentationml.slide+xml"/>
  <Override PartName="/ppt/slides/slide56.xml" ContentType="application/vnd.openxmlformats-officedocument.presentationml.slide+xml"/>
  <Override PartName="/ppt/slides/slide293.xml" ContentType="application/vnd.openxmlformats-officedocument.presentationml.slide+xml"/>
  <Override PartName="/ppt/slides/slide59.xml" ContentType="application/vnd.openxmlformats-officedocument.presentationml.slide+xml"/>
  <Override PartName="/ppt/slides/slide128.xml" ContentType="application/vnd.openxmlformats-officedocument.presentationml.slide+xml"/>
  <Override PartName="/ppt/slides/slide196.xml" ContentType="application/vnd.openxmlformats-officedocument.presentationml.slide+xml"/>
  <Override PartName="/ppt/slides/slide294.xml" ContentType="application/vnd.openxmlformats-officedocument.presentationml.slide+xml"/>
  <Override PartName="/ppt/slides/slide129.xml" ContentType="application/vnd.openxmlformats-officedocument.presentationml.slide+xml"/>
  <Override PartName="/ppt/slides/slide197.xml" ContentType="application/vnd.openxmlformats-officedocument.presentationml.slide+xml"/>
  <Override PartName="/ppt/slides/slide324.xml" ContentType="application/vnd.openxmlformats-officedocument.presentationml.slide+xml"/>
  <Override PartName="/ppt/slides/slide61.xml" ContentType="application/vnd.openxmlformats-officedocument.presentationml.slide+xml"/>
  <Override PartName="/ppt/slides/slide130.xml" ContentType="application/vnd.openxmlformats-officedocument.presentationml.slide+xml"/>
  <Override PartName="/ppt/slides/slide325.xml" ContentType="application/vnd.openxmlformats-officedocument.presentationml.slide+xml"/>
  <Override PartName="/ppt/slides/slide62.xml" ContentType="application/vnd.openxmlformats-officedocument.presentationml.slide+xml"/>
  <Override PartName="/ppt/slides/slide131.xml" ContentType="application/vnd.openxmlformats-officedocument.presentationml.slide+xml"/>
  <Override PartName="/ppt/slides/slide326.xml" ContentType="application/vnd.openxmlformats-officedocument.presentationml.slide+xml"/>
  <Override PartName="/ppt/slides/slide63.xml" ContentType="application/vnd.openxmlformats-officedocument.presentationml.slide+xml"/>
  <Override PartName="/ppt/slides/slide132.xml" ContentType="application/vnd.openxmlformats-officedocument.presentationml.slide+xml"/>
  <Override PartName="/ppt/slides/slide327.xml" ContentType="application/vnd.openxmlformats-officedocument.presentationml.slide+xml"/>
  <Override PartName="/ppt/slides/slide64.xml" ContentType="application/vnd.openxmlformats-officedocument.presentationml.slide+xml"/>
  <Override PartName="/ppt/slides/slide133.xml" ContentType="application/vnd.openxmlformats-officedocument.presentationml.slide+xml"/>
  <Override PartName="/ppt/slides/slide328.xml" ContentType="application/vnd.openxmlformats-officedocument.presentationml.slide+xml"/>
  <Override PartName="/ppt/slides/slide65.xml" ContentType="application/vnd.openxmlformats-officedocument.presentationml.slide+xml"/>
  <Override PartName="/ppt/slides/slide134.xml" ContentType="application/vnd.openxmlformats-officedocument.presentationml.slide+xml"/>
  <Override PartName="/ppt/slides/slide329.xml" ContentType="application/vnd.openxmlformats-officedocument.presentationml.slide+xml"/>
  <Override PartName="/ppt/slides/slide66.xml" ContentType="application/vnd.openxmlformats-officedocument.presentationml.slide+xml"/>
  <Override PartName="/ppt/slides/slide135.xml" ContentType="application/vnd.openxmlformats-officedocument.presentationml.slide+xml"/>
  <Override PartName="/ppt/slides/slide67.xml" ContentType="application/vnd.openxmlformats-officedocument.presentationml.slide+xml"/>
  <Override PartName="/ppt/slides/slide136.xml" ContentType="application/vnd.openxmlformats-officedocument.presentationml.slide+xml"/>
  <Override PartName="/ppt/slides/slide68.xml" ContentType="application/vnd.openxmlformats-officedocument.presentationml.slide+xml"/>
  <Override PartName="/ppt/slides/slide137.xml" ContentType="application/vnd.openxmlformats-officedocument.presentationml.slide+xml"/>
  <Override PartName="/ppt/slides/slide69.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334.xml" ContentType="application/vnd.openxmlformats-officedocument.presentationml.slide+xml"/>
  <Override PartName="/ppt/slides/slide71.xml" ContentType="application/vnd.openxmlformats-officedocument.presentationml.slide+xml"/>
  <Override PartName="/ppt/slides/slide140.xml" ContentType="application/vnd.openxmlformats-officedocument.presentationml.slide+xml"/>
  <Override PartName="/ppt/slides/slide335.xml" ContentType="application/vnd.openxmlformats-officedocument.presentationml.slide+xml"/>
  <Override PartName="/ppt/slides/slide72.xml" ContentType="application/vnd.openxmlformats-officedocument.presentationml.slide+xml"/>
  <Override PartName="/ppt/slides/slide141.xml" ContentType="application/vnd.openxmlformats-officedocument.presentationml.slide+xml"/>
  <Override PartName="/ppt/slides/slide336.xml" ContentType="application/vnd.openxmlformats-officedocument.presentationml.slide+xml"/>
  <Override PartName="/ppt/slides/slide73.xml" ContentType="application/vnd.openxmlformats-officedocument.presentationml.slide+xml"/>
  <Override PartName="/ppt/slides/slide142.xml" ContentType="application/vnd.openxmlformats-officedocument.presentationml.slide+xml"/>
  <Override PartName="/ppt/slides/slide337.xml" ContentType="application/vnd.openxmlformats-officedocument.presentationml.slide+xml"/>
  <Override PartName="/ppt/slides/slide74.xml" ContentType="application/vnd.openxmlformats-officedocument.presentationml.slide+xml"/>
  <Override PartName="/ppt/slides/slide143.xml" ContentType="application/vnd.openxmlformats-officedocument.presentationml.slide+xml"/>
  <Override PartName="/ppt/slides/slide338.xml" ContentType="application/vnd.openxmlformats-officedocument.presentationml.slide+xml"/>
  <Override PartName="/ppt/slides/slide75.xml" ContentType="application/vnd.openxmlformats-officedocument.presentationml.slide+xml"/>
  <Override PartName="/ppt/slides/slide144.xml" ContentType="application/vnd.openxmlformats-officedocument.presentationml.slide+xml"/>
  <Override PartName="/ppt/slides/slide339.xml" ContentType="application/vnd.openxmlformats-officedocument.presentationml.slide+xml"/>
  <Override PartName="/ppt/slides/slide76.xml" ContentType="application/vnd.openxmlformats-officedocument.presentationml.slide+xml"/>
  <Override PartName="/ppt/slides/slide145.xml" ContentType="application/vnd.openxmlformats-officedocument.presentationml.slide+xml"/>
  <Override PartName="/ppt/slides/slide77.xml" ContentType="application/vnd.openxmlformats-officedocument.presentationml.slide+xml"/>
  <Override PartName="/ppt/slides/slide146.xml" ContentType="application/vnd.openxmlformats-officedocument.presentationml.slide+xml"/>
  <Override PartName="/ppt/slides/slide78.xml" ContentType="application/vnd.openxmlformats-officedocument.presentationml.slide+xml"/>
  <Override PartName="/ppt/slides/slide147.xml" ContentType="application/vnd.openxmlformats-officedocument.presentationml.slide+xml"/>
  <Override PartName="/ppt/slides/slide79.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81.xml" ContentType="application/vnd.openxmlformats-officedocument.presentationml.slide+xml"/>
  <Override PartName="/ppt/slides/slide344.xml" ContentType="application/vnd.openxmlformats-officedocument.presentationml.slide+xml"/>
  <Override PartName="/ppt/slides/slide150.xml" ContentType="application/vnd.openxmlformats-officedocument.presentationml.slide+xml"/>
  <Override PartName="/ppt/slides/slide82.xml" ContentType="application/vnd.openxmlformats-officedocument.presentationml.slide+xml"/>
  <Override PartName="/ppt/slides/slide345.xml" ContentType="application/vnd.openxmlformats-officedocument.presentationml.slide+xml"/>
  <Override PartName="/ppt/slides/slide151.xml" ContentType="application/vnd.openxmlformats-officedocument.presentationml.slide+xml"/>
  <Override PartName="/ppt/slides/slide83.xml" ContentType="application/vnd.openxmlformats-officedocument.presentationml.slide+xml"/>
  <Override PartName="/ppt/slides/slide346.xml" ContentType="application/vnd.openxmlformats-officedocument.presentationml.slide+xml"/>
  <Override PartName="/ppt/slides/slide152.xml" ContentType="application/vnd.openxmlformats-officedocument.presentationml.slide+xml"/>
  <Override PartName="/ppt/_rels/presentation.xml.rels" ContentType="application/vnd.openxmlformats-package.relationships+xml"/>
  <Override PartName="/ppt/media/image250.png" ContentType="image/png"/>
  <Override PartName="/ppt/media/image249.png" ContentType="image/png"/>
  <Override PartName="/ppt/media/image248.png" ContentType="image/png"/>
  <Override PartName="/ppt/media/image247.png" ContentType="image/png"/>
  <Override PartName="/ppt/media/image246.png" ContentType="image/png"/>
  <Override PartName="/ppt/media/image245.png" ContentType="image/png"/>
  <Override PartName="/ppt/media/image244.png" ContentType="image/png"/>
  <Override PartName="/ppt/media/image243.png" ContentType="image/png"/>
  <Override PartName="/ppt/media/image242.png" ContentType="image/png"/>
  <Override PartName="/ppt/media/image241.png" ContentType="image/png"/>
  <Override PartName="/ppt/media/image240.png" ContentType="image/png"/>
  <Override PartName="/ppt/media/image239.png" ContentType="image/png"/>
  <Override PartName="/ppt/media/image238.png" ContentType="image/png"/>
  <Override PartName="/ppt/media/image237.png" ContentType="image/png"/>
  <Override PartName="/ppt/media/image236.png" ContentType="image/png"/>
  <Override PartName="/ppt/media/image235.png" ContentType="image/png"/>
  <Override PartName="/ppt/media/image234.png" ContentType="image/png"/>
  <Override PartName="/ppt/media/image233.png" ContentType="image/png"/>
  <Override PartName="/ppt/media/image232.png" ContentType="image/png"/>
  <Override PartName="/ppt/media/image231.png" ContentType="image/png"/>
  <Override PartName="/ppt/media/image230.wmf" ContentType="image/x-wmf"/>
  <Override PartName="/ppt/media/image224.png" ContentType="image/png"/>
  <Override PartName="/ppt/media/image229.png" ContentType="image/png"/>
  <Override PartName="/ppt/media/image228.png" ContentType="image/png"/>
  <Override PartName="/ppt/media/image227.png" ContentType="image/png"/>
  <Override PartName="/ppt/media/image225.png" ContentType="image/png"/>
  <Override PartName="/ppt/media/image223.png" ContentType="image/png"/>
  <Override PartName="/ppt/media/image222.png" ContentType="image/png"/>
  <Override PartName="/ppt/media/image221.png" ContentType="image/png"/>
  <Override PartName="/ppt/media/image220.png" ContentType="image/png"/>
  <Override PartName="/ppt/media/image161.png" ContentType="image/png"/>
  <Override PartName="/ppt/media/image61.png" ContentType="image/png"/>
  <Override PartName="/ppt/media/image163.png" ContentType="image/png"/>
  <Override PartName="/ppt/media/image63.png" ContentType="image/png"/>
  <Override PartName="/ppt/media/image65.png" ContentType="image/png"/>
  <Override PartName="/ppt/media/image165.png" ContentType="image/png"/>
  <Override PartName="/ppt/media/image113.png" ContentType="image/png"/>
  <Override PartName="/ppt/media/image181.png" ContentType="image/png"/>
  <Override PartName="/ppt/media/image81.png" ContentType="image/png"/>
  <Override PartName="/ppt/media/image13.png" ContentType="image/png"/>
  <Override PartName="/ppt/media/image166.png" ContentType="image/png"/>
  <Override PartName="/ppt/media/image66.png" ContentType="image/png"/>
  <Override PartName="/ppt/media/image114.png" ContentType="image/png"/>
  <Override PartName="/ppt/media/image182.png" ContentType="image/png"/>
  <Override PartName="/ppt/media/image82.png" ContentType="image/png"/>
  <Override PartName="/ppt/media/image167.png" ContentType="image/png"/>
  <Override PartName="/ppt/media/image67.png" ContentType="image/png"/>
  <Override PartName="/ppt/media/image83.png" ContentType="image/png"/>
  <Override PartName="/ppt/media/image15.png" ContentType="image/png"/>
  <Override PartName="/ppt/media/image168.png" ContentType="image/png"/>
  <Override PartName="/ppt/media/image68.png" ContentType="image/png"/>
  <Override PartName="/ppt/media/image116.png" ContentType="image/png"/>
  <Override PartName="/ppt/media/image184.png" ContentType="image/png"/>
  <Override PartName="/ppt/media/image16.png" ContentType="image/png"/>
  <Override PartName="/ppt/media/image185.png" ContentType="image/png"/>
  <Override PartName="/ppt/media/image85.png" ContentType="image/png"/>
  <Override PartName="/ppt/media/image117.png" ContentType="image/png"/>
  <Override PartName="/ppt/media/image17.png" ContentType="image/png"/>
  <Override PartName="/ppt/media/image69.png" ContentType="image/png"/>
  <Override PartName="/ppt/media/image169.png" ContentType="image/png"/>
  <Override PartName="/ppt/media/image102.png" ContentType="image/png"/>
  <Override PartName="/ppt/media/image170.png" ContentType="image/png"/>
  <Override PartName="/ppt/media/image70.png" ContentType="image/png"/>
  <Override PartName="/ppt/media/image103.png" ContentType="image/png"/>
  <Override PartName="/ppt/media/image171.png" ContentType="image/png"/>
  <Override PartName="/ppt/media/image71.png" ContentType="image/png"/>
  <Override PartName="/ppt/media/image104.png" ContentType="image/png"/>
  <Override PartName="/ppt/media/image172.png" ContentType="image/png"/>
  <Override PartName="/ppt/media/image72.png" ContentType="image/png"/>
  <Override PartName="/ppt/media/image173.png" ContentType="image/png"/>
  <Override PartName="/ppt/media/image73.png" ContentType="image/png"/>
  <Override PartName="/ppt/media/image74.png" ContentType="image/png"/>
  <Override PartName="/ppt/media/image174.png" ContentType="image/png"/>
  <Override PartName="/ppt/media/image11.png" ContentType="image/png"/>
  <Override PartName="/ppt/media/image111.png" ContentType="image/png"/>
  <Override PartName="/ppt/media/image106.png" ContentType="image/png"/>
  <Override PartName="/ppt/media/image271.png" ContentType="image/png"/>
  <Override PartName="/ppt/media/image203.png" ContentType="image/png"/>
  <Override PartName="/ppt/media/image175.png" ContentType="image/png"/>
  <Override PartName="/ppt/media/image75.png" ContentType="image/png"/>
  <Override PartName="/ppt/media/image12.png" ContentType="image/png"/>
  <Override PartName="/ppt/media/image112.png" ContentType="image/png"/>
  <Override PartName="/ppt/media/image80.png" ContentType="image/png"/>
  <Override PartName="/ppt/media/image107.png" ContentType="image/png"/>
  <Override PartName="/ppt/media/image272.png" ContentType="image/png"/>
  <Override PartName="/ppt/media/image204.png" ContentType="image/png"/>
  <Override PartName="/ppt/media/image115.png" ContentType="image/png"/>
  <Override PartName="/ppt/media/image280.png" ContentType="image/png"/>
  <Override PartName="/ppt/media/image212.png" ContentType="image/png"/>
  <Override PartName="/ppt/media/image20.png" ContentType="image/png"/>
  <Override PartName="/ppt/media/image120.png" ContentType="image/png"/>
  <Override PartName="/ppt/media/image179.png" ContentType="image/png"/>
  <Override PartName="/ppt/media/image79.png" ContentType="image/png"/>
  <Override PartName="/ppt/media/image188.png" ContentType="image/png"/>
  <Override PartName="/ppt/media/image88.png" ContentType="image/png"/>
  <Override PartName="/ppt/media/image86.png" ContentType="image/png"/>
  <Override PartName="/ppt/media/image118.png" ContentType="image/png"/>
  <Override PartName="/ppt/media/image18.png" ContentType="image/png"/>
  <Override PartName="/ppt/media/image186.png" ContentType="image/png"/>
  <Override PartName="/ppt/media/image197.png" ContentType="image/png"/>
  <Override PartName="/ppt/media/image97.png" ContentType="image/png"/>
  <Override PartName="/ppt/media/image129.png" ContentType="image/png"/>
  <Override PartName="/ppt/media/image29.png" ContentType="image/png"/>
  <Override PartName="/ppt/media/image87.png" ContentType="image/png"/>
  <Override PartName="/ppt/media/image119.png" ContentType="image/png"/>
  <Override PartName="/ppt/media/image187.png" ContentType="image/png"/>
  <Override PartName="/ppt/media/image19.png" ContentType="image/png"/>
  <Override PartName="/ppt/media/image198.png" ContentType="image/png"/>
  <Override PartName="/ppt/media/image98.png" ContentType="image/png"/>
  <Override PartName="/ppt/media/image200.png" ContentType="image/png"/>
  <Override PartName="/ppt/media/image201.png" ContentType="image/png"/>
  <Override PartName="/ppt/media/image99.png" ContentType="image/png"/>
  <Override PartName="/ppt/media/image199.png" ContentType="image/png"/>
  <Override PartName="/ppt/media/image251.png" ContentType="image/png"/>
  <Override PartName="/ppt/media/image252.png" ContentType="image/png"/>
  <Override PartName="/ppt/media/image127.png" ContentType="image/png"/>
  <Override PartName="/ppt/media/image195.png" ContentType="image/png"/>
  <Override PartName="/ppt/media/image95.png" ContentType="image/png"/>
  <Override PartName="/ppt/media/image27.png" ContentType="image/png"/>
  <Override PartName="/ppt/media/image253.png" ContentType="image/png"/>
  <Override PartName="/ppt/media/image128.png" ContentType="image/png"/>
  <Override PartName="/ppt/media/image196.png" ContentType="image/png"/>
  <Override PartName="/ppt/media/image96.png" ContentType="image/png"/>
  <Override PartName="/ppt/media/image28.png" ContentType="image/png"/>
  <Override PartName="/ppt/media/image254.png" ContentType="image/png"/>
  <Override PartName="/ppt/media/image258.png" ContentType="image/png"/>
  <Override PartName="/ppt/media/image260.png" ContentType="image/png"/>
  <Override PartName="/ppt/media/explode.wav" ContentType="audio/x-wav"/>
  <Override PartName="/ppt/media/image77.png" ContentType="image/png"/>
  <Override PartName="/ppt/media/image64.png" ContentType="image/png"/>
  <Override PartName="/ppt/media/image164.png" ContentType="image/png"/>
  <Override PartName="/ppt/media/image259.png" ContentType="image/png"/>
  <Override PartName="/ppt/media/image176.png" ContentType="image/png"/>
  <Override PartName="/ppt/media/image76.png" ContentType="image/png"/>
  <Override PartName="/ppt/media/image261.png" ContentType="image/png"/>
  <Override PartName="/ppt/media/image279.png" ContentType="image/png"/>
  <Override PartName="/ppt/media/image267.png" ContentType="image/png"/>
  <Override PartName="/ppt/media/image105.png" ContentType="image/png"/>
  <Override PartName="/ppt/media/image270.png" ContentType="image/png"/>
  <Override PartName="/ppt/media/image202.png" ContentType="image/png"/>
  <Override PartName="/ppt/media/image10.png" ContentType="image/png"/>
  <Override PartName="/ppt/media/image110.png" ContentType="image/png"/>
  <Override PartName="/ppt/media/image278.png" ContentType="image/png"/>
  <Override PartName="/ppt/media/image266.png" ContentType="image/png"/>
  <Override PartName="/ppt/media/image277.png" ContentType="image/png"/>
  <Override PartName="/ppt/media/image180.png" ContentType="image/png"/>
  <Override PartName="/ppt/media/image209.png" ContentType="image/png"/>
  <Override PartName="/ppt/media/image265.png" ContentType="image/png"/>
  <Override PartName="/ppt/media/image276.png" ContentType="image/png"/>
  <Override PartName="/ppt/media/image208.png" ContentType="image/png"/>
  <Override PartName="/ppt/media/image264.png" ContentType="image/png"/>
  <Override PartName="/ppt/media/image275.png" ContentType="image/png"/>
  <Override PartName="/ppt/media/image207.png" ContentType="image/png"/>
  <Override PartName="/ppt/media/image263.png" ContentType="image/png"/>
  <Override PartName="/ppt/media/image269.png" ContentType="image/png"/>
  <Override PartName="/ppt/media/image268.png" ContentType="image/png"/>
  <Override PartName="/ppt/media/image262.png" ContentType="image/png"/>
  <Override PartName="/ppt/media/image257.png" ContentType="image/png"/>
  <Override PartName="/ppt/media/image89.png" ContentType="image/png"/>
  <Override PartName="/ppt/media/image189.png" ContentType="image/png"/>
  <Override PartName="/ppt/media/image109.png" ContentType="image/png"/>
  <Override PartName="/ppt/media/image274.png" ContentType="image/png"/>
  <Override PartName="/ppt/media/image206.png" ContentType="image/png"/>
  <Override PartName="/ppt/media/image108.png" ContentType="image/png"/>
  <Override PartName="/ppt/media/image273.png" ContentType="image/png"/>
  <Override PartName="/ppt/media/image205.png" ContentType="image/png"/>
  <Override PartName="/ppt/media/image183.png" ContentType="image/png"/>
  <Override PartName="/ppt/media/image62.jpeg" ContentType="image/jpeg"/>
  <Override PartName="/ppt/media/image60.png" ContentType="image/png"/>
  <Override PartName="/ppt/media/image160.png" ContentType="image/png"/>
  <Override PartName="/ppt/media/image59.png" ContentType="image/png"/>
  <Override PartName="/ppt/media/image159.png" ContentType="image/png"/>
  <Override PartName="/ppt/media/image78.png" ContentType="image/png"/>
  <Override PartName="/ppt/media/image178.png" ContentType="image/png"/>
  <Override PartName="/ppt/media/image14.png" ContentType="image/png"/>
  <Override PartName="/ppt/media/cashreg.wav" ContentType="audio/x-wav"/>
  <Override PartName="/ppt/media/image58.png" ContentType="image/png"/>
  <Override PartName="/ppt/media/image158.png" ContentType="image/png"/>
  <Override PartName="/ppt/media/image57.png" ContentType="image/png"/>
  <Override PartName="/ppt/media/image157.png" ContentType="image/png"/>
  <Override PartName="/ppt/media/image56.png" ContentType="image/png"/>
  <Override PartName="/ppt/media/image156.png" ContentType="image/png"/>
  <Override PartName="/ppt/media/image255.png" ContentType="image/png"/>
  <Override PartName="/ppt/media/wind.wav" ContentType="audio/x-wav"/>
  <Override PartName="/ppt/media/image210.png" ContentType="image/png"/>
  <Override PartName="/ppt/media/image55.png" ContentType="image/png"/>
  <Override PartName="/ppt/media/image9.png" ContentType="image/png"/>
  <Override PartName="/ppt/media/image155.png" ContentType="image/png"/>
  <Override PartName="/ppt/media/image93.png" ContentType="image/png"/>
  <Override PartName="/ppt/media/image25.png" ContentType="image/png"/>
  <Override PartName="/ppt/media/image125.png" ContentType="image/png"/>
  <Override PartName="/ppt/media/image193.png" ContentType="image/png"/>
  <Override PartName="/ppt/media/image92.png" ContentType="image/png"/>
  <Override PartName="/ppt/media/image24.png" ContentType="image/png"/>
  <Override PartName="/ppt/media/image124.png" ContentType="image/png"/>
  <Override PartName="/ppt/media/image192.png" ContentType="image/png"/>
  <Override PartName="/ppt/media/image91.png" ContentType="image/png"/>
  <Override PartName="/ppt/media/image23.png" ContentType="image/png"/>
  <Override PartName="/ppt/media/image123.png" ContentType="image/png"/>
  <Override PartName="/ppt/media/image191.png" ContentType="image/png"/>
  <Override PartName="/ppt/media/image26.png" ContentType="image/png"/>
  <Override PartName="/ppt/media/image94.png" ContentType="image/png"/>
  <Override PartName="/ppt/media/image126.png" ContentType="image/png"/>
  <Override PartName="/ppt/media/image194.png" ContentType="image/png"/>
  <Override PartName="/ppt/media/image90.png" ContentType="image/png"/>
  <Override PartName="/ppt/media/image122.png" ContentType="image/png"/>
  <Override PartName="/ppt/media/image226.gif" ContentType="image/gif"/>
  <Override PartName="/ppt/media/image22.png" ContentType="image/png"/>
  <Override PartName="/ppt/media/image21.png" ContentType="image/png"/>
  <Override PartName="/ppt/media/image121.png" ContentType="image/png"/>
  <Override PartName="/ppt/media/image5.png" ContentType="image/png"/>
  <Override PartName="/ppt/media/image51.png" ContentType="image/png"/>
  <Override PartName="/ppt/media/image151.png" ContentType="image/png"/>
  <Override PartName="/ppt/media/image37.png" ContentType="image/png"/>
  <Override PartName="/ppt/media/image137.png" ContentType="image/png"/>
  <Override PartName="/ppt/media/image6.png" ContentType="image/png"/>
  <Override PartName="/ppt/media/image152.png" ContentType="image/png"/>
  <Override PartName="/ppt/media/image52.png" ContentType="image/png"/>
  <Override PartName="/ppt/media/image256.gif" ContentType="image/gif"/>
  <Override PartName="/ppt/media/image38.png" ContentType="image/png"/>
  <Override PartName="/ppt/media/image138.png" ContentType="image/png"/>
  <Override PartName="/ppt/media/image33.png" ContentType="image/png"/>
  <Override PartName="/ppt/media/image133.png" ContentType="image/png"/>
  <Override PartName="/ppt/media/image1.png" ContentType="image/png"/>
  <Override PartName="/ppt/media/image47.png" ContentType="image/png"/>
  <Override PartName="/ppt/media/image7.png" ContentType="image/png"/>
  <Override PartName="/ppt/media/image53.png" ContentType="image/png"/>
  <Override PartName="/ppt/media/image153.png" ContentType="image/png"/>
  <Override PartName="/ppt/media/image39.png" ContentType="image/png"/>
  <Override PartName="/ppt/media/image139.png" ContentType="image/png"/>
  <Override PartName="/ppt/media/image34.png" ContentType="image/png"/>
  <Override PartName="/ppt/media/image134.png" ContentType="image/png"/>
  <Override PartName="/ppt/media/image2.png" ContentType="image/png"/>
  <Override PartName="/ppt/media/image48.png" ContentType="image/png"/>
  <Override PartName="/ppt/media/image148.png" ContentType="image/png"/>
  <Override PartName="/ppt/media/image8.png" ContentType="image/png"/>
  <Override PartName="/ppt/media/image54.png" ContentType="image/png"/>
  <Override PartName="/ppt/media/image154.png" ContentType="image/png"/>
  <Override PartName="/ppt/media/image35.png" ContentType="image/png"/>
  <Override PartName="/ppt/media/image135.png" ContentType="image/png"/>
  <Override PartName="/ppt/media/image3.png" ContentType="image/png"/>
  <Override PartName="/ppt/media/image49.png" ContentType="image/png"/>
  <Override PartName="/ppt/media/image149.png" ContentType="image/png"/>
  <Override PartName="/ppt/media/image36.png" ContentType="image/png"/>
  <Override PartName="/ppt/media/image136.png" ContentType="image/png"/>
  <Override PartName="/ppt/media/image30.png" ContentType="image/png"/>
  <Override PartName="/ppt/media/image130.png" ContentType="image/png"/>
  <Override PartName="/ppt/media/image84.png" ContentType="image/png"/>
  <Override PartName="/ppt/media/chimes.wav" ContentType="audio/x-wav"/>
  <Override PartName="/ppt/media/image44.png" ContentType="image/png"/>
  <Override PartName="/ppt/media/image144.png" ContentType="image/png"/>
  <Override PartName="/ppt/media/image31.png" ContentType="image/png"/>
  <Override PartName="/ppt/media/image131.png" ContentType="image/png"/>
  <Override PartName="/ppt/media/image177.png" ContentType="image/png"/>
  <Override PartName="/ppt/media/suction.wav" ContentType="audio/x-wav"/>
  <Override PartName="/ppt/media/image42.png" ContentType="image/png"/>
  <Override PartName="/ppt/media/image142.png" ContentType="image/png"/>
  <Override PartName="/ppt/media/voltage.wav" ContentType="audio/x-wav"/>
  <Override PartName="/ppt/media/push.wav" ContentType="audio/x-wav"/>
  <Override PartName="/ppt/media/image211.png" ContentType="image/png"/>
  <Override PartName="/ppt/media/image32.png" ContentType="image/png"/>
  <Override PartName="/ppt/media/image132.png" ContentType="image/png"/>
  <Override PartName="/ppt/media/image40.png" ContentType="image/png"/>
  <Override PartName="/ppt/media/image140.png" ContentType="image/png"/>
  <Override PartName="/ppt/media/image41.png" ContentType="image/png"/>
  <Override PartName="/ppt/media/image141.png" ContentType="image/png"/>
  <Override PartName="/ppt/media/image4.png" ContentType="image/png"/>
  <Override PartName="/ppt/media/image50.png" ContentType="image/png"/>
  <Override PartName="/ppt/media/image150.png" ContentType="image/png"/>
  <Override PartName="/ppt/media/image43.png" ContentType="image/png"/>
  <Override PartName="/ppt/media/image143.png" ContentType="image/png"/>
  <Override PartName="/ppt/media/image45.png" ContentType="image/png"/>
  <Override PartName="/ppt/media/image145.png" ContentType="image/png"/>
  <Override PartName="/ppt/media/image46.png" ContentType="image/png"/>
  <Override PartName="/ppt/media/image146.png" ContentType="image/png"/>
  <Override PartName="/ppt/media/image100.png" ContentType="image/png"/>
  <Override PartName="/ppt/media/image101.png" ContentType="image/png"/>
  <Override PartName="/ppt/media/image147.wmf" ContentType="image/x-wmf"/>
  <Override PartName="/ppt/media/image162.png" ContentType="image/png"/>
  <Override PartName="/ppt/media/image213.png" ContentType="image/png"/>
  <Override PartName="/ppt/media/image214.png" ContentType="image/png"/>
  <Override PartName="/ppt/media/image215.png" ContentType="image/png"/>
  <Override PartName="/ppt/media/image216.png" ContentType="image/png"/>
  <Override PartName="/ppt/media/image217.png" ContentType="image/png"/>
  <Override PartName="/ppt/media/image218.png" ContentType="image/png"/>
  <Override PartName="/ppt/media/image190.png" ContentType="image/png"/>
  <Override PartName="/ppt/media/image219.png" ContentType="image/png"/>
  <Override PartName="/ppt/embeddings/oleObject1.bin" ContentType="application/vnd.openxmlformats-officedocument.oleObject"/>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 id="393" r:id="rId140"/>
    <p:sldId id="394" r:id="rId141"/>
    <p:sldId id="395" r:id="rId142"/>
    <p:sldId id="396" r:id="rId143"/>
    <p:sldId id="397" r:id="rId144"/>
    <p:sldId id="398" r:id="rId145"/>
    <p:sldId id="399" r:id="rId146"/>
    <p:sldId id="400" r:id="rId147"/>
    <p:sldId id="401" r:id="rId148"/>
    <p:sldId id="402" r:id="rId149"/>
    <p:sldId id="403" r:id="rId150"/>
    <p:sldId id="404" r:id="rId151"/>
    <p:sldId id="405" r:id="rId152"/>
    <p:sldId id="406" r:id="rId153"/>
    <p:sldId id="407" r:id="rId154"/>
    <p:sldId id="408" r:id="rId155"/>
    <p:sldId id="409" r:id="rId156"/>
    <p:sldId id="410" r:id="rId157"/>
    <p:sldId id="411" r:id="rId158"/>
    <p:sldId id="412" r:id="rId159"/>
    <p:sldId id="413" r:id="rId160"/>
    <p:sldId id="414" r:id="rId161"/>
    <p:sldId id="415" r:id="rId162"/>
    <p:sldId id="416" r:id="rId163"/>
    <p:sldId id="417" r:id="rId164"/>
    <p:sldId id="418" r:id="rId165"/>
    <p:sldId id="419" r:id="rId166"/>
    <p:sldId id="420" r:id="rId167"/>
    <p:sldId id="421" r:id="rId168"/>
    <p:sldId id="422" r:id="rId169"/>
    <p:sldId id="423" r:id="rId170"/>
    <p:sldId id="424" r:id="rId171"/>
    <p:sldId id="425" r:id="rId172"/>
    <p:sldId id="426" r:id="rId173"/>
    <p:sldId id="427" r:id="rId174"/>
    <p:sldId id="428" r:id="rId175"/>
    <p:sldId id="429" r:id="rId176"/>
    <p:sldId id="430" r:id="rId177"/>
    <p:sldId id="431" r:id="rId178"/>
    <p:sldId id="432" r:id="rId179"/>
    <p:sldId id="433" r:id="rId180"/>
    <p:sldId id="434" r:id="rId181"/>
    <p:sldId id="435" r:id="rId182"/>
    <p:sldId id="436" r:id="rId183"/>
    <p:sldId id="437" r:id="rId184"/>
    <p:sldId id="438" r:id="rId185"/>
    <p:sldId id="439" r:id="rId186"/>
    <p:sldId id="440" r:id="rId187"/>
    <p:sldId id="441" r:id="rId188"/>
    <p:sldId id="442" r:id="rId189"/>
    <p:sldId id="443" r:id="rId190"/>
    <p:sldId id="444" r:id="rId191"/>
    <p:sldId id="445" r:id="rId192"/>
    <p:sldId id="446" r:id="rId193"/>
    <p:sldId id="447" r:id="rId194"/>
    <p:sldId id="448" r:id="rId195"/>
    <p:sldId id="449" r:id="rId196"/>
    <p:sldId id="450" r:id="rId197"/>
    <p:sldId id="451" r:id="rId198"/>
    <p:sldId id="452" r:id="rId199"/>
    <p:sldId id="453" r:id="rId200"/>
    <p:sldId id="454" r:id="rId201"/>
    <p:sldId id="455" r:id="rId202"/>
    <p:sldId id="456" r:id="rId203"/>
    <p:sldId id="457" r:id="rId204"/>
    <p:sldId id="458" r:id="rId205"/>
    <p:sldId id="459" r:id="rId206"/>
    <p:sldId id="460" r:id="rId207"/>
    <p:sldId id="461" r:id="rId208"/>
    <p:sldId id="462" r:id="rId209"/>
    <p:sldId id="463" r:id="rId210"/>
    <p:sldId id="464" r:id="rId211"/>
    <p:sldId id="465" r:id="rId212"/>
    <p:sldId id="466" r:id="rId213"/>
    <p:sldId id="467" r:id="rId214"/>
    <p:sldId id="468" r:id="rId215"/>
    <p:sldId id="469" r:id="rId216"/>
    <p:sldId id="470" r:id="rId217"/>
    <p:sldId id="471" r:id="rId218"/>
    <p:sldId id="472" r:id="rId219"/>
    <p:sldId id="473" r:id="rId220"/>
    <p:sldId id="474" r:id="rId221"/>
    <p:sldId id="475" r:id="rId222"/>
    <p:sldId id="476" r:id="rId223"/>
    <p:sldId id="477" r:id="rId224"/>
    <p:sldId id="478" r:id="rId225"/>
    <p:sldId id="479" r:id="rId226"/>
    <p:sldId id="480" r:id="rId227"/>
    <p:sldId id="481" r:id="rId228"/>
    <p:sldId id="482" r:id="rId229"/>
    <p:sldId id="483" r:id="rId230"/>
    <p:sldId id="484" r:id="rId231"/>
    <p:sldId id="485" r:id="rId232"/>
    <p:sldId id="486" r:id="rId233"/>
    <p:sldId id="487" r:id="rId234"/>
    <p:sldId id="488" r:id="rId235"/>
    <p:sldId id="489" r:id="rId236"/>
    <p:sldId id="490" r:id="rId237"/>
    <p:sldId id="491" r:id="rId238"/>
    <p:sldId id="492" r:id="rId239"/>
    <p:sldId id="493" r:id="rId240"/>
    <p:sldId id="494" r:id="rId241"/>
    <p:sldId id="495" r:id="rId242"/>
    <p:sldId id="496" r:id="rId243"/>
    <p:sldId id="497" r:id="rId244"/>
    <p:sldId id="498" r:id="rId245"/>
    <p:sldId id="499" r:id="rId246"/>
    <p:sldId id="500" r:id="rId247"/>
    <p:sldId id="501" r:id="rId248"/>
    <p:sldId id="502" r:id="rId249"/>
    <p:sldId id="503" r:id="rId250"/>
    <p:sldId id="504" r:id="rId251"/>
    <p:sldId id="505" r:id="rId252"/>
    <p:sldId id="506" r:id="rId253"/>
    <p:sldId id="507" r:id="rId254"/>
    <p:sldId id="508" r:id="rId255"/>
    <p:sldId id="509" r:id="rId256"/>
    <p:sldId id="510" r:id="rId257"/>
    <p:sldId id="511" r:id="rId258"/>
    <p:sldId id="512" r:id="rId259"/>
    <p:sldId id="513" r:id="rId260"/>
    <p:sldId id="514" r:id="rId261"/>
    <p:sldId id="515" r:id="rId262"/>
    <p:sldId id="516" r:id="rId263"/>
    <p:sldId id="517" r:id="rId264"/>
    <p:sldId id="518" r:id="rId265"/>
    <p:sldId id="519" r:id="rId266"/>
    <p:sldId id="520" r:id="rId267"/>
    <p:sldId id="521" r:id="rId268"/>
    <p:sldId id="522" r:id="rId269"/>
    <p:sldId id="523" r:id="rId270"/>
    <p:sldId id="524" r:id="rId271"/>
    <p:sldId id="525" r:id="rId272"/>
    <p:sldId id="526" r:id="rId273"/>
    <p:sldId id="527" r:id="rId274"/>
    <p:sldId id="528" r:id="rId275"/>
    <p:sldId id="529" r:id="rId276"/>
    <p:sldId id="530" r:id="rId277"/>
    <p:sldId id="531" r:id="rId278"/>
    <p:sldId id="532" r:id="rId279"/>
    <p:sldId id="533" r:id="rId280"/>
    <p:sldId id="534" r:id="rId281"/>
    <p:sldId id="535" r:id="rId282"/>
    <p:sldId id="536" r:id="rId283"/>
    <p:sldId id="537" r:id="rId284"/>
    <p:sldId id="538" r:id="rId285"/>
    <p:sldId id="539" r:id="rId286"/>
    <p:sldId id="540" r:id="rId287"/>
    <p:sldId id="541" r:id="rId288"/>
    <p:sldId id="542" r:id="rId289"/>
    <p:sldId id="543" r:id="rId290"/>
    <p:sldId id="544" r:id="rId291"/>
    <p:sldId id="545" r:id="rId292"/>
    <p:sldId id="546" r:id="rId293"/>
    <p:sldId id="547" r:id="rId294"/>
    <p:sldId id="548" r:id="rId295"/>
    <p:sldId id="549" r:id="rId296"/>
    <p:sldId id="550" r:id="rId297"/>
    <p:sldId id="551" r:id="rId298"/>
    <p:sldId id="552" r:id="rId299"/>
    <p:sldId id="553" r:id="rId300"/>
    <p:sldId id="554" r:id="rId301"/>
    <p:sldId id="555" r:id="rId302"/>
    <p:sldId id="556" r:id="rId303"/>
    <p:sldId id="557" r:id="rId304"/>
    <p:sldId id="558" r:id="rId305"/>
    <p:sldId id="559" r:id="rId306"/>
    <p:sldId id="560" r:id="rId307"/>
    <p:sldId id="561" r:id="rId308"/>
    <p:sldId id="562" r:id="rId309"/>
    <p:sldId id="563" r:id="rId310"/>
    <p:sldId id="564" r:id="rId311"/>
    <p:sldId id="565" r:id="rId312"/>
    <p:sldId id="566" r:id="rId313"/>
    <p:sldId id="567" r:id="rId314"/>
    <p:sldId id="568" r:id="rId315"/>
    <p:sldId id="569" r:id="rId316"/>
    <p:sldId id="570" r:id="rId317"/>
    <p:sldId id="571" r:id="rId318"/>
    <p:sldId id="572" r:id="rId319"/>
    <p:sldId id="573" r:id="rId320"/>
    <p:sldId id="574" r:id="rId321"/>
    <p:sldId id="575" r:id="rId322"/>
    <p:sldId id="576" r:id="rId323"/>
    <p:sldId id="577" r:id="rId324"/>
    <p:sldId id="578" r:id="rId325"/>
    <p:sldId id="579" r:id="rId326"/>
    <p:sldId id="580" r:id="rId327"/>
    <p:sldId id="581" r:id="rId328"/>
    <p:sldId id="582" r:id="rId329"/>
    <p:sldId id="583" r:id="rId330"/>
    <p:sldId id="584" r:id="rId331"/>
    <p:sldId id="585" r:id="rId332"/>
    <p:sldId id="586" r:id="rId333"/>
    <p:sldId id="587" r:id="rId334"/>
    <p:sldId id="588" r:id="rId335"/>
    <p:sldId id="589" r:id="rId336"/>
    <p:sldId id="590" r:id="rId337"/>
    <p:sldId id="591" r:id="rId338"/>
    <p:sldId id="592" r:id="rId339"/>
    <p:sldId id="593" r:id="rId340"/>
    <p:sldId id="594" r:id="rId341"/>
    <p:sldId id="595" r:id="rId342"/>
    <p:sldId id="596" r:id="rId343"/>
    <p:sldId id="597" r:id="rId344"/>
    <p:sldId id="598" r:id="rId345"/>
    <p:sldId id="599" r:id="rId346"/>
    <p:sldId id="600" r:id="rId347"/>
    <p:sldId id="601" r:id="rId348"/>
    <p:sldId id="602" r:id="rId349"/>
    <p:sldId id="603" r:id="rId350"/>
    <p:sldId id="604" r:id="rId351"/>
    <p:sldId id="605" r:id="rId352"/>
    <p:sldId id="606" r:id="rId353"/>
    <p:sldId id="607" r:id="rId354"/>
    <p:sldId id="608" r:id="rId355"/>
    <p:sldId id="609" r:id="rId356"/>
    <p:sldId id="610" r:id="rId357"/>
    <p:sldId id="611" r:id="rId358"/>
    <p:sldId id="612" r:id="rId359"/>
    <p:sldId id="613" r:id="rId360"/>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5" Type="http://schemas.openxmlformats.org/officeDocument/2006/relationships/slide" Target="slides/slide103.xml"/><Relationship Id="rId106" Type="http://schemas.openxmlformats.org/officeDocument/2006/relationships/slide" Target="slides/slide104.xml"/><Relationship Id="rId107" Type="http://schemas.openxmlformats.org/officeDocument/2006/relationships/slide" Target="slides/slide105.xml"/><Relationship Id="rId108" Type="http://schemas.openxmlformats.org/officeDocument/2006/relationships/slide" Target="slides/slide106.xml"/><Relationship Id="rId109" Type="http://schemas.openxmlformats.org/officeDocument/2006/relationships/slide" Target="slides/slide107.xml"/><Relationship Id="rId110" Type="http://schemas.openxmlformats.org/officeDocument/2006/relationships/slide" Target="slides/slide108.xml"/><Relationship Id="rId111" Type="http://schemas.openxmlformats.org/officeDocument/2006/relationships/slide" Target="slides/slide109.xml"/><Relationship Id="rId112" Type="http://schemas.openxmlformats.org/officeDocument/2006/relationships/slide" Target="slides/slide110.xml"/><Relationship Id="rId113" Type="http://schemas.openxmlformats.org/officeDocument/2006/relationships/slide" Target="slides/slide111.xml"/><Relationship Id="rId114" Type="http://schemas.openxmlformats.org/officeDocument/2006/relationships/slide" Target="slides/slide112.xml"/><Relationship Id="rId115" Type="http://schemas.openxmlformats.org/officeDocument/2006/relationships/slide" Target="slides/slide113.xml"/><Relationship Id="rId116" Type="http://schemas.openxmlformats.org/officeDocument/2006/relationships/slide" Target="slides/slide114.xml"/><Relationship Id="rId117" Type="http://schemas.openxmlformats.org/officeDocument/2006/relationships/slide" Target="slides/slide115.xml"/><Relationship Id="rId118" Type="http://schemas.openxmlformats.org/officeDocument/2006/relationships/slide" Target="slides/slide116.xml"/><Relationship Id="rId119" Type="http://schemas.openxmlformats.org/officeDocument/2006/relationships/slide" Target="slides/slide117.xml"/><Relationship Id="rId120" Type="http://schemas.openxmlformats.org/officeDocument/2006/relationships/slide" Target="slides/slide118.xml"/><Relationship Id="rId121" Type="http://schemas.openxmlformats.org/officeDocument/2006/relationships/slide" Target="slides/slide119.xml"/><Relationship Id="rId122" Type="http://schemas.openxmlformats.org/officeDocument/2006/relationships/slide" Target="slides/slide120.xml"/><Relationship Id="rId123" Type="http://schemas.openxmlformats.org/officeDocument/2006/relationships/slide" Target="slides/slide121.xml"/><Relationship Id="rId124" Type="http://schemas.openxmlformats.org/officeDocument/2006/relationships/slide" Target="slides/slide122.xml"/><Relationship Id="rId125" Type="http://schemas.openxmlformats.org/officeDocument/2006/relationships/slide" Target="slides/slide123.xml"/><Relationship Id="rId126" Type="http://schemas.openxmlformats.org/officeDocument/2006/relationships/slide" Target="slides/slide124.xml"/><Relationship Id="rId127" Type="http://schemas.openxmlformats.org/officeDocument/2006/relationships/slide" Target="slides/slide125.xml"/><Relationship Id="rId128" Type="http://schemas.openxmlformats.org/officeDocument/2006/relationships/slide" Target="slides/slide126.xml"/><Relationship Id="rId129" Type="http://schemas.openxmlformats.org/officeDocument/2006/relationships/slide" Target="slides/slide127.xml"/><Relationship Id="rId130" Type="http://schemas.openxmlformats.org/officeDocument/2006/relationships/slide" Target="slides/slide128.xml"/><Relationship Id="rId131" Type="http://schemas.openxmlformats.org/officeDocument/2006/relationships/slide" Target="slides/slide129.xml"/><Relationship Id="rId132" Type="http://schemas.openxmlformats.org/officeDocument/2006/relationships/slide" Target="slides/slide130.xml"/><Relationship Id="rId133" Type="http://schemas.openxmlformats.org/officeDocument/2006/relationships/slide" Target="slides/slide131.xml"/><Relationship Id="rId134" Type="http://schemas.openxmlformats.org/officeDocument/2006/relationships/slide" Target="slides/slide132.xml"/><Relationship Id="rId135" Type="http://schemas.openxmlformats.org/officeDocument/2006/relationships/slide" Target="slides/slide133.xml"/><Relationship Id="rId136" Type="http://schemas.openxmlformats.org/officeDocument/2006/relationships/slide" Target="slides/slide134.xml"/><Relationship Id="rId137" Type="http://schemas.openxmlformats.org/officeDocument/2006/relationships/slide" Target="slides/slide135.xml"/><Relationship Id="rId138" Type="http://schemas.openxmlformats.org/officeDocument/2006/relationships/slide" Target="slides/slide136.xml"/><Relationship Id="rId139" Type="http://schemas.openxmlformats.org/officeDocument/2006/relationships/slide" Target="slides/slide137.xml"/><Relationship Id="rId140" Type="http://schemas.openxmlformats.org/officeDocument/2006/relationships/slide" Target="slides/slide138.xml"/><Relationship Id="rId141" Type="http://schemas.openxmlformats.org/officeDocument/2006/relationships/slide" Target="slides/slide139.xml"/><Relationship Id="rId142" Type="http://schemas.openxmlformats.org/officeDocument/2006/relationships/slide" Target="slides/slide140.xml"/><Relationship Id="rId143" Type="http://schemas.openxmlformats.org/officeDocument/2006/relationships/slide" Target="slides/slide141.xml"/><Relationship Id="rId144" Type="http://schemas.openxmlformats.org/officeDocument/2006/relationships/slide" Target="slides/slide142.xml"/><Relationship Id="rId145" Type="http://schemas.openxmlformats.org/officeDocument/2006/relationships/slide" Target="slides/slide143.xml"/><Relationship Id="rId146" Type="http://schemas.openxmlformats.org/officeDocument/2006/relationships/slide" Target="slides/slide144.xml"/><Relationship Id="rId147" Type="http://schemas.openxmlformats.org/officeDocument/2006/relationships/slide" Target="slides/slide145.xml"/><Relationship Id="rId148" Type="http://schemas.openxmlformats.org/officeDocument/2006/relationships/slide" Target="slides/slide146.xml"/><Relationship Id="rId149" Type="http://schemas.openxmlformats.org/officeDocument/2006/relationships/slide" Target="slides/slide147.xml"/><Relationship Id="rId150" Type="http://schemas.openxmlformats.org/officeDocument/2006/relationships/slide" Target="slides/slide148.xml"/><Relationship Id="rId151" Type="http://schemas.openxmlformats.org/officeDocument/2006/relationships/slide" Target="slides/slide149.xml"/><Relationship Id="rId152" Type="http://schemas.openxmlformats.org/officeDocument/2006/relationships/slide" Target="slides/slide150.xml"/><Relationship Id="rId153" Type="http://schemas.openxmlformats.org/officeDocument/2006/relationships/slide" Target="slides/slide151.xml"/><Relationship Id="rId154" Type="http://schemas.openxmlformats.org/officeDocument/2006/relationships/slide" Target="slides/slide152.xml"/><Relationship Id="rId155" Type="http://schemas.openxmlformats.org/officeDocument/2006/relationships/slide" Target="slides/slide153.xml"/><Relationship Id="rId156" Type="http://schemas.openxmlformats.org/officeDocument/2006/relationships/slide" Target="slides/slide154.xml"/><Relationship Id="rId157" Type="http://schemas.openxmlformats.org/officeDocument/2006/relationships/slide" Target="slides/slide155.xml"/><Relationship Id="rId158" Type="http://schemas.openxmlformats.org/officeDocument/2006/relationships/slide" Target="slides/slide156.xml"/><Relationship Id="rId159" Type="http://schemas.openxmlformats.org/officeDocument/2006/relationships/slide" Target="slides/slide157.xml"/><Relationship Id="rId160" Type="http://schemas.openxmlformats.org/officeDocument/2006/relationships/slide" Target="slides/slide158.xml"/><Relationship Id="rId161" Type="http://schemas.openxmlformats.org/officeDocument/2006/relationships/slide" Target="slides/slide159.xml"/><Relationship Id="rId162" Type="http://schemas.openxmlformats.org/officeDocument/2006/relationships/slide" Target="slides/slide160.xml"/><Relationship Id="rId163" Type="http://schemas.openxmlformats.org/officeDocument/2006/relationships/slide" Target="slides/slide161.xml"/><Relationship Id="rId164" Type="http://schemas.openxmlformats.org/officeDocument/2006/relationships/slide" Target="slides/slide162.xml"/><Relationship Id="rId165" Type="http://schemas.openxmlformats.org/officeDocument/2006/relationships/slide" Target="slides/slide163.xml"/><Relationship Id="rId166" Type="http://schemas.openxmlformats.org/officeDocument/2006/relationships/slide" Target="slides/slide164.xml"/><Relationship Id="rId167" Type="http://schemas.openxmlformats.org/officeDocument/2006/relationships/slide" Target="slides/slide165.xml"/><Relationship Id="rId168" Type="http://schemas.openxmlformats.org/officeDocument/2006/relationships/slide" Target="slides/slide166.xml"/><Relationship Id="rId169" Type="http://schemas.openxmlformats.org/officeDocument/2006/relationships/slide" Target="slides/slide167.xml"/><Relationship Id="rId170" Type="http://schemas.openxmlformats.org/officeDocument/2006/relationships/slide" Target="slides/slide168.xml"/><Relationship Id="rId171" Type="http://schemas.openxmlformats.org/officeDocument/2006/relationships/slide" Target="slides/slide169.xml"/><Relationship Id="rId172" Type="http://schemas.openxmlformats.org/officeDocument/2006/relationships/slide" Target="slides/slide170.xml"/><Relationship Id="rId173" Type="http://schemas.openxmlformats.org/officeDocument/2006/relationships/slide" Target="slides/slide171.xml"/><Relationship Id="rId174" Type="http://schemas.openxmlformats.org/officeDocument/2006/relationships/slide" Target="slides/slide172.xml"/><Relationship Id="rId175" Type="http://schemas.openxmlformats.org/officeDocument/2006/relationships/slide" Target="slides/slide173.xml"/><Relationship Id="rId176" Type="http://schemas.openxmlformats.org/officeDocument/2006/relationships/slide" Target="slides/slide174.xml"/><Relationship Id="rId177" Type="http://schemas.openxmlformats.org/officeDocument/2006/relationships/slide" Target="slides/slide175.xml"/><Relationship Id="rId178" Type="http://schemas.openxmlformats.org/officeDocument/2006/relationships/slide" Target="slides/slide176.xml"/><Relationship Id="rId179" Type="http://schemas.openxmlformats.org/officeDocument/2006/relationships/slide" Target="slides/slide177.xml"/><Relationship Id="rId180" Type="http://schemas.openxmlformats.org/officeDocument/2006/relationships/slide" Target="slides/slide178.xml"/><Relationship Id="rId181" Type="http://schemas.openxmlformats.org/officeDocument/2006/relationships/slide" Target="slides/slide179.xml"/><Relationship Id="rId182" Type="http://schemas.openxmlformats.org/officeDocument/2006/relationships/slide" Target="slides/slide180.xml"/><Relationship Id="rId183" Type="http://schemas.openxmlformats.org/officeDocument/2006/relationships/slide" Target="slides/slide181.xml"/><Relationship Id="rId184" Type="http://schemas.openxmlformats.org/officeDocument/2006/relationships/slide" Target="slides/slide182.xml"/><Relationship Id="rId185" Type="http://schemas.openxmlformats.org/officeDocument/2006/relationships/slide" Target="slides/slide183.xml"/><Relationship Id="rId186" Type="http://schemas.openxmlformats.org/officeDocument/2006/relationships/slide" Target="slides/slide184.xml"/><Relationship Id="rId187" Type="http://schemas.openxmlformats.org/officeDocument/2006/relationships/slide" Target="slides/slide185.xml"/><Relationship Id="rId188" Type="http://schemas.openxmlformats.org/officeDocument/2006/relationships/slide" Target="slides/slide186.xml"/><Relationship Id="rId189" Type="http://schemas.openxmlformats.org/officeDocument/2006/relationships/slide" Target="slides/slide187.xml"/><Relationship Id="rId190" Type="http://schemas.openxmlformats.org/officeDocument/2006/relationships/slide" Target="slides/slide188.xml"/><Relationship Id="rId191" Type="http://schemas.openxmlformats.org/officeDocument/2006/relationships/slide" Target="slides/slide189.xml"/><Relationship Id="rId192" Type="http://schemas.openxmlformats.org/officeDocument/2006/relationships/slide" Target="slides/slide190.xml"/><Relationship Id="rId193" Type="http://schemas.openxmlformats.org/officeDocument/2006/relationships/slide" Target="slides/slide191.xml"/><Relationship Id="rId194" Type="http://schemas.openxmlformats.org/officeDocument/2006/relationships/slide" Target="slides/slide192.xml"/><Relationship Id="rId195" Type="http://schemas.openxmlformats.org/officeDocument/2006/relationships/slide" Target="slides/slide193.xml"/><Relationship Id="rId196" Type="http://schemas.openxmlformats.org/officeDocument/2006/relationships/slide" Target="slides/slide194.xml"/><Relationship Id="rId197" Type="http://schemas.openxmlformats.org/officeDocument/2006/relationships/slide" Target="slides/slide195.xml"/><Relationship Id="rId198" Type="http://schemas.openxmlformats.org/officeDocument/2006/relationships/slide" Target="slides/slide196.xml"/><Relationship Id="rId199" Type="http://schemas.openxmlformats.org/officeDocument/2006/relationships/slide" Target="slides/slide197.xml"/><Relationship Id="rId200" Type="http://schemas.openxmlformats.org/officeDocument/2006/relationships/slide" Target="slides/slide198.xml"/><Relationship Id="rId201" Type="http://schemas.openxmlformats.org/officeDocument/2006/relationships/slide" Target="slides/slide199.xml"/><Relationship Id="rId202" Type="http://schemas.openxmlformats.org/officeDocument/2006/relationships/slide" Target="slides/slide200.xml"/><Relationship Id="rId203" Type="http://schemas.openxmlformats.org/officeDocument/2006/relationships/slide" Target="slides/slide201.xml"/><Relationship Id="rId204" Type="http://schemas.openxmlformats.org/officeDocument/2006/relationships/slide" Target="slides/slide202.xml"/><Relationship Id="rId205" Type="http://schemas.openxmlformats.org/officeDocument/2006/relationships/slide" Target="slides/slide203.xml"/><Relationship Id="rId206" Type="http://schemas.openxmlformats.org/officeDocument/2006/relationships/slide" Target="slides/slide204.xml"/><Relationship Id="rId207" Type="http://schemas.openxmlformats.org/officeDocument/2006/relationships/slide" Target="slides/slide205.xml"/><Relationship Id="rId208" Type="http://schemas.openxmlformats.org/officeDocument/2006/relationships/slide" Target="slides/slide206.xml"/><Relationship Id="rId209" Type="http://schemas.openxmlformats.org/officeDocument/2006/relationships/slide" Target="slides/slide207.xml"/><Relationship Id="rId210" Type="http://schemas.openxmlformats.org/officeDocument/2006/relationships/slide" Target="slides/slide208.xml"/><Relationship Id="rId211" Type="http://schemas.openxmlformats.org/officeDocument/2006/relationships/slide" Target="slides/slide209.xml"/><Relationship Id="rId212" Type="http://schemas.openxmlformats.org/officeDocument/2006/relationships/slide" Target="slides/slide210.xml"/><Relationship Id="rId213" Type="http://schemas.openxmlformats.org/officeDocument/2006/relationships/slide" Target="slides/slide211.xml"/><Relationship Id="rId214" Type="http://schemas.openxmlformats.org/officeDocument/2006/relationships/slide" Target="slides/slide212.xml"/><Relationship Id="rId215" Type="http://schemas.openxmlformats.org/officeDocument/2006/relationships/slide" Target="slides/slide213.xml"/><Relationship Id="rId216" Type="http://schemas.openxmlformats.org/officeDocument/2006/relationships/slide" Target="slides/slide214.xml"/><Relationship Id="rId217" Type="http://schemas.openxmlformats.org/officeDocument/2006/relationships/slide" Target="slides/slide215.xml"/><Relationship Id="rId218" Type="http://schemas.openxmlformats.org/officeDocument/2006/relationships/slide" Target="slides/slide216.xml"/><Relationship Id="rId219" Type="http://schemas.openxmlformats.org/officeDocument/2006/relationships/slide" Target="slides/slide217.xml"/><Relationship Id="rId220" Type="http://schemas.openxmlformats.org/officeDocument/2006/relationships/slide" Target="slides/slide218.xml"/><Relationship Id="rId221" Type="http://schemas.openxmlformats.org/officeDocument/2006/relationships/slide" Target="slides/slide219.xml"/><Relationship Id="rId222" Type="http://schemas.openxmlformats.org/officeDocument/2006/relationships/slide" Target="slides/slide220.xml"/><Relationship Id="rId223" Type="http://schemas.openxmlformats.org/officeDocument/2006/relationships/slide" Target="slides/slide221.xml"/><Relationship Id="rId224" Type="http://schemas.openxmlformats.org/officeDocument/2006/relationships/slide" Target="slides/slide222.xml"/><Relationship Id="rId225" Type="http://schemas.openxmlformats.org/officeDocument/2006/relationships/slide" Target="slides/slide223.xml"/><Relationship Id="rId226" Type="http://schemas.openxmlformats.org/officeDocument/2006/relationships/slide" Target="slides/slide224.xml"/><Relationship Id="rId227" Type="http://schemas.openxmlformats.org/officeDocument/2006/relationships/slide" Target="slides/slide225.xml"/><Relationship Id="rId228" Type="http://schemas.openxmlformats.org/officeDocument/2006/relationships/slide" Target="slides/slide226.xml"/><Relationship Id="rId229" Type="http://schemas.openxmlformats.org/officeDocument/2006/relationships/slide" Target="slides/slide227.xml"/><Relationship Id="rId230" Type="http://schemas.openxmlformats.org/officeDocument/2006/relationships/slide" Target="slides/slide228.xml"/><Relationship Id="rId231" Type="http://schemas.openxmlformats.org/officeDocument/2006/relationships/slide" Target="slides/slide229.xml"/><Relationship Id="rId232" Type="http://schemas.openxmlformats.org/officeDocument/2006/relationships/slide" Target="slides/slide230.xml"/><Relationship Id="rId233" Type="http://schemas.openxmlformats.org/officeDocument/2006/relationships/slide" Target="slides/slide231.xml"/><Relationship Id="rId234" Type="http://schemas.openxmlformats.org/officeDocument/2006/relationships/slide" Target="slides/slide232.xml"/><Relationship Id="rId235" Type="http://schemas.openxmlformats.org/officeDocument/2006/relationships/slide" Target="slides/slide233.xml"/><Relationship Id="rId236" Type="http://schemas.openxmlformats.org/officeDocument/2006/relationships/slide" Target="slides/slide234.xml"/><Relationship Id="rId237" Type="http://schemas.openxmlformats.org/officeDocument/2006/relationships/slide" Target="slides/slide235.xml"/><Relationship Id="rId238" Type="http://schemas.openxmlformats.org/officeDocument/2006/relationships/slide" Target="slides/slide236.xml"/><Relationship Id="rId239" Type="http://schemas.openxmlformats.org/officeDocument/2006/relationships/slide" Target="slides/slide237.xml"/><Relationship Id="rId240" Type="http://schemas.openxmlformats.org/officeDocument/2006/relationships/slide" Target="slides/slide238.xml"/><Relationship Id="rId241" Type="http://schemas.openxmlformats.org/officeDocument/2006/relationships/slide" Target="slides/slide239.xml"/><Relationship Id="rId242" Type="http://schemas.openxmlformats.org/officeDocument/2006/relationships/slide" Target="slides/slide240.xml"/><Relationship Id="rId243" Type="http://schemas.openxmlformats.org/officeDocument/2006/relationships/slide" Target="slides/slide241.xml"/><Relationship Id="rId244" Type="http://schemas.openxmlformats.org/officeDocument/2006/relationships/slide" Target="slides/slide242.xml"/><Relationship Id="rId245" Type="http://schemas.openxmlformats.org/officeDocument/2006/relationships/slide" Target="slides/slide243.xml"/><Relationship Id="rId246" Type="http://schemas.openxmlformats.org/officeDocument/2006/relationships/slide" Target="slides/slide244.xml"/><Relationship Id="rId247" Type="http://schemas.openxmlformats.org/officeDocument/2006/relationships/slide" Target="slides/slide245.xml"/><Relationship Id="rId248" Type="http://schemas.openxmlformats.org/officeDocument/2006/relationships/slide" Target="slides/slide246.xml"/><Relationship Id="rId249" Type="http://schemas.openxmlformats.org/officeDocument/2006/relationships/slide" Target="slides/slide247.xml"/><Relationship Id="rId250" Type="http://schemas.openxmlformats.org/officeDocument/2006/relationships/slide" Target="slides/slide248.xml"/><Relationship Id="rId251" Type="http://schemas.openxmlformats.org/officeDocument/2006/relationships/slide" Target="slides/slide249.xml"/><Relationship Id="rId252" Type="http://schemas.openxmlformats.org/officeDocument/2006/relationships/slide" Target="slides/slide250.xml"/><Relationship Id="rId253" Type="http://schemas.openxmlformats.org/officeDocument/2006/relationships/slide" Target="slides/slide251.xml"/><Relationship Id="rId254" Type="http://schemas.openxmlformats.org/officeDocument/2006/relationships/slide" Target="slides/slide252.xml"/><Relationship Id="rId255" Type="http://schemas.openxmlformats.org/officeDocument/2006/relationships/slide" Target="slides/slide253.xml"/><Relationship Id="rId256" Type="http://schemas.openxmlformats.org/officeDocument/2006/relationships/slide" Target="slides/slide254.xml"/><Relationship Id="rId257" Type="http://schemas.openxmlformats.org/officeDocument/2006/relationships/slide" Target="slides/slide255.xml"/><Relationship Id="rId258" Type="http://schemas.openxmlformats.org/officeDocument/2006/relationships/slide" Target="slides/slide256.xml"/><Relationship Id="rId259" Type="http://schemas.openxmlformats.org/officeDocument/2006/relationships/slide" Target="slides/slide257.xml"/><Relationship Id="rId260" Type="http://schemas.openxmlformats.org/officeDocument/2006/relationships/slide" Target="slides/slide258.xml"/><Relationship Id="rId261" Type="http://schemas.openxmlformats.org/officeDocument/2006/relationships/slide" Target="slides/slide259.xml"/><Relationship Id="rId262" Type="http://schemas.openxmlformats.org/officeDocument/2006/relationships/slide" Target="slides/slide260.xml"/><Relationship Id="rId263" Type="http://schemas.openxmlformats.org/officeDocument/2006/relationships/slide" Target="slides/slide261.xml"/><Relationship Id="rId264" Type="http://schemas.openxmlformats.org/officeDocument/2006/relationships/slide" Target="slides/slide262.xml"/><Relationship Id="rId265" Type="http://schemas.openxmlformats.org/officeDocument/2006/relationships/slide" Target="slides/slide263.xml"/><Relationship Id="rId266" Type="http://schemas.openxmlformats.org/officeDocument/2006/relationships/slide" Target="slides/slide264.xml"/><Relationship Id="rId267" Type="http://schemas.openxmlformats.org/officeDocument/2006/relationships/slide" Target="slides/slide265.xml"/><Relationship Id="rId268" Type="http://schemas.openxmlformats.org/officeDocument/2006/relationships/slide" Target="slides/slide266.xml"/><Relationship Id="rId269" Type="http://schemas.openxmlformats.org/officeDocument/2006/relationships/slide" Target="slides/slide267.xml"/><Relationship Id="rId270" Type="http://schemas.openxmlformats.org/officeDocument/2006/relationships/slide" Target="slides/slide268.xml"/><Relationship Id="rId271" Type="http://schemas.openxmlformats.org/officeDocument/2006/relationships/slide" Target="slides/slide269.xml"/><Relationship Id="rId272" Type="http://schemas.openxmlformats.org/officeDocument/2006/relationships/slide" Target="slides/slide270.xml"/><Relationship Id="rId273" Type="http://schemas.openxmlformats.org/officeDocument/2006/relationships/slide" Target="slides/slide271.xml"/><Relationship Id="rId274" Type="http://schemas.openxmlformats.org/officeDocument/2006/relationships/slide" Target="slides/slide272.xml"/><Relationship Id="rId275" Type="http://schemas.openxmlformats.org/officeDocument/2006/relationships/slide" Target="slides/slide273.xml"/><Relationship Id="rId276" Type="http://schemas.openxmlformats.org/officeDocument/2006/relationships/slide" Target="slides/slide274.xml"/><Relationship Id="rId277" Type="http://schemas.openxmlformats.org/officeDocument/2006/relationships/slide" Target="slides/slide275.xml"/><Relationship Id="rId278" Type="http://schemas.openxmlformats.org/officeDocument/2006/relationships/slide" Target="slides/slide276.xml"/><Relationship Id="rId279" Type="http://schemas.openxmlformats.org/officeDocument/2006/relationships/slide" Target="slides/slide277.xml"/><Relationship Id="rId280" Type="http://schemas.openxmlformats.org/officeDocument/2006/relationships/slide" Target="slides/slide278.xml"/><Relationship Id="rId281" Type="http://schemas.openxmlformats.org/officeDocument/2006/relationships/slide" Target="slides/slide279.xml"/><Relationship Id="rId282" Type="http://schemas.openxmlformats.org/officeDocument/2006/relationships/slide" Target="slides/slide280.xml"/><Relationship Id="rId283" Type="http://schemas.openxmlformats.org/officeDocument/2006/relationships/slide" Target="slides/slide281.xml"/><Relationship Id="rId284" Type="http://schemas.openxmlformats.org/officeDocument/2006/relationships/slide" Target="slides/slide282.xml"/><Relationship Id="rId285" Type="http://schemas.openxmlformats.org/officeDocument/2006/relationships/slide" Target="slides/slide283.xml"/><Relationship Id="rId286" Type="http://schemas.openxmlformats.org/officeDocument/2006/relationships/slide" Target="slides/slide284.xml"/><Relationship Id="rId287" Type="http://schemas.openxmlformats.org/officeDocument/2006/relationships/slide" Target="slides/slide285.xml"/><Relationship Id="rId288" Type="http://schemas.openxmlformats.org/officeDocument/2006/relationships/slide" Target="slides/slide286.xml"/><Relationship Id="rId289" Type="http://schemas.openxmlformats.org/officeDocument/2006/relationships/slide" Target="slides/slide287.xml"/><Relationship Id="rId290" Type="http://schemas.openxmlformats.org/officeDocument/2006/relationships/slide" Target="slides/slide288.xml"/><Relationship Id="rId291" Type="http://schemas.openxmlformats.org/officeDocument/2006/relationships/slide" Target="slides/slide289.xml"/><Relationship Id="rId292" Type="http://schemas.openxmlformats.org/officeDocument/2006/relationships/slide" Target="slides/slide290.xml"/><Relationship Id="rId293" Type="http://schemas.openxmlformats.org/officeDocument/2006/relationships/slide" Target="slides/slide291.xml"/><Relationship Id="rId294" Type="http://schemas.openxmlformats.org/officeDocument/2006/relationships/slide" Target="slides/slide292.xml"/><Relationship Id="rId295" Type="http://schemas.openxmlformats.org/officeDocument/2006/relationships/slide" Target="slides/slide293.xml"/><Relationship Id="rId296" Type="http://schemas.openxmlformats.org/officeDocument/2006/relationships/slide" Target="slides/slide294.xml"/><Relationship Id="rId297" Type="http://schemas.openxmlformats.org/officeDocument/2006/relationships/slide" Target="slides/slide295.xml"/><Relationship Id="rId298" Type="http://schemas.openxmlformats.org/officeDocument/2006/relationships/slide" Target="slides/slide296.xml"/><Relationship Id="rId299" Type="http://schemas.openxmlformats.org/officeDocument/2006/relationships/slide" Target="slides/slide297.xml"/><Relationship Id="rId300" Type="http://schemas.openxmlformats.org/officeDocument/2006/relationships/slide" Target="slides/slide298.xml"/><Relationship Id="rId301" Type="http://schemas.openxmlformats.org/officeDocument/2006/relationships/slide" Target="slides/slide299.xml"/><Relationship Id="rId302" Type="http://schemas.openxmlformats.org/officeDocument/2006/relationships/slide" Target="slides/slide300.xml"/><Relationship Id="rId303" Type="http://schemas.openxmlformats.org/officeDocument/2006/relationships/slide" Target="slides/slide301.xml"/><Relationship Id="rId304" Type="http://schemas.openxmlformats.org/officeDocument/2006/relationships/slide" Target="slides/slide302.xml"/><Relationship Id="rId305" Type="http://schemas.openxmlformats.org/officeDocument/2006/relationships/slide" Target="slides/slide303.xml"/><Relationship Id="rId306" Type="http://schemas.openxmlformats.org/officeDocument/2006/relationships/slide" Target="slides/slide304.xml"/><Relationship Id="rId307" Type="http://schemas.openxmlformats.org/officeDocument/2006/relationships/slide" Target="slides/slide305.xml"/><Relationship Id="rId308" Type="http://schemas.openxmlformats.org/officeDocument/2006/relationships/slide" Target="slides/slide306.xml"/><Relationship Id="rId309" Type="http://schemas.openxmlformats.org/officeDocument/2006/relationships/slide" Target="slides/slide307.xml"/><Relationship Id="rId310" Type="http://schemas.openxmlformats.org/officeDocument/2006/relationships/slide" Target="slides/slide308.xml"/><Relationship Id="rId311" Type="http://schemas.openxmlformats.org/officeDocument/2006/relationships/slide" Target="slides/slide309.xml"/><Relationship Id="rId312" Type="http://schemas.openxmlformats.org/officeDocument/2006/relationships/slide" Target="slides/slide310.xml"/><Relationship Id="rId313" Type="http://schemas.openxmlformats.org/officeDocument/2006/relationships/slide" Target="slides/slide311.xml"/><Relationship Id="rId314" Type="http://schemas.openxmlformats.org/officeDocument/2006/relationships/slide" Target="slides/slide312.xml"/><Relationship Id="rId315" Type="http://schemas.openxmlformats.org/officeDocument/2006/relationships/slide" Target="slides/slide313.xml"/><Relationship Id="rId316" Type="http://schemas.openxmlformats.org/officeDocument/2006/relationships/slide" Target="slides/slide314.xml"/><Relationship Id="rId317" Type="http://schemas.openxmlformats.org/officeDocument/2006/relationships/slide" Target="slides/slide315.xml"/><Relationship Id="rId318" Type="http://schemas.openxmlformats.org/officeDocument/2006/relationships/slide" Target="slides/slide316.xml"/><Relationship Id="rId319" Type="http://schemas.openxmlformats.org/officeDocument/2006/relationships/slide" Target="slides/slide317.xml"/><Relationship Id="rId320" Type="http://schemas.openxmlformats.org/officeDocument/2006/relationships/slide" Target="slides/slide318.xml"/><Relationship Id="rId321" Type="http://schemas.openxmlformats.org/officeDocument/2006/relationships/slide" Target="slides/slide319.xml"/><Relationship Id="rId322" Type="http://schemas.openxmlformats.org/officeDocument/2006/relationships/slide" Target="slides/slide320.xml"/><Relationship Id="rId323" Type="http://schemas.openxmlformats.org/officeDocument/2006/relationships/slide" Target="slides/slide321.xml"/><Relationship Id="rId324" Type="http://schemas.openxmlformats.org/officeDocument/2006/relationships/slide" Target="slides/slide322.xml"/><Relationship Id="rId325" Type="http://schemas.openxmlformats.org/officeDocument/2006/relationships/slide" Target="slides/slide323.xml"/><Relationship Id="rId326" Type="http://schemas.openxmlformats.org/officeDocument/2006/relationships/slide" Target="slides/slide324.xml"/><Relationship Id="rId327" Type="http://schemas.openxmlformats.org/officeDocument/2006/relationships/slide" Target="slides/slide325.xml"/><Relationship Id="rId328" Type="http://schemas.openxmlformats.org/officeDocument/2006/relationships/slide" Target="slides/slide326.xml"/><Relationship Id="rId329" Type="http://schemas.openxmlformats.org/officeDocument/2006/relationships/slide" Target="slides/slide327.xml"/><Relationship Id="rId330" Type="http://schemas.openxmlformats.org/officeDocument/2006/relationships/slide" Target="slides/slide328.xml"/><Relationship Id="rId331" Type="http://schemas.openxmlformats.org/officeDocument/2006/relationships/slide" Target="slides/slide329.xml"/><Relationship Id="rId332" Type="http://schemas.openxmlformats.org/officeDocument/2006/relationships/slide" Target="slides/slide330.xml"/><Relationship Id="rId333" Type="http://schemas.openxmlformats.org/officeDocument/2006/relationships/slide" Target="slides/slide331.xml"/><Relationship Id="rId334" Type="http://schemas.openxmlformats.org/officeDocument/2006/relationships/slide" Target="slides/slide332.xml"/><Relationship Id="rId335" Type="http://schemas.openxmlformats.org/officeDocument/2006/relationships/slide" Target="slides/slide333.xml"/><Relationship Id="rId336" Type="http://schemas.openxmlformats.org/officeDocument/2006/relationships/slide" Target="slides/slide334.xml"/><Relationship Id="rId337" Type="http://schemas.openxmlformats.org/officeDocument/2006/relationships/slide" Target="slides/slide335.xml"/><Relationship Id="rId338" Type="http://schemas.openxmlformats.org/officeDocument/2006/relationships/slide" Target="slides/slide336.xml"/><Relationship Id="rId339" Type="http://schemas.openxmlformats.org/officeDocument/2006/relationships/slide" Target="slides/slide337.xml"/><Relationship Id="rId340" Type="http://schemas.openxmlformats.org/officeDocument/2006/relationships/slide" Target="slides/slide338.xml"/><Relationship Id="rId341" Type="http://schemas.openxmlformats.org/officeDocument/2006/relationships/slide" Target="slides/slide339.xml"/><Relationship Id="rId342" Type="http://schemas.openxmlformats.org/officeDocument/2006/relationships/slide" Target="slides/slide340.xml"/><Relationship Id="rId343" Type="http://schemas.openxmlformats.org/officeDocument/2006/relationships/slide" Target="slides/slide341.xml"/><Relationship Id="rId344" Type="http://schemas.openxmlformats.org/officeDocument/2006/relationships/slide" Target="slides/slide342.xml"/><Relationship Id="rId345" Type="http://schemas.openxmlformats.org/officeDocument/2006/relationships/slide" Target="slides/slide343.xml"/><Relationship Id="rId346" Type="http://schemas.openxmlformats.org/officeDocument/2006/relationships/slide" Target="slides/slide344.xml"/><Relationship Id="rId347" Type="http://schemas.openxmlformats.org/officeDocument/2006/relationships/slide" Target="slides/slide345.xml"/><Relationship Id="rId348" Type="http://schemas.openxmlformats.org/officeDocument/2006/relationships/slide" Target="slides/slide346.xml"/><Relationship Id="rId349" Type="http://schemas.openxmlformats.org/officeDocument/2006/relationships/slide" Target="slides/slide347.xml"/><Relationship Id="rId350" Type="http://schemas.openxmlformats.org/officeDocument/2006/relationships/slide" Target="slides/slide348.xml"/><Relationship Id="rId351" Type="http://schemas.openxmlformats.org/officeDocument/2006/relationships/slide" Target="slides/slide349.xml"/><Relationship Id="rId352" Type="http://schemas.openxmlformats.org/officeDocument/2006/relationships/slide" Target="slides/slide350.xml"/><Relationship Id="rId353" Type="http://schemas.openxmlformats.org/officeDocument/2006/relationships/slide" Target="slides/slide351.xml"/><Relationship Id="rId354" Type="http://schemas.openxmlformats.org/officeDocument/2006/relationships/slide" Target="slides/slide352.xml"/><Relationship Id="rId355" Type="http://schemas.openxmlformats.org/officeDocument/2006/relationships/slide" Target="slides/slide353.xml"/><Relationship Id="rId356" Type="http://schemas.openxmlformats.org/officeDocument/2006/relationships/slide" Target="slides/slide354.xml"/><Relationship Id="rId357" Type="http://schemas.openxmlformats.org/officeDocument/2006/relationships/slide" Target="slides/slide355.xml"/><Relationship Id="rId358" Type="http://schemas.openxmlformats.org/officeDocument/2006/relationships/slide" Target="slides/slide356.xml"/><Relationship Id="rId359" Type="http://schemas.openxmlformats.org/officeDocument/2006/relationships/slide" Target="slides/slide357.xml"/><Relationship Id="rId360" Type="http://schemas.openxmlformats.org/officeDocument/2006/relationships/slide" Target="slides/slide358.xml"/><Relationship Id="rId36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6"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2938029-6893-4370-891E-B35AA155E77F}"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8"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677C3F3-E121-44EE-877A-FD46E8416E5C}"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667D3F8C-9495-4AF3-B451-348FE31700B4}"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2"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000000"/>
                </a:solidFill>
                <a:latin typeface="Arial"/>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&lt;date/time&gt;</a:t>
            </a:r>
            <a:endParaRPr b="0" lang="en-US" sz="1400" spc="-1" strike="noStrike">
              <a:solidFill>
                <a:srgbClr val="000000"/>
              </a:solidFill>
              <a:latin typeface="Arial"/>
            </a:endParaRPr>
          </a:p>
        </p:txBody>
      </p:sp>
      <p:sp>
        <p:nvSpPr>
          <p:cNvPr id="3"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000000"/>
                </a:solidFill>
                <a:latin typeface="Arial"/>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&lt;footer&gt;</a:t>
            </a:r>
            <a:endParaRPr b="0" lang="en-US" sz="1400" spc="-1" strike="noStrike">
              <a:solidFill>
                <a:srgbClr val="000000"/>
              </a:solidFill>
              <a:latin typeface="Arial"/>
            </a:endParaRPr>
          </a:p>
        </p:txBody>
      </p:sp>
      <p:sp>
        <p:nvSpPr>
          <p:cNvPr id="4"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000000"/>
                </a:solidFill>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56FB9D6-1B8B-4990-9F5A-D7D426AF0AD3}" type="slidenum">
              <a:rPr b="0" lang="en-US" sz="1400" spc="-1" strike="noStrike">
                <a:solidFill>
                  <a:srgbClr val="000000"/>
                </a:solidFill>
                <a:latin typeface="Arial"/>
              </a:rPr>
              <a:t>&lt;number&gt;</a:t>
            </a:fld>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 Target="slide4.xml"/><Relationship Id="rId3" Type="http://schemas.openxmlformats.org/officeDocument/2006/relationships/image" Target="../media/image3.png"/><Relationship Id="rId4"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 Target="slide12.xml"/><Relationship Id="rId3"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9.png"/><Relationship Id="rId3"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9.png"/><Relationship Id="rId3"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 Target="slide16.xml"/><Relationship Id="rId3"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 Target="slide19.xml"/><Relationship Id="rId3"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 Target="slide22.xml"/><Relationship Id="rId3" Type="http://schemas.openxmlformats.org/officeDocument/2006/relationships/slide" Target="slide27.xml"/><Relationship Id="rId4" Type="http://schemas.openxmlformats.org/officeDocument/2006/relationships/image" Target="../media/image9.png"/><Relationship Id="rId5"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audio" Target="../media/explode.wav"/><Relationship Id="rId3" Type="http://schemas.openxmlformats.org/officeDocument/2006/relationships/audio" Target="../media/explode.wav"/><Relationship Id="rId4" Type="http://schemas.openxmlformats.org/officeDocument/2006/relationships/audio" Target="../media/explode.wav"/><Relationship Id="rId5" Type="http://schemas.openxmlformats.org/officeDocument/2006/relationships/audio" Target="../media/explode.wav"/><Relationship Id="rId6" Type="http://schemas.openxmlformats.org/officeDocument/2006/relationships/audio" Target="../media/explode.wav"/><Relationship Id="rId7"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
</Relationships>
</file>

<file path=ppt/slides/_rels/slide2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xml"/>
</Relationships>
</file>

<file path=ppt/slides/_rels/slide3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slideLayout" Target="../slideLayouts/slideLayout3.xml"/>
</Relationships>
</file>

<file path=ppt/slides/_rels/slide3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19.png"/><Relationship Id="rId5" Type="http://schemas.openxmlformats.org/officeDocument/2006/relationships/slideLayout" Target="../slideLayouts/slideLayout3.xml"/>
</Relationships>
</file>

<file path=ppt/slides/_rels/slide3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3.xml"/>
</Relationships>
</file>

<file path=ppt/slides/_rels/slide3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3.png"/><Relationship Id="rId3" Type="http://schemas.openxmlformats.org/officeDocument/2006/relationships/image" Target="../media/image19.png"/><Relationship Id="rId4" Type="http://schemas.openxmlformats.org/officeDocument/2006/relationships/slideLayout" Target="../slideLayouts/slideLayout3.xml"/>
</Relationships>
</file>

<file path=ppt/slides/_rels/slide34.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19.png"/><Relationship Id="rId7" Type="http://schemas.openxmlformats.org/officeDocument/2006/relationships/slideLayout" Target="../slideLayouts/slideLayout2.xml"/>
</Relationships>
</file>

<file path=ppt/slides/_rels/slide35.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 Target=""/><Relationship Id="rId3" Type="http://schemas.openxmlformats.org/officeDocument/2006/relationships/image" Target="../media/image27.png"/><Relationship Id="rId4" Type="http://schemas.openxmlformats.org/officeDocument/2006/relationships/slide" Target=""/><Relationship Id="rId5" Type="http://schemas.openxmlformats.org/officeDocument/2006/relationships/image" Target="../media/image28.png"/><Relationship Id="rId6" Type="http://schemas.openxmlformats.org/officeDocument/2006/relationships/slide" Target=""/><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audio" Target="../media/chimes.wav"/><Relationship Id="rId10" Type="http://schemas.openxmlformats.org/officeDocument/2006/relationships/slideLayout" Target="../slideLayouts/slideLayout3.xml"/>
</Relationships>
</file>

<file path=ppt/slides/_rels/slide36.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 Target=""/><Relationship Id="rId4" Type="http://schemas.openxmlformats.org/officeDocument/2006/relationships/image" Target="../media/image29.png"/><Relationship Id="rId5" Type="http://schemas.openxmlformats.org/officeDocument/2006/relationships/slide" Target=""/><Relationship Id="rId6" Type="http://schemas.openxmlformats.org/officeDocument/2006/relationships/image" Target="../media/image28.png"/><Relationship Id="rId7" Type="http://schemas.openxmlformats.org/officeDocument/2006/relationships/image" Target="../media/image30.png"/><Relationship Id="rId8" Type="http://schemas.openxmlformats.org/officeDocument/2006/relationships/slideLayout" Target="../slideLayouts/slideLayout3.xml"/>
</Relationships>
</file>

<file path=ppt/slides/_rels/slide37.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 Target=""/><Relationship Id="rId3" Type="http://schemas.openxmlformats.org/officeDocument/2006/relationships/image" Target="../media/image27.png"/><Relationship Id="rId4" Type="http://schemas.openxmlformats.org/officeDocument/2006/relationships/slide" Target=""/><Relationship Id="rId5" Type="http://schemas.openxmlformats.org/officeDocument/2006/relationships/image" Target="../media/image29.png"/><Relationship Id="rId6" Type="http://schemas.openxmlformats.org/officeDocument/2006/relationships/image" Target="../media/image28.png"/><Relationship Id="rId7" Type="http://schemas.openxmlformats.org/officeDocument/2006/relationships/image" Target="../media/image30.png"/><Relationship Id="rId8" Type="http://schemas.openxmlformats.org/officeDocument/2006/relationships/slideLayout" Target="../slideLayouts/slideLayout3.xml"/>
</Relationships>
</file>

<file path=ppt/slides/_rels/slide3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 Target=""/><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slide" Target=""/><Relationship Id="rId6" Type="http://schemas.openxmlformats.org/officeDocument/2006/relationships/image" Target="../media/image28.png"/><Relationship Id="rId7" Type="http://schemas.openxmlformats.org/officeDocument/2006/relationships/slide" Target=""/><Relationship Id="rId8" Type="http://schemas.openxmlformats.org/officeDocument/2006/relationships/image" Target="../media/image30.png"/><Relationship Id="rId9" Type="http://schemas.openxmlformats.org/officeDocument/2006/relationships/slideLayout" Target="../slideLayouts/slideLayout3.xml"/>
</Relationships>
</file>

<file path=ppt/slides/_rels/slide39.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audio" Target="../media/suction.wav"/><Relationship Id="rId3" Type="http://schemas.openxmlformats.org/officeDocument/2006/relationships/slideLayout" Target="../slideLayouts/slideLayout3.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32.png"/><Relationship Id="rId3" Type="http://schemas.openxmlformats.org/officeDocument/2006/relationships/audio" Target="../media/voltage.wav"/><Relationship Id="rId4" Type="http://schemas.openxmlformats.org/officeDocument/2006/relationships/slideLayout" Target="../slideLayouts/slideLayout3.xml"/>
</Relationships>
</file>

<file path=ppt/slides/_rels/slide42.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19.png"/><Relationship Id="rId5" Type="http://schemas.openxmlformats.org/officeDocument/2006/relationships/slide" Target="slide44.xml"/><Relationship Id="rId6" Type="http://schemas.openxmlformats.org/officeDocument/2006/relationships/slide" Target="slide81.xml"/><Relationship Id="rId7" Type="http://schemas.openxmlformats.org/officeDocument/2006/relationships/slide" Target=""/><Relationship Id="rId8" Type="http://schemas.openxmlformats.org/officeDocument/2006/relationships/slideLayout" Target="../slideLayouts/slideLayout3.xml"/>
</Relationships>
</file>

<file path=ppt/slides/_rels/slide43.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19.png"/><Relationship Id="rId7" Type="http://schemas.openxmlformats.org/officeDocument/2006/relationships/slide" Target="slide44.xml"/><Relationship Id="rId8" Type="http://schemas.openxmlformats.org/officeDocument/2006/relationships/slide" Target="slide81.xml"/><Relationship Id="rId9" Type="http://schemas.openxmlformats.org/officeDocument/2006/relationships/slideLayout" Target="../slideLayouts/slideLayout3.xml"/>
</Relationships>
</file>

<file path=ppt/slides/_rels/slide44.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3.xml"/>
</Relationships>
</file>

<file path=ppt/slides/_rels/slide45.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slideLayout" Target="../slideLayouts/slideLayout3.xml"/>
</Relationships>
</file>

<file path=ppt/slides/_rels/slide46.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39.png"/><Relationship Id="rId3" Type="http://schemas.openxmlformats.org/officeDocument/2006/relationships/audio" Target="../media/suction.wav"/><Relationship Id="rId4" Type="http://schemas.openxmlformats.org/officeDocument/2006/relationships/slideLayout" Target="../slideLayouts/slideLayout3.xml"/>
</Relationships>
</file>

<file path=ppt/slides/_rels/slide47.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audio" Target="../media/push.wav"/><Relationship Id="rId4" Type="http://schemas.openxmlformats.org/officeDocument/2006/relationships/slideLayout" Target="../slideLayouts/slideLayout3.xml"/>
</Relationships>
</file>

<file path=ppt/slides/_rels/slide48.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slide" Target=""/><Relationship Id="rId4" Type="http://schemas.openxmlformats.org/officeDocument/2006/relationships/slide" Target=""/><Relationship Id="rId5" Type="http://schemas.openxmlformats.org/officeDocument/2006/relationships/slide" Target=""/><Relationship Id="rId6" Type="http://schemas.openxmlformats.org/officeDocument/2006/relationships/slide" Target=""/><Relationship Id="rId7" Type="http://schemas.openxmlformats.org/officeDocument/2006/relationships/slideLayout" Target="../slideLayouts/slideLayout3.xml"/>
</Relationships>
</file>

<file path=ppt/slides/_rels/slide49.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 Target=""/><Relationship Id="rId3" Type="http://schemas.openxmlformats.org/officeDocument/2006/relationships/slide" Target=""/><Relationship Id="rId4" Type="http://schemas.openxmlformats.org/officeDocument/2006/relationships/slideLayout" Target="../slideLayouts/slideLayout3.xml"/>
</Relationships>
</file>

<file path=ppt/slides/_rels/slide50.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slide" Target="slide49.xml"/><Relationship Id="rId3" Type="http://schemas.openxmlformats.org/officeDocument/2006/relationships/image" Target="../media/image3.png"/><Relationship Id="rId4" Type="http://schemas.openxmlformats.org/officeDocument/2006/relationships/image" Target="../media/image44.png"/><Relationship Id="rId5" Type="http://schemas.openxmlformats.org/officeDocument/2006/relationships/slideLayout" Target="../slideLayouts/slideLayout3.xml"/>
</Relationships>
</file>

<file path=ppt/slides/_rels/slide51.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slideLayout" Target="../slideLayouts/slideLayout3.xml"/>
</Relationships>
</file>

<file path=ppt/slides/_rels/slide52.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slide" Target="slide55.xml"/><Relationship Id="rId4" Type="http://schemas.openxmlformats.org/officeDocument/2006/relationships/slide" Target="slide56.xml"/><Relationship Id="rId5" Type="http://schemas.openxmlformats.org/officeDocument/2006/relationships/slide" Target="slide54.xml"/><Relationship Id="rId6" Type="http://schemas.openxmlformats.org/officeDocument/2006/relationships/slide" Target="slide54.xml"/><Relationship Id="rId7" Type="http://schemas.openxmlformats.org/officeDocument/2006/relationships/slide" Target="slide54.xml"/><Relationship Id="rId8" Type="http://schemas.openxmlformats.org/officeDocument/2006/relationships/slide" Target=""/><Relationship Id="rId9" Type="http://schemas.openxmlformats.org/officeDocument/2006/relationships/slide" Target="slide53.xml"/><Relationship Id="rId10" Type="http://schemas.openxmlformats.org/officeDocument/2006/relationships/slideLayout" Target="../slideLayouts/slideLayout3.xml"/>
</Relationships>
</file>

<file path=ppt/slides/_rels/slide53.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slide" Target=""/><Relationship Id="rId4" Type="http://schemas.openxmlformats.org/officeDocument/2006/relationships/slideLayout" Target="../slideLayouts/slideLayout2.xml"/>
</Relationships>
</file>

<file path=ppt/slides/_rels/slide54.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 Target=""/><Relationship Id="rId5" Type="http://schemas.openxmlformats.org/officeDocument/2006/relationships/slideLayout" Target="../slideLayouts/slideLayout3.xml"/>
</Relationships>
</file>

<file path=ppt/slides/_rels/slide55.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slide" Target=""/><Relationship Id="rId4" Type="http://schemas.openxmlformats.org/officeDocument/2006/relationships/slideLayout" Target="../slideLayouts/slideLayout3.xml"/>
</Relationships>
</file>

<file path=ppt/slides/_rels/slide56.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slide" Target=""/><Relationship Id="rId4" Type="http://schemas.openxmlformats.org/officeDocument/2006/relationships/slideLayout" Target="../slideLayouts/slideLayout3.xml"/>
</Relationships>
</file>

<file path=ppt/slides/_rels/slide57.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 Target=""/><Relationship Id="rId3" Type="http://schemas.openxmlformats.org/officeDocument/2006/relationships/slide" Target=""/><Relationship Id="rId4" Type="http://schemas.openxmlformats.org/officeDocument/2006/relationships/slide" Target=""/><Relationship Id="rId5" Type="http://schemas.openxmlformats.org/officeDocument/2006/relationships/slide" Target=""/><Relationship Id="rId6" Type="http://schemas.openxmlformats.org/officeDocument/2006/relationships/slideLayout" Target="../slideLayouts/slideLayout3.xml"/>
</Relationships>
</file>

<file path=ppt/slides/_rels/slide58.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slideLayout" Target="../slideLayouts/slideLayout3.xml"/>
</Relationships>
</file>

<file path=ppt/slides/_rels/slide59.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 Target=""/><Relationship Id="rId3" Type="http://schemas.openxmlformats.org/officeDocument/2006/relationships/slide" Target=""/><Relationship Id="rId4" Type="http://schemas.openxmlformats.org/officeDocument/2006/relationships/slide" Target=""/><Relationship Id="rId5" Type="http://schemas.openxmlformats.org/officeDocument/2006/relationships/slideLayout" Target="../slideLayouts/slideLayout3.xml"/>
</Relationships>
</file>

<file path=ppt/slides/_rels/slide60.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 Target=""/><Relationship Id="rId3" Type="http://schemas.openxmlformats.org/officeDocument/2006/relationships/slideLayout" Target="../slideLayouts/slideLayout3.xml"/>
</Relationships>
</file>

<file path=ppt/slides/_rels/slide61.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 Target=""/><Relationship Id="rId3" Type="http://schemas.openxmlformats.org/officeDocument/2006/relationships/slideLayout" Target="../slideLayouts/slideLayout3.xml"/>
</Relationships>
</file>

<file path=ppt/slides/_rels/slide62.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slideLayout" Target="../slideLayouts/slideLayout3.xml"/>
</Relationships>
</file>

<file path=ppt/slides/_rels/slide63.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 Target=""/><Relationship Id="rId3" Type="http://schemas.openxmlformats.org/officeDocument/2006/relationships/slide" Target=""/><Relationship Id="rId4" Type="http://schemas.openxmlformats.org/officeDocument/2006/relationships/slide" Target=""/><Relationship Id="rId5" Type="http://schemas.openxmlformats.org/officeDocument/2006/relationships/slideLayout" Target="../slideLayouts/slideLayout3.xml"/>
</Relationships>
</file>

<file path=ppt/slides/_rels/slide64.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slideLayout" Target="../slideLayouts/slideLayout3.xml"/>
</Relationships>
</file>

<file path=ppt/slides/_rels/slide65.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slide" Target="slide68.xml"/><Relationship Id="rId4" Type="http://schemas.openxmlformats.org/officeDocument/2006/relationships/slide" Target="slide69.xml"/><Relationship Id="rId5" Type="http://schemas.openxmlformats.org/officeDocument/2006/relationships/slide" Target="slide67.xml"/><Relationship Id="rId6" Type="http://schemas.openxmlformats.org/officeDocument/2006/relationships/slide" Target="slide67.xml"/><Relationship Id="rId7" Type="http://schemas.openxmlformats.org/officeDocument/2006/relationships/slide" Target="slide67.xml"/><Relationship Id="rId8" Type="http://schemas.openxmlformats.org/officeDocument/2006/relationships/slide" Target=""/><Relationship Id="rId9" Type="http://schemas.openxmlformats.org/officeDocument/2006/relationships/slide" Target="slide66.xml"/><Relationship Id="rId10" Type="http://schemas.openxmlformats.org/officeDocument/2006/relationships/slideLayout" Target="../slideLayouts/slideLayout3.xml"/>
</Relationships>
</file>

<file path=ppt/slides/_rels/slide66.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slide" Target=""/><Relationship Id="rId4" Type="http://schemas.openxmlformats.org/officeDocument/2006/relationships/slideLayout" Target="../slideLayouts/slideLayout2.xml"/>
</Relationships>
</file>

<file path=ppt/slides/_rels/slide67.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 Target=""/><Relationship Id="rId5" Type="http://schemas.openxmlformats.org/officeDocument/2006/relationships/slideLayout" Target="../slideLayouts/slideLayout3.xml"/>
</Relationships>
</file>

<file path=ppt/slides/_rels/slide68.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slide" Target=""/><Relationship Id="rId4" Type="http://schemas.openxmlformats.org/officeDocument/2006/relationships/slideLayout" Target="../slideLayouts/slideLayout3.xml"/>
</Relationships>
</file>

<file path=ppt/slides/_rels/slide69.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slide" Target=""/><Relationship Id="rId4" Type="http://schemas.openxmlformats.org/officeDocument/2006/relationships/slideLayout" Target="../slideLayouts/slideLayout3.xml"/>
</Relationships>
</file>

<file path=ppt/slides/_rels/slide70.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 Target=""/><Relationship Id="rId3" Type="http://schemas.openxmlformats.org/officeDocument/2006/relationships/slide" Target=""/><Relationship Id="rId4" Type="http://schemas.openxmlformats.org/officeDocument/2006/relationships/slide" Target=""/><Relationship Id="rId5" Type="http://schemas.openxmlformats.org/officeDocument/2006/relationships/slideLayout" Target="../slideLayouts/slideLayout3.xml"/>
</Relationships>
</file>

<file path=ppt/slides/_rels/slide71.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 Target=""/><Relationship Id="rId3" Type="http://schemas.openxmlformats.org/officeDocument/2006/relationships/slideLayout" Target="../slideLayouts/slideLayout3.xml"/>
</Relationships>
</file>

<file path=ppt/slides/_rels/slide72.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 Target=""/><Relationship Id="rId3" Type="http://schemas.openxmlformats.org/officeDocument/2006/relationships/slideLayout" Target="../slideLayouts/slideLayout3.xml"/>
</Relationships>
</file>

<file path=ppt/slides/_rels/slide73.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slide" Target="slide76.xml"/><Relationship Id="rId4" Type="http://schemas.openxmlformats.org/officeDocument/2006/relationships/slide" Target="slide77.xml"/><Relationship Id="rId5" Type="http://schemas.openxmlformats.org/officeDocument/2006/relationships/slide" Target="slide75.xml"/><Relationship Id="rId6" Type="http://schemas.openxmlformats.org/officeDocument/2006/relationships/slide" Target="slide75.xml"/><Relationship Id="rId7" Type="http://schemas.openxmlformats.org/officeDocument/2006/relationships/slide" Target="slide75.xml"/><Relationship Id="rId8" Type="http://schemas.openxmlformats.org/officeDocument/2006/relationships/slide" Target=""/><Relationship Id="rId9" Type="http://schemas.openxmlformats.org/officeDocument/2006/relationships/slide" Target="slide74.xml"/><Relationship Id="rId10" Type="http://schemas.openxmlformats.org/officeDocument/2006/relationships/slideLayout" Target="../slideLayouts/slideLayout3.xml"/>
</Relationships>
</file>

<file path=ppt/slides/_rels/slide74.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slide" Target=""/><Relationship Id="rId4" Type="http://schemas.openxmlformats.org/officeDocument/2006/relationships/slideLayout" Target="../slideLayouts/slideLayout2.xml"/>
</Relationships>
</file>

<file path=ppt/slides/_rels/slide75.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 Target=""/><Relationship Id="rId5" Type="http://schemas.openxmlformats.org/officeDocument/2006/relationships/slideLayout" Target="../slideLayouts/slideLayout3.xml"/>
</Relationships>
</file>

<file path=ppt/slides/_rels/slide76.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slide" Target=""/><Relationship Id="rId4" Type="http://schemas.openxmlformats.org/officeDocument/2006/relationships/slideLayout" Target="../slideLayouts/slideLayout3.xml"/>
</Relationships>
</file>

<file path=ppt/slides/_rels/slide77.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51.png"/><Relationship Id="rId3" Type="http://schemas.openxmlformats.org/officeDocument/2006/relationships/slide" Target=""/><Relationship Id="rId4" Type="http://schemas.openxmlformats.org/officeDocument/2006/relationships/slideLayout" Target="../slideLayouts/slideLayout3.xml"/>
</Relationships>
</file>

<file path=ppt/slides/_rels/slide78.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39.png"/><Relationship Id="rId3" Type="http://schemas.openxmlformats.org/officeDocument/2006/relationships/slideLayout" Target="../slideLayouts/slideLayout3.xml"/>
</Relationships>
</file>

<file path=ppt/slides/_rels/slide7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audio" Target="../media/wind.wav"/><Relationship Id="rId4" Type="http://schemas.openxmlformats.org/officeDocument/2006/relationships/slideLayout" Target="../slideLayouts/slideLayout3.xml"/>
</Relationships>
</file>

<file path=ppt/slides/_rels/slide80.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56.png"/><Relationship Id="rId3" Type="http://schemas.openxmlformats.org/officeDocument/2006/relationships/slideLayout" Target="../slideLayouts/slideLayout3.xml"/>
</Relationships>
</file>

<file path=ppt/slides/_rels/slide81.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3.xml"/>
</Relationships>
</file>

<file path=ppt/slides/_rels/slide82.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slide" Target=""/><Relationship Id="rId3" Type="http://schemas.openxmlformats.org/officeDocument/2006/relationships/slide" Target=""/><Relationship Id="rId4" Type="http://schemas.openxmlformats.org/officeDocument/2006/relationships/slide" Target=""/><Relationship Id="rId5" Type="http://schemas.openxmlformats.org/officeDocument/2006/relationships/image" Target="../media/image9.png"/><Relationship Id="rId6" Type="http://schemas.openxmlformats.org/officeDocument/2006/relationships/slideLayout" Target="../slideLayouts/slideLayout3.xml"/>
</Relationships>
</file>

<file path=ppt/slides/_rels/slide83.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slide" Target=""/><Relationship Id="rId3" Type="http://schemas.openxmlformats.org/officeDocument/2006/relationships/slide" Target=""/><Relationship Id="rId4" Type="http://schemas.openxmlformats.org/officeDocument/2006/relationships/slide" Target=""/><Relationship Id="rId5" Type="http://schemas.openxmlformats.org/officeDocument/2006/relationships/image" Target="../media/image44.png"/><Relationship Id="rId6" Type="http://schemas.openxmlformats.org/officeDocument/2006/relationships/slideLayout" Target="../slideLayouts/slideLayout3.xml"/>
</Relationships>
</file>

<file path=ppt/slides/_rels/slide84.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3.xml"/>
</Relationships>
</file>

<file path=ppt/slides/_rels/slide85.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audio" Target="../media/cashreg.wav"/><Relationship Id="rId3" Type="http://schemas.openxmlformats.org/officeDocument/2006/relationships/slideLayout" Target="../slideLayouts/slideLayout3.xml"/>
</Relationships>
</file>

<file path=ppt/slides/_rels/slide86.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3.xml"/>
</Relationships>
</file>

<file path=ppt/slides/_rels/slide87.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png"/><Relationship Id="rId3" Type="http://schemas.openxmlformats.org/officeDocument/2006/relationships/image" Target="../media/image60.png"/><Relationship Id="rId4" Type="http://schemas.openxmlformats.org/officeDocument/2006/relationships/image" Target="../media/image60.png"/><Relationship Id="rId5" Type="http://schemas.openxmlformats.org/officeDocument/2006/relationships/image" Target="../media/image34.png"/><Relationship Id="rId6" Type="http://schemas.openxmlformats.org/officeDocument/2006/relationships/image" Target="../media/image9.png"/><Relationship Id="rId7" Type="http://schemas.openxmlformats.org/officeDocument/2006/relationships/image" Target="../media/image61.png"/><Relationship Id="rId8" Type="http://schemas.openxmlformats.org/officeDocument/2006/relationships/slideLayout" Target="../slideLayouts/slideLayout3.xml"/>
</Relationships>
</file>

<file path=ppt/slides/_rels/slide88.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4.png"/><Relationship Id="rId3" Type="http://schemas.openxmlformats.org/officeDocument/2006/relationships/image" Target="../media/image34.png"/><Relationship Id="rId4" Type="http://schemas.openxmlformats.org/officeDocument/2006/relationships/image" Target="../media/image34.png"/><Relationship Id="rId5" Type="http://schemas.openxmlformats.org/officeDocument/2006/relationships/slideLayout" Target="../slideLayouts/slideLayout3.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1.xml.rels><?xml version="1.0" encoding="UTF-8"?>
<Relationships xmlns="http://schemas.openxmlformats.org/package/2006/relationships"><Relationship Id="rId1" Type="http://schemas.openxmlformats.org/officeDocument/2006/relationships/hyperlink" Target="http://www.obeygiant.com/stickers/bootlegs/images/mr-t-02.gif" TargetMode="External"/><Relationship Id="rId2" Type="http://schemas.openxmlformats.org/officeDocument/2006/relationships/image" Target="../media/image62.jpeg"/><Relationship Id="rId3" Type="http://schemas.openxmlformats.org/officeDocument/2006/relationships/slideLayout" Target="../slideLayouts/slideLayout3.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3.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image" Target="../media/image64.png"/><Relationship Id="rId3" Type="http://schemas.openxmlformats.org/officeDocument/2006/relationships/slideLayout" Target="../slideLayouts/slideLayout3.xml"/>
</Relationships>
</file>

<file path=ppt/slides/_rels/slide104.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image" Target="../media/image64.png"/><Relationship Id="rId3" Type="http://schemas.openxmlformats.org/officeDocument/2006/relationships/image" Target="../media/image19.png"/><Relationship Id="rId4" Type="http://schemas.openxmlformats.org/officeDocument/2006/relationships/slideLayout" Target="../slideLayouts/slideLayout2.xml"/>
</Relationships>
</file>

<file path=ppt/slides/_rels/slide105.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4.png"/><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slide" Target="slide106.xml"/><Relationship Id="rId6" Type="http://schemas.openxmlformats.org/officeDocument/2006/relationships/slideLayout" Target="../slideLayouts/slideLayout3.xml"/>
</Relationships>
</file>

<file path=ppt/slides/_rels/slide106.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slideLayout" Target="../slideLayouts/slideLayout3.xml"/>
</Relationships>
</file>

<file path=ppt/slides/_rels/slide107.xml.rels><?xml version="1.0" encoding="UTF-8"?>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3.xml"/>
</Relationships>
</file>

<file path=ppt/slides/_rels/slide108.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70.png"/><Relationship Id="rId3" Type="http://schemas.openxmlformats.org/officeDocument/2006/relationships/slideLayout" Target="../slideLayouts/slideLayout3.xml"/>
</Relationships>
</file>

<file path=ppt/slides/_rels/slide109.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0.png"/><Relationship Id="rId4" Type="http://schemas.openxmlformats.org/officeDocument/2006/relationships/image" Target="../media/image73.png"/><Relationship Id="rId5" Type="http://schemas.openxmlformats.org/officeDocument/2006/relationships/slideLayout" Target="../slideLayouts/slideLayout3.xml"/>
</Relationships>
</file>

<file path=ppt/slides/_rels/slide110.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73.png"/><Relationship Id="rId3" Type="http://schemas.openxmlformats.org/officeDocument/2006/relationships/slideLayout" Target="../slideLayouts/slideLayout3.xml"/>
</Relationships>
</file>

<file path=ppt/slides/_rels/slide111.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42.png"/><Relationship Id="rId3" Type="http://schemas.openxmlformats.org/officeDocument/2006/relationships/audio" Target="../media/push.wav"/><Relationship Id="rId4" Type="http://schemas.openxmlformats.org/officeDocument/2006/relationships/slideLayout" Target="../slideLayouts/slideLayout3.xml"/>
</Relationships>
</file>

<file path=ppt/slides/_rels/slide112.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slide" Target=""/><Relationship Id="rId3" Type="http://schemas.openxmlformats.org/officeDocument/2006/relationships/slide" Target=""/><Relationship Id="rId4" Type="http://schemas.openxmlformats.org/officeDocument/2006/relationships/image" Target="../media/image76.png"/><Relationship Id="rId5" Type="http://schemas.openxmlformats.org/officeDocument/2006/relationships/slideLayout" Target="../slideLayouts/slideLayout3.xml"/>
</Relationships>
</file>

<file path=ppt/slides/_rels/slide113.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slideLayout" Target="../slideLayouts/slideLayout3.xml"/>
</Relationships>
</file>

<file path=ppt/slides/_rels/slide114.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slideLayout" Target="../slideLayouts/slideLayout3.xml"/>
</Relationships>
</file>

<file path=ppt/slides/_rels/slide115.xml.rels><?xml version="1.0" encoding="UTF-8"?>
<Relationships xmlns="http://schemas.openxmlformats.org/package/2006/relationships"><Relationship Id="rId1" Type="http://schemas.openxmlformats.org/officeDocument/2006/relationships/image" Target="../media/image78.png"/><Relationship Id="rId2" Type="http://schemas.openxmlformats.org/officeDocument/2006/relationships/slideLayout" Target="../slideLayouts/slideLayout3.xml"/>
</Relationships>
</file>

<file path=ppt/slides/_rels/slide116.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audio" Target="../media/cashreg.wav"/><Relationship Id="rId3" Type="http://schemas.openxmlformats.org/officeDocument/2006/relationships/slideLayout" Target="../slideLayouts/slideLayout3.xml"/>
</Relationships>
</file>

<file path=ppt/slides/_rels/slide117.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slideLayout" Target="../slideLayouts/slideLayout3.xml"/>
</Relationships>
</file>

<file path=ppt/slides/_rels/slide118.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image" Target="../media/image76.png"/><Relationship Id="rId3" Type="http://schemas.openxmlformats.org/officeDocument/2006/relationships/slide" Target=""/><Relationship Id="rId4" Type="http://schemas.openxmlformats.org/officeDocument/2006/relationships/slideLayout" Target="../slideLayouts/slideLayout3.xml"/>
</Relationships>
</file>

<file path=ppt/slides/_rels/slide119.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slide" Target=""/><Relationship Id="rId3" Type="http://schemas.openxmlformats.org/officeDocument/2006/relationships/slide" Target=""/><Relationship Id="rId4" Type="http://schemas.openxmlformats.org/officeDocument/2006/relationships/slide" Target=""/><Relationship Id="rId5" Type="http://schemas.openxmlformats.org/officeDocument/2006/relationships/slideLayout" Target="../slideLayouts/slideLayout3.xml"/>
</Relationships>
</file>

<file path=ppt/slides/_rels/slide120.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slideLayout" Target="../slideLayouts/slideLayout3.xml"/>
</Relationships>
</file>

<file path=ppt/slides/_rels/slide121.xml.rels><?xml version="1.0" encoding="UTF-8"?>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 Target=""/><Relationship Id="rId4" Type="http://schemas.openxmlformats.org/officeDocument/2006/relationships/image" Target="../media/image83.png"/><Relationship Id="rId5" Type="http://schemas.openxmlformats.org/officeDocument/2006/relationships/image" Target="../media/image82.png"/><Relationship Id="rId6" Type="http://schemas.openxmlformats.org/officeDocument/2006/relationships/slide" Target=""/><Relationship Id="rId7" Type="http://schemas.openxmlformats.org/officeDocument/2006/relationships/image" Target="../media/image82.png"/><Relationship Id="rId8" Type="http://schemas.openxmlformats.org/officeDocument/2006/relationships/image" Target="../media/image82.png"/><Relationship Id="rId9" Type="http://schemas.openxmlformats.org/officeDocument/2006/relationships/slide" Target=""/><Relationship Id="rId10" Type="http://schemas.openxmlformats.org/officeDocument/2006/relationships/image" Target="../media/image84.png"/><Relationship Id="rId11" Type="http://schemas.openxmlformats.org/officeDocument/2006/relationships/slide" Target=""/><Relationship Id="rId12" Type="http://schemas.openxmlformats.org/officeDocument/2006/relationships/slide" Target=""/><Relationship Id="rId13" Type="http://schemas.openxmlformats.org/officeDocument/2006/relationships/image" Target="../media/image82.png"/><Relationship Id="rId14" Type="http://schemas.openxmlformats.org/officeDocument/2006/relationships/image" Target="../media/image82.png"/><Relationship Id="rId15" Type="http://schemas.openxmlformats.org/officeDocument/2006/relationships/slide" Target=""/><Relationship Id="rId16" Type="http://schemas.openxmlformats.org/officeDocument/2006/relationships/slide" Target=""/><Relationship Id="rId17" Type="http://schemas.openxmlformats.org/officeDocument/2006/relationships/slide" Target=""/><Relationship Id="rId18" Type="http://schemas.openxmlformats.org/officeDocument/2006/relationships/slide" Target=""/><Relationship Id="rId19" Type="http://schemas.openxmlformats.org/officeDocument/2006/relationships/slide" Target=""/><Relationship Id="rId20" Type="http://schemas.openxmlformats.org/officeDocument/2006/relationships/slide" Target=""/><Relationship Id="rId21" Type="http://schemas.openxmlformats.org/officeDocument/2006/relationships/slide" Target=""/><Relationship Id="rId22" Type="http://schemas.openxmlformats.org/officeDocument/2006/relationships/slideLayout" Target="../slideLayouts/slideLayout3.xml"/>
</Relationships>
</file>

<file path=ppt/slides/_rels/slide122.xml.rels><?xml version="1.0" encoding="UTF-8"?>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 Target=""/><Relationship Id="rId4" Type="http://schemas.openxmlformats.org/officeDocument/2006/relationships/image" Target="../media/image83.png"/><Relationship Id="rId5" Type="http://schemas.openxmlformats.org/officeDocument/2006/relationships/image" Target="../media/image82.png"/><Relationship Id="rId6" Type="http://schemas.openxmlformats.org/officeDocument/2006/relationships/slide" Target=""/><Relationship Id="rId7" Type="http://schemas.openxmlformats.org/officeDocument/2006/relationships/image" Target="../media/image82.png"/><Relationship Id="rId8" Type="http://schemas.openxmlformats.org/officeDocument/2006/relationships/image" Target="../media/image82.png"/><Relationship Id="rId9" Type="http://schemas.openxmlformats.org/officeDocument/2006/relationships/slide" Target=""/><Relationship Id="rId10" Type="http://schemas.openxmlformats.org/officeDocument/2006/relationships/image" Target="../media/image84.png"/><Relationship Id="rId11" Type="http://schemas.openxmlformats.org/officeDocument/2006/relationships/slide" Target=""/><Relationship Id="rId12" Type="http://schemas.openxmlformats.org/officeDocument/2006/relationships/slide" Target=""/><Relationship Id="rId13" Type="http://schemas.openxmlformats.org/officeDocument/2006/relationships/image" Target="../media/image82.png"/><Relationship Id="rId14" Type="http://schemas.openxmlformats.org/officeDocument/2006/relationships/image" Target="../media/image82.png"/><Relationship Id="rId15" Type="http://schemas.openxmlformats.org/officeDocument/2006/relationships/slide" Target=""/><Relationship Id="rId16" Type="http://schemas.openxmlformats.org/officeDocument/2006/relationships/slide" Target=""/><Relationship Id="rId17" Type="http://schemas.openxmlformats.org/officeDocument/2006/relationships/slide" Target=""/><Relationship Id="rId18" Type="http://schemas.openxmlformats.org/officeDocument/2006/relationships/slide" Target=""/><Relationship Id="rId19" Type="http://schemas.openxmlformats.org/officeDocument/2006/relationships/slide" Target=""/><Relationship Id="rId20" Type="http://schemas.openxmlformats.org/officeDocument/2006/relationships/slide" Target=""/><Relationship Id="rId21" Type="http://schemas.openxmlformats.org/officeDocument/2006/relationships/slide" Target=""/><Relationship Id="rId22" Type="http://schemas.openxmlformats.org/officeDocument/2006/relationships/image" Target="../media/image19.png"/><Relationship Id="rId23" Type="http://schemas.openxmlformats.org/officeDocument/2006/relationships/slideLayout" Target="../slideLayouts/slideLayout3.xml"/>
</Relationships>
</file>

<file path=ppt/slides/_rels/slide123.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slide" Target=""/><Relationship Id="rId3" Type="http://schemas.openxmlformats.org/officeDocument/2006/relationships/slideLayout" Target="../slideLayouts/slideLayout3.xml"/>
</Relationships>
</file>

<file path=ppt/slides/_rels/slide124.xml.rels><?xml version="1.0" encoding="UTF-8"?>
<Relationships xmlns="http://schemas.openxmlformats.org/package/2006/relationships"><Relationship Id="rId1" Type="http://schemas.openxmlformats.org/officeDocument/2006/relationships/image" Target="../media/image85.png"/><Relationship Id="rId2" Type="http://schemas.openxmlformats.org/officeDocument/2006/relationships/slide" Target=""/><Relationship Id="rId3" Type="http://schemas.openxmlformats.org/officeDocument/2006/relationships/slideLayout" Target="../slideLayouts/slideLayout3.xml"/>
</Relationships>
</file>

<file path=ppt/slides/_rels/slide125.xml.rels><?xml version="1.0" encoding="UTF-8"?>
<Relationships xmlns="http://schemas.openxmlformats.org/package/2006/relationships"><Relationship Id="rId1" Type="http://schemas.openxmlformats.org/officeDocument/2006/relationships/image" Target="../media/image86.png"/><Relationship Id="rId2" Type="http://schemas.openxmlformats.org/officeDocument/2006/relationships/image" Target="../media/image61.png"/><Relationship Id="rId3" Type="http://schemas.openxmlformats.org/officeDocument/2006/relationships/image" Target="../media/image87.png"/><Relationship Id="rId4" Type="http://schemas.openxmlformats.org/officeDocument/2006/relationships/slideLayout" Target="../slideLayouts/slideLayout3.xml"/>
</Relationships>
</file>

<file path=ppt/slides/_rels/slide126.xml.rels><?xml version="1.0" encoding="UTF-8"?>
<Relationships xmlns="http://schemas.openxmlformats.org/package/2006/relationships"><Relationship Id="rId1" Type="http://schemas.openxmlformats.org/officeDocument/2006/relationships/image" Target="../media/image88.png"/><Relationship Id="rId2" Type="http://schemas.openxmlformats.org/officeDocument/2006/relationships/image" Target="../media/image89.png"/><Relationship Id="rId3" Type="http://schemas.openxmlformats.org/officeDocument/2006/relationships/image" Target="../media/image61.png"/><Relationship Id="rId4" Type="http://schemas.openxmlformats.org/officeDocument/2006/relationships/slideLayout" Target="../slideLayouts/slideLayout3.xml"/>
</Relationships>
</file>

<file path=ppt/slides/_rels/slide127.xml.rels><?xml version="1.0" encoding="UTF-8"?>
<Relationships xmlns="http://schemas.openxmlformats.org/package/2006/relationships"><Relationship Id="rId1" Type="http://schemas.openxmlformats.org/officeDocument/2006/relationships/image" Target="../media/image90.png"/><Relationship Id="rId2" Type="http://schemas.openxmlformats.org/officeDocument/2006/relationships/image" Target="../media/image91.png"/><Relationship Id="rId3" Type="http://schemas.openxmlformats.org/officeDocument/2006/relationships/slideLayout" Target="../slideLayouts/slideLayout3.xml"/>
</Relationships>
</file>

<file path=ppt/slides/_rels/slide128.xml.rels><?xml version="1.0" encoding="UTF-8"?>
<Relationships xmlns="http://schemas.openxmlformats.org/package/2006/relationships"><Relationship Id="rId1" Type="http://schemas.openxmlformats.org/officeDocument/2006/relationships/image" Target="../media/image92.png"/><Relationship Id="rId2" Type="http://schemas.openxmlformats.org/officeDocument/2006/relationships/slideLayout" Target="../slideLayouts/slideLayout3.xml"/>
</Relationships>
</file>

<file path=ppt/slides/_rels/slide12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93.png"/><Relationship Id="rId4" Type="http://schemas.openxmlformats.org/officeDocument/2006/relationships/slideLayout" Target="../slideLayouts/slideLayout3.xml"/>
</Relationships>
</file>

<file path=ppt/slides/_rels/slide130.xml.rels><?xml version="1.0" encoding="UTF-8"?>
<Relationships xmlns="http://schemas.openxmlformats.org/package/2006/relationships"><Relationship Id="rId1" Type="http://schemas.openxmlformats.org/officeDocument/2006/relationships/image" Target="../media/image93.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131.xml.rels><?xml version="1.0" encoding="UTF-8"?>
<Relationships xmlns="http://schemas.openxmlformats.org/package/2006/relationships"><Relationship Id="rId1" Type="http://schemas.openxmlformats.org/officeDocument/2006/relationships/image" Target="../media/image94.png"/><Relationship Id="rId2" Type="http://schemas.openxmlformats.org/officeDocument/2006/relationships/slideLayout" Target="../slideLayouts/slideLayout3.xml"/>
</Relationships>
</file>

<file path=ppt/slides/_rels/slide132.xml.rels><?xml version="1.0" encoding="UTF-8"?>
<Relationships xmlns="http://schemas.openxmlformats.org/package/2006/relationships"><Relationship Id="rId1" Type="http://schemas.openxmlformats.org/officeDocument/2006/relationships/image" Target="../media/image95.png"/><Relationship Id="rId2" Type="http://schemas.openxmlformats.org/officeDocument/2006/relationships/image" Target="../media/image89.png"/><Relationship Id="rId3" Type="http://schemas.openxmlformats.org/officeDocument/2006/relationships/image" Target="../media/image61.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slideLayout" Target="../slideLayouts/slideLayout3.xml"/>
</Relationships>
</file>

<file path=ppt/slides/_rels/slide133.xml.rels><?xml version="1.0" encoding="UTF-8"?>
<Relationships xmlns="http://schemas.openxmlformats.org/package/2006/relationships"><Relationship Id="rId1" Type="http://schemas.openxmlformats.org/officeDocument/2006/relationships/image" Target="../media/image96.png"/><Relationship Id="rId2" Type="http://schemas.openxmlformats.org/officeDocument/2006/relationships/image" Target="../media/image97.png"/><Relationship Id="rId3" Type="http://schemas.openxmlformats.org/officeDocument/2006/relationships/slideLayout" Target="../slideLayouts/slideLayout3.xml"/>
</Relationships>
</file>

<file path=ppt/slides/_rels/slide134.xml.rels><?xml version="1.0" encoding="UTF-8"?>
<Relationships xmlns="http://schemas.openxmlformats.org/package/2006/relationships"><Relationship Id="rId1" Type="http://schemas.openxmlformats.org/officeDocument/2006/relationships/image" Target="../media/image98.png"/><Relationship Id="rId2" Type="http://schemas.openxmlformats.org/officeDocument/2006/relationships/image" Target="../media/image99.png"/><Relationship Id="rId3" Type="http://schemas.openxmlformats.org/officeDocument/2006/relationships/image" Target="../media/image3.png"/><Relationship Id="rId4" Type="http://schemas.openxmlformats.org/officeDocument/2006/relationships/slideLayout" Target="../slideLayouts/slideLayout3.xml"/>
</Relationships>
</file>

<file path=ppt/slides/_rels/slide135.xml.rels><?xml version="1.0" encoding="UTF-8"?>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89.png"/><Relationship Id="rId3" Type="http://schemas.openxmlformats.org/officeDocument/2006/relationships/image" Target="../media/image61.png"/><Relationship Id="rId4" Type="http://schemas.openxmlformats.org/officeDocument/2006/relationships/slideLayout" Target="../slideLayouts/slideLayout3.xml"/>
</Relationships>
</file>

<file path=ppt/slides/_rels/slide136.xml.rels><?xml version="1.0" encoding="UTF-8"?>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
</Relationships>
</file>

<file path=ppt/slides/_rels/slide137.xml.rels><?xml version="1.0" encoding="UTF-8"?>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3.png"/><Relationship Id="rId3" Type="http://schemas.openxmlformats.org/officeDocument/2006/relationships/slideLayout" Target="../slideLayouts/slideLayout3.xml"/>
</Relationships>
</file>

<file path=ppt/slides/_rels/slide138.xml.rels><?xml version="1.0" encoding="UTF-8"?>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139.xml.rels><?xml version="1.0" encoding="UTF-8"?>
<Relationships xmlns="http://schemas.openxmlformats.org/package/2006/relationships"><Relationship Id="rId1" Type="http://schemas.openxmlformats.org/officeDocument/2006/relationships/image" Target="../media/image103.png"/><Relationship Id="rId2" Type="http://schemas.openxmlformats.org/officeDocument/2006/relationships/image" Target="../media/image99.png"/><Relationship Id="rId3" Type="http://schemas.openxmlformats.org/officeDocument/2006/relationships/slideLayout" Target="../slideLayouts/slideLayout3.xml"/>
</Relationships>
</file>

<file path=ppt/slides/_rels/slide140.xml.rels><?xml version="1.0" encoding="UTF-8"?>
<Relationships xmlns="http://schemas.openxmlformats.org/package/2006/relationships"><Relationship Id="rId1" Type="http://schemas.openxmlformats.org/officeDocument/2006/relationships/image" Target="../media/image104.png"/><Relationship Id="rId2" Type="http://schemas.openxmlformats.org/officeDocument/2006/relationships/image" Target="../media/image105.png"/><Relationship Id="rId3" Type="http://schemas.openxmlformats.org/officeDocument/2006/relationships/slideLayout" Target="../slideLayouts/slideLayout3.xml"/>
</Relationships>
</file>

<file path=ppt/slides/_rels/slide141.xml.rels><?xml version="1.0" encoding="UTF-8"?>
<Relationships xmlns="http://schemas.openxmlformats.org/package/2006/relationships"><Relationship Id="rId1" Type="http://schemas.openxmlformats.org/officeDocument/2006/relationships/image" Target="../media/image106.png"/><Relationship Id="rId2" Type="http://schemas.openxmlformats.org/officeDocument/2006/relationships/image" Target="../media/image107.png"/><Relationship Id="rId3" Type="http://schemas.openxmlformats.org/officeDocument/2006/relationships/slideLayout" Target="../slideLayouts/slideLayout3.xml"/>
</Relationships>
</file>

<file path=ppt/slides/_rels/slide142.xml.rels><?xml version="1.0" encoding="UTF-8"?>
<Relationships xmlns="http://schemas.openxmlformats.org/package/2006/relationships"><Relationship Id="rId1" Type="http://schemas.openxmlformats.org/officeDocument/2006/relationships/image" Target="../media/image108.png"/><Relationship Id="rId2" Type="http://schemas.openxmlformats.org/officeDocument/2006/relationships/image" Target="../media/image89.png"/><Relationship Id="rId3" Type="http://schemas.openxmlformats.org/officeDocument/2006/relationships/image" Target="../media/image61.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slideLayout" Target="../slideLayouts/slideLayout3.xml"/>
</Relationships>
</file>

<file path=ppt/slides/_rels/slide143.xml.rels><?xml version="1.0" encoding="UTF-8"?>
<Relationships xmlns="http://schemas.openxmlformats.org/package/2006/relationships"><Relationship Id="rId1" Type="http://schemas.openxmlformats.org/officeDocument/2006/relationships/image" Target="../media/image109.png"/><Relationship Id="rId2" Type="http://schemas.openxmlformats.org/officeDocument/2006/relationships/slideLayout" Target="../slideLayouts/slideLayout3.xml"/>
</Relationships>
</file>

<file path=ppt/slides/_rels/slide144.xml.rels><?xml version="1.0" encoding="UTF-8"?>
<Relationships xmlns="http://schemas.openxmlformats.org/package/2006/relationships"><Relationship Id="rId1" Type="http://schemas.openxmlformats.org/officeDocument/2006/relationships/image" Target="../media/image110.png"/><Relationship Id="rId2" Type="http://schemas.openxmlformats.org/officeDocument/2006/relationships/image" Target="../media/image76.png"/><Relationship Id="rId3" Type="http://schemas.openxmlformats.org/officeDocument/2006/relationships/slide" Target=""/><Relationship Id="rId4" Type="http://schemas.openxmlformats.org/officeDocument/2006/relationships/slideLayout" Target="../slideLayouts/slideLayout3.xml"/>
</Relationships>
</file>

<file path=ppt/slides/_rels/slide145.xml.rels><?xml version="1.0" encoding="UTF-8"?>
<Relationships xmlns="http://schemas.openxmlformats.org/package/2006/relationships"><Relationship Id="rId1" Type="http://schemas.openxmlformats.org/officeDocument/2006/relationships/image" Target="../media/image111.png"/><Relationship Id="rId2" Type="http://schemas.openxmlformats.org/officeDocument/2006/relationships/slide" Target=""/><Relationship Id="rId3" Type="http://schemas.openxmlformats.org/officeDocument/2006/relationships/slideLayout" Target="../slideLayouts/slideLayout2.xml"/>
</Relationships>
</file>

<file path=ppt/slides/_rels/slide146.xml.rels><?xml version="1.0" encoding="UTF-8"?>
<Relationships xmlns="http://schemas.openxmlformats.org/package/2006/relationships"><Relationship Id="rId1" Type="http://schemas.openxmlformats.org/officeDocument/2006/relationships/image" Target="../media/image112.png"/><Relationship Id="rId2" Type="http://schemas.openxmlformats.org/officeDocument/2006/relationships/image" Target="../media/image61.png"/><Relationship Id="rId3" Type="http://schemas.openxmlformats.org/officeDocument/2006/relationships/slideLayout" Target="../slideLayouts/slideLayout3.xml"/>
</Relationships>
</file>

<file path=ppt/slides/_rels/slide147.xml.rels><?xml version="1.0" encoding="UTF-8"?>
<Relationships xmlns="http://schemas.openxmlformats.org/package/2006/relationships"><Relationship Id="rId1" Type="http://schemas.openxmlformats.org/officeDocument/2006/relationships/image" Target="../media/image111.png"/><Relationship Id="rId2" Type="http://schemas.openxmlformats.org/officeDocument/2006/relationships/slide" Target=""/><Relationship Id="rId3" Type="http://schemas.openxmlformats.org/officeDocument/2006/relationships/slideLayout" Target="../slideLayouts/slideLayout3.xml"/>
</Relationships>
</file>

<file path=ppt/slides/_rels/slide148.xml.rels><?xml version="1.0" encoding="UTF-8"?>
<Relationships xmlns="http://schemas.openxmlformats.org/package/2006/relationships"><Relationship Id="rId1" Type="http://schemas.openxmlformats.org/officeDocument/2006/relationships/image" Target="../media/image113.png"/><Relationship Id="rId2" Type="http://schemas.openxmlformats.org/officeDocument/2006/relationships/slide" Target=""/><Relationship Id="rId3" Type="http://schemas.openxmlformats.org/officeDocument/2006/relationships/slideLayout" Target="../slideLayouts/slideLayout3.xml"/>
</Relationships>
</file>

<file path=ppt/slides/_rels/slide149.xml.rels><?xml version="1.0" encoding="UTF-8"?>
<Relationships xmlns="http://schemas.openxmlformats.org/package/2006/relationships"><Relationship Id="rId1" Type="http://schemas.openxmlformats.org/officeDocument/2006/relationships/image" Target="../media/image114.png"/><Relationship Id="rId2" Type="http://schemas.openxmlformats.org/officeDocument/2006/relationships/slide" Target=""/><Relationship Id="rId3" Type="http://schemas.openxmlformats.org/officeDocument/2006/relationships/slideLayout" Target="../slideLayouts/slideLayout3.xml"/>
</Relationships>
</file>

<file path=ppt/slides/_rels/slide150.xml.rels><?xml version="1.0" encoding="UTF-8"?>
<Relationships xmlns="http://schemas.openxmlformats.org/package/2006/relationships"><Relationship Id="rId1" Type="http://schemas.openxmlformats.org/officeDocument/2006/relationships/image" Target="../media/image115.png"/><Relationship Id="rId2" Type="http://schemas.openxmlformats.org/officeDocument/2006/relationships/slide" Target=""/><Relationship Id="rId3" Type="http://schemas.openxmlformats.org/officeDocument/2006/relationships/slideLayout" Target="../slideLayouts/slideLayout3.xml"/>
</Relationships>
</file>

<file path=ppt/slides/_rels/slide151.xml.rels><?xml version="1.0" encoding="UTF-8"?>
<Relationships xmlns="http://schemas.openxmlformats.org/package/2006/relationships"><Relationship Id="rId1" Type="http://schemas.openxmlformats.org/officeDocument/2006/relationships/image" Target="../media/image116.png"/><Relationship Id="rId2" Type="http://schemas.openxmlformats.org/officeDocument/2006/relationships/slide" Target=""/><Relationship Id="rId3" Type="http://schemas.openxmlformats.org/officeDocument/2006/relationships/slideLayout" Target="../slideLayouts/slideLayout2.xml"/>
</Relationships>
</file>

<file path=ppt/slides/_rels/slide152.xml.rels><?xml version="1.0" encoding="UTF-8"?>
<Relationships xmlns="http://schemas.openxmlformats.org/package/2006/relationships"><Relationship Id="rId1" Type="http://schemas.openxmlformats.org/officeDocument/2006/relationships/image" Target="../media/image117.png"/><Relationship Id="rId2" Type="http://schemas.openxmlformats.org/officeDocument/2006/relationships/image" Target="../media/image76.png"/><Relationship Id="rId3" Type="http://schemas.openxmlformats.org/officeDocument/2006/relationships/slide" Target=""/><Relationship Id="rId4" Type="http://schemas.openxmlformats.org/officeDocument/2006/relationships/slideLayout" Target="../slideLayouts/slideLayout3.xml"/>
</Relationships>
</file>

<file path=ppt/slides/_rels/slide153.xml.rels><?xml version="1.0" encoding="UTF-8"?>
<Relationships xmlns="http://schemas.openxmlformats.org/package/2006/relationships"><Relationship Id="rId1" Type="http://schemas.openxmlformats.org/officeDocument/2006/relationships/image" Target="../media/image118.png"/><Relationship Id="rId2" Type="http://schemas.openxmlformats.org/officeDocument/2006/relationships/image" Target="../media/image76.png"/><Relationship Id="rId3" Type="http://schemas.openxmlformats.org/officeDocument/2006/relationships/slide" Target=""/><Relationship Id="rId4" Type="http://schemas.openxmlformats.org/officeDocument/2006/relationships/slideLayout" Target="../slideLayouts/slideLayout2.xml"/>
</Relationships>
</file>

<file path=ppt/slides/_rels/slide154.xml.rels><?xml version="1.0" encoding="UTF-8"?>
<Relationships xmlns="http://schemas.openxmlformats.org/package/2006/relationships"><Relationship Id="rId1" Type="http://schemas.openxmlformats.org/officeDocument/2006/relationships/image" Target="../media/image119.png"/><Relationship Id="rId2" Type="http://schemas.openxmlformats.org/officeDocument/2006/relationships/image" Target="../media/image120.png"/><Relationship Id="rId3" Type="http://schemas.openxmlformats.org/officeDocument/2006/relationships/slideLayout" Target="../slideLayouts/slideLayout3.xml"/>
</Relationships>
</file>

<file path=ppt/slides/_rels/slide155.xml.rels><?xml version="1.0" encoding="UTF-8"?>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
</Relationships>
</file>

<file path=ppt/slides/_rels/slide156.xml.rels><?xml version="1.0" encoding="UTF-8"?>
<Relationships xmlns="http://schemas.openxmlformats.org/package/2006/relationships"><Relationship Id="rId1" Type="http://schemas.openxmlformats.org/officeDocument/2006/relationships/image" Target="../media/image123.png"/><Relationship Id="rId2" Type="http://schemas.openxmlformats.org/officeDocument/2006/relationships/image" Target="../media/image120.png"/><Relationship Id="rId3" Type="http://schemas.openxmlformats.org/officeDocument/2006/relationships/slideLayout" Target="../slideLayouts/slideLayout3.xml"/>
</Relationships>
</file>

<file path=ppt/slides/_rels/slide157.xml.rels><?xml version="1.0" encoding="UTF-8"?>
<Relationships xmlns="http://schemas.openxmlformats.org/package/2006/relationships"><Relationship Id="rId1" Type="http://schemas.openxmlformats.org/officeDocument/2006/relationships/image" Target="../media/image123.png"/><Relationship Id="rId2" Type="http://schemas.openxmlformats.org/officeDocument/2006/relationships/image" Target="../media/image124.png"/><Relationship Id="rId3" Type="http://schemas.openxmlformats.org/officeDocument/2006/relationships/image" Target="../media/image76.png"/><Relationship Id="rId4" Type="http://schemas.openxmlformats.org/officeDocument/2006/relationships/slide" Target=""/><Relationship Id="rId5" Type="http://schemas.openxmlformats.org/officeDocument/2006/relationships/slide" Target=""/><Relationship Id="rId6" Type="http://schemas.openxmlformats.org/officeDocument/2006/relationships/slideLayout" Target="../slideLayouts/slideLayout3.xml"/>
</Relationships>
</file>

<file path=ppt/slides/_rels/slide158.xml.rels><?xml version="1.0" encoding="UTF-8"?>
<Relationships xmlns="http://schemas.openxmlformats.org/package/2006/relationships"><Relationship Id="rId1" Type="http://schemas.openxmlformats.org/officeDocument/2006/relationships/image" Target="../media/image123.png"/><Relationship Id="rId2" Type="http://schemas.openxmlformats.org/officeDocument/2006/relationships/image" Target="../media/image125.png"/><Relationship Id="rId3" Type="http://schemas.openxmlformats.org/officeDocument/2006/relationships/slide" Target=""/><Relationship Id="rId4" Type="http://schemas.openxmlformats.org/officeDocument/2006/relationships/slide" Target=""/><Relationship Id="rId5" Type="http://schemas.openxmlformats.org/officeDocument/2006/relationships/slideLayout" Target="../slideLayouts/slideLayout3.xml"/>
</Relationships>
</file>

<file path=ppt/slides/_rels/slide159.xml.rels><?xml version="1.0" encoding="UTF-8"?>
<Relationships xmlns="http://schemas.openxmlformats.org/package/2006/relationships"><Relationship Id="rId1" Type="http://schemas.openxmlformats.org/officeDocument/2006/relationships/slide" Target=""/><Relationship Id="rId2" Type="http://schemas.openxmlformats.org/officeDocument/2006/relationships/slideLayout" Target="../slideLayouts/slideLayout3.xml"/>
</Relationships>
</file>

<file path=ppt/slides/_rels/slide160.xml.rels><?xml version="1.0" encoding="UTF-8"?>
<Relationships xmlns="http://schemas.openxmlformats.org/package/2006/relationships"><Relationship Id="rId1" Type="http://schemas.openxmlformats.org/officeDocument/2006/relationships/slide" Target=""/><Relationship Id="rId2" Type="http://schemas.openxmlformats.org/officeDocument/2006/relationships/slideLayout" Target="../slideLayouts/slideLayout3.xml"/>
</Relationships>
</file>

<file path=ppt/slides/_rels/slide161.xml.rels><?xml version="1.0" encoding="UTF-8"?>
<Relationships xmlns="http://schemas.openxmlformats.org/package/2006/relationships"><Relationship Id="rId1" Type="http://schemas.openxmlformats.org/officeDocument/2006/relationships/slide" Target=""/><Relationship Id="rId2" Type="http://schemas.openxmlformats.org/officeDocument/2006/relationships/slideLayout" Target="../slideLayouts/slideLayout3.xml"/>
</Relationships>
</file>

<file path=ppt/slides/_rels/slide162.xml.rels><?xml version="1.0" encoding="UTF-8"?>
<Relationships xmlns="http://schemas.openxmlformats.org/package/2006/relationships"><Relationship Id="rId1" Type="http://schemas.openxmlformats.org/officeDocument/2006/relationships/image" Target="../media/image126.png"/><Relationship Id="rId2" Type="http://schemas.openxmlformats.org/officeDocument/2006/relationships/image" Target="../media/image61.png"/><Relationship Id="rId3" Type="http://schemas.openxmlformats.org/officeDocument/2006/relationships/image" Target="../media/image124.png"/><Relationship Id="rId4" Type="http://schemas.openxmlformats.org/officeDocument/2006/relationships/slideLayout" Target="../slideLayouts/slideLayout3.xml"/>
</Relationships>
</file>

<file path=ppt/slides/_rels/slide163.xml.rels><?xml version="1.0" encoding="UTF-8"?>
<Relationships xmlns="http://schemas.openxmlformats.org/package/2006/relationships"><Relationship Id="rId1" Type="http://schemas.openxmlformats.org/officeDocument/2006/relationships/image" Target="../media/image127.png"/><Relationship Id="rId2" Type="http://schemas.openxmlformats.org/officeDocument/2006/relationships/image" Target="../media/image124.png"/><Relationship Id="rId3" Type="http://schemas.openxmlformats.org/officeDocument/2006/relationships/image" Target="../media/image61.png"/><Relationship Id="rId4" Type="http://schemas.openxmlformats.org/officeDocument/2006/relationships/slideLayout" Target="../slideLayouts/slideLayout3.xml"/>
</Relationships>
</file>

<file path=ppt/slides/_rels/slide164.xml.rels><?xml version="1.0" encoding="UTF-8"?>
<Relationships xmlns="http://schemas.openxmlformats.org/package/2006/relationships"><Relationship Id="rId1" Type="http://schemas.openxmlformats.org/officeDocument/2006/relationships/image" Target="../media/image128.png"/><Relationship Id="rId2" Type="http://schemas.openxmlformats.org/officeDocument/2006/relationships/image" Target="../media/image124.png"/><Relationship Id="rId3" Type="http://schemas.openxmlformats.org/officeDocument/2006/relationships/image" Target="../media/image61.png"/><Relationship Id="rId4" Type="http://schemas.openxmlformats.org/officeDocument/2006/relationships/slideLayout" Target="../slideLayouts/slideLayout2.xml"/>
</Relationships>
</file>

<file path=ppt/slides/_rels/slide165.xml.rels><?xml version="1.0" encoding="UTF-8"?>
<Relationships xmlns="http://schemas.openxmlformats.org/package/2006/relationships"><Relationship Id="rId1" Type="http://schemas.openxmlformats.org/officeDocument/2006/relationships/image" Target="../media/image129.png"/><Relationship Id="rId2" Type="http://schemas.openxmlformats.org/officeDocument/2006/relationships/image" Target="../media/image61.png"/><Relationship Id="rId3" Type="http://schemas.openxmlformats.org/officeDocument/2006/relationships/image" Target="../media/image124.png"/><Relationship Id="rId4" Type="http://schemas.openxmlformats.org/officeDocument/2006/relationships/slideLayout" Target="../slideLayouts/slideLayout3.xml"/>
</Relationships>
</file>

<file path=ppt/slides/_rels/slide166.xml.rels><?xml version="1.0" encoding="UTF-8"?>
<Relationships xmlns="http://schemas.openxmlformats.org/package/2006/relationships"><Relationship Id="rId1" Type="http://schemas.openxmlformats.org/officeDocument/2006/relationships/image" Target="../media/image127.png"/><Relationship Id="rId2" Type="http://schemas.openxmlformats.org/officeDocument/2006/relationships/image" Target="../media/image61.png"/><Relationship Id="rId3" Type="http://schemas.openxmlformats.org/officeDocument/2006/relationships/slide" Target="slide175.xml"/><Relationship Id="rId4" Type="http://schemas.openxmlformats.org/officeDocument/2006/relationships/slide" Target="slide167.xml"/><Relationship Id="rId5" Type="http://schemas.openxmlformats.org/officeDocument/2006/relationships/slideLayout" Target="../slideLayouts/slideLayout3.xml"/>
</Relationships>
</file>

<file path=ppt/slides/_rels/slide167.xml.rels><?xml version="1.0" encoding="UTF-8"?>
<Relationships xmlns="http://schemas.openxmlformats.org/package/2006/relationships"><Relationship Id="rId1" Type="http://schemas.openxmlformats.org/officeDocument/2006/relationships/image" Target="../media/image128.png"/><Relationship Id="rId2" Type="http://schemas.openxmlformats.org/officeDocument/2006/relationships/image" Target="../media/image61.png"/><Relationship Id="rId3" Type="http://schemas.openxmlformats.org/officeDocument/2006/relationships/image" Target="../media/image124.png"/><Relationship Id="rId4" Type="http://schemas.openxmlformats.org/officeDocument/2006/relationships/slideLayout" Target="../slideLayouts/slideLayout3.xml"/>
</Relationships>
</file>

<file path=ppt/slides/_rels/slide168.xml.rels><?xml version="1.0" encoding="UTF-8"?>
<Relationships xmlns="http://schemas.openxmlformats.org/package/2006/relationships"><Relationship Id="rId1" Type="http://schemas.openxmlformats.org/officeDocument/2006/relationships/image" Target="../media/image127.png"/><Relationship Id="rId2" Type="http://schemas.openxmlformats.org/officeDocument/2006/relationships/slide" Target="slide175.xml"/><Relationship Id="rId3" Type="http://schemas.openxmlformats.org/officeDocument/2006/relationships/slide" Target="slide169.xml"/><Relationship Id="rId4" Type="http://schemas.openxmlformats.org/officeDocument/2006/relationships/slideLayout" Target="../slideLayouts/slideLayout3.xml"/>
</Relationships>
</file>

<file path=ppt/slides/_rels/slide169.xml.rels><?xml version="1.0" encoding="UTF-8"?>
<Relationships xmlns="http://schemas.openxmlformats.org/package/2006/relationships"><Relationship Id="rId1" Type="http://schemas.openxmlformats.org/officeDocument/2006/relationships/image" Target="../media/image128.png"/><Relationship Id="rId2" Type="http://schemas.openxmlformats.org/officeDocument/2006/relationships/image" Target="../media/image61.png"/><Relationship Id="rId3" Type="http://schemas.openxmlformats.org/officeDocument/2006/relationships/image" Target="../media/image124.png"/><Relationship Id="rId4" Type="http://schemas.openxmlformats.org/officeDocument/2006/relationships/slideLayout" Target="../slideLayouts/slideLayout3.xml"/>
</Relationships>
</file>

<file path=ppt/slides/_rels/slide170.xml.rels><?xml version="1.0" encoding="UTF-8"?>
<Relationships xmlns="http://schemas.openxmlformats.org/package/2006/relationships"><Relationship Id="rId1" Type="http://schemas.openxmlformats.org/officeDocument/2006/relationships/image" Target="../media/image127.png"/><Relationship Id="rId2" Type="http://schemas.openxmlformats.org/officeDocument/2006/relationships/image" Target="../media/image61.png"/><Relationship Id="rId3" Type="http://schemas.openxmlformats.org/officeDocument/2006/relationships/image" Target="../media/image124.png"/><Relationship Id="rId4" Type="http://schemas.openxmlformats.org/officeDocument/2006/relationships/slideLayout" Target="../slideLayouts/slideLayout3.xml"/>
</Relationships>
</file>

<file path=ppt/slides/_rels/slide17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72.xml.rels><?xml version="1.0" encoding="UTF-8"?>
<Relationships xmlns="http://schemas.openxmlformats.org/package/2006/relationships"><Relationship Id="rId1" Type="http://schemas.openxmlformats.org/officeDocument/2006/relationships/image" Target="../media/image130.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image" Target="../media/image131.png"/><Relationship Id="rId6" Type="http://schemas.openxmlformats.org/officeDocument/2006/relationships/image" Target="../media/image131.png"/><Relationship Id="rId7" Type="http://schemas.openxmlformats.org/officeDocument/2006/relationships/image" Target="../media/image131.png"/><Relationship Id="rId8" Type="http://schemas.openxmlformats.org/officeDocument/2006/relationships/image" Target="../media/image131.png"/><Relationship Id="rId9" Type="http://schemas.openxmlformats.org/officeDocument/2006/relationships/slideLayout" Target="../slideLayouts/slideLayout3.xml"/>
</Relationships>
</file>

<file path=ppt/slides/_rels/slide173.xml.rels><?xml version="1.0" encoding="UTF-8"?>
<Relationships xmlns="http://schemas.openxmlformats.org/package/2006/relationships"><Relationship Id="rId1" Type="http://schemas.openxmlformats.org/officeDocument/2006/relationships/image" Target="../media/image132.png"/><Relationship Id="rId2" Type="http://schemas.openxmlformats.org/officeDocument/2006/relationships/slideLayout" Target="../slideLayouts/slideLayout3.xml"/>
</Relationships>
</file>

<file path=ppt/slides/_rels/slide17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3.xml"/>
</Relationships>
</file>

<file path=ppt/slides/_rels/slide175.xml.rels><?xml version="1.0" encoding="UTF-8"?>
<Relationships xmlns="http://schemas.openxmlformats.org/package/2006/relationships"><Relationship Id="rId1" Type="http://schemas.openxmlformats.org/officeDocument/2006/relationships/image" Target="../media/image133.png"/><Relationship Id="rId2" Type="http://schemas.openxmlformats.org/officeDocument/2006/relationships/slideLayout" Target="../slideLayouts/slideLayout3.xml"/>
</Relationships>
</file>

<file path=ppt/slides/_rels/slide176.xml.rels><?xml version="1.0" encoding="UTF-8"?>
<Relationships xmlns="http://schemas.openxmlformats.org/package/2006/relationships"><Relationship Id="rId1" Type="http://schemas.openxmlformats.org/officeDocument/2006/relationships/image" Target="../media/image134.png"/><Relationship Id="rId2" Type="http://schemas.openxmlformats.org/officeDocument/2006/relationships/image" Target="../media/image61.png"/><Relationship Id="rId3" Type="http://schemas.openxmlformats.org/officeDocument/2006/relationships/image" Target="../media/image3.png"/><Relationship Id="rId4" Type="http://schemas.openxmlformats.org/officeDocument/2006/relationships/slideLayout" Target="../slideLayouts/slideLayout3.xml"/>
</Relationships>
</file>

<file path=ppt/slides/_rels/slide177.xml.rels><?xml version="1.0" encoding="UTF-8"?>
<Relationships xmlns="http://schemas.openxmlformats.org/package/2006/relationships"><Relationship Id="rId1" Type="http://schemas.openxmlformats.org/officeDocument/2006/relationships/image" Target="../media/image135.png"/><Relationship Id="rId2" Type="http://schemas.openxmlformats.org/officeDocument/2006/relationships/slideLayout" Target="../slideLayouts/slideLayout3.xml"/>
</Relationships>
</file>

<file path=ppt/slides/_rels/slide178.xml.rels><?xml version="1.0" encoding="UTF-8"?>
<Relationships xmlns="http://schemas.openxmlformats.org/package/2006/relationships"><Relationship Id="rId1" Type="http://schemas.openxmlformats.org/officeDocument/2006/relationships/image" Target="../media/image136.png"/><Relationship Id="rId2" Type="http://schemas.openxmlformats.org/officeDocument/2006/relationships/slideLayout" Target="../slideLayouts/slideLayout3.xml"/>
</Relationships>
</file>

<file path=ppt/slides/_rels/slide179.xml.rels><?xml version="1.0" encoding="UTF-8"?>
<Relationships xmlns="http://schemas.openxmlformats.org/package/2006/relationships"><Relationship Id="rId1" Type="http://schemas.openxmlformats.org/officeDocument/2006/relationships/image" Target="../media/image137.png"/><Relationship Id="rId2" Type="http://schemas.openxmlformats.org/officeDocument/2006/relationships/image" Target="../media/image124.png"/><Relationship Id="rId3" Type="http://schemas.openxmlformats.org/officeDocument/2006/relationships/slideLayout" Target="../slideLayouts/slideLayout3.xml"/>
</Relationships>
</file>

<file path=ppt/slides/_rels/slide180.xml.rels><?xml version="1.0" encoding="UTF-8"?>
<Relationships xmlns="http://schemas.openxmlformats.org/package/2006/relationships"><Relationship Id="rId1" Type="http://schemas.openxmlformats.org/officeDocument/2006/relationships/image" Target="../media/image138.png"/><Relationship Id="rId2" Type="http://schemas.openxmlformats.org/officeDocument/2006/relationships/image" Target="../media/image61.png"/><Relationship Id="rId3" Type="http://schemas.openxmlformats.org/officeDocument/2006/relationships/slide" Target="slide181.xml"/><Relationship Id="rId4" Type="http://schemas.openxmlformats.org/officeDocument/2006/relationships/slide" Target="slide183.xml"/><Relationship Id="rId5" Type="http://schemas.openxmlformats.org/officeDocument/2006/relationships/slideLayout" Target="../slideLayouts/slideLayout3.xml"/>
</Relationships>
</file>

<file path=ppt/slides/_rels/slide181.xml.rels><?xml version="1.0" encoding="UTF-8"?>
<Relationships xmlns="http://schemas.openxmlformats.org/package/2006/relationships"><Relationship Id="rId1" Type="http://schemas.openxmlformats.org/officeDocument/2006/relationships/image" Target="../media/image139.png"/><Relationship Id="rId2" Type="http://schemas.openxmlformats.org/officeDocument/2006/relationships/image" Target="../media/image61.png"/><Relationship Id="rId3" Type="http://schemas.openxmlformats.org/officeDocument/2006/relationships/image" Target="../media/image124.png"/><Relationship Id="rId4" Type="http://schemas.openxmlformats.org/officeDocument/2006/relationships/slideLayout" Target="../slideLayouts/slideLayout3.xml"/>
</Relationships>
</file>

<file path=ppt/slides/_rels/slide182.xml.rels><?xml version="1.0" encoding="UTF-8"?>
<Relationships xmlns="http://schemas.openxmlformats.org/package/2006/relationships"><Relationship Id="rId1" Type="http://schemas.openxmlformats.org/officeDocument/2006/relationships/image" Target="../media/image140.png"/><Relationship Id="rId2" Type="http://schemas.openxmlformats.org/officeDocument/2006/relationships/slide" Target="slide183.xml"/><Relationship Id="rId3" Type="http://schemas.openxmlformats.org/officeDocument/2006/relationships/slideLayout" Target="../slideLayouts/slideLayout3.xml"/>
</Relationships>
</file>

<file path=ppt/slides/_rels/slide183.xml.rels><?xml version="1.0" encoding="UTF-8"?>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
</Relationships>
</file>

<file path=ppt/slides/_rels/slide184.xml.rels><?xml version="1.0" encoding="UTF-8"?>
<Relationships xmlns="http://schemas.openxmlformats.org/package/2006/relationships"><Relationship Id="rId1" Type="http://schemas.openxmlformats.org/officeDocument/2006/relationships/image" Target="../media/image142.png"/><Relationship Id="rId2" Type="http://schemas.openxmlformats.org/officeDocument/2006/relationships/image" Target="../media/image61.png"/><Relationship Id="rId3" Type="http://schemas.openxmlformats.org/officeDocument/2006/relationships/image" Target="../media/image124.png"/><Relationship Id="rId4" Type="http://schemas.openxmlformats.org/officeDocument/2006/relationships/slideLayout" Target="../slideLayouts/slideLayout3.xml"/>
</Relationships>
</file>

<file path=ppt/slides/_rels/slide185.xml.rels><?xml version="1.0" encoding="UTF-8"?>
<Relationships xmlns="http://schemas.openxmlformats.org/package/2006/relationships"><Relationship Id="rId1" Type="http://schemas.openxmlformats.org/officeDocument/2006/relationships/image" Target="../media/image143.png"/><Relationship Id="rId2" Type="http://schemas.openxmlformats.org/officeDocument/2006/relationships/image" Target="../media/image124.png"/><Relationship Id="rId3" Type="http://schemas.openxmlformats.org/officeDocument/2006/relationships/image" Target="../media/image61.png"/><Relationship Id="rId4" Type="http://schemas.openxmlformats.org/officeDocument/2006/relationships/slideLayout" Target="../slideLayouts/slideLayout3.xml"/>
</Relationships>
</file>

<file path=ppt/slides/_rels/slide186.xml.rels><?xml version="1.0" encoding="UTF-8"?>
<Relationships xmlns="http://schemas.openxmlformats.org/package/2006/relationships"><Relationship Id="rId1" Type="http://schemas.openxmlformats.org/officeDocument/2006/relationships/image" Target="../media/image144.png"/><Relationship Id="rId2" Type="http://schemas.openxmlformats.org/officeDocument/2006/relationships/image" Target="../media/image124.png"/><Relationship Id="rId3" Type="http://schemas.openxmlformats.org/officeDocument/2006/relationships/image" Target="../media/image61.png"/><Relationship Id="rId4" Type="http://schemas.openxmlformats.org/officeDocument/2006/relationships/slideLayout" Target="../slideLayouts/slideLayout3.xml"/>
</Relationships>
</file>

<file path=ppt/slides/_rels/slide187.xml.rels><?xml version="1.0" encoding="UTF-8"?>
<Relationships xmlns="http://schemas.openxmlformats.org/package/2006/relationships"><Relationship Id="rId1" Type="http://schemas.openxmlformats.org/officeDocument/2006/relationships/image" Target="../media/image145.png"/><Relationship Id="rId2" Type="http://schemas.openxmlformats.org/officeDocument/2006/relationships/slideLayout" Target="../slideLayouts/slideLayout3.xml"/>
</Relationships>
</file>

<file path=ppt/slides/_rels/slide188.xml.rels><?xml version="1.0" encoding="UTF-8"?>
<Relationships xmlns="http://schemas.openxmlformats.org/package/2006/relationships"><Relationship Id="rId1" Type="http://schemas.openxmlformats.org/officeDocument/2006/relationships/image" Target="../media/image146.png"/><Relationship Id="rId2" Type="http://schemas.openxmlformats.org/officeDocument/2006/relationships/image" Target="../media/image3.png"/><Relationship Id="rId3" Type="http://schemas.openxmlformats.org/officeDocument/2006/relationships/image" Target="../media/image147.wmf"/><Relationship Id="rId4" Type="http://schemas.openxmlformats.org/officeDocument/2006/relationships/slideLayout" Target="../slideLayouts/slideLayout3.xml"/>
</Relationships>
</file>

<file path=ppt/slides/_rels/slide189.xml.rels><?xml version="1.0" encoding="UTF-8"?>
<Relationships xmlns="http://schemas.openxmlformats.org/package/2006/relationships"><Relationship Id="rId1" Type="http://schemas.openxmlformats.org/officeDocument/2006/relationships/image" Target="../media/image148.png"/><Relationship Id="rId2" Type="http://schemas.openxmlformats.org/officeDocument/2006/relationships/image" Target="../media/image61.png"/><Relationship Id="rId3" Type="http://schemas.openxmlformats.org/officeDocument/2006/relationships/slideLayout" Target="../slideLayouts/slideLayout3.xml"/>
</Relationships>
</file>

<file path=ppt/slides/_rels/slide190.xml.rels><?xml version="1.0" encoding="UTF-8"?>
<Relationships xmlns="http://schemas.openxmlformats.org/package/2006/relationships"><Relationship Id="rId1" Type="http://schemas.openxmlformats.org/officeDocument/2006/relationships/image" Target="../media/image149.png"/><Relationship Id="rId2" Type="http://schemas.openxmlformats.org/officeDocument/2006/relationships/image" Target="../media/image61.png"/><Relationship Id="rId3" Type="http://schemas.openxmlformats.org/officeDocument/2006/relationships/slideLayout" Target="../slideLayouts/slideLayout3.xml"/>
</Relationships>
</file>

<file path=ppt/slides/_rels/slide191.xml.rels><?xml version="1.0" encoding="UTF-8"?>
<Relationships xmlns="http://schemas.openxmlformats.org/package/2006/relationships"><Relationship Id="rId1" Type="http://schemas.openxmlformats.org/officeDocument/2006/relationships/image" Target="../media/image150.png"/><Relationship Id="rId2" Type="http://schemas.openxmlformats.org/officeDocument/2006/relationships/image" Target="../media/image61.png"/><Relationship Id="rId3" Type="http://schemas.openxmlformats.org/officeDocument/2006/relationships/slideLayout" Target="../slideLayouts/slideLayout3.xml"/>
</Relationships>
</file>

<file path=ppt/slides/_rels/slide192.xml.rels><?xml version="1.0" encoding="UTF-8"?>
<Relationships xmlns="http://schemas.openxmlformats.org/package/2006/relationships"><Relationship Id="rId1" Type="http://schemas.openxmlformats.org/officeDocument/2006/relationships/image" Target="../media/image149.png"/><Relationship Id="rId2" Type="http://schemas.openxmlformats.org/officeDocument/2006/relationships/image" Target="../media/image61.png"/><Relationship Id="rId3" Type="http://schemas.openxmlformats.org/officeDocument/2006/relationships/slideLayout" Target="../slideLayouts/slideLayout3.xml"/>
</Relationships>
</file>

<file path=ppt/slides/_rels/slide193.xml.rels><?xml version="1.0" encoding="UTF-8"?>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 Target=""/><Relationship Id="rId4" Type="http://schemas.openxmlformats.org/officeDocument/2006/relationships/slideLayout" Target="../slideLayouts/slideLayout3.xml"/>
</Relationships>
</file>

<file path=ppt/slides/_rels/slide194.xml.rels><?xml version="1.0" encoding="UTF-8"?>
<Relationships xmlns="http://schemas.openxmlformats.org/package/2006/relationships"><Relationship Id="rId1" Type="http://schemas.openxmlformats.org/officeDocument/2006/relationships/image" Target="../media/image153.png"/><Relationship Id="rId2" Type="http://schemas.openxmlformats.org/officeDocument/2006/relationships/slide" Target=""/><Relationship Id="rId3" Type="http://schemas.openxmlformats.org/officeDocument/2006/relationships/slideLayout" Target="../slideLayouts/slideLayout3.xml"/>
</Relationships>
</file>

<file path=ppt/slides/_rels/slide19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96.xml.rels><?xml version="1.0" encoding="UTF-8"?>
<Relationships xmlns="http://schemas.openxmlformats.org/package/2006/relationships"><Relationship Id="rId1" Type="http://schemas.openxmlformats.org/officeDocument/2006/relationships/image" Target="../media/image111.png"/><Relationship Id="rId2" Type="http://schemas.openxmlformats.org/officeDocument/2006/relationships/slide" Target=""/><Relationship Id="rId3" Type="http://schemas.openxmlformats.org/officeDocument/2006/relationships/slideLayout" Target="../slideLayouts/slideLayout3.xml"/>
</Relationships>
</file>

<file path=ppt/slides/_rels/slide197.xml.rels><?xml version="1.0" encoding="UTF-8"?>
<Relationships xmlns="http://schemas.openxmlformats.org/package/2006/relationships"><Relationship Id="rId1" Type="http://schemas.openxmlformats.org/officeDocument/2006/relationships/image" Target="../media/image154.png"/><Relationship Id="rId2" Type="http://schemas.openxmlformats.org/officeDocument/2006/relationships/image" Target="../media/image152.png"/><Relationship Id="rId3" Type="http://schemas.openxmlformats.org/officeDocument/2006/relationships/slide" Target=""/><Relationship Id="rId4" Type="http://schemas.openxmlformats.org/officeDocument/2006/relationships/slideLayout" Target="../slideLayouts/slideLayout2.xml"/>
</Relationships>
</file>

<file path=ppt/slides/_rels/slide198.xml.rels><?xml version="1.0" encoding="UTF-8"?>
<Relationships xmlns="http://schemas.openxmlformats.org/package/2006/relationships"><Relationship Id="rId1" Type="http://schemas.openxmlformats.org/officeDocument/2006/relationships/image" Target="../media/image155.png"/><Relationship Id="rId2" Type="http://schemas.openxmlformats.org/officeDocument/2006/relationships/image" Target="../media/image152.png"/><Relationship Id="rId3" Type="http://schemas.openxmlformats.org/officeDocument/2006/relationships/slideLayout" Target="../slideLayouts/slideLayout3.xml"/>
</Relationships>
</file>

<file path=ppt/slides/_rels/slide199.xml.rels><?xml version="1.0" encoding="UTF-8"?>
<Relationships xmlns="http://schemas.openxmlformats.org/package/2006/relationships"><Relationship Id="rId1" Type="http://schemas.openxmlformats.org/officeDocument/2006/relationships/image" Target="../media/image156.png"/><Relationship Id="rId2" Type="http://schemas.openxmlformats.org/officeDocument/2006/relationships/slideLayout" Target="../slideLayouts/slideLayout3.xml"/>
</Relationships>
</file>

<file path=ppt/slides/_rels/slide200.xml.rels><?xml version="1.0" encoding="UTF-8"?>
<Relationships xmlns="http://schemas.openxmlformats.org/package/2006/relationships"><Relationship Id="rId1" Type="http://schemas.openxmlformats.org/officeDocument/2006/relationships/image" Target="../media/image157.png"/><Relationship Id="rId2" Type="http://schemas.openxmlformats.org/officeDocument/2006/relationships/slide" Target=""/><Relationship Id="rId3" Type="http://schemas.openxmlformats.org/officeDocument/2006/relationships/slideLayout" Target="../slideLayouts/slideLayout3.xml"/>
</Relationships>
</file>

<file path=ppt/slides/_rels/slide201.xml.rels><?xml version="1.0" encoding="UTF-8"?>
<Relationships xmlns="http://schemas.openxmlformats.org/package/2006/relationships"><Relationship Id="rId1" Type="http://schemas.openxmlformats.org/officeDocument/2006/relationships/image" Target="../media/image158.png"/><Relationship Id="rId2" Type="http://schemas.openxmlformats.org/officeDocument/2006/relationships/image" Target="../media/image152.png"/><Relationship Id="rId3" Type="http://schemas.openxmlformats.org/officeDocument/2006/relationships/slide" Target=""/><Relationship Id="rId4" Type="http://schemas.openxmlformats.org/officeDocument/2006/relationships/slideLayout" Target="../slideLayouts/slideLayout3.xml"/>
</Relationships>
</file>

<file path=ppt/slides/_rels/slide202.xml.rels><?xml version="1.0" encoding="UTF-8"?>
<Relationships xmlns="http://schemas.openxmlformats.org/package/2006/relationships"><Relationship Id="rId1" Type="http://schemas.openxmlformats.org/officeDocument/2006/relationships/image" Target="../media/image159.png"/><Relationship Id="rId2" Type="http://schemas.openxmlformats.org/officeDocument/2006/relationships/image" Target="../media/image160.png"/><Relationship Id="rId3" Type="http://schemas.openxmlformats.org/officeDocument/2006/relationships/image" Target="../media/image3.png"/><Relationship Id="rId4" Type="http://schemas.openxmlformats.org/officeDocument/2006/relationships/image" Target="../media/image61.png"/><Relationship Id="rId5" Type="http://schemas.openxmlformats.org/officeDocument/2006/relationships/image" Target="../media/image161.png"/><Relationship Id="rId6" Type="http://schemas.openxmlformats.org/officeDocument/2006/relationships/image" Target="../media/image162.png"/><Relationship Id="rId7" Type="http://schemas.openxmlformats.org/officeDocument/2006/relationships/slideLayout" Target="../slideLayouts/slideLayout3.xml"/>
</Relationships>
</file>

<file path=ppt/slides/_rels/slide203.xml.rels><?xml version="1.0" encoding="UTF-8"?>
<Relationships xmlns="http://schemas.openxmlformats.org/package/2006/relationships"><Relationship Id="rId1" Type="http://schemas.openxmlformats.org/officeDocument/2006/relationships/image" Target="../media/image163.png"/><Relationship Id="rId2" Type="http://schemas.openxmlformats.org/officeDocument/2006/relationships/image" Target="../media/image152.png"/><Relationship Id="rId3" Type="http://schemas.openxmlformats.org/officeDocument/2006/relationships/slideLayout" Target="../slideLayouts/slideLayout3.xml"/>
</Relationships>
</file>

<file path=ppt/slides/_rels/slide204.xml.rels><?xml version="1.0" encoding="UTF-8"?>
<Relationships xmlns="http://schemas.openxmlformats.org/package/2006/relationships"><Relationship Id="rId1" Type="http://schemas.openxmlformats.org/officeDocument/2006/relationships/image" Target="../media/image159.png"/><Relationship Id="rId2" Type="http://schemas.openxmlformats.org/officeDocument/2006/relationships/image" Target="../media/image160.png"/><Relationship Id="rId3" Type="http://schemas.openxmlformats.org/officeDocument/2006/relationships/image" Target="../media/image152.png"/><Relationship Id="rId4" Type="http://schemas.openxmlformats.org/officeDocument/2006/relationships/image" Target="../media/image162.png"/><Relationship Id="rId5" Type="http://schemas.openxmlformats.org/officeDocument/2006/relationships/slideLayout" Target="../slideLayouts/slideLayout3.xml"/>
</Relationships>
</file>

<file path=ppt/slides/_rels/slide205.xml.rels><?xml version="1.0" encoding="UTF-8"?>
<Relationships xmlns="http://schemas.openxmlformats.org/package/2006/relationships"><Relationship Id="rId1" Type="http://schemas.openxmlformats.org/officeDocument/2006/relationships/image" Target="../media/image164.png"/><Relationship Id="rId2" Type="http://schemas.openxmlformats.org/officeDocument/2006/relationships/audio" Target="../media/cashreg.wav"/><Relationship Id="rId3" Type="http://schemas.openxmlformats.org/officeDocument/2006/relationships/slideLayout" Target="../slideLayouts/slideLayout3.xml"/>
</Relationships>
</file>

<file path=ppt/slides/_rels/slide206.xml.rels><?xml version="1.0" encoding="UTF-8"?>
<Relationships xmlns="http://schemas.openxmlformats.org/package/2006/relationships"><Relationship Id="rId1" Type="http://schemas.openxmlformats.org/officeDocument/2006/relationships/image" Target="../media/image164.png"/><Relationship Id="rId2" Type="http://schemas.openxmlformats.org/officeDocument/2006/relationships/slideLayout" Target="../slideLayouts/slideLayout3.xml"/>
</Relationships>
</file>

<file path=ppt/slides/_rels/slide207.xml.rels><?xml version="1.0" encoding="UTF-8"?>
<Relationships xmlns="http://schemas.openxmlformats.org/package/2006/relationships"><Relationship Id="rId1" Type="http://schemas.openxmlformats.org/officeDocument/2006/relationships/image" Target="../media/image158.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slideLayout" Target="../slideLayouts/slideLayout3.xml"/>
</Relationships>
</file>

<file path=ppt/slides/_rels/slide208.xml.rels><?xml version="1.0" encoding="UTF-8"?>
<Relationships xmlns="http://schemas.openxmlformats.org/package/2006/relationships"><Relationship Id="rId1" Type="http://schemas.openxmlformats.org/officeDocument/2006/relationships/image" Target="../media/image165.png"/><Relationship Id="rId2" Type="http://schemas.openxmlformats.org/officeDocument/2006/relationships/image" Target="../media/image166.png"/><Relationship Id="rId3" Type="http://schemas.openxmlformats.org/officeDocument/2006/relationships/image" Target="../media/image167.png"/><Relationship Id="rId4" Type="http://schemas.openxmlformats.org/officeDocument/2006/relationships/image" Target="../media/image3.png"/><Relationship Id="rId5" Type="http://schemas.openxmlformats.org/officeDocument/2006/relationships/slideLayout" Target="../slideLayouts/slideLayout3.xml"/>
</Relationships>
</file>

<file path=ppt/slides/_rels/slide209.xml.rels><?xml version="1.0" encoding="UTF-8"?>
<Relationships xmlns="http://schemas.openxmlformats.org/package/2006/relationships"><Relationship Id="rId1" Type="http://schemas.openxmlformats.org/officeDocument/2006/relationships/image" Target="../media/image168.png"/><Relationship Id="rId2" Type="http://schemas.openxmlformats.org/officeDocument/2006/relationships/image" Target="../media/image169.png"/><Relationship Id="rId3" Type="http://schemas.openxmlformats.org/officeDocument/2006/relationships/slideLayout" Target="../slideLayouts/slideLayout3.xml"/>
</Relationships>
</file>

<file path=ppt/slides/_rels/slide2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11.xml.rels><?xml version="1.0" encoding="UTF-8"?>
<Relationships xmlns="http://schemas.openxmlformats.org/package/2006/relationships"><Relationship Id="rId1" Type="http://schemas.openxmlformats.org/officeDocument/2006/relationships/image" Target="../media/image170.png"/><Relationship Id="rId2" Type="http://schemas.openxmlformats.org/officeDocument/2006/relationships/image" Target="../media/image61.png"/><Relationship Id="rId3" Type="http://schemas.openxmlformats.org/officeDocument/2006/relationships/image" Target="../media/image171.png"/><Relationship Id="rId4" Type="http://schemas.openxmlformats.org/officeDocument/2006/relationships/slideLayout" Target="../slideLayouts/slideLayout3.xml"/>
</Relationships>
</file>

<file path=ppt/slides/_rels/slide212.xml.rels><?xml version="1.0" encoding="UTF-8"?>
<Relationships xmlns="http://schemas.openxmlformats.org/package/2006/relationships"><Relationship Id="rId1" Type="http://schemas.openxmlformats.org/officeDocument/2006/relationships/image" Target="../media/image172.png"/><Relationship Id="rId2" Type="http://schemas.openxmlformats.org/officeDocument/2006/relationships/image" Target="../media/image173.png"/><Relationship Id="rId3" Type="http://schemas.openxmlformats.org/officeDocument/2006/relationships/slideLayout" Target="../slideLayouts/slideLayout3.xml"/>
</Relationships>
</file>

<file path=ppt/slides/_rels/slide213.xml.rels><?xml version="1.0" encoding="UTF-8"?>
<Relationships xmlns="http://schemas.openxmlformats.org/package/2006/relationships"><Relationship Id="rId1" Type="http://schemas.openxmlformats.org/officeDocument/2006/relationships/image" Target="../media/image174.png"/><Relationship Id="rId2" Type="http://schemas.openxmlformats.org/officeDocument/2006/relationships/slideLayout" Target="../slideLayouts/slideLayout3.xml"/>
</Relationships>
</file>

<file path=ppt/slides/_rels/slide214.xml.rels><?xml version="1.0" encoding="UTF-8"?>
<Relationships xmlns="http://schemas.openxmlformats.org/package/2006/relationships"><Relationship Id="rId1" Type="http://schemas.openxmlformats.org/officeDocument/2006/relationships/image" Target="../media/image175.png"/><Relationship Id="rId2" Type="http://schemas.openxmlformats.org/officeDocument/2006/relationships/image" Target="../media/image176.png"/><Relationship Id="rId3" Type="http://schemas.openxmlformats.org/officeDocument/2006/relationships/slideLayout" Target="../slideLayouts/slideLayout3.xml"/>
</Relationships>
</file>

<file path=ppt/slides/_rels/slide215.xml.rels><?xml version="1.0" encoding="UTF-8"?>
<Relationships xmlns="http://schemas.openxmlformats.org/package/2006/relationships"><Relationship Id="rId1" Type="http://schemas.openxmlformats.org/officeDocument/2006/relationships/image" Target="../media/image177.png"/><Relationship Id="rId2" Type="http://schemas.openxmlformats.org/officeDocument/2006/relationships/slideLayout" Target="../slideLayouts/slideLayout3.xml"/>
</Relationships>
</file>

<file path=ppt/slides/_rels/slide216.xml.rels><?xml version="1.0" encoding="UTF-8"?>
<Relationships xmlns="http://schemas.openxmlformats.org/package/2006/relationships"><Relationship Id="rId1" Type="http://schemas.openxmlformats.org/officeDocument/2006/relationships/image" Target="../media/image175.png"/><Relationship Id="rId2" Type="http://schemas.openxmlformats.org/officeDocument/2006/relationships/image" Target="../media/image178.png"/><Relationship Id="rId3" Type="http://schemas.openxmlformats.org/officeDocument/2006/relationships/image" Target="../media/image152.png"/><Relationship Id="rId4" Type="http://schemas.openxmlformats.org/officeDocument/2006/relationships/slideLayout" Target="../slideLayouts/slideLayout3.xml"/>
</Relationships>
</file>

<file path=ppt/slides/_rels/slide217.xml.rels><?xml version="1.0" encoding="UTF-8"?>
<Relationships xmlns="http://schemas.openxmlformats.org/package/2006/relationships"><Relationship Id="rId1" Type="http://schemas.openxmlformats.org/officeDocument/2006/relationships/image" Target="../media/image175.png"/><Relationship Id="rId2" Type="http://schemas.openxmlformats.org/officeDocument/2006/relationships/slide" Target=""/><Relationship Id="rId3" Type="http://schemas.openxmlformats.org/officeDocument/2006/relationships/image" Target="../media/image152.png"/><Relationship Id="rId4" Type="http://schemas.openxmlformats.org/officeDocument/2006/relationships/slideLayout" Target="../slideLayouts/slideLayout3.xml"/>
</Relationships>
</file>

<file path=ppt/slides/_rels/slide218.xml.rels><?xml version="1.0" encoding="UTF-8"?>
<Relationships xmlns="http://schemas.openxmlformats.org/package/2006/relationships"><Relationship Id="rId1" Type="http://schemas.openxmlformats.org/officeDocument/2006/relationships/image" Target="../media/image179.png"/><Relationship Id="rId2" Type="http://schemas.openxmlformats.org/officeDocument/2006/relationships/slide" Target=""/><Relationship Id="rId3" Type="http://schemas.openxmlformats.org/officeDocument/2006/relationships/slide" Target=""/><Relationship Id="rId4" Type="http://schemas.openxmlformats.org/officeDocument/2006/relationships/slide" Target=""/><Relationship Id="rId5" Type="http://schemas.openxmlformats.org/officeDocument/2006/relationships/slideLayout" Target="../slideLayouts/slideLayout3.xml"/>
</Relationships>
</file>

<file path=ppt/slides/_rels/slide219.xml.rels><?xml version="1.0" encoding="UTF-8"?>
<Relationships xmlns="http://schemas.openxmlformats.org/package/2006/relationships"><Relationship Id="rId1" Type="http://schemas.openxmlformats.org/officeDocument/2006/relationships/image" Target="../media/image179.png"/><Relationship Id="rId2" Type="http://schemas.openxmlformats.org/officeDocument/2006/relationships/image" Target="../media/image152.png"/><Relationship Id="rId3" Type="http://schemas.openxmlformats.org/officeDocument/2006/relationships/slide" Target=""/><Relationship Id="rId4" Type="http://schemas.openxmlformats.org/officeDocument/2006/relationships/slide" Target=""/><Relationship Id="rId5" Type="http://schemas.openxmlformats.org/officeDocument/2006/relationships/slideLayout" Target="../slideLayouts/slideLayout3.xml"/>
</Relationships>
</file>

<file path=ppt/slides/_rels/slide220.xml.rels><?xml version="1.0" encoding="UTF-8"?>
<Relationships xmlns="http://schemas.openxmlformats.org/package/2006/relationships"><Relationship Id="rId1" Type="http://schemas.openxmlformats.org/officeDocument/2006/relationships/image" Target="../media/image180.png"/><Relationship Id="rId2" Type="http://schemas.openxmlformats.org/officeDocument/2006/relationships/slide" Target=""/><Relationship Id="rId3" Type="http://schemas.openxmlformats.org/officeDocument/2006/relationships/slide" Target=""/><Relationship Id="rId4" Type="http://schemas.openxmlformats.org/officeDocument/2006/relationships/slide" Target=""/><Relationship Id="rId5" Type="http://schemas.openxmlformats.org/officeDocument/2006/relationships/slide" Target=""/><Relationship Id="rId6" Type="http://schemas.openxmlformats.org/officeDocument/2006/relationships/slideLayout" Target="../slideLayouts/slideLayout3.xml"/>
</Relationships>
</file>

<file path=ppt/slides/_rels/slide221.xml.rels><?xml version="1.0" encoding="UTF-8"?>
<Relationships xmlns="http://schemas.openxmlformats.org/package/2006/relationships"><Relationship Id="rId1" Type="http://schemas.openxmlformats.org/officeDocument/2006/relationships/image" Target="../media/image180.png"/><Relationship Id="rId2" Type="http://schemas.openxmlformats.org/officeDocument/2006/relationships/image" Target="../media/image181.png"/><Relationship Id="rId3" Type="http://schemas.openxmlformats.org/officeDocument/2006/relationships/slide" Target=""/><Relationship Id="rId4" Type="http://schemas.openxmlformats.org/officeDocument/2006/relationships/slide" Target=""/><Relationship Id="rId5" Type="http://schemas.openxmlformats.org/officeDocument/2006/relationships/slide" Target=""/><Relationship Id="rId6" Type="http://schemas.openxmlformats.org/officeDocument/2006/relationships/slideLayout" Target="../slideLayouts/slideLayout3.xml"/>
</Relationships>
</file>

<file path=ppt/slides/_rels/slide222.xml.rels><?xml version="1.0" encoding="UTF-8"?>
<Relationships xmlns="http://schemas.openxmlformats.org/package/2006/relationships"><Relationship Id="rId1" Type="http://schemas.openxmlformats.org/officeDocument/2006/relationships/image" Target="../media/image182.png"/><Relationship Id="rId2" Type="http://schemas.openxmlformats.org/officeDocument/2006/relationships/image" Target="../media/image152.png"/><Relationship Id="rId3" Type="http://schemas.openxmlformats.org/officeDocument/2006/relationships/slide" Target=""/><Relationship Id="rId4" Type="http://schemas.openxmlformats.org/officeDocument/2006/relationships/slideLayout" Target="../slideLayouts/slideLayout3.xml"/>
</Relationships>
</file>

<file path=ppt/slides/_rels/slide223.xml.rels><?xml version="1.0" encoding="UTF-8"?>
<Relationships xmlns="http://schemas.openxmlformats.org/package/2006/relationships"><Relationship Id="rId1" Type="http://schemas.openxmlformats.org/officeDocument/2006/relationships/image" Target="../media/image183.png"/><Relationship Id="rId2" Type="http://schemas.openxmlformats.org/officeDocument/2006/relationships/image" Target="../media/image152.png"/><Relationship Id="rId3" Type="http://schemas.openxmlformats.org/officeDocument/2006/relationships/image" Target="../media/image181.png"/><Relationship Id="rId4" Type="http://schemas.openxmlformats.org/officeDocument/2006/relationships/slideLayout" Target="../slideLayouts/slideLayout3.xml"/>
</Relationships>
</file>

<file path=ppt/slides/_rels/slide224.xml.rels><?xml version="1.0" encoding="UTF-8"?>
<Relationships xmlns="http://schemas.openxmlformats.org/package/2006/relationships"><Relationship Id="rId1" Type="http://schemas.openxmlformats.org/officeDocument/2006/relationships/image" Target="../media/image175.png"/><Relationship Id="rId2" Type="http://schemas.openxmlformats.org/officeDocument/2006/relationships/image" Target="../media/image152.png"/><Relationship Id="rId3" Type="http://schemas.openxmlformats.org/officeDocument/2006/relationships/slide" Target=""/><Relationship Id="rId4" Type="http://schemas.openxmlformats.org/officeDocument/2006/relationships/slideLayout" Target="../slideLayouts/slideLayout3.xml"/>
</Relationships>
</file>

<file path=ppt/slides/_rels/slide225.xml.rels><?xml version="1.0" encoding="UTF-8"?>
<Relationships xmlns="http://schemas.openxmlformats.org/package/2006/relationships"><Relationship Id="rId1" Type="http://schemas.openxmlformats.org/officeDocument/2006/relationships/image" Target="../media/image184.png"/><Relationship Id="rId2" Type="http://schemas.openxmlformats.org/officeDocument/2006/relationships/slideLayout" Target="../slideLayouts/slideLayout3.xml"/>
</Relationships>
</file>

<file path=ppt/slides/_rels/slide226.xml.rels><?xml version="1.0" encoding="UTF-8"?>
<Relationships xmlns="http://schemas.openxmlformats.org/package/2006/relationships"><Relationship Id="rId1" Type="http://schemas.openxmlformats.org/officeDocument/2006/relationships/image" Target="../media/image185.png"/><Relationship Id="rId2" Type="http://schemas.openxmlformats.org/officeDocument/2006/relationships/slideLayout" Target="../slideLayouts/slideLayout3.xml"/>
</Relationships>
</file>

<file path=ppt/slides/_rels/slide227.xml.rels><?xml version="1.0" encoding="UTF-8"?>
<Relationships xmlns="http://schemas.openxmlformats.org/package/2006/relationships"><Relationship Id="rId1" Type="http://schemas.openxmlformats.org/officeDocument/2006/relationships/image" Target="../media/image186.png"/><Relationship Id="rId2" Type="http://schemas.openxmlformats.org/officeDocument/2006/relationships/image" Target="../media/image61.png"/><Relationship Id="rId3" Type="http://schemas.openxmlformats.org/officeDocument/2006/relationships/slideLayout" Target="../slideLayouts/slideLayout3.xml"/>
</Relationships>
</file>

<file path=ppt/slides/_rels/slide228.xml.rels><?xml version="1.0" encoding="UTF-8"?>
<Relationships xmlns="http://schemas.openxmlformats.org/package/2006/relationships"><Relationship Id="rId1" Type="http://schemas.openxmlformats.org/officeDocument/2006/relationships/image" Target="../media/image187.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29.xml.rels><?xml version="1.0" encoding="UTF-8"?>
<Relationships xmlns="http://schemas.openxmlformats.org/package/2006/relationships"><Relationship Id="rId1" Type="http://schemas.openxmlformats.org/officeDocument/2006/relationships/image" Target="../media/image188.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30.xml.rels><?xml version="1.0" encoding="UTF-8"?>
<Relationships xmlns="http://schemas.openxmlformats.org/package/2006/relationships"><Relationship Id="rId1" Type="http://schemas.openxmlformats.org/officeDocument/2006/relationships/image" Target="../media/image189.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31.xml.rels><?xml version="1.0" encoding="UTF-8"?>
<Relationships xmlns="http://schemas.openxmlformats.org/package/2006/relationships"><Relationship Id="rId1" Type="http://schemas.openxmlformats.org/officeDocument/2006/relationships/image" Target="../media/image190.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32.xml.rels><?xml version="1.0" encoding="UTF-8"?>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33.xml.rels><?xml version="1.0" encoding="UTF-8"?>
<Relationships xmlns="http://schemas.openxmlformats.org/package/2006/relationships"><Relationship Id="rId1" Type="http://schemas.openxmlformats.org/officeDocument/2006/relationships/image" Target="../media/image192.png"/><Relationship Id="rId2" Type="http://schemas.openxmlformats.org/officeDocument/2006/relationships/image" Target="../media/image89.png"/><Relationship Id="rId3" Type="http://schemas.openxmlformats.org/officeDocument/2006/relationships/image" Target="../media/image61.png"/><Relationship Id="rId4" Type="http://schemas.openxmlformats.org/officeDocument/2006/relationships/slideLayout" Target="../slideLayouts/slideLayout3.xml"/>
</Relationships>
</file>

<file path=ppt/slides/_rels/slide234.xml.rels><?xml version="1.0" encoding="UTF-8"?>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35.xml.rels><?xml version="1.0" encoding="UTF-8"?>
<Relationships xmlns="http://schemas.openxmlformats.org/package/2006/relationships"><Relationship Id="rId1" Type="http://schemas.openxmlformats.org/officeDocument/2006/relationships/image" Target="../media/image193.png"/><Relationship Id="rId2" Type="http://schemas.openxmlformats.org/officeDocument/2006/relationships/image" Target="../media/image89.png"/><Relationship Id="rId3" Type="http://schemas.openxmlformats.org/officeDocument/2006/relationships/image" Target="../media/image61.png"/><Relationship Id="rId4" Type="http://schemas.openxmlformats.org/officeDocument/2006/relationships/slideLayout" Target="../slideLayouts/slideLayout3.xml"/>
</Relationships>
</file>

<file path=ppt/slides/_rels/slide236.xml.rels><?xml version="1.0" encoding="UTF-8"?>
<Relationships xmlns="http://schemas.openxmlformats.org/package/2006/relationships"><Relationship Id="rId1" Type="http://schemas.openxmlformats.org/officeDocument/2006/relationships/image" Target="../media/image194.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37.xml.rels><?xml version="1.0" encoding="UTF-8"?>
<Relationships xmlns="http://schemas.openxmlformats.org/package/2006/relationships"><Relationship Id="rId1" Type="http://schemas.openxmlformats.org/officeDocument/2006/relationships/image" Target="../media/image195.png"/><Relationship Id="rId2" Type="http://schemas.openxmlformats.org/officeDocument/2006/relationships/slideLayout" Target="../slideLayouts/slideLayout3.xml"/>
</Relationships>
</file>

<file path=ppt/slides/_rels/slide238.xml.rels><?xml version="1.0" encoding="UTF-8"?>
<Relationships xmlns="http://schemas.openxmlformats.org/package/2006/relationships"><Relationship Id="rId1" Type="http://schemas.openxmlformats.org/officeDocument/2006/relationships/image" Target="../media/image196.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39.xml.rels><?xml version="1.0" encoding="UTF-8"?>
<Relationships xmlns="http://schemas.openxmlformats.org/package/2006/relationships"><Relationship Id="rId1" Type="http://schemas.openxmlformats.org/officeDocument/2006/relationships/image" Target="../media/image195.png"/><Relationship Id="rId2" Type="http://schemas.openxmlformats.org/officeDocument/2006/relationships/slideLayout" Target="../slideLayouts/slideLayout3.xml"/>
</Relationships>
</file>

<file path=ppt/slides/_rels/slide240.xml.rels><?xml version="1.0" encoding="UTF-8"?>
<Relationships xmlns="http://schemas.openxmlformats.org/package/2006/relationships"><Relationship Id="rId1" Type="http://schemas.openxmlformats.org/officeDocument/2006/relationships/image" Target="../media/image197.png"/><Relationship Id="rId2" Type="http://schemas.openxmlformats.org/officeDocument/2006/relationships/slideLayout" Target="../slideLayouts/slideLayout3.xml"/>
</Relationships>
</file>

<file path=ppt/slides/_rels/slide241.xml.rels><?xml version="1.0" encoding="UTF-8"?>
<Relationships xmlns="http://schemas.openxmlformats.org/package/2006/relationships"><Relationship Id="rId1" Type="http://schemas.openxmlformats.org/officeDocument/2006/relationships/image" Target="../media/image198.png"/><Relationship Id="rId2" Type="http://schemas.openxmlformats.org/officeDocument/2006/relationships/image" Target="../media/image89.png"/><Relationship Id="rId3" Type="http://schemas.openxmlformats.org/officeDocument/2006/relationships/image" Target="../media/image61.png"/><Relationship Id="rId4" Type="http://schemas.openxmlformats.org/officeDocument/2006/relationships/slideLayout" Target="../slideLayouts/slideLayout3.xml"/>
</Relationships>
</file>

<file path=ppt/slides/_rels/slide242.xml.rels><?xml version="1.0" encoding="UTF-8"?>
<Relationships xmlns="http://schemas.openxmlformats.org/package/2006/relationships"><Relationship Id="rId1" Type="http://schemas.openxmlformats.org/officeDocument/2006/relationships/image" Target="../media/image199.png"/><Relationship Id="rId2" Type="http://schemas.openxmlformats.org/officeDocument/2006/relationships/slideLayout" Target="../slideLayouts/slideLayout3.xml"/>
</Relationships>
</file>

<file path=ppt/slides/_rels/slide24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44.xml.rels><?xml version="1.0" encoding="UTF-8"?>
<Relationships xmlns="http://schemas.openxmlformats.org/package/2006/relationships"><Relationship Id="rId1" Type="http://schemas.openxmlformats.org/officeDocument/2006/relationships/image" Target="../media/image200.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45.xml.rels><?xml version="1.0" encoding="UTF-8"?>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4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47.xml.rels><?xml version="1.0" encoding="UTF-8"?>
<Relationships xmlns="http://schemas.openxmlformats.org/package/2006/relationships"><Relationship Id="rId1" Type="http://schemas.openxmlformats.org/officeDocument/2006/relationships/image" Target="../media/image202.png"/><Relationship Id="rId2" Type="http://schemas.openxmlformats.org/officeDocument/2006/relationships/slideLayout" Target="../slideLayouts/slideLayout3.xml"/>
</Relationships>
</file>

<file path=ppt/slides/_rels/slide248.xml.rels><?xml version="1.0" encoding="UTF-8"?>
<Relationships xmlns="http://schemas.openxmlformats.org/package/2006/relationships"><Relationship Id="rId1" Type="http://schemas.openxmlformats.org/officeDocument/2006/relationships/image" Target="../media/image203.png"/><Relationship Id="rId2" Type="http://schemas.openxmlformats.org/officeDocument/2006/relationships/slideLayout" Target="../slideLayouts/slideLayout3.xml"/>
</Relationships>
</file>

<file path=ppt/slides/_rels/slide249.xml.rels><?xml version="1.0" encoding="UTF-8"?>
<Relationships xmlns="http://schemas.openxmlformats.org/package/2006/relationships"><Relationship Id="rId1" Type="http://schemas.openxmlformats.org/officeDocument/2006/relationships/image" Target="../media/image204.png"/><Relationship Id="rId2" Type="http://schemas.openxmlformats.org/officeDocument/2006/relationships/slideLayout" Target="../slideLayouts/slideLayout3.xml"/>
</Relationships>
</file>

<file path=ppt/slides/_rels/slide250.xml.rels><?xml version="1.0" encoding="UTF-8"?>
<Relationships xmlns="http://schemas.openxmlformats.org/package/2006/relationships"><Relationship Id="rId1" Type="http://schemas.openxmlformats.org/officeDocument/2006/relationships/image" Target="../media/image204.png"/><Relationship Id="rId2" Type="http://schemas.openxmlformats.org/officeDocument/2006/relationships/slideLayout" Target="../slideLayouts/slideLayout3.xml"/>
</Relationships>
</file>

<file path=ppt/slides/_rels/slide251.xml.rels><?xml version="1.0" encoding="UTF-8"?>
<Relationships xmlns="http://schemas.openxmlformats.org/package/2006/relationships"><Relationship Id="rId1" Type="http://schemas.openxmlformats.org/officeDocument/2006/relationships/image" Target="../media/image205.png"/><Relationship Id="rId2" Type="http://schemas.openxmlformats.org/officeDocument/2006/relationships/slideLayout" Target="../slideLayouts/slideLayout3.xml"/>
</Relationships>
</file>

<file path=ppt/slides/_rels/slide252.xml.rels><?xml version="1.0" encoding="UTF-8"?>
<Relationships xmlns="http://schemas.openxmlformats.org/package/2006/relationships"><Relationship Id="rId1" Type="http://schemas.openxmlformats.org/officeDocument/2006/relationships/image" Target="../media/image206.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53.xml.rels><?xml version="1.0" encoding="UTF-8"?>
<Relationships xmlns="http://schemas.openxmlformats.org/package/2006/relationships"><Relationship Id="rId1" Type="http://schemas.openxmlformats.org/officeDocument/2006/relationships/image" Target="../media/image207.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54.xml.rels><?xml version="1.0" encoding="UTF-8"?>
<Relationships xmlns="http://schemas.openxmlformats.org/package/2006/relationships"><Relationship Id="rId1" Type="http://schemas.openxmlformats.org/officeDocument/2006/relationships/image" Target="../media/image207.png"/><Relationship Id="rId2" Type="http://schemas.openxmlformats.org/officeDocument/2006/relationships/image" Target="../media/image208.png"/><Relationship Id="rId3" Type="http://schemas.openxmlformats.org/officeDocument/2006/relationships/slideLayout" Target="../slideLayouts/slideLayout3.xml"/>
</Relationships>
</file>

<file path=ppt/slides/_rels/slide255.xml.rels><?xml version="1.0" encoding="UTF-8"?>
<Relationships xmlns="http://schemas.openxmlformats.org/package/2006/relationships"><Relationship Id="rId1" Type="http://schemas.openxmlformats.org/officeDocument/2006/relationships/image" Target="../media/image209.png"/><Relationship Id="rId2" Type="http://schemas.openxmlformats.org/officeDocument/2006/relationships/slideLayout" Target="../slideLayouts/slideLayout2.xml"/>
</Relationships>
</file>

<file path=ppt/slides/_rels/slide256.xml.rels><?xml version="1.0" encoding="UTF-8"?>
<Relationships xmlns="http://schemas.openxmlformats.org/package/2006/relationships"><Relationship Id="rId1" Type="http://schemas.openxmlformats.org/officeDocument/2006/relationships/image" Target="../media/image210.png"/><Relationship Id="rId2" Type="http://schemas.openxmlformats.org/officeDocument/2006/relationships/slideLayout" Target="../slideLayouts/slideLayout3.xml"/>
</Relationships>
</file>

<file path=ppt/slides/_rels/slide257.xml.rels><?xml version="1.0" encoding="UTF-8"?>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58.xml.rels><?xml version="1.0" encoding="UTF-8"?>
<Relationships xmlns="http://schemas.openxmlformats.org/package/2006/relationships"><Relationship Id="rId1" Type="http://schemas.openxmlformats.org/officeDocument/2006/relationships/image" Target="../media/image210.png"/><Relationship Id="rId2" Type="http://schemas.openxmlformats.org/officeDocument/2006/relationships/slideLayout" Target="../slideLayouts/slideLayout3.xml"/>
</Relationships>
</file>

<file path=ppt/slides/_rels/slide259.xml.rels><?xml version="1.0" encoding="UTF-8"?>
<Relationships xmlns="http://schemas.openxmlformats.org/package/2006/relationships"><Relationship Id="rId1" Type="http://schemas.openxmlformats.org/officeDocument/2006/relationships/image" Target="../media/image212.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60.xml.rels><?xml version="1.0" encoding="UTF-8"?>
<Relationships xmlns="http://schemas.openxmlformats.org/package/2006/relationships"><Relationship Id="rId1" Type="http://schemas.openxmlformats.org/officeDocument/2006/relationships/image" Target="../media/image213.png"/><Relationship Id="rId2" Type="http://schemas.openxmlformats.org/officeDocument/2006/relationships/image" Target="../media/image89.png"/><Relationship Id="rId3" Type="http://schemas.openxmlformats.org/officeDocument/2006/relationships/image" Target="../media/image61.png"/><Relationship Id="rId4" Type="http://schemas.openxmlformats.org/officeDocument/2006/relationships/slideLayout" Target="../slideLayouts/slideLayout3.xml"/>
</Relationships>
</file>

<file path=ppt/slides/_rels/slide261.xml.rels><?xml version="1.0" encoding="UTF-8"?>
<Relationships xmlns="http://schemas.openxmlformats.org/package/2006/relationships"><Relationship Id="rId1" Type="http://schemas.openxmlformats.org/officeDocument/2006/relationships/image" Target="../media/image212.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62.xml.rels><?xml version="1.0" encoding="UTF-8"?>
<Relationships xmlns="http://schemas.openxmlformats.org/package/2006/relationships"><Relationship Id="rId1" Type="http://schemas.openxmlformats.org/officeDocument/2006/relationships/image" Target="../media/image213.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63.xml.rels><?xml version="1.0" encoding="UTF-8"?>
<Relationships xmlns="http://schemas.openxmlformats.org/package/2006/relationships"><Relationship Id="rId1" Type="http://schemas.openxmlformats.org/officeDocument/2006/relationships/image" Target="../media/image212.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64.xml.rels><?xml version="1.0" encoding="UTF-8"?>
<Relationships xmlns="http://schemas.openxmlformats.org/package/2006/relationships"><Relationship Id="rId1" Type="http://schemas.openxmlformats.org/officeDocument/2006/relationships/image" Target="../media/image212.png"/><Relationship Id="rId2" Type="http://schemas.openxmlformats.org/officeDocument/2006/relationships/image" Target="../media/image214.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65.xml.rels><?xml version="1.0" encoding="UTF-8"?>
<Relationships xmlns="http://schemas.openxmlformats.org/package/2006/relationships"><Relationship Id="rId1" Type="http://schemas.openxmlformats.org/officeDocument/2006/relationships/image" Target="../media/image215.png"/><Relationship Id="rId2" Type="http://schemas.openxmlformats.org/officeDocument/2006/relationships/slideLayout" Target="../slideLayouts/slideLayout3.xml"/>
</Relationships>
</file>

<file path=ppt/slides/_rels/slide266.xml.rels><?xml version="1.0" encoding="UTF-8"?>
<Relationships xmlns="http://schemas.openxmlformats.org/package/2006/relationships"><Relationship Id="rId1" Type="http://schemas.openxmlformats.org/officeDocument/2006/relationships/image" Target="../media/image216.png"/><Relationship Id="rId2" Type="http://schemas.openxmlformats.org/officeDocument/2006/relationships/image" Target="../media/image217.png"/><Relationship Id="rId3" Type="http://schemas.openxmlformats.org/officeDocument/2006/relationships/image" Target="../media/image218.png"/><Relationship Id="rId4" Type="http://schemas.openxmlformats.org/officeDocument/2006/relationships/slideLayout" Target="../slideLayouts/slideLayout3.xml"/>
</Relationships>
</file>

<file path=ppt/slides/_rels/slide267.xml.rels><?xml version="1.0" encoding="UTF-8"?>
<Relationships xmlns="http://schemas.openxmlformats.org/package/2006/relationships"><Relationship Id="rId1" Type="http://schemas.openxmlformats.org/officeDocument/2006/relationships/image" Target="../media/image215.png"/><Relationship Id="rId2" Type="http://schemas.openxmlformats.org/officeDocument/2006/relationships/image" Target="../media/image61.png"/><Relationship Id="rId3" Type="http://schemas.openxmlformats.org/officeDocument/2006/relationships/slideLayout" Target="../slideLayouts/slideLayout3.xml"/>
</Relationships>
</file>

<file path=ppt/slides/_rels/slide268.xml.rels><?xml version="1.0" encoding="UTF-8"?>
<Relationships xmlns="http://schemas.openxmlformats.org/package/2006/relationships"><Relationship Id="rId1" Type="http://schemas.openxmlformats.org/officeDocument/2006/relationships/image" Target="../media/image216.png"/><Relationship Id="rId2" Type="http://schemas.openxmlformats.org/officeDocument/2006/relationships/image" Target="../media/image217.png"/><Relationship Id="rId3" Type="http://schemas.openxmlformats.org/officeDocument/2006/relationships/image" Target="../media/image218.png"/><Relationship Id="rId4" Type="http://schemas.openxmlformats.org/officeDocument/2006/relationships/slideLayout" Target="../slideLayouts/slideLayout3.xml"/>
</Relationships>
</file>

<file path=ppt/slides/_rels/slide269.xml.rels><?xml version="1.0" encoding="UTF-8"?>
<Relationships xmlns="http://schemas.openxmlformats.org/package/2006/relationships"><Relationship Id="rId1" Type="http://schemas.openxmlformats.org/officeDocument/2006/relationships/image" Target="../media/image219.png"/><Relationship Id="rId2" Type="http://schemas.openxmlformats.org/officeDocument/2006/relationships/slideLayout" Target="../slideLayouts/slideLayout3.xml"/>
</Relationships>
</file>

<file path=ppt/slides/_rels/slide270.xml.rels><?xml version="1.0" encoding="UTF-8"?>
<Relationships xmlns="http://schemas.openxmlformats.org/package/2006/relationships"><Relationship Id="rId1" Type="http://schemas.openxmlformats.org/officeDocument/2006/relationships/image" Target="../media/image220.png"/><Relationship Id="rId2"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image" Target="../media/image223.png"/><Relationship Id="rId5" Type="http://schemas.openxmlformats.org/officeDocument/2006/relationships/image" Target="../media/image224.png"/><Relationship Id="rId6" Type="http://schemas.openxmlformats.org/officeDocument/2006/relationships/slideLayout" Target="../slideLayouts/slideLayout3.xml"/>
</Relationships>
</file>

<file path=ppt/slides/_rels/slide271.xml.rels><?xml version="1.0" encoding="UTF-8"?>
<Relationships xmlns="http://schemas.openxmlformats.org/package/2006/relationships"><Relationship Id="rId1" Type="http://schemas.openxmlformats.org/officeDocument/2006/relationships/image" Target="../media/image225.png"/><Relationship Id="rId2" Type="http://schemas.openxmlformats.org/officeDocument/2006/relationships/image" Target="../media/image226.gif"/><Relationship Id="rId3" Type="http://schemas.openxmlformats.org/officeDocument/2006/relationships/slideLayout" Target="../slideLayouts/slideLayout3.xml"/>
</Relationships>
</file>

<file path=ppt/slides/_rels/slide272.xml.rels><?xml version="1.0" encoding="UTF-8"?>
<Relationships xmlns="http://schemas.openxmlformats.org/package/2006/relationships"><Relationship Id="rId1" Type="http://schemas.openxmlformats.org/officeDocument/2006/relationships/image" Target="../media/image227.png"/><Relationship Id="rId2" Type="http://schemas.openxmlformats.org/officeDocument/2006/relationships/image" Target="../media/image228.png"/><Relationship Id="rId3" Type="http://schemas.openxmlformats.org/officeDocument/2006/relationships/image" Target="../media/image229.png"/><Relationship Id="rId4" Type="http://schemas.openxmlformats.org/officeDocument/2006/relationships/image" Target="../media/image230.wmf"/><Relationship Id="rId5" Type="http://schemas.openxmlformats.org/officeDocument/2006/relationships/image" Target="../media/image224.png"/><Relationship Id="rId6" Type="http://schemas.openxmlformats.org/officeDocument/2006/relationships/image" Target="../media/image223.png"/><Relationship Id="rId7" Type="http://schemas.openxmlformats.org/officeDocument/2006/relationships/image" Target="../media/image222.png"/><Relationship Id="rId8" Type="http://schemas.openxmlformats.org/officeDocument/2006/relationships/slideLayout" Target="../slideLayouts/slideLayout3.xml"/>
</Relationships>
</file>

<file path=ppt/slides/_rels/slide273.xml.rels><?xml version="1.0" encoding="UTF-8"?>
<Relationships xmlns="http://schemas.openxmlformats.org/package/2006/relationships"><Relationship Id="rId1" Type="http://schemas.openxmlformats.org/officeDocument/2006/relationships/image" Target="../media/image215.png"/><Relationship Id="rId2" Type="http://schemas.openxmlformats.org/officeDocument/2006/relationships/slideLayout" Target="../slideLayouts/slideLayout3.xml"/>
</Relationships>
</file>

<file path=ppt/slides/_rels/slide274.xml.rels><?xml version="1.0" encoding="UTF-8"?>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61.png"/><Relationship Id="rId3" Type="http://schemas.openxmlformats.org/officeDocument/2006/relationships/slideLayout" Target="../slideLayouts/slideLayout3.xml"/>
</Relationships>
</file>

<file path=ppt/slides/_rels/slide275.xml.rels><?xml version="1.0" encoding="UTF-8"?>
<Relationships xmlns="http://schemas.openxmlformats.org/package/2006/relationships"><Relationship Id="rId1" Type="http://schemas.openxmlformats.org/officeDocument/2006/relationships/image" Target="../media/image232.png"/><Relationship Id="rId2" Type="http://schemas.openxmlformats.org/officeDocument/2006/relationships/image" Target="../media/image61.png"/><Relationship Id="rId3" Type="http://schemas.openxmlformats.org/officeDocument/2006/relationships/slideLayout" Target="../slideLayouts/slideLayout3.xml"/>
</Relationships>
</file>

<file path=ppt/slides/_rels/slide276.xml.rels><?xml version="1.0" encoding="UTF-8"?>
<Relationships xmlns="http://schemas.openxmlformats.org/package/2006/relationships"><Relationship Id="rId1" Type="http://schemas.openxmlformats.org/officeDocument/2006/relationships/image" Target="../media/image233.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77.xml.rels><?xml version="1.0" encoding="UTF-8"?>
<Relationships xmlns="http://schemas.openxmlformats.org/package/2006/relationships"><Relationship Id="rId1" Type="http://schemas.openxmlformats.org/officeDocument/2006/relationships/image" Target="../media/image210.png"/><Relationship Id="rId2" Type="http://schemas.openxmlformats.org/officeDocument/2006/relationships/slideLayout" Target="../slideLayouts/slideLayout3.xml"/>
</Relationships>
</file>

<file path=ppt/slides/_rels/slide278.xml.rels><?xml version="1.0" encoding="UTF-8"?>
<Relationships xmlns="http://schemas.openxmlformats.org/package/2006/relationships"><Relationship Id="rId1" Type="http://schemas.openxmlformats.org/officeDocument/2006/relationships/image" Target="../media/image234.png"/><Relationship Id="rId2" Type="http://schemas.openxmlformats.org/officeDocument/2006/relationships/image" Target="../media/image89.png"/><Relationship Id="rId3" Type="http://schemas.openxmlformats.org/officeDocument/2006/relationships/image" Target="../media/image61.png"/><Relationship Id="rId4" Type="http://schemas.openxmlformats.org/officeDocument/2006/relationships/slideLayout" Target="../slideLayouts/slideLayout3.xml"/>
</Relationships>
</file>

<file path=ppt/slides/_rels/slide279.xml.rels><?xml version="1.0" encoding="UTF-8"?>
<Relationships xmlns="http://schemas.openxmlformats.org/package/2006/relationships"><Relationship Id="rId1" Type="http://schemas.openxmlformats.org/officeDocument/2006/relationships/image" Target="../media/image234.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280.xml.rels><?xml version="1.0" encoding="UTF-8"?>
<Relationships xmlns="http://schemas.openxmlformats.org/package/2006/relationships"><Relationship Id="rId1" Type="http://schemas.openxmlformats.org/officeDocument/2006/relationships/image" Target="../media/image234.png"/><Relationship Id="rId2" Type="http://schemas.openxmlformats.org/officeDocument/2006/relationships/slideLayout" Target="../slideLayouts/slideLayout3.xml"/>
</Relationships>
</file>

<file path=ppt/slides/_rels/slide281.xml.rels><?xml version="1.0" encoding="UTF-8"?>
<Relationships xmlns="http://schemas.openxmlformats.org/package/2006/relationships"><Relationship Id="rId1" Type="http://schemas.openxmlformats.org/officeDocument/2006/relationships/image" Target="../media/image235.png"/><Relationship Id="rId2" Type="http://schemas.openxmlformats.org/officeDocument/2006/relationships/slideLayout" Target="../slideLayouts/slideLayout3.xml"/>
</Relationships>
</file>

<file path=ppt/slides/_rels/slide282.xml.rels><?xml version="1.0" encoding="UTF-8"?>
<Relationships xmlns="http://schemas.openxmlformats.org/package/2006/relationships"><Relationship Id="rId1" Type="http://schemas.openxmlformats.org/officeDocument/2006/relationships/image" Target="../media/image210.png"/><Relationship Id="rId2" Type="http://schemas.openxmlformats.org/officeDocument/2006/relationships/slideLayout" Target="../slideLayouts/slideLayout3.xml"/>
</Relationships>
</file>

<file path=ppt/slides/_rels/slide28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84.xml.rels><?xml version="1.0" encoding="UTF-8"?>
<Relationships xmlns="http://schemas.openxmlformats.org/package/2006/relationships"><Relationship Id="rId1" Type="http://schemas.openxmlformats.org/officeDocument/2006/relationships/image" Target="../media/image236.png"/><Relationship Id="rId2" Type="http://schemas.openxmlformats.org/officeDocument/2006/relationships/slideLayout" Target="../slideLayouts/slideLayout3.xml"/>
</Relationships>
</file>

<file path=ppt/slides/_rels/slide28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86.xml.rels><?xml version="1.0" encoding="UTF-8"?>
<Relationships xmlns="http://schemas.openxmlformats.org/package/2006/relationships"><Relationship Id="rId1" Type="http://schemas.openxmlformats.org/officeDocument/2006/relationships/image" Target="../media/image237.png"/><Relationship Id="rId2" Type="http://schemas.openxmlformats.org/officeDocument/2006/relationships/slideLayout" Target="../slideLayouts/slideLayout3.xml"/>
</Relationships>
</file>

<file path=ppt/slides/_rels/slide287.xml.rels><?xml version="1.0" encoding="UTF-8"?>
<Relationships xmlns="http://schemas.openxmlformats.org/package/2006/relationships"><Relationship Id="rId1" Type="http://schemas.openxmlformats.org/officeDocument/2006/relationships/image" Target="../media/image238.png"/><Relationship Id="rId2" Type="http://schemas.openxmlformats.org/officeDocument/2006/relationships/slideLayout" Target="../slideLayouts/slideLayout3.xml"/>
</Relationships>
</file>

<file path=ppt/slides/_rels/slide288.xml.rels><?xml version="1.0" encoding="UTF-8"?>
<Relationships xmlns="http://schemas.openxmlformats.org/package/2006/relationships"><Relationship Id="rId1" Type="http://schemas.openxmlformats.org/officeDocument/2006/relationships/image" Target="../media/image239.png"/><Relationship Id="rId2" Type="http://schemas.openxmlformats.org/officeDocument/2006/relationships/slideLayout" Target="../slideLayouts/slideLayout3.xml"/>
</Relationships>
</file>

<file path=ppt/slides/_rels/slide289.xml.rels><?xml version="1.0" encoding="UTF-8"?>
<Relationships xmlns="http://schemas.openxmlformats.org/package/2006/relationships"><Relationship Id="rId1" Type="http://schemas.openxmlformats.org/officeDocument/2006/relationships/image" Target="../media/image240.png"/><Relationship Id="rId2" Type="http://schemas.openxmlformats.org/officeDocument/2006/relationships/slideLayout" Target="../slideLayouts/slideLayout3.xml"/>
</Relationships>
</file>

<file path=ppt/slides/_rels/slide290.xml.rels><?xml version="1.0" encoding="UTF-8"?>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
</Relationships>
</file>

<file path=ppt/slides/_rels/slide291.xml.rels><?xml version="1.0" encoding="UTF-8"?>
<Relationships xmlns="http://schemas.openxmlformats.org/package/2006/relationships"><Relationship Id="rId1" Type="http://schemas.openxmlformats.org/officeDocument/2006/relationships/image" Target="../media/image242.png"/><Relationship Id="rId2" Type="http://schemas.openxmlformats.org/officeDocument/2006/relationships/slideLayout" Target="../slideLayouts/slideLayout3.xml"/>
</Relationships>
</file>

<file path=ppt/slides/_rels/slide292.xml.rels><?xml version="1.0" encoding="UTF-8"?>
<Relationships xmlns="http://schemas.openxmlformats.org/package/2006/relationships"><Relationship Id="rId1" Type="http://schemas.openxmlformats.org/officeDocument/2006/relationships/image" Target="../media/image243.png"/><Relationship Id="rId2" Type="http://schemas.openxmlformats.org/officeDocument/2006/relationships/slideLayout" Target="../slideLayouts/slideLayout3.xml"/>
</Relationships>
</file>

<file path=ppt/slides/_rels/slide293.xml.rels><?xml version="1.0" encoding="UTF-8"?>
<Relationships xmlns="http://schemas.openxmlformats.org/package/2006/relationships"><Relationship Id="rId1" Type="http://schemas.openxmlformats.org/officeDocument/2006/relationships/image" Target="../media/image244.png"/><Relationship Id="rId2" Type="http://schemas.openxmlformats.org/officeDocument/2006/relationships/image" Target="../media/image61.png"/><Relationship Id="rId3" Type="http://schemas.openxmlformats.org/officeDocument/2006/relationships/slideLayout" Target="../slideLayouts/slideLayout3.xml"/>
</Relationships>
</file>

<file path=ppt/slides/_rels/slide294.xml.rels><?xml version="1.0" encoding="UTF-8"?>
<Relationships xmlns="http://schemas.openxmlformats.org/package/2006/relationships"><Relationship Id="rId1" Type="http://schemas.openxmlformats.org/officeDocument/2006/relationships/image" Target="../media/image245.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95.xml.rels><?xml version="1.0" encoding="UTF-8"?>
<Relationships xmlns="http://schemas.openxmlformats.org/package/2006/relationships"><Relationship Id="rId1" Type="http://schemas.openxmlformats.org/officeDocument/2006/relationships/image" Target="../media/image246.png"/><Relationship Id="rId2" Type="http://schemas.openxmlformats.org/officeDocument/2006/relationships/image" Target="../media/image61.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296.xml.rels><?xml version="1.0" encoding="UTF-8"?>
<Relationships xmlns="http://schemas.openxmlformats.org/package/2006/relationships"><Relationship Id="rId1" Type="http://schemas.openxmlformats.org/officeDocument/2006/relationships/image" Target="../media/image247.png"/><Relationship Id="rId2" Type="http://schemas.openxmlformats.org/officeDocument/2006/relationships/slideLayout" Target="../slideLayouts/slideLayout3.xml"/>
</Relationships>
</file>

<file path=ppt/slides/_rels/slide297.xml.rels><?xml version="1.0" encoding="UTF-8"?>
<Relationships xmlns="http://schemas.openxmlformats.org/package/2006/relationships"><Relationship Id="rId1" Type="http://schemas.openxmlformats.org/officeDocument/2006/relationships/image" Target="../media/image248.png"/><Relationship Id="rId2" Type="http://schemas.openxmlformats.org/officeDocument/2006/relationships/slideLayout" Target="../slideLayouts/slideLayout3.xml"/>
</Relationships>
</file>

<file path=ppt/slides/_rels/slide298.xml.rels><?xml version="1.0" encoding="UTF-8"?>
<Relationships xmlns="http://schemas.openxmlformats.org/package/2006/relationships"><Relationship Id="rId1" Type="http://schemas.openxmlformats.org/officeDocument/2006/relationships/image" Target="../media/image247.png"/><Relationship Id="rId2" Type="http://schemas.openxmlformats.org/officeDocument/2006/relationships/slideLayout" Target="../slideLayouts/slideLayout3.xml"/>
</Relationships>
</file>

<file path=ppt/slides/_rels/slide299.xml.rels><?xml version="1.0" encoding="UTF-8"?>
<Relationships xmlns="http://schemas.openxmlformats.org/package/2006/relationships"><Relationship Id="rId1" Type="http://schemas.openxmlformats.org/officeDocument/2006/relationships/image" Target="../media/image248.png"/><Relationship Id="rId2" Type="http://schemas.openxmlformats.org/officeDocument/2006/relationships/slideLayout" Target="../slideLayouts/slideLayout3.xml"/>
</Relationships>
</file>

<file path=ppt/slides/_rels/slide300.xml.rels><?xml version="1.0" encoding="UTF-8"?>
<Relationships xmlns="http://schemas.openxmlformats.org/package/2006/relationships"><Relationship Id="rId1" Type="http://schemas.openxmlformats.org/officeDocument/2006/relationships/image" Target="../media/image247.png"/><Relationship Id="rId2" Type="http://schemas.openxmlformats.org/officeDocument/2006/relationships/slideLayout" Target="../slideLayouts/slideLayout3.xml"/>
</Relationships>
</file>

<file path=ppt/slides/_rels/slide301.xml.rels><?xml version="1.0" encoding="UTF-8"?>
<Relationships xmlns="http://schemas.openxmlformats.org/package/2006/relationships"><Relationship Id="rId1" Type="http://schemas.openxmlformats.org/officeDocument/2006/relationships/image" Target="../media/image249.png"/><Relationship Id="rId2" Type="http://schemas.openxmlformats.org/officeDocument/2006/relationships/slideLayout" Target="../slideLayouts/slideLayout3.xml"/>
</Relationships>
</file>

<file path=ppt/slides/_rels/slide302.xml.rels><?xml version="1.0" encoding="UTF-8"?>
<Relationships xmlns="http://schemas.openxmlformats.org/package/2006/relationships"><Relationship Id="rId1" Type="http://schemas.openxmlformats.org/officeDocument/2006/relationships/image" Target="../media/image250.png"/><Relationship Id="rId2" Type="http://schemas.openxmlformats.org/officeDocument/2006/relationships/slideLayout" Target="../slideLayouts/slideLayout3.xml"/>
</Relationships>
</file>

<file path=ppt/slides/_rels/slide303.xml.rels><?xml version="1.0" encoding="UTF-8"?>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3.png"/><Relationship Id="rId4" Type="http://schemas.openxmlformats.org/officeDocument/2006/relationships/slideLayout" Target="../slideLayouts/slideLayout3.xml"/>
</Relationships>
</file>

<file path=ppt/slides/_rels/slide304.xml.rels><?xml version="1.0" encoding="UTF-8"?>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3.png"/><Relationship Id="rId3" Type="http://schemas.openxmlformats.org/officeDocument/2006/relationships/slideLayout" Target="../slideLayouts/slideLayout3.xml"/>
</Relationships>
</file>

<file path=ppt/slides/_rels/slide305.xml.rels><?xml version="1.0" encoding="UTF-8"?>
<Relationships xmlns="http://schemas.openxmlformats.org/package/2006/relationships"><Relationship Id="rId1" Type="http://schemas.openxmlformats.org/officeDocument/2006/relationships/image" Target="../media/image253.png"/><Relationship Id="rId2" Type="http://schemas.openxmlformats.org/officeDocument/2006/relationships/image" Target="../media/image89.png"/><Relationship Id="rId3" Type="http://schemas.openxmlformats.org/officeDocument/2006/relationships/slideLayout" Target="../slideLayouts/slideLayout3.xml"/>
</Relationships>
</file>

<file path=ppt/slides/_rels/slide306.xml.rels><?xml version="1.0" encoding="UTF-8"?>
<Relationships xmlns="http://schemas.openxmlformats.org/package/2006/relationships"><Relationship Id="rId1" Type="http://schemas.openxmlformats.org/officeDocument/2006/relationships/image" Target="../media/image254.png"/><Relationship Id="rId2" Type="http://schemas.openxmlformats.org/officeDocument/2006/relationships/image" Target="../media/image255.png"/><Relationship Id="rId3" Type="http://schemas.openxmlformats.org/officeDocument/2006/relationships/slideLayout" Target="../slideLayouts/slideLayout3.xml"/>
</Relationships>
</file>

<file path=ppt/slides/_rels/slide30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08.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58.png"/><Relationship Id="rId4" Type="http://schemas.openxmlformats.org/officeDocument/2006/relationships/image" Target="../media/image259.png"/><Relationship Id="rId5" Type="http://schemas.openxmlformats.org/officeDocument/2006/relationships/image" Target="../media/image260.png"/><Relationship Id="rId6" Type="http://schemas.openxmlformats.org/officeDocument/2006/relationships/image" Target="../media/image261.png"/><Relationship Id="rId7" Type="http://schemas.openxmlformats.org/officeDocument/2006/relationships/slideLayout" Target="../slideLayouts/slideLayout3.xml"/>
</Relationships>
</file>

<file path=ppt/slides/_rels/slide309.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8.png"/><Relationship Id="rId3" Type="http://schemas.openxmlformats.org/officeDocument/2006/relationships/image" Target="../media/image257.png"/><Relationship Id="rId4" Type="http://schemas.openxmlformats.org/officeDocument/2006/relationships/image" Target="../media/image261.png"/><Relationship Id="rId5" Type="http://schemas.openxmlformats.org/officeDocument/2006/relationships/image" Target="../media/image260.png"/><Relationship Id="rId6" Type="http://schemas.openxmlformats.org/officeDocument/2006/relationships/image" Target="../media/image3.png"/><Relationship Id="rId7" Type="http://schemas.openxmlformats.org/officeDocument/2006/relationships/slideLayout" Target="../slideLayouts/slideLayout3.xml"/>
</Relationships>
</file>

<file path=ppt/slides/_rels/slide310.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8.png"/><Relationship Id="rId3" Type="http://schemas.openxmlformats.org/officeDocument/2006/relationships/image" Target="../media/image257.png"/><Relationship Id="rId4" Type="http://schemas.openxmlformats.org/officeDocument/2006/relationships/image" Target="../media/image262.png"/><Relationship Id="rId5" Type="http://schemas.openxmlformats.org/officeDocument/2006/relationships/image" Target="../media/image260.png"/><Relationship Id="rId6" Type="http://schemas.openxmlformats.org/officeDocument/2006/relationships/image" Target="../media/image263.png"/><Relationship Id="rId7" Type="http://schemas.openxmlformats.org/officeDocument/2006/relationships/image" Target="../media/image264.png"/><Relationship Id="rId8" Type="http://schemas.openxmlformats.org/officeDocument/2006/relationships/image" Target="../media/image265.png"/><Relationship Id="rId9" Type="http://schemas.openxmlformats.org/officeDocument/2006/relationships/slideLayout" Target="../slideLayouts/slideLayout1.xml"/>
</Relationships>
</file>

<file path=ppt/slides/_rels/slide311.xml.rels><?xml version="1.0" encoding="UTF-8"?>
<Relationships xmlns="http://schemas.openxmlformats.org/package/2006/relationships"><Relationship Id="rId1" Type="http://schemas.openxmlformats.org/officeDocument/2006/relationships/image" Target="../media/image265.png"/><Relationship Id="rId2" Type="http://schemas.openxmlformats.org/officeDocument/2006/relationships/image" Target="../media/image257.png"/><Relationship Id="rId3" Type="http://schemas.openxmlformats.org/officeDocument/2006/relationships/slideLayout" Target="../slideLayouts/slideLayout3.xml"/>
</Relationships>
</file>

<file path=ppt/slides/_rels/slide312.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5.png"/><Relationship Id="rId4" Type="http://schemas.openxmlformats.org/officeDocument/2006/relationships/image" Target="../media/image266.png"/><Relationship Id="rId5" Type="http://schemas.openxmlformats.org/officeDocument/2006/relationships/image" Target="../media/image266.png"/><Relationship Id="rId6" Type="http://schemas.openxmlformats.org/officeDocument/2006/relationships/image" Target="../media/image266.png"/><Relationship Id="rId7" Type="http://schemas.openxmlformats.org/officeDocument/2006/relationships/image" Target="../media/image261.png"/><Relationship Id="rId8" Type="http://schemas.openxmlformats.org/officeDocument/2006/relationships/image" Target="../media/image267.png"/><Relationship Id="rId9" Type="http://schemas.openxmlformats.org/officeDocument/2006/relationships/slideLayout" Target="../slideLayouts/slideLayout3.xml"/>
</Relationships>
</file>

<file path=ppt/slides/_rels/slide313.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5.png"/><Relationship Id="rId4" Type="http://schemas.openxmlformats.org/officeDocument/2006/relationships/image" Target="../media/image266.png"/><Relationship Id="rId5" Type="http://schemas.openxmlformats.org/officeDocument/2006/relationships/image" Target="../media/image266.png"/><Relationship Id="rId6" Type="http://schemas.openxmlformats.org/officeDocument/2006/relationships/image" Target="../media/image266.png"/><Relationship Id="rId7" Type="http://schemas.openxmlformats.org/officeDocument/2006/relationships/image" Target="../media/image268.png"/><Relationship Id="rId8" Type="http://schemas.openxmlformats.org/officeDocument/2006/relationships/image" Target="../media/image261.png"/><Relationship Id="rId9" Type="http://schemas.openxmlformats.org/officeDocument/2006/relationships/slideLayout" Target="../slideLayouts/slideLayout3.xml"/>
</Relationships>
</file>

<file path=ppt/slides/_rels/slide314.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5.png"/><Relationship Id="rId4" Type="http://schemas.openxmlformats.org/officeDocument/2006/relationships/image" Target="../media/image269.png"/><Relationship Id="rId5" Type="http://schemas.openxmlformats.org/officeDocument/2006/relationships/slideLayout" Target="../slideLayouts/slideLayout3.xml"/>
</Relationships>
</file>

<file path=ppt/slides/_rels/slide315.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5.png"/><Relationship Id="rId4" Type="http://schemas.openxmlformats.org/officeDocument/2006/relationships/image" Target="../media/image269.png"/><Relationship Id="rId5" Type="http://schemas.openxmlformats.org/officeDocument/2006/relationships/slideLayout" Target="../slideLayouts/slideLayout3.xml"/>
</Relationships>
</file>

<file path=ppt/slides/_rels/slide316.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9.png"/><Relationship Id="rId4" Type="http://schemas.openxmlformats.org/officeDocument/2006/relationships/image" Target="../media/image263.png"/><Relationship Id="rId5" Type="http://schemas.openxmlformats.org/officeDocument/2006/relationships/image" Target="../media/image265.png"/><Relationship Id="rId6" Type="http://schemas.openxmlformats.org/officeDocument/2006/relationships/slideLayout" Target="../slideLayouts/slideLayout3.xml"/>
</Relationships>
</file>

<file path=ppt/slides/_rels/slide317.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9.png"/><Relationship Id="rId4" Type="http://schemas.openxmlformats.org/officeDocument/2006/relationships/image" Target="../media/image263.png"/><Relationship Id="rId5" Type="http://schemas.openxmlformats.org/officeDocument/2006/relationships/slideLayout" Target="../slideLayouts/slideLayout3.xml"/>
</Relationships>
</file>

<file path=ppt/slides/_rels/slide31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
</Relationships>
</file>

<file path=ppt/slides/_rels/slide31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
</Relationships>
</file>

<file path=ppt/slides/_rels/slide3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
</Relationships>
</file>

<file path=ppt/slides/_rels/slide321.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64.png"/><Relationship Id="rId3" Type="http://schemas.openxmlformats.org/officeDocument/2006/relationships/audio" Target="../media/explode.wav"/><Relationship Id="rId4" Type="http://schemas.openxmlformats.org/officeDocument/2006/relationships/audio" Target="../media/explode.wav"/><Relationship Id="rId5" Type="http://schemas.openxmlformats.org/officeDocument/2006/relationships/audio" Target="../media/explode.wav"/><Relationship Id="rId6" Type="http://schemas.openxmlformats.org/officeDocument/2006/relationships/audio" Target="../media/explode.wav"/><Relationship Id="rId7" Type="http://schemas.openxmlformats.org/officeDocument/2006/relationships/audio" Target="../media/explode.wav"/><Relationship Id="rId8" Type="http://schemas.openxmlformats.org/officeDocument/2006/relationships/slideLayout" Target="../slideLayouts/slideLayout3.xml"/>
</Relationships>
</file>

<file path=ppt/slides/_rels/slide32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70.png"/><Relationship Id="rId4" Type="http://schemas.openxmlformats.org/officeDocument/2006/relationships/slideLayout" Target="../slideLayouts/slideLayout3.xml"/>
</Relationships>
</file>

<file path=ppt/slides/_rels/slide323.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5.png"/><Relationship Id="rId4" Type="http://schemas.openxmlformats.org/officeDocument/2006/relationships/image" Target="../media/image262.png"/><Relationship Id="rId5" Type="http://schemas.openxmlformats.org/officeDocument/2006/relationships/slideLayout" Target="../slideLayouts/slideLayout3.xml"/>
</Relationships>
</file>

<file path=ppt/slides/_rels/slide324.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3.png"/><Relationship Id="rId4" Type="http://schemas.openxmlformats.org/officeDocument/2006/relationships/image" Target="../media/image265.png"/><Relationship Id="rId5" Type="http://schemas.openxmlformats.org/officeDocument/2006/relationships/image" Target="../media/image267.png"/><Relationship Id="rId6" Type="http://schemas.openxmlformats.org/officeDocument/2006/relationships/slideLayout" Target="../slideLayouts/slideLayout3.xml"/>
</Relationships>
</file>

<file path=ppt/slides/_rels/slide325.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3.png"/><Relationship Id="rId4" Type="http://schemas.openxmlformats.org/officeDocument/2006/relationships/image" Target="../media/image268.png"/><Relationship Id="rId5" Type="http://schemas.openxmlformats.org/officeDocument/2006/relationships/slideLayout" Target="../slideLayouts/slideLayout3.xml"/>
</Relationships>
</file>

<file path=ppt/slides/_rels/slide32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
</Relationships>
</file>

<file path=ppt/slides/_rels/slide32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
</Relationships>
</file>

<file path=ppt/slides/_rels/slide32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
</Relationships>
</file>

<file path=ppt/slides/_rels/slide32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264.png"/><Relationship Id="rId3" Type="http://schemas.openxmlformats.org/officeDocument/2006/relationships/audio" Target="../media/explode.wav"/><Relationship Id="rId4" Type="http://schemas.openxmlformats.org/officeDocument/2006/relationships/audio" Target="../media/explode.wav"/><Relationship Id="rId5" Type="http://schemas.openxmlformats.org/officeDocument/2006/relationships/audio" Target="../media/explode.wav"/><Relationship Id="rId6" Type="http://schemas.openxmlformats.org/officeDocument/2006/relationships/audio" Target="../media/explode.wav"/><Relationship Id="rId7" Type="http://schemas.openxmlformats.org/officeDocument/2006/relationships/audio" Target="../media/explode.wav"/><Relationship Id="rId8" Type="http://schemas.openxmlformats.org/officeDocument/2006/relationships/slideLayout" Target="../slideLayouts/slideLayout3.xml"/>
</Relationships>
</file>

<file path=ppt/slides/_rels/slide33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70.png"/><Relationship Id="rId4" Type="http://schemas.openxmlformats.org/officeDocument/2006/relationships/slideLayout" Target="../slideLayouts/slideLayout3.xml"/>
</Relationships>
</file>

<file path=ppt/slides/_rels/slide331.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3.png"/><Relationship Id="rId4" Type="http://schemas.openxmlformats.org/officeDocument/2006/relationships/image" Target="../media/image265.png"/><Relationship Id="rId5" Type="http://schemas.openxmlformats.org/officeDocument/2006/relationships/image" Target="../media/image257.png"/><Relationship Id="rId6" Type="http://schemas.openxmlformats.org/officeDocument/2006/relationships/image" Target="../media/image262.png"/><Relationship Id="rId7" Type="http://schemas.openxmlformats.org/officeDocument/2006/relationships/slideLayout" Target="../slideLayouts/slideLayout3.xml"/>
</Relationships>
</file>

<file path=ppt/slides/_rels/slide332.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image" Target="../media/image263.png"/><Relationship Id="rId4" Type="http://schemas.openxmlformats.org/officeDocument/2006/relationships/image" Target="../media/image257.png"/><Relationship Id="rId5" Type="http://schemas.openxmlformats.org/officeDocument/2006/relationships/slideLayout" Target="../slideLayouts/slideLayout3.xml"/>
</Relationships>
</file>

<file path=ppt/slides/_rels/slide333.xml.rels><?xml version="1.0" encoding="UTF-8"?>
<Relationships xmlns="http://schemas.openxmlformats.org/package/2006/relationships"><Relationship Id="rId1" Type="http://schemas.openxmlformats.org/officeDocument/2006/relationships/image" Target="../media/image257.png"/><Relationship Id="rId2" Type="http://schemas.openxmlformats.org/officeDocument/2006/relationships/slideLayout" Target="../slideLayouts/slideLayout3.xml"/>
</Relationships>
</file>

<file path=ppt/slides/_rels/slide334.xml.rels><?xml version="1.0" encoding="UTF-8"?>
<Relationships xmlns="http://schemas.openxmlformats.org/package/2006/relationships"><Relationship Id="rId1" Type="http://schemas.openxmlformats.org/officeDocument/2006/relationships/image" Target="../media/image257.png"/><Relationship Id="rId2" Type="http://schemas.openxmlformats.org/officeDocument/2006/relationships/slideLayout" Target="../slideLayouts/slideLayout3.xml"/>
</Relationships>
</file>

<file path=ppt/slides/_rels/slide335.xml.rels><?xml version="1.0" encoding="UTF-8"?>
<Relationships xmlns="http://schemas.openxmlformats.org/package/2006/relationships"><Relationship Id="rId1" Type="http://schemas.openxmlformats.org/officeDocument/2006/relationships/image" Target="../media/image257.png"/><Relationship Id="rId2" Type="http://schemas.openxmlformats.org/officeDocument/2006/relationships/slideLayout" Target="../slideLayouts/slideLayout3.xml"/>
</Relationships>
</file>

<file path=ppt/slides/_rels/slide336.xml.rels><?xml version="1.0" encoding="UTF-8"?>
<Relationships xmlns="http://schemas.openxmlformats.org/package/2006/relationships"><Relationship Id="rId1" Type="http://schemas.openxmlformats.org/officeDocument/2006/relationships/image" Target="../media/image256.gif"/><Relationship Id="rId2" Type="http://schemas.openxmlformats.org/officeDocument/2006/relationships/image" Target="../media/image257.png"/><Relationship Id="rId3" Type="http://schemas.openxmlformats.org/officeDocument/2006/relationships/slideLayout" Target="../slideLayouts/slideLayout1.xml"/>
</Relationships>
</file>

<file path=ppt/slides/_rels/slide337.xml.rels><?xml version="1.0" encoding="UTF-8"?>
<Relationships xmlns="http://schemas.openxmlformats.org/package/2006/relationships"><Relationship Id="rId1" Type="http://schemas.openxmlformats.org/officeDocument/2006/relationships/image" Target="../media/image257.png"/><Relationship Id="rId2" Type="http://schemas.openxmlformats.org/officeDocument/2006/relationships/image" Target="../media/image261.png"/><Relationship Id="rId3" Type="http://schemas.openxmlformats.org/officeDocument/2006/relationships/image" Target="../media/image258.png"/><Relationship Id="rId4" Type="http://schemas.openxmlformats.org/officeDocument/2006/relationships/image" Target="../media/image271.png"/><Relationship Id="rId5" Type="http://schemas.openxmlformats.org/officeDocument/2006/relationships/image" Target="../media/image3.png"/><Relationship Id="rId6" Type="http://schemas.openxmlformats.org/officeDocument/2006/relationships/slideLayout" Target="../slideLayouts/slideLayout3.xml"/>
</Relationships>
</file>

<file path=ppt/slides/_rels/slide338.xml.rels><?xml version="1.0" encoding="UTF-8"?>
<Relationships xmlns="http://schemas.openxmlformats.org/package/2006/relationships"><Relationship Id="rId1" Type="http://schemas.openxmlformats.org/officeDocument/2006/relationships/image" Target="../media/image257.png"/><Relationship Id="rId2" Type="http://schemas.openxmlformats.org/officeDocument/2006/relationships/image" Target="../media/image272.png"/><Relationship Id="rId3" Type="http://schemas.openxmlformats.org/officeDocument/2006/relationships/image" Target="../media/image262.png"/><Relationship Id="rId4" Type="http://schemas.openxmlformats.org/officeDocument/2006/relationships/image" Target="../media/image261.png"/><Relationship Id="rId5" Type="http://schemas.openxmlformats.org/officeDocument/2006/relationships/image" Target="../media/image271.png"/><Relationship Id="rId6" Type="http://schemas.openxmlformats.org/officeDocument/2006/relationships/slideLayout" Target="../slideLayouts/slideLayout3.xml"/>
</Relationships>
</file>

<file path=ppt/slides/_rels/slide339.xml.rels><?xml version="1.0" encoding="UTF-8"?>
<Relationships xmlns="http://schemas.openxmlformats.org/package/2006/relationships"><Relationship Id="rId1" Type="http://schemas.openxmlformats.org/officeDocument/2006/relationships/image" Target="../media/image257.png"/><Relationship Id="rId2" Type="http://schemas.openxmlformats.org/officeDocument/2006/relationships/image" Target="../media/image272.png"/><Relationship Id="rId3" Type="http://schemas.openxmlformats.org/officeDocument/2006/relationships/slideLayout" Target="../slideLayouts/slideLayout3.xml"/>
</Relationships>
</file>

<file path=ppt/slides/_rels/slide340.xml.rels><?xml version="1.0" encoding="UTF-8"?>
<Relationships xmlns="http://schemas.openxmlformats.org/package/2006/relationships"><Relationship Id="rId1" Type="http://schemas.openxmlformats.org/officeDocument/2006/relationships/image" Target="../media/image272.png"/><Relationship Id="rId2" Type="http://schemas.openxmlformats.org/officeDocument/2006/relationships/image" Target="../media/image257.png"/><Relationship Id="rId3" Type="http://schemas.openxmlformats.org/officeDocument/2006/relationships/image" Target="../media/image267.png"/><Relationship Id="rId4" Type="http://schemas.openxmlformats.org/officeDocument/2006/relationships/image" Target="../media/image273.png"/><Relationship Id="rId5" Type="http://schemas.openxmlformats.org/officeDocument/2006/relationships/image" Target="../media/image271.png"/><Relationship Id="rId6" Type="http://schemas.openxmlformats.org/officeDocument/2006/relationships/slideLayout" Target="../slideLayouts/slideLayout3.xml"/>
</Relationships>
</file>

<file path=ppt/slides/_rels/slide341.xml.rels><?xml version="1.0" encoding="UTF-8"?>
<Relationships xmlns="http://schemas.openxmlformats.org/package/2006/relationships"><Relationship Id="rId1" Type="http://schemas.openxmlformats.org/officeDocument/2006/relationships/image" Target="../media/image272.png"/><Relationship Id="rId2" Type="http://schemas.openxmlformats.org/officeDocument/2006/relationships/image" Target="../media/image257.png"/><Relationship Id="rId3" Type="http://schemas.openxmlformats.org/officeDocument/2006/relationships/image" Target="../media/image268.png"/><Relationship Id="rId4" Type="http://schemas.openxmlformats.org/officeDocument/2006/relationships/slideLayout" Target="../slideLayouts/slideLayout3.xml"/>
</Relationships>
</file>

<file path=ppt/slides/_rels/slide342.xml.rels><?xml version="1.0" encoding="UTF-8"?>
<Relationships xmlns="http://schemas.openxmlformats.org/package/2006/relationships"><Relationship Id="rId1" Type="http://schemas.openxmlformats.org/officeDocument/2006/relationships/image" Target="../media/image272.png"/><Relationship Id="rId2" Type="http://schemas.openxmlformats.org/officeDocument/2006/relationships/image" Target="../media/image257.png"/><Relationship Id="rId3" Type="http://schemas.openxmlformats.org/officeDocument/2006/relationships/image" Target="../media/image269.png"/><Relationship Id="rId4" Type="http://schemas.openxmlformats.org/officeDocument/2006/relationships/image" Target="../media/image271.png"/><Relationship Id="rId5" Type="http://schemas.openxmlformats.org/officeDocument/2006/relationships/image" Target="../media/image274.png"/><Relationship Id="rId6" Type="http://schemas.openxmlformats.org/officeDocument/2006/relationships/slideLayout" Target="../slideLayouts/slideLayout3.xml"/>
</Relationships>
</file>

<file path=ppt/slides/_rels/slide343.xml.rels><?xml version="1.0" encoding="UTF-8"?>
<Relationships xmlns="http://schemas.openxmlformats.org/package/2006/relationships"><Relationship Id="rId1" Type="http://schemas.openxmlformats.org/officeDocument/2006/relationships/image" Target="../media/image272.png"/><Relationship Id="rId2" Type="http://schemas.openxmlformats.org/officeDocument/2006/relationships/image" Target="../media/image257.png"/><Relationship Id="rId3" Type="http://schemas.openxmlformats.org/officeDocument/2006/relationships/image" Target="../media/image269.png"/><Relationship Id="rId4" Type="http://schemas.openxmlformats.org/officeDocument/2006/relationships/slideLayout" Target="../slideLayouts/slideLayout3.xml"/>
</Relationships>
</file>

<file path=ppt/slides/_rels/slide344.xml.rels><?xml version="1.0" encoding="UTF-8"?>
<Relationships xmlns="http://schemas.openxmlformats.org/package/2006/relationships"><Relationship Id="rId1" Type="http://schemas.openxmlformats.org/officeDocument/2006/relationships/image" Target="../media/image272.png"/><Relationship Id="rId2" Type="http://schemas.openxmlformats.org/officeDocument/2006/relationships/image" Target="../media/image257.png"/><Relationship Id="rId3" Type="http://schemas.openxmlformats.org/officeDocument/2006/relationships/image" Target="../media/image269.png"/><Relationship Id="rId4" Type="http://schemas.openxmlformats.org/officeDocument/2006/relationships/slideLayout" Target="../slideLayouts/slideLayout3.xml"/>
</Relationships>
</file>

<file path=ppt/slides/_rels/slide345.xml.rels><?xml version="1.0" encoding="UTF-8"?>
<Relationships xmlns="http://schemas.openxmlformats.org/package/2006/relationships"><Relationship Id="rId1" Type="http://schemas.openxmlformats.org/officeDocument/2006/relationships/image" Target="../media/image272.png"/><Relationship Id="rId2" Type="http://schemas.openxmlformats.org/officeDocument/2006/relationships/image" Target="../media/image257.png"/><Relationship Id="rId3" Type="http://schemas.openxmlformats.org/officeDocument/2006/relationships/image" Target="../media/image269.png"/><Relationship Id="rId4" Type="http://schemas.openxmlformats.org/officeDocument/2006/relationships/slideLayout" Target="../slideLayouts/slideLayout3.xml"/>
</Relationships>
</file>

<file path=ppt/slides/_rels/slide346.xml.rels><?xml version="1.0" encoding="UTF-8"?>
<Relationships xmlns="http://schemas.openxmlformats.org/package/2006/relationships"><Relationship Id="rId1" Type="http://schemas.openxmlformats.org/officeDocument/2006/relationships/image" Target="../media/image272.png"/><Relationship Id="rId2" Type="http://schemas.openxmlformats.org/officeDocument/2006/relationships/image" Target="../media/image257.png"/><Relationship Id="rId3" Type="http://schemas.openxmlformats.org/officeDocument/2006/relationships/image" Target="../media/image269.png"/><Relationship Id="rId4" Type="http://schemas.openxmlformats.org/officeDocument/2006/relationships/slideLayout" Target="../slideLayouts/slideLayout3.xml"/>
</Relationships>
</file>

<file path=ppt/slides/_rels/slide347.xml.rels><?xml version="1.0" encoding="UTF-8"?>
<Relationships xmlns="http://schemas.openxmlformats.org/package/2006/relationships"><Relationship Id="rId1" Type="http://schemas.openxmlformats.org/officeDocument/2006/relationships/image" Target="../media/image272.png"/><Relationship Id="rId2" Type="http://schemas.openxmlformats.org/officeDocument/2006/relationships/image" Target="../media/image257.png"/><Relationship Id="rId3" Type="http://schemas.openxmlformats.org/officeDocument/2006/relationships/image" Target="../media/image269.png"/><Relationship Id="rId4" Type="http://schemas.openxmlformats.org/officeDocument/2006/relationships/slideLayout" Target="../slideLayouts/slideLayout3.xml"/>
</Relationships>
</file>

<file path=ppt/slides/_rels/slide348.xml.rels><?xml version="1.0" encoding="UTF-8"?>
<Relationships xmlns="http://schemas.openxmlformats.org/package/2006/relationships"><Relationship Id="rId1" Type="http://schemas.openxmlformats.org/officeDocument/2006/relationships/image" Target="../media/image257.png"/><Relationship Id="rId2" Type="http://schemas.openxmlformats.org/officeDocument/2006/relationships/image" Target="../media/image275.png"/><Relationship Id="rId3" Type="http://schemas.openxmlformats.org/officeDocument/2006/relationships/slideLayout" Target="../slideLayouts/slideLayout3.xml"/>
</Relationships>
</file>

<file path=ppt/slides/_rels/slide349.xml.rels><?xml version="1.0" encoding="UTF-8"?>
<Relationships xmlns="http://schemas.openxmlformats.org/package/2006/relationships"><Relationship Id="rId1" Type="http://schemas.openxmlformats.org/officeDocument/2006/relationships/image" Target="../media/image276.png"/><Relationship Id="rId2" Type="http://schemas.openxmlformats.org/officeDocument/2006/relationships/slideLayout" Target="../slideLayouts/slideLayout3.xml"/>
</Relationships>
</file>

<file path=ppt/slides/_rels/slide350.xml.rels><?xml version="1.0" encoding="UTF-8"?>
<Relationships xmlns="http://schemas.openxmlformats.org/package/2006/relationships"><Relationship Id="rId1" Type="http://schemas.openxmlformats.org/officeDocument/2006/relationships/image" Target="../media/image272.png"/><Relationship Id="rId2" Type="http://schemas.openxmlformats.org/officeDocument/2006/relationships/image" Target="../media/image271.png"/><Relationship Id="rId3" Type="http://schemas.openxmlformats.org/officeDocument/2006/relationships/slideLayout" Target="../slideLayouts/slideLayout2.xml"/>
</Relationships>
</file>

<file path=ppt/slides/_rels/slide351.xml.rels><?xml version="1.0" encoding="UTF-8"?>
<Relationships xmlns="http://schemas.openxmlformats.org/package/2006/relationships"><Relationship Id="rId1" Type="http://schemas.openxmlformats.org/officeDocument/2006/relationships/image" Target="../media/image272.png"/><Relationship Id="rId2" Type="http://schemas.openxmlformats.org/officeDocument/2006/relationships/slideLayout" Target="../slideLayouts/slideLayout3.xml"/>
</Relationships>
</file>

<file path=ppt/slides/_rels/slide352.xml.rels><?xml version="1.0" encoding="UTF-8"?>
<Relationships xmlns="http://schemas.openxmlformats.org/package/2006/relationships"><Relationship Id="rId1" Type="http://schemas.openxmlformats.org/officeDocument/2006/relationships/image" Target="../media/image277.png"/><Relationship Id="rId2" Type="http://schemas.openxmlformats.org/officeDocument/2006/relationships/image" Target="../media/image89.png"/><Relationship Id="rId3" Type="http://schemas.openxmlformats.org/officeDocument/2006/relationships/slideLayout" Target="../slideLayouts/slideLayout2.xml"/>
</Relationships>
</file>

<file path=ppt/slides/_rels/slide353.xml.rels><?xml version="1.0" encoding="UTF-8"?>
<Relationships xmlns="http://schemas.openxmlformats.org/package/2006/relationships"><Relationship Id="rId1" Type="http://schemas.openxmlformats.org/officeDocument/2006/relationships/image" Target="../media/image278.png"/><Relationship Id="rId2" Type="http://schemas.openxmlformats.org/officeDocument/2006/relationships/image" Target="../media/image124.png"/><Relationship Id="rId3" Type="http://schemas.openxmlformats.org/officeDocument/2006/relationships/image" Target="../media/image89.png"/><Relationship Id="rId4" Type="http://schemas.openxmlformats.org/officeDocument/2006/relationships/slideLayout" Target="../slideLayouts/slideLayout3.xml"/>
</Relationships>
</file>

<file path=ppt/slides/_rels/slide354.xml.rels><?xml version="1.0" encoding="UTF-8"?>
<Relationships xmlns="http://schemas.openxmlformats.org/package/2006/relationships"><Relationship Id="rId1" Type="http://schemas.openxmlformats.org/officeDocument/2006/relationships/image" Target="../media/image278.png"/><Relationship Id="rId2" Type="http://schemas.openxmlformats.org/officeDocument/2006/relationships/image" Target="../media/image124.png"/><Relationship Id="rId3" Type="http://schemas.openxmlformats.org/officeDocument/2006/relationships/image" Target="../media/image89.png"/><Relationship Id="rId4" Type="http://schemas.openxmlformats.org/officeDocument/2006/relationships/slideLayout" Target="../slideLayouts/slideLayout2.xml"/>
</Relationships>
</file>

<file path=ppt/slides/_rels/slide355.xml.rels><?xml version="1.0" encoding="UTF-8"?>
<Relationships xmlns="http://schemas.openxmlformats.org/package/2006/relationships"><Relationship Id="rId1" Type="http://schemas.openxmlformats.org/officeDocument/2006/relationships/image" Target="../media/image278.png"/><Relationship Id="rId2" Type="http://schemas.openxmlformats.org/officeDocument/2006/relationships/image" Target="../media/image124.png"/><Relationship Id="rId3" Type="http://schemas.openxmlformats.org/officeDocument/2006/relationships/image" Target="../media/image89.png"/><Relationship Id="rId4" Type="http://schemas.openxmlformats.org/officeDocument/2006/relationships/slideLayout" Target="../slideLayouts/slideLayout2.xml"/>
</Relationships>
</file>

<file path=ppt/slides/_rels/slide356.xml.rels><?xml version="1.0" encoding="UTF-8"?>
<Relationships xmlns="http://schemas.openxmlformats.org/package/2006/relationships"><Relationship Id="rId1" Type="http://schemas.openxmlformats.org/officeDocument/2006/relationships/image" Target="../media/image279.png"/><Relationship Id="rId2" Type="http://schemas.openxmlformats.org/officeDocument/2006/relationships/slideLayout" Target="../slideLayouts/slideLayout3.xml"/>
</Relationships>
</file>

<file path=ppt/slides/_rels/slide357.xml.rels><?xml version="1.0" encoding="UTF-8"?>
<Relationships xmlns="http://schemas.openxmlformats.org/package/2006/relationships"><Relationship Id="rId1" Type="http://schemas.openxmlformats.org/officeDocument/2006/relationships/image" Target="../media/image280.png"/><Relationship Id="rId2" Type="http://schemas.openxmlformats.org/officeDocument/2006/relationships/slideLayout" Target="../slideLayouts/slideLayout3.xml"/>
</Relationships>
</file>

<file path=ppt/slides/_rels/slide358.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image" Target="../media/image3.png"/><Relationship Id="rId7"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
          <p:cNvSpPr/>
          <p:nvPr/>
        </p:nvSpPr>
        <p:spPr>
          <a:xfrm>
            <a:off x="-304920" y="-228600"/>
            <a:ext cx="10211040" cy="74674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0" name=""/>
          <p:cNvSpPr/>
          <p:nvPr/>
        </p:nvSpPr>
        <p:spPr>
          <a:xfrm>
            <a:off x="2362320" y="4724280"/>
            <a:ext cx="43434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ffff"/>
                </a:solidFill>
                <a:latin typeface="Arial"/>
              </a:rPr>
              <a:t>Presents</a:t>
            </a:r>
            <a:endParaRPr b="0" lang="en-US" sz="1800" spc="-1" strike="noStrike">
              <a:solidFill>
                <a:srgbClr val="000000"/>
              </a:solidFill>
              <a:latin typeface="Arial"/>
            </a:endParaRPr>
          </a:p>
        </p:txBody>
      </p:sp>
      <p:pic>
        <p:nvPicPr>
          <p:cNvPr id="11" name="" descr=""/>
          <p:cNvPicPr/>
          <p:nvPr/>
        </p:nvPicPr>
        <p:blipFill>
          <a:blip r:embed="rId1"/>
          <a:stretch/>
        </p:blipFill>
        <p:spPr>
          <a:xfrm>
            <a:off x="1371600" y="2819520"/>
            <a:ext cx="2995560" cy="1885680"/>
          </a:xfrm>
          <a:prstGeom prst="rect">
            <a:avLst/>
          </a:prstGeom>
          <a:ln w="0">
            <a:noFill/>
          </a:ln>
        </p:spPr>
      </p:pic>
    </p:spTree>
  </p:cSld>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afterEffect" fill="hold" presetClass="entr" presetID="51">
                                  <p:stCondLst>
                                    <p:cond delay="0"/>
                                  </p:stCondLst>
                                  <p:childTnLst>
                                    <p:set>
                                      <p:cBhvr>
                                        <p:cTn id="6" dur="1" fill="hold">
                                          <p:stCondLst>
                                            <p:cond delay="0"/>
                                          </p:stCondLst>
                                        </p:cTn>
                                        <p:tgtEl>
                                          <p:spTgt spid="11"/>
                                        </p:tgtEl>
                                        <p:attrNameLst>
                                          <p:attrName>style.visibility</p:attrName>
                                        </p:attrNameLst>
                                      </p:cBhvr>
                                      <p:to>
                                        <p:strVal val="visible"/>
                                      </p:to>
                                    </p:set>
                                    <p:animEffect filter="fade" transition="in">
                                      <p:cBhvr additive="repl">
                                        <p:cTn id="7" dur="770"/>
                                        <p:tgtEl>
                                          <p:spTgt spid="11"/>
                                        </p:tgtEl>
                                      </p:cBhvr>
                                    </p:animEffect>
                                    <p:animScale>
                                      <p:cBhvr>
                                        <p:cTn id="8" dur="770" fill="hold"/>
                                        <p:tgtEl>
                                          <p:spTgt spid="11"/>
                                        </p:tgtEl>
                                      </p:cBhvr>
                                      <p:from x="10000" y="10000"/>
                                      <p:to x="200000" y="450000"/>
                                    </p:animScale>
                                    <p:animScale>
                                      <p:cBhvr>
                                        <p:cTn id="9" dur="1230" fill="hold">
                                          <p:stCondLst>
                                            <p:cond delay="770"/>
                                          </p:stCondLst>
                                        </p:cTn>
                                        <p:tgtEl>
                                          <p:spTgt spid="11"/>
                                        </p:tgtEl>
                                      </p:cBhvr>
                                      <p:from x="200000" y="450000"/>
                                      <p:to x="100000" y="100000"/>
                                    </p:animScale>
                                    <p:set>
                                      <p:cBhvr>
                                        <p:cTn id="10" dur="770" fill="hold"/>
                                        <p:tgtEl>
                                          <p:spTgt spid="11"/>
                                        </p:tgtEl>
                                        <p:attrNameLst>
                                          <p:attrName>ppt_x</p:attrName>
                                        </p:attrNameLst>
                                      </p:cBhvr>
                                      <p:to>
                                        <p:strVal val="(0.5)"/>
                                      </p:to>
                                    </p:set>
                                    <p:anim calcmode="lin" valueType="num" from="(0.5)" to="(#ppt_x)">
                                      <p:cBhvr additive="repl">
                                        <p:cTn id="11" dur="1230" fill="hold">
                                          <p:stCondLst>
                                            <p:cond delay="770"/>
                                          </p:stCondLst>
                                        </p:cTn>
                                        <p:tgtEl>
                                          <p:spTgt spid="11"/>
                                        </p:tgtEl>
                                        <p:attrNameLst>
                                          <p:attrName>ppt_x</p:attrName>
                                        </p:attrNameLst>
                                      </p:cBhvr>
                                    </p:anim>
                                    <p:set>
                                      <p:cBhvr>
                                        <p:cTn id="12" dur="770" fill="hold"/>
                                        <p:tgtEl>
                                          <p:spTgt spid="11"/>
                                        </p:tgtEl>
                                        <p:attrNameLst>
                                          <p:attrName>ppt_y</p:attrName>
                                        </p:attrNameLst>
                                      </p:cBhvr>
                                      <p:to>
                                        <p:strVal val="(#ppt_y+0.4)"/>
                                      </p:to>
                                    </p:set>
                                    <p:anim calcmode="lin" valueType="num" from="(#ppt_y+0.4)" to="(#ppt_y)">
                                      <p:cBhvr additive="repl">
                                        <p:cTn id="13" dur="1230" fill="hold">
                                          <p:stCondLst>
                                            <p:cond delay="770"/>
                                          </p:stCondLst>
                                        </p:cTn>
                                        <p:tgtEl>
                                          <p:spTgt spid="11"/>
                                        </p:tgtEl>
                                        <p:attrNameLst>
                                          <p:attrName>ppt_y</p:attrName>
                                        </p:attrNameLst>
                                      </p:cBhvr>
                                    </p:anim>
                                  </p:childTnLst>
                                </p:cTn>
                              </p:par>
                            </p:childTnLst>
                          </p:cTn>
                        </p:par>
                        <p:par>
                          <p:cTn id="14" fill="hold">
                            <p:stCondLst>
                              <p:cond delay="2000"/>
                            </p:stCondLst>
                            <p:childTnLst>
                              <p:par>
                                <p:cTn id="15" nodeType="afterEffect" fill="hold" presetClass="entr" presetID="41">
                                  <p:stCondLst>
                                    <p:cond delay="0"/>
                                  </p:stCondLst>
                                  <p:iterate type="lt">
                                    <p:tmAbs val="50"/>
                                  </p:iterate>
                                  <p:childTnLst>
                                    <p:set>
                                      <p:cBhvr>
                                        <p:cTn id="16" dur="1" fill="hold">
                                          <p:stCondLst>
                                            <p:cond delay="0"/>
                                          </p:stCondLst>
                                        </p:cTn>
                                        <p:tgtEl>
                                          <p:spTgt spid="10"/>
                                        </p:tgtEl>
                                        <p:attrNameLst>
                                          <p:attrName>style.visibility</p:attrName>
                                        </p:attrNameLst>
                                      </p:cBhvr>
                                      <p:to>
                                        <p:strVal val="visible"/>
                                      </p:to>
                                    </p:set>
                                    <p:anim calcmode="lin" valueType="num">
                                      <p:cBhvr additive="repl">
                                        <p:cTn id="17" dur="5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additive="repl">
                                        <p:cTn id="18" dur="500" fill="hold"/>
                                        <p:tgtEl>
                                          <p:spTgt spid="10"/>
                                        </p:tgtEl>
                                        <p:attrNameLst>
                                          <p:attrName>ppt_y</p:attrName>
                                        </p:attrNameLst>
                                      </p:cBhvr>
                                      <p:tavLst>
                                        <p:tav tm="0">
                                          <p:val>
                                            <p:strVal val="#ppt_y"/>
                                          </p:val>
                                        </p:tav>
                                        <p:tav tm="100000">
                                          <p:val>
                                            <p:strVal val="#ppt_y"/>
                                          </p:val>
                                        </p:tav>
                                      </p:tavLst>
                                    </p:anim>
                                    <p:anim calcmode="lin" valueType="num">
                                      <p:cBhvr additive="repl">
                                        <p:cTn id="19" dur="5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20" dur="500" fill="hold"/>
                                        <p:tgtEl>
                                          <p:spTgt spid="10"/>
                                        </p:tgtEl>
                                        <p:attrNameLst>
                                          <p:attrName>ppt_w</p:attrName>
                                        </p:attrNameLst>
                                      </p:cBhvr>
                                      <p:tavLst>
                                        <p:tav tm="0">
                                          <p:val>
                                            <p:strVal val="#ppt_w/10"/>
                                          </p:val>
                                        </p:tav>
                                        <p:tav tm="50000">
                                          <p:val>
                                            <p:strVal val="#ppt_w+.01"/>
                                          </p:val>
                                        </p:tav>
                                        <p:tav tm="100000">
                                          <p:val>
                                            <p:strVal val="#ppt_w"/>
                                          </p:val>
                                        </p:tav>
                                      </p:tavLst>
                                    </p:anim>
                                    <p:animEffect filter="fade" transition="in">
                                      <p:cBhvr additive="repl">
                                        <p:cTn id="21" dur="500"/>
                                        <p:tgtEl>
                                          <p:spTgt spid="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3" name=""/>
          <p:cNvSpPr/>
          <p:nvPr/>
        </p:nvSpPr>
        <p:spPr>
          <a:xfrm>
            <a:off x="2362320" y="4724280"/>
            <a:ext cx="43434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ffff"/>
                </a:solidFill>
                <a:latin typeface="Arial"/>
              </a:rPr>
              <a:t>Presents</a:t>
            </a:r>
            <a:endParaRPr b="0" lang="en-US" sz="1800" spc="-1" strike="noStrike">
              <a:solidFill>
                <a:srgbClr val="000000"/>
              </a:solidFill>
              <a:latin typeface="Arial"/>
            </a:endParaRPr>
          </a:p>
        </p:txBody>
      </p:sp>
      <p:pic>
        <p:nvPicPr>
          <p:cNvPr id="14" name="" descr=""/>
          <p:cNvPicPr/>
          <p:nvPr/>
        </p:nvPicPr>
        <p:blipFill>
          <a:blip r:embed="rId1"/>
          <a:stretch/>
        </p:blipFill>
        <p:spPr>
          <a:xfrm>
            <a:off x="1371600" y="2819520"/>
            <a:ext cx="2995560" cy="1885680"/>
          </a:xfrm>
          <a:prstGeom prst="rect">
            <a:avLst/>
          </a:prstGeom>
          <a:ln w="0">
            <a:noFill/>
          </a:ln>
        </p:spPr>
      </p:pic>
      <p:sp>
        <p:nvSpPr>
          <p:cNvPr id="15" name=""/>
          <p:cNvSpPr/>
          <p:nvPr/>
        </p:nvSpPr>
        <p:spPr>
          <a:xfrm>
            <a:off x="5018040" y="2071800"/>
            <a:ext cx="1581120" cy="1160280"/>
          </a:xfrm>
          <a:custGeom>
            <a:avLst/>
            <a:gdLst/>
            <a:ahLst/>
            <a:rect l="l" t="t" r="r" b="b"/>
            <a:pathLst>
              <a:path w="4392" h="3225">
                <a:moveTo>
                  <a:pt x="18331" y="5755"/>
                </a:moveTo>
                <a:cubicBezTo>
                  <a:pt x="18251" y="5784"/>
                  <a:pt x="18164" y="5825"/>
                  <a:pt x="18083" y="5854"/>
                </a:cubicBezTo>
                <a:cubicBezTo>
                  <a:pt x="17951" y="5900"/>
                  <a:pt x="17773" y="5942"/>
                  <a:pt x="17661" y="6028"/>
                </a:cubicBezTo>
                <a:cubicBezTo>
                  <a:pt x="17551" y="6112"/>
                  <a:pt x="17422" y="6169"/>
                  <a:pt x="17289" y="6251"/>
                </a:cubicBezTo>
                <a:cubicBezTo>
                  <a:pt x="17174" y="6322"/>
                  <a:pt x="17027" y="6418"/>
                  <a:pt x="16917" y="6499"/>
                </a:cubicBezTo>
                <a:cubicBezTo>
                  <a:pt x="16809" y="6578"/>
                  <a:pt x="16702" y="6647"/>
                  <a:pt x="16594" y="6722"/>
                </a:cubicBezTo>
                <a:cubicBezTo>
                  <a:pt x="16500" y="6787"/>
                  <a:pt x="16428" y="6854"/>
                  <a:pt x="16346" y="6921"/>
                </a:cubicBezTo>
                <a:cubicBezTo>
                  <a:pt x="16276" y="6978"/>
                  <a:pt x="16196" y="7016"/>
                  <a:pt x="16123" y="7069"/>
                </a:cubicBezTo>
                <a:cubicBezTo>
                  <a:pt x="16007" y="7154"/>
                  <a:pt x="15886" y="7223"/>
                  <a:pt x="15776" y="7317"/>
                </a:cubicBezTo>
                <a:cubicBezTo>
                  <a:pt x="15691" y="7389"/>
                  <a:pt x="15618" y="7475"/>
                  <a:pt x="15528" y="7541"/>
                </a:cubicBezTo>
                <a:cubicBezTo>
                  <a:pt x="15447" y="7601"/>
                  <a:pt x="15363" y="7660"/>
                  <a:pt x="15280" y="7714"/>
                </a:cubicBezTo>
                <a:cubicBezTo>
                  <a:pt x="15172" y="7784"/>
                  <a:pt x="15117" y="7847"/>
                  <a:pt x="15032" y="7938"/>
                </a:cubicBezTo>
                <a:cubicBezTo>
                  <a:pt x="14987" y="7986"/>
                  <a:pt x="14930" y="8015"/>
                  <a:pt x="14883" y="8062"/>
                </a:cubicBezTo>
                <a:cubicBezTo>
                  <a:pt x="14812" y="8134"/>
                  <a:pt x="14799" y="8245"/>
                  <a:pt x="14734" y="8310"/>
                </a:cubicBezTo>
                <a:cubicBezTo>
                  <a:pt x="14689" y="8355"/>
                  <a:pt x="14612" y="8377"/>
                  <a:pt x="14560" y="8434"/>
                </a:cubicBezTo>
                <a:cubicBezTo>
                  <a:pt x="14501" y="8498"/>
                  <a:pt x="14473" y="8573"/>
                  <a:pt x="14436" y="8632"/>
                </a:cubicBezTo>
              </a:path>
              <a:path w="4392" h="3225">
                <a:moveTo>
                  <a:pt x="13965" y="7714"/>
                </a:moveTo>
                <a:cubicBezTo>
                  <a:pt x="13965" y="7810"/>
                  <a:pt x="13951" y="7898"/>
                  <a:pt x="13940" y="7987"/>
                </a:cubicBezTo>
                <a:cubicBezTo>
                  <a:pt x="13906" y="8260"/>
                  <a:pt x="13888" y="8700"/>
                  <a:pt x="13965" y="8954"/>
                </a:cubicBezTo>
                <a:cubicBezTo>
                  <a:pt x="13965" y="8962"/>
                  <a:pt x="13965" y="8971"/>
                  <a:pt x="13965" y="8979"/>
                </a:cubicBezTo>
              </a:path>
              <a:path w="4392" h="3225">
                <a:moveTo>
                  <a:pt x="13965" y="8979"/>
                </a:moveTo>
                <a:cubicBezTo>
                  <a:pt x="14023" y="8972"/>
                  <a:pt x="14082" y="8967"/>
                  <a:pt x="14139" y="8954"/>
                </a:cubicBezTo>
                <a:cubicBezTo>
                  <a:pt x="14227" y="8934"/>
                  <a:pt x="14271" y="8895"/>
                  <a:pt x="14362" y="8880"/>
                </a:cubicBezTo>
                <a:cubicBezTo>
                  <a:pt x="14481" y="8860"/>
                  <a:pt x="14577" y="8859"/>
                  <a:pt x="14684" y="8806"/>
                </a:cubicBezTo>
                <a:cubicBezTo>
                  <a:pt x="14779" y="8759"/>
                  <a:pt x="14902" y="8781"/>
                  <a:pt x="15007" y="8781"/>
                </a:cubicBezTo>
                <a:cubicBezTo>
                  <a:pt x="15156" y="8781"/>
                  <a:pt x="15304" y="8781"/>
                  <a:pt x="15453" y="8781"/>
                </a:cubicBezTo>
              </a:path>
            </a:pathLst>
          </a:custGeom>
          <a:noFill/>
          <a:ln cap="rnd" w="19080">
            <a:solidFill>
              <a:srgbClr val="ff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6" name=""/>
          <p:cNvSpPr/>
          <p:nvPr/>
        </p:nvSpPr>
        <p:spPr>
          <a:xfrm>
            <a:off x="1062000" y="2608200"/>
            <a:ext cx="3519360" cy="2901960"/>
          </a:xfrm>
          <a:custGeom>
            <a:avLst/>
            <a:gdLst/>
            <a:ahLst/>
            <a:rect l="l" t="t" r="r" b="b"/>
            <a:pathLst>
              <a:path w="9774" h="8062">
                <a:moveTo>
                  <a:pt x="3746" y="8062"/>
                </a:moveTo>
                <a:cubicBezTo>
                  <a:pt x="3789" y="8045"/>
                  <a:pt x="3885" y="8059"/>
                  <a:pt x="3919" y="8037"/>
                </a:cubicBezTo>
                <a:cubicBezTo>
                  <a:pt x="3964" y="8007"/>
                  <a:pt x="4032" y="7916"/>
                  <a:pt x="4093" y="7888"/>
                </a:cubicBezTo>
                <a:cubicBezTo>
                  <a:pt x="4243" y="7818"/>
                  <a:pt x="4313" y="7795"/>
                  <a:pt x="4490" y="7764"/>
                </a:cubicBezTo>
                <a:cubicBezTo>
                  <a:pt x="4669" y="7733"/>
                  <a:pt x="4855" y="7754"/>
                  <a:pt x="5035" y="7714"/>
                </a:cubicBezTo>
                <a:cubicBezTo>
                  <a:pt x="5148" y="7689"/>
                  <a:pt x="5218" y="7638"/>
                  <a:pt x="5333" y="7615"/>
                </a:cubicBezTo>
                <a:cubicBezTo>
                  <a:pt x="5508" y="7580"/>
                  <a:pt x="5700" y="7561"/>
                  <a:pt x="5879" y="7541"/>
                </a:cubicBezTo>
                <a:cubicBezTo>
                  <a:pt x="5973" y="7530"/>
                  <a:pt x="6054" y="7520"/>
                  <a:pt x="6152" y="7516"/>
                </a:cubicBezTo>
                <a:cubicBezTo>
                  <a:pt x="6565" y="7497"/>
                  <a:pt x="6959" y="7571"/>
                  <a:pt x="7367" y="7590"/>
                </a:cubicBezTo>
                <a:cubicBezTo>
                  <a:pt x="8108" y="7625"/>
                  <a:pt x="8891" y="7503"/>
                  <a:pt x="9624" y="7615"/>
                </a:cubicBezTo>
                <a:cubicBezTo>
                  <a:pt x="9955" y="7666"/>
                  <a:pt x="10253" y="7859"/>
                  <a:pt x="10567" y="7962"/>
                </a:cubicBezTo>
                <a:cubicBezTo>
                  <a:pt x="10767" y="8028"/>
                  <a:pt x="10939" y="8076"/>
                  <a:pt x="11137" y="8161"/>
                </a:cubicBezTo>
                <a:cubicBezTo>
                  <a:pt x="11272" y="8219"/>
                  <a:pt x="11498" y="8289"/>
                  <a:pt x="11584" y="8384"/>
                </a:cubicBezTo>
                <a:cubicBezTo>
                  <a:pt x="11625" y="8429"/>
                  <a:pt x="11642" y="8490"/>
                  <a:pt x="11683" y="8558"/>
                </a:cubicBezTo>
                <a:cubicBezTo>
                  <a:pt x="11799" y="8754"/>
                  <a:pt x="11854" y="8982"/>
                  <a:pt x="11981" y="9178"/>
                </a:cubicBezTo>
                <a:cubicBezTo>
                  <a:pt x="12072" y="9318"/>
                  <a:pt x="12220" y="9434"/>
                  <a:pt x="12303" y="9575"/>
                </a:cubicBezTo>
                <a:cubicBezTo>
                  <a:pt x="12397" y="9735"/>
                  <a:pt x="12370" y="9883"/>
                  <a:pt x="12427" y="10046"/>
                </a:cubicBezTo>
                <a:cubicBezTo>
                  <a:pt x="12477" y="10190"/>
                  <a:pt x="12554" y="10322"/>
                  <a:pt x="12601" y="10468"/>
                </a:cubicBezTo>
                <a:cubicBezTo>
                  <a:pt x="12647" y="10610"/>
                  <a:pt x="12679" y="10716"/>
                  <a:pt x="12700" y="10864"/>
                </a:cubicBezTo>
                <a:cubicBezTo>
                  <a:pt x="12728" y="11057"/>
                  <a:pt x="12701" y="11223"/>
                  <a:pt x="12700" y="11410"/>
                </a:cubicBezTo>
                <a:cubicBezTo>
                  <a:pt x="12696" y="11959"/>
                  <a:pt x="12754" y="12506"/>
                  <a:pt x="12551" y="13022"/>
                </a:cubicBezTo>
                <a:cubicBezTo>
                  <a:pt x="12486" y="13187"/>
                  <a:pt x="12404" y="13335"/>
                  <a:pt x="12328" y="13494"/>
                </a:cubicBezTo>
                <a:cubicBezTo>
                  <a:pt x="12274" y="13607"/>
                  <a:pt x="12200" y="13727"/>
                  <a:pt x="12154" y="13841"/>
                </a:cubicBezTo>
                <a:cubicBezTo>
                  <a:pt x="12082" y="14020"/>
                  <a:pt x="12032" y="14177"/>
                  <a:pt x="11931" y="14337"/>
                </a:cubicBezTo>
                <a:cubicBezTo>
                  <a:pt x="11876" y="14424"/>
                  <a:pt x="11769" y="14521"/>
                  <a:pt x="11708" y="14585"/>
                </a:cubicBezTo>
                <a:cubicBezTo>
                  <a:pt x="11574" y="14726"/>
                  <a:pt x="11534" y="14750"/>
                  <a:pt x="11361" y="14833"/>
                </a:cubicBezTo>
                <a:cubicBezTo>
                  <a:pt x="11222" y="14899"/>
                  <a:pt x="11097" y="14965"/>
                  <a:pt x="10964" y="15032"/>
                </a:cubicBezTo>
                <a:cubicBezTo>
                  <a:pt x="10844" y="15092"/>
                  <a:pt x="10717" y="15159"/>
                  <a:pt x="10592" y="15205"/>
                </a:cubicBezTo>
                <a:cubicBezTo>
                  <a:pt x="10316" y="15308"/>
                  <a:pt x="10064" y="15302"/>
                  <a:pt x="9773" y="15304"/>
                </a:cubicBezTo>
                <a:cubicBezTo>
                  <a:pt x="9016" y="15310"/>
                  <a:pt x="8344" y="15256"/>
                  <a:pt x="7615" y="15056"/>
                </a:cubicBezTo>
                <a:cubicBezTo>
                  <a:pt x="7371" y="14989"/>
                  <a:pt x="7139" y="14880"/>
                  <a:pt x="6896" y="14808"/>
                </a:cubicBezTo>
                <a:cubicBezTo>
                  <a:pt x="6746" y="14763"/>
                  <a:pt x="6594" y="14745"/>
                  <a:pt x="6449" y="14709"/>
                </a:cubicBezTo>
                <a:cubicBezTo>
                  <a:pt x="6225" y="14654"/>
                  <a:pt x="6043" y="14570"/>
                  <a:pt x="5829" y="14486"/>
                </a:cubicBezTo>
                <a:cubicBezTo>
                  <a:pt x="5679" y="14427"/>
                  <a:pt x="5533" y="14375"/>
                  <a:pt x="5383" y="14312"/>
                </a:cubicBezTo>
                <a:cubicBezTo>
                  <a:pt x="5233" y="14249"/>
                  <a:pt x="5104" y="14161"/>
                  <a:pt x="4961" y="14089"/>
                </a:cubicBezTo>
                <a:cubicBezTo>
                  <a:pt x="4817" y="14017"/>
                  <a:pt x="4647" y="13964"/>
                  <a:pt x="4514" y="13891"/>
                </a:cubicBezTo>
                <a:cubicBezTo>
                  <a:pt x="4428" y="13844"/>
                  <a:pt x="4371" y="13816"/>
                  <a:pt x="4291" y="13742"/>
                </a:cubicBezTo>
                <a:cubicBezTo>
                  <a:pt x="4176" y="13636"/>
                  <a:pt x="4141" y="13510"/>
                  <a:pt x="4043" y="13395"/>
                </a:cubicBezTo>
                <a:cubicBezTo>
                  <a:pt x="3900" y="13227"/>
                  <a:pt x="3703" y="13096"/>
                  <a:pt x="3572" y="12923"/>
                </a:cubicBezTo>
                <a:cubicBezTo>
                  <a:pt x="3467" y="12785"/>
                  <a:pt x="3415" y="12621"/>
                  <a:pt x="3324" y="12477"/>
                </a:cubicBezTo>
                <a:cubicBezTo>
                  <a:pt x="3177" y="12242"/>
                  <a:pt x="2999" y="12055"/>
                  <a:pt x="2952" y="11782"/>
                </a:cubicBezTo>
                <a:cubicBezTo>
                  <a:pt x="2880" y="11367"/>
                  <a:pt x="2991" y="10920"/>
                  <a:pt x="3026" y="10542"/>
                </a:cubicBezTo>
                <a:cubicBezTo>
                  <a:pt x="3039" y="10397"/>
                  <a:pt x="3038" y="10293"/>
                  <a:pt x="3076" y="10170"/>
                </a:cubicBezTo>
                <a:cubicBezTo>
                  <a:pt x="3119" y="10028"/>
                  <a:pt x="3177" y="9908"/>
                  <a:pt x="3249" y="9773"/>
                </a:cubicBezTo>
                <a:cubicBezTo>
                  <a:pt x="3332" y="9615"/>
                  <a:pt x="3448" y="9498"/>
                  <a:pt x="3572" y="9376"/>
                </a:cubicBezTo>
                <a:cubicBezTo>
                  <a:pt x="3673" y="9277"/>
                  <a:pt x="3793" y="9184"/>
                  <a:pt x="3894" y="9079"/>
                </a:cubicBezTo>
                <a:cubicBezTo>
                  <a:pt x="3954" y="9017"/>
                  <a:pt x="4034" y="8920"/>
                  <a:pt x="4068" y="8880"/>
                </a:cubicBezTo>
                <a:cubicBezTo>
                  <a:pt x="4136" y="8799"/>
                  <a:pt x="4215" y="8725"/>
                  <a:pt x="4266" y="8632"/>
                </a:cubicBezTo>
                <a:cubicBezTo>
                  <a:pt x="4337" y="8502"/>
                  <a:pt x="4356" y="8360"/>
                  <a:pt x="4440" y="8235"/>
                </a:cubicBezTo>
                <a:cubicBezTo>
                  <a:pt x="4488" y="8163"/>
                  <a:pt x="4556" y="8108"/>
                  <a:pt x="4614" y="8037"/>
                </a:cubicBezTo>
                <a:cubicBezTo>
                  <a:pt x="4670" y="7969"/>
                  <a:pt x="4724" y="7904"/>
                  <a:pt x="4787" y="7838"/>
                </a:cubicBezTo>
                <a:cubicBezTo>
                  <a:pt x="4862" y="7759"/>
                  <a:pt x="4924" y="7683"/>
                  <a:pt x="5011" y="7615"/>
                </a:cubicBezTo>
                <a:cubicBezTo>
                  <a:pt x="5069" y="7570"/>
                  <a:pt x="5123" y="7507"/>
                  <a:pt x="5184" y="7466"/>
                </a:cubicBezTo>
                <a:cubicBezTo>
                  <a:pt x="5204" y="7453"/>
                  <a:pt x="5316" y="7402"/>
                  <a:pt x="5333" y="7392"/>
                </a:cubicBezTo>
                <a:cubicBezTo>
                  <a:pt x="5374" y="7368"/>
                  <a:pt x="5415" y="7345"/>
                  <a:pt x="5457" y="7317"/>
                </a:cubicBezTo>
                <a:cubicBezTo>
                  <a:pt x="5477" y="7304"/>
                  <a:pt x="5569" y="7250"/>
                  <a:pt x="5581" y="7243"/>
                </a:cubicBezTo>
              </a:path>
            </a:pathLst>
          </a:custGeom>
          <a:noFill/>
          <a:ln cap="rnd" w="19080">
            <a:solidFill>
              <a:srgbClr val="ff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7" name=""/>
          <p:cNvSpPr/>
          <p:nvPr/>
        </p:nvSpPr>
        <p:spPr>
          <a:xfrm>
            <a:off x="6545160" y="1687680"/>
            <a:ext cx="1322640" cy="617400"/>
          </a:xfrm>
          <a:custGeom>
            <a:avLst/>
            <a:gdLst/>
            <a:ahLst/>
            <a:rect l="l" t="t" r="r" b="b"/>
            <a:pathLst>
              <a:path w="3672" h="1713">
                <a:moveTo>
                  <a:pt x="18182" y="4688"/>
                </a:moveTo>
                <a:cubicBezTo>
                  <a:pt x="18240" y="4696"/>
                  <a:pt x="18271" y="4710"/>
                  <a:pt x="18331" y="4738"/>
                </a:cubicBezTo>
                <a:cubicBezTo>
                  <a:pt x="18534" y="4832"/>
                  <a:pt x="18722" y="5002"/>
                  <a:pt x="18901" y="5135"/>
                </a:cubicBezTo>
                <a:cubicBezTo>
                  <a:pt x="19038" y="5236"/>
                  <a:pt x="19230" y="5396"/>
                  <a:pt x="19397" y="5457"/>
                </a:cubicBezTo>
                <a:cubicBezTo>
                  <a:pt x="19422" y="5457"/>
                  <a:pt x="19430" y="5457"/>
                  <a:pt x="19447" y="5457"/>
                </a:cubicBezTo>
              </a:path>
              <a:path w="3672" h="1713">
                <a:moveTo>
                  <a:pt x="19596" y="4961"/>
                </a:moveTo>
                <a:cubicBezTo>
                  <a:pt x="19574" y="5020"/>
                  <a:pt x="19571" y="5062"/>
                  <a:pt x="19571" y="5135"/>
                </a:cubicBezTo>
                <a:cubicBezTo>
                  <a:pt x="19571" y="5290"/>
                  <a:pt x="19506" y="5408"/>
                  <a:pt x="19472" y="5556"/>
                </a:cubicBezTo>
                <a:cubicBezTo>
                  <a:pt x="19440" y="5698"/>
                  <a:pt x="19400" y="5789"/>
                  <a:pt x="19323" y="5904"/>
                </a:cubicBezTo>
                <a:cubicBezTo>
                  <a:pt x="19275" y="5976"/>
                  <a:pt x="19222" y="6026"/>
                  <a:pt x="19174" y="6102"/>
                </a:cubicBezTo>
                <a:cubicBezTo>
                  <a:pt x="19131" y="6171"/>
                  <a:pt x="19097" y="6227"/>
                  <a:pt x="19050" y="6300"/>
                </a:cubicBezTo>
                <a:cubicBezTo>
                  <a:pt x="19022" y="6343"/>
                  <a:pt x="18899" y="6400"/>
                  <a:pt x="18951" y="6400"/>
                </a:cubicBezTo>
                <a:cubicBezTo>
                  <a:pt x="18959" y="6392"/>
                  <a:pt x="18968" y="6383"/>
                  <a:pt x="18976" y="6375"/>
                </a:cubicBezTo>
              </a:path>
              <a:path w="3672" h="1713">
                <a:moveTo>
                  <a:pt x="20389" y="5383"/>
                </a:moveTo>
                <a:cubicBezTo>
                  <a:pt x="20333" y="5397"/>
                  <a:pt x="20272" y="5393"/>
                  <a:pt x="20216" y="5407"/>
                </a:cubicBezTo>
                <a:cubicBezTo>
                  <a:pt x="20166" y="5419"/>
                  <a:pt x="20108" y="5460"/>
                  <a:pt x="20067" y="5482"/>
                </a:cubicBezTo>
                <a:cubicBezTo>
                  <a:pt x="20003" y="5516"/>
                  <a:pt x="19983" y="5534"/>
                  <a:pt x="19968" y="5606"/>
                </a:cubicBezTo>
                <a:cubicBezTo>
                  <a:pt x="19953" y="5680"/>
                  <a:pt x="19970" y="5762"/>
                  <a:pt x="19993" y="5829"/>
                </a:cubicBezTo>
                <a:cubicBezTo>
                  <a:pt x="20013" y="5889"/>
                  <a:pt x="20011" y="5942"/>
                  <a:pt x="20067" y="5978"/>
                </a:cubicBezTo>
                <a:cubicBezTo>
                  <a:pt x="20106" y="6003"/>
                  <a:pt x="20168" y="6040"/>
                  <a:pt x="20216" y="6052"/>
                </a:cubicBezTo>
                <a:cubicBezTo>
                  <a:pt x="20313" y="6076"/>
                  <a:pt x="20485" y="6066"/>
                  <a:pt x="20513" y="6003"/>
                </a:cubicBezTo>
                <a:cubicBezTo>
                  <a:pt x="20518" y="5991"/>
                  <a:pt x="20557" y="5942"/>
                  <a:pt x="20563" y="5904"/>
                </a:cubicBezTo>
                <a:cubicBezTo>
                  <a:pt x="20569" y="5866"/>
                  <a:pt x="20566" y="5807"/>
                  <a:pt x="20538" y="5779"/>
                </a:cubicBezTo>
                <a:cubicBezTo>
                  <a:pt x="20495" y="5736"/>
                  <a:pt x="20480" y="5746"/>
                  <a:pt x="20439" y="5705"/>
                </a:cubicBezTo>
                <a:cubicBezTo>
                  <a:pt x="20422" y="5688"/>
                  <a:pt x="20406" y="5672"/>
                  <a:pt x="20389" y="5655"/>
                </a:cubicBezTo>
                <a:cubicBezTo>
                  <a:pt x="20405" y="5711"/>
                  <a:pt x="20424" y="5750"/>
                  <a:pt x="20464" y="5804"/>
                </a:cubicBezTo>
                <a:cubicBezTo>
                  <a:pt x="20508" y="5863"/>
                  <a:pt x="20524" y="5922"/>
                  <a:pt x="20563" y="5978"/>
                </a:cubicBezTo>
                <a:cubicBezTo>
                  <a:pt x="20600" y="6031"/>
                  <a:pt x="20629" y="6025"/>
                  <a:pt x="20687" y="6028"/>
                </a:cubicBezTo>
                <a:cubicBezTo>
                  <a:pt x="20765" y="6032"/>
                  <a:pt x="20838" y="6043"/>
                  <a:pt x="20910" y="6052"/>
                </a:cubicBezTo>
                <a:cubicBezTo>
                  <a:pt x="20943" y="6056"/>
                  <a:pt x="20953" y="6035"/>
                  <a:pt x="20985" y="6028"/>
                </a:cubicBezTo>
              </a:path>
              <a:path w="3672" h="1713">
                <a:moveTo>
                  <a:pt x="21258" y="4787"/>
                </a:moveTo>
                <a:cubicBezTo>
                  <a:pt x="21258" y="4955"/>
                  <a:pt x="21273" y="5118"/>
                  <a:pt x="21282" y="5283"/>
                </a:cubicBezTo>
                <a:cubicBezTo>
                  <a:pt x="21292" y="5460"/>
                  <a:pt x="21276" y="5632"/>
                  <a:pt x="21258" y="5804"/>
                </a:cubicBezTo>
                <a:cubicBezTo>
                  <a:pt x="21250" y="5883"/>
                  <a:pt x="21241" y="5929"/>
                  <a:pt x="21208" y="6003"/>
                </a:cubicBezTo>
                <a:cubicBezTo>
                  <a:pt x="21222" y="5965"/>
                  <a:pt x="21218" y="5917"/>
                  <a:pt x="21233" y="5879"/>
                </a:cubicBezTo>
                <a:cubicBezTo>
                  <a:pt x="21254" y="5827"/>
                  <a:pt x="21338" y="5780"/>
                  <a:pt x="21382" y="5755"/>
                </a:cubicBezTo>
                <a:cubicBezTo>
                  <a:pt x="21441" y="5722"/>
                  <a:pt x="21430" y="5696"/>
                  <a:pt x="21506" y="5705"/>
                </a:cubicBezTo>
                <a:cubicBezTo>
                  <a:pt x="21572" y="5713"/>
                  <a:pt x="21735" y="5837"/>
                  <a:pt x="21779" y="5879"/>
                </a:cubicBezTo>
                <a:cubicBezTo>
                  <a:pt x="21808" y="5906"/>
                  <a:pt x="21845" y="5992"/>
                  <a:pt x="21853" y="6028"/>
                </a:cubicBezTo>
                <a:cubicBezTo>
                  <a:pt x="21865" y="6080"/>
                  <a:pt x="21853" y="6147"/>
                  <a:pt x="21853" y="6201"/>
                </a:cubicBezTo>
              </a:path>
            </a:pathLst>
          </a:custGeom>
          <a:noFill/>
          <a:ln cap="rnd" w="34920">
            <a:solidFill>
              <a:srgbClr val="ff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8" name=""/>
          <p:cNvSpPr/>
          <p:nvPr/>
        </p:nvSpPr>
        <p:spPr>
          <a:xfrm>
            <a:off x="2438280" y="-639720"/>
            <a:ext cx="411480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Added this part for some reason. Second version, first version said “it’s true!” and I thought it was STUFU (David-SNUFU!!) so bye it goes</a:t>
            </a:r>
            <a:endParaRPr b="0" lang="en-US" sz="1200" spc="-1" strike="noStrike">
              <a:solidFill>
                <a:srgbClr val="000000"/>
              </a:solidFill>
              <a:latin typeface="Arial"/>
            </a:endParaRPr>
          </a:p>
        </p:txBody>
      </p:sp>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 name="" descr=""/>
          <p:cNvPicPr/>
          <p:nvPr/>
        </p:nvPicPr>
        <p:blipFill>
          <a:blip r:embed="rId1"/>
          <a:stretch/>
        </p:blipFill>
        <p:spPr>
          <a:xfrm>
            <a:off x="0" y="0"/>
            <a:ext cx="9144000" cy="6858000"/>
          </a:xfrm>
          <a:prstGeom prst="rect">
            <a:avLst/>
          </a:prstGeom>
          <a:ln w="0">
            <a:noFill/>
          </a:ln>
        </p:spPr>
      </p:pic>
      <p:sp>
        <p:nvSpPr>
          <p:cNvPr id="20" name=""/>
          <p:cNvSpPr txBox="1"/>
          <p:nvPr/>
        </p:nvSpPr>
        <p:spPr>
          <a:xfrm>
            <a:off x="1600200" y="1066680"/>
            <a:ext cx="5705640" cy="95256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ffffff"/>
                </a:solidFill>
                <a:latin typeface="Arial Black"/>
              </a:rPr>
              <a:t>Project Star</a:t>
            </a:r>
            <a:endParaRPr b="0" lang="en-US" sz="1800" spc="1" strike="noStrike">
              <a:ln w="9360">
                <a:solidFill>
                  <a:srgbClr val="000000"/>
                </a:solidFill>
                <a:miter/>
              </a:ln>
              <a:solidFill>
                <a:srgbClr val="ffffff"/>
              </a:solidFill>
              <a:latin typeface="Arial Black"/>
              <a:ea typeface="Arial Black"/>
            </a:endParaRPr>
          </a:p>
        </p:txBody>
      </p:sp>
      <p:sp>
        <p:nvSpPr>
          <p:cNvPr id="21" name=""/>
          <p:cNvSpPr/>
          <p:nvPr/>
        </p:nvSpPr>
        <p:spPr>
          <a:xfrm>
            <a:off x="3352680" y="4495680"/>
            <a:ext cx="2057400" cy="1067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 name=""/>
          <p:cNvSpPr/>
          <p:nvPr/>
        </p:nvSpPr>
        <p:spPr>
          <a:xfrm>
            <a:off x="3886200" y="4876920"/>
            <a:ext cx="16765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u="sng">
                <a:solidFill>
                  <a:srgbClr val="009999"/>
                </a:solidFill>
                <a:uFillTx/>
                <a:latin typeface="Arial"/>
                <a:hlinkClick r:id="rId2" action="ppaction://hlinksldjump"/>
              </a:rPr>
              <a:t>-Start-</a:t>
            </a:r>
            <a:endParaRPr b="0" lang="en-US" sz="1800" spc="-1" strike="noStrike">
              <a:solidFill>
                <a:srgbClr val="000000"/>
              </a:solidFill>
              <a:latin typeface="Arial"/>
            </a:endParaRPr>
          </a:p>
        </p:txBody>
      </p:sp>
      <p:sp>
        <p:nvSpPr>
          <p:cNvPr id="23" name=""/>
          <p:cNvSpPr/>
          <p:nvPr/>
        </p:nvSpPr>
        <p:spPr>
          <a:xfrm>
            <a:off x="3276720" y="4419720"/>
            <a:ext cx="152280" cy="152280"/>
          </a:xfrm>
          <a:prstGeom prst="ellipse">
            <a:avLst/>
          </a:prstGeom>
          <a:solidFill>
            <a:srgbClr val="ff33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4" name=""/>
          <p:cNvSpPr/>
          <p:nvPr/>
        </p:nvSpPr>
        <p:spPr>
          <a:xfrm>
            <a:off x="5334120" y="4419720"/>
            <a:ext cx="152280" cy="152280"/>
          </a:xfrm>
          <a:prstGeom prst="ellipse">
            <a:avLst/>
          </a:prstGeom>
          <a:solidFill>
            <a:srgbClr val="ff33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 name=""/>
          <p:cNvSpPr/>
          <p:nvPr/>
        </p:nvSpPr>
        <p:spPr>
          <a:xfrm>
            <a:off x="3276720" y="5486400"/>
            <a:ext cx="152280" cy="152280"/>
          </a:xfrm>
          <a:prstGeom prst="ellipse">
            <a:avLst/>
          </a:prstGeom>
          <a:solidFill>
            <a:srgbClr val="ff33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6" name=""/>
          <p:cNvSpPr/>
          <p:nvPr/>
        </p:nvSpPr>
        <p:spPr>
          <a:xfrm>
            <a:off x="5334120" y="5486400"/>
            <a:ext cx="152280" cy="152280"/>
          </a:xfrm>
          <a:prstGeom prst="ellipse">
            <a:avLst/>
          </a:prstGeom>
          <a:solidFill>
            <a:srgbClr val="ff33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7" name=""/>
          <p:cNvSpPr/>
          <p:nvPr/>
        </p:nvSpPr>
        <p:spPr>
          <a:xfrm>
            <a:off x="3809880" y="2133720"/>
            <a:ext cx="51055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ffff"/>
                </a:solidFill>
                <a:latin typeface="Arial"/>
              </a:rPr>
              <a:t>Part 1</a:t>
            </a:r>
            <a:endParaRPr b="0" lang="en-US" sz="1800" spc="-1" strike="noStrike">
              <a:solidFill>
                <a:srgbClr val="000000"/>
              </a:solidFill>
              <a:latin typeface="Arial"/>
            </a:endParaRPr>
          </a:p>
        </p:txBody>
      </p:sp>
      <p:sp>
        <p:nvSpPr>
          <p:cNvPr id="28" name=""/>
          <p:cNvSpPr/>
          <p:nvPr/>
        </p:nvSpPr>
        <p:spPr>
          <a:xfrm>
            <a:off x="3505320" y="609480"/>
            <a:ext cx="15238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ffff"/>
                </a:solidFill>
                <a:latin typeface="Arial"/>
              </a:rPr>
              <a:t>2005 spotco</a:t>
            </a:r>
            <a:endParaRPr b="0" lang="en-US" sz="1800" spc="-1" strike="noStrike">
              <a:solidFill>
                <a:srgbClr val="000000"/>
              </a:solidFill>
              <a:latin typeface="Arial"/>
            </a:endParaRPr>
          </a:p>
        </p:txBody>
      </p:sp>
      <p:pic>
        <p:nvPicPr>
          <p:cNvPr id="29" name="" descr=""/>
          <p:cNvPicPr/>
          <p:nvPr/>
        </p:nvPicPr>
        <p:blipFill>
          <a:blip r:embed="rId3"/>
          <a:stretch/>
        </p:blipFill>
        <p:spPr>
          <a:xfrm>
            <a:off x="4724280" y="-304920"/>
            <a:ext cx="304920" cy="304920"/>
          </a:xfrm>
          <a:prstGeom prst="rect">
            <a:avLst/>
          </a:prstGeom>
          <a:ln w="0">
            <a:noFill/>
          </a:ln>
        </p:spPr>
      </p:pic>
      <p:sp>
        <p:nvSpPr>
          <p:cNvPr id="30" name=""/>
          <p:cNvSpPr/>
          <p:nvPr/>
        </p:nvSpPr>
        <p:spPr>
          <a:xfrm>
            <a:off x="1523880" y="-274680"/>
            <a:ext cx="22100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Song doesn’t really fit…</a:t>
            </a:r>
            <a:endParaRPr b="0" lang="en-US" sz="1200" spc="-1" strike="noStrike">
              <a:solidFill>
                <a:srgbClr val="000000"/>
              </a:solidFill>
              <a:latin typeface="Arial"/>
            </a:endParaRPr>
          </a:p>
        </p:txBody>
      </p:sp>
    </p:spTree>
  </p:cSld>
  <p:timing>
    <p:tnLst>
      <p:par>
        <p:cTn id="22" dur="indefinite" restart="never" nodeType="tmRoot">
          <p:childTnLst>
            <p:seq>
              <p:cTn id="23" dur="indefinite" nodeType="mainSeq">
                <p:childTnLst>
                  <p:par>
                    <p:cTn id="24" fill="hold">
                      <p:stCondLst>
                        <p:cond delay="0"/>
                      </p:stCondLst>
                      <p:childTnLst>
                        <p:par>
                          <p:cTn id="25" fill="hold">
                            <p:stCondLst>
                              <p:cond delay="0"/>
                            </p:stCondLst>
                            <p:childTnLst>
                              <p:par>
                                <p:cTn id="26" nodeType="afterEffect" fill="hold" presetClass="mediacall" presetID="1">
                                  <p:stCondLst>
                                    <p:cond delay="0"/>
                                  </p:stCondLst>
                                  <p:childTnLst>
                                    <p:cmd type="call" cmd="playFrom(0.0)">
                                      <p:cBhvr>
                                        <p:cTn id="27" dur="219429" fill="hold"/>
                                        <p:tgtEl>
                                          <p:spTgt spid="29"/>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1" name="" descr=""/>
          <p:cNvPicPr/>
          <p:nvPr/>
        </p:nvPicPr>
        <p:blipFill>
          <a:blip r:embed="rId1"/>
          <a:stretch/>
        </p:blipFill>
        <p:spPr>
          <a:xfrm>
            <a:off x="0" y="0"/>
            <a:ext cx="9144000" cy="6858000"/>
          </a:xfrm>
          <a:prstGeom prst="rect">
            <a:avLst/>
          </a:prstGeom>
          <a:ln w="0">
            <a:noFill/>
          </a:ln>
        </p:spPr>
      </p:pic>
      <p:pic>
        <p:nvPicPr>
          <p:cNvPr id="32" name="" descr=""/>
          <p:cNvPicPr/>
          <p:nvPr/>
        </p:nvPicPr>
        <p:blipFill>
          <a:blip r:embed="rId2"/>
          <a:stretch/>
        </p:blipFill>
        <p:spPr>
          <a:xfrm>
            <a:off x="9372600" y="2895480"/>
            <a:ext cx="1886040" cy="943200"/>
          </a:xfrm>
          <a:prstGeom prst="rect">
            <a:avLst/>
          </a:prstGeom>
          <a:ln w="0">
            <a:noFill/>
          </a:ln>
        </p:spPr>
      </p:pic>
      <p:pic>
        <p:nvPicPr>
          <p:cNvPr id="33" name="" descr=""/>
          <p:cNvPicPr/>
          <p:nvPr/>
        </p:nvPicPr>
        <p:blipFill>
          <a:blip r:embed="rId3"/>
          <a:stretch/>
        </p:blipFill>
        <p:spPr>
          <a:xfrm>
            <a:off x="11353680" y="3962520"/>
            <a:ext cx="990720" cy="368280"/>
          </a:xfrm>
          <a:prstGeom prst="rect">
            <a:avLst/>
          </a:prstGeom>
          <a:ln w="0">
            <a:noFill/>
          </a:ln>
        </p:spPr>
      </p:pic>
    </p:spTree>
  </p:cSld>
  <p:transition spd="slow" advTm="1000">
    <p:randomBar dir="vert"/>
  </p:transition>
  <p:timing>
    <p:tnLst>
      <p:par>
        <p:cTn id="28" dur="indefinite" restart="never" nodeType="tmRoot">
          <p:childTnLst>
            <p:seq>
              <p:cTn id="29" dur="indefinite" nodeType="mainSeq">
                <p:childTnLst>
                  <p:par>
                    <p:cTn id="30" fill="hold">
                      <p:stCondLst>
                        <p:cond delay="0"/>
                      </p:stCondLst>
                      <p:childTnLst>
                        <p:par>
                          <p:cTn id="31" fill="hold">
                            <p:stCondLst>
                              <p:cond delay="0"/>
                            </p:stCondLst>
                            <p:childTnLst>
                              <p:par>
                                <p:cTn id="32" nodeType="afterEffect" fill="hold" presetClass="path" presetID="0">
                                  <p:stCondLst>
                                    <p:cond delay="1500"/>
                                  </p:stCondLst>
                                  <p:childTnLst>
                                    <p:animMotion origin="layout" path="M -0.12813 -0.00208 L -1.1948 -0.01317 E">
                                      <p:cBhvr>
                                        <p:cTn id="33" dur="500" fill="hold"/>
                                        <p:tgtEl>
                                          <p:spTgt spid="32"/>
                                        </p:tgtEl>
                                      </p:cBhvr>
                                    </p:animMotion>
                                  </p:childTnLst>
                                </p:cTn>
                              </p:par>
                              <p:set>
                                <p:cBhvr>
                                  <p:cTn id="34" dur="1" fill="hold">
                                    <p:stCondLst>
                                      <p:cond evt="end">
                                        <p:tn val="32"/>
                                      </p:cond>
                                    </p:stCondLst>
                                  </p:cTn>
                                  <p:tgtEl>
                                    <p:spTgt spid="32"/>
                                  </p:tgtEl>
                                  <p:attrNameLst>
                                    <p:attrName>style.visibility</p:attrName>
                                  </p:attrNameLst>
                                </p:cBhvr>
                                <p:to>
                                  <p:strVal val="hidden"/>
                                </p:to>
                              </p:set>
                              <p:par>
                                <p:cTn id="35" nodeType="withEffect" fill="hold" presetClass="path" presetID="0">
                                  <p:stCondLst>
                                    <p:cond delay="1500"/>
                                  </p:stCondLst>
                                  <p:childTnLst>
                                    <p:animMotion origin="layout" path="M -0.10416 -0.00462 L -1.35416 -0.00462 E">
                                      <p:cBhvr>
                                        <p:cTn id="36" dur="500" fill="hold"/>
                                        <p:tgtEl>
                                          <p:spTgt spid="33"/>
                                        </p:tgtEl>
                                      </p:cBhvr>
                                    </p:animMotion>
                                  </p:childTnLst>
                                </p:cTn>
                              </p:par>
                              <p:set>
                                <p:cBhvr>
                                  <p:cTn id="37" dur="1" fill="hold">
                                    <p:stCondLst>
                                      <p:cond evt="end">
                                        <p:tn val="35"/>
                                      </p:cond>
                                    </p:stCondLst>
                                  </p:cTn>
                                  <p:tgtEl>
                                    <p:spTgt spid="33"/>
                                  </p:tgtEl>
                                  <p:attrNameLst>
                                    <p:attrName>style.visibility</p:attrName>
                                  </p:attrNameLst>
                                </p:cBhvr>
                                <p:to>
                                  <p:strVal val="hidden"/>
                                </p:to>
                              </p:set>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 name=""/>
          <p:cNvSpPr/>
          <p:nvPr/>
        </p:nvSpPr>
        <p:spPr>
          <a:xfrm>
            <a:off x="-2666880" y="533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6" name=""/>
          <p:cNvSpPr/>
          <p:nvPr/>
        </p:nvSpPr>
        <p:spPr>
          <a:xfrm>
            <a:off x="-2590920" y="990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7" name=""/>
          <p:cNvSpPr/>
          <p:nvPr/>
        </p:nvSpPr>
        <p:spPr>
          <a:xfrm>
            <a:off x="-2514600" y="16002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8" name=""/>
          <p:cNvSpPr/>
          <p:nvPr/>
        </p:nvSpPr>
        <p:spPr>
          <a:xfrm>
            <a:off x="-2590920" y="20574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9" name=""/>
          <p:cNvSpPr/>
          <p:nvPr/>
        </p:nvSpPr>
        <p:spPr>
          <a:xfrm>
            <a:off x="-2590920" y="26668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0" name=""/>
          <p:cNvSpPr/>
          <p:nvPr/>
        </p:nvSpPr>
        <p:spPr>
          <a:xfrm>
            <a:off x="-2666880" y="3276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1" name=""/>
          <p:cNvSpPr/>
          <p:nvPr/>
        </p:nvSpPr>
        <p:spPr>
          <a:xfrm>
            <a:off x="-2666880" y="3733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2" name=""/>
          <p:cNvSpPr/>
          <p:nvPr/>
        </p:nvSpPr>
        <p:spPr>
          <a:xfrm>
            <a:off x="-2590920" y="42670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3" name=""/>
          <p:cNvSpPr/>
          <p:nvPr/>
        </p:nvSpPr>
        <p:spPr>
          <a:xfrm>
            <a:off x="-2666880" y="48006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4" name=""/>
          <p:cNvSpPr/>
          <p:nvPr/>
        </p:nvSpPr>
        <p:spPr>
          <a:xfrm>
            <a:off x="-2514600" y="52578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5" name=""/>
          <p:cNvSpPr/>
          <p:nvPr/>
        </p:nvSpPr>
        <p:spPr>
          <a:xfrm>
            <a:off x="-2590920" y="56386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 name=""/>
          <p:cNvSpPr/>
          <p:nvPr/>
        </p:nvSpPr>
        <p:spPr>
          <a:xfrm>
            <a:off x="-2666880" y="6019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 name=""/>
          <p:cNvSpPr/>
          <p:nvPr/>
        </p:nvSpPr>
        <p:spPr>
          <a:xfrm>
            <a:off x="-2666880" y="6248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 name=""/>
          <p:cNvSpPr/>
          <p:nvPr/>
        </p:nvSpPr>
        <p:spPr>
          <a:xfrm>
            <a:off x="-2971800" y="533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 name=""/>
          <p:cNvSpPr/>
          <p:nvPr/>
        </p:nvSpPr>
        <p:spPr>
          <a:xfrm>
            <a:off x="-2895480" y="990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 name=""/>
          <p:cNvSpPr/>
          <p:nvPr/>
        </p:nvSpPr>
        <p:spPr>
          <a:xfrm>
            <a:off x="-2819520" y="16002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1" name=""/>
          <p:cNvSpPr/>
          <p:nvPr/>
        </p:nvSpPr>
        <p:spPr>
          <a:xfrm>
            <a:off x="-2895480" y="20574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2" name=""/>
          <p:cNvSpPr/>
          <p:nvPr/>
        </p:nvSpPr>
        <p:spPr>
          <a:xfrm>
            <a:off x="-2895480" y="26668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3" name=""/>
          <p:cNvSpPr/>
          <p:nvPr/>
        </p:nvSpPr>
        <p:spPr>
          <a:xfrm>
            <a:off x="-2971800" y="3276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4" name=""/>
          <p:cNvSpPr/>
          <p:nvPr/>
        </p:nvSpPr>
        <p:spPr>
          <a:xfrm>
            <a:off x="-2971800" y="3733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5" name=""/>
          <p:cNvSpPr/>
          <p:nvPr/>
        </p:nvSpPr>
        <p:spPr>
          <a:xfrm>
            <a:off x="-2895480" y="42670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6" name=""/>
          <p:cNvSpPr/>
          <p:nvPr/>
        </p:nvSpPr>
        <p:spPr>
          <a:xfrm>
            <a:off x="-2971800" y="48006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7" name=""/>
          <p:cNvSpPr/>
          <p:nvPr/>
        </p:nvSpPr>
        <p:spPr>
          <a:xfrm>
            <a:off x="-2819520" y="52578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8" name=""/>
          <p:cNvSpPr/>
          <p:nvPr/>
        </p:nvSpPr>
        <p:spPr>
          <a:xfrm>
            <a:off x="-2895480" y="56386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9" name=""/>
          <p:cNvSpPr/>
          <p:nvPr/>
        </p:nvSpPr>
        <p:spPr>
          <a:xfrm>
            <a:off x="-2971800" y="6019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0" name=""/>
          <p:cNvSpPr/>
          <p:nvPr/>
        </p:nvSpPr>
        <p:spPr>
          <a:xfrm>
            <a:off x="-2971800" y="6248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1" name=""/>
          <p:cNvSpPr/>
          <p:nvPr/>
        </p:nvSpPr>
        <p:spPr>
          <a:xfrm>
            <a:off x="-3124080" y="533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2" name=""/>
          <p:cNvSpPr/>
          <p:nvPr/>
        </p:nvSpPr>
        <p:spPr>
          <a:xfrm>
            <a:off x="-3048120" y="990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3" name=""/>
          <p:cNvSpPr/>
          <p:nvPr/>
        </p:nvSpPr>
        <p:spPr>
          <a:xfrm>
            <a:off x="-2971800" y="16002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4" name=""/>
          <p:cNvSpPr/>
          <p:nvPr/>
        </p:nvSpPr>
        <p:spPr>
          <a:xfrm>
            <a:off x="-3048120" y="20574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5" name=""/>
          <p:cNvSpPr/>
          <p:nvPr/>
        </p:nvSpPr>
        <p:spPr>
          <a:xfrm>
            <a:off x="-3048120" y="26668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6" name=""/>
          <p:cNvSpPr/>
          <p:nvPr/>
        </p:nvSpPr>
        <p:spPr>
          <a:xfrm>
            <a:off x="-3124080" y="3276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7" name=""/>
          <p:cNvSpPr/>
          <p:nvPr/>
        </p:nvSpPr>
        <p:spPr>
          <a:xfrm>
            <a:off x="-3124080" y="3733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8" name=""/>
          <p:cNvSpPr/>
          <p:nvPr/>
        </p:nvSpPr>
        <p:spPr>
          <a:xfrm>
            <a:off x="-3048120" y="42670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9" name=""/>
          <p:cNvSpPr/>
          <p:nvPr/>
        </p:nvSpPr>
        <p:spPr>
          <a:xfrm>
            <a:off x="-3124080" y="48006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0" name=""/>
          <p:cNvSpPr/>
          <p:nvPr/>
        </p:nvSpPr>
        <p:spPr>
          <a:xfrm>
            <a:off x="-2971800" y="52578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1" name=""/>
          <p:cNvSpPr/>
          <p:nvPr/>
        </p:nvSpPr>
        <p:spPr>
          <a:xfrm>
            <a:off x="-3048120" y="56386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2" name=""/>
          <p:cNvSpPr/>
          <p:nvPr/>
        </p:nvSpPr>
        <p:spPr>
          <a:xfrm>
            <a:off x="-3124080" y="6019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3" name=""/>
          <p:cNvSpPr/>
          <p:nvPr/>
        </p:nvSpPr>
        <p:spPr>
          <a:xfrm>
            <a:off x="-3124080" y="6248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4" name=""/>
          <p:cNvSpPr/>
          <p:nvPr/>
        </p:nvSpPr>
        <p:spPr>
          <a:xfrm>
            <a:off x="-3276720" y="533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5" name=""/>
          <p:cNvSpPr/>
          <p:nvPr/>
        </p:nvSpPr>
        <p:spPr>
          <a:xfrm>
            <a:off x="-3200400" y="990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6" name=""/>
          <p:cNvSpPr/>
          <p:nvPr/>
        </p:nvSpPr>
        <p:spPr>
          <a:xfrm>
            <a:off x="-3124080" y="16002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7" name=""/>
          <p:cNvSpPr/>
          <p:nvPr/>
        </p:nvSpPr>
        <p:spPr>
          <a:xfrm>
            <a:off x="-3200400" y="20574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8" name=""/>
          <p:cNvSpPr/>
          <p:nvPr/>
        </p:nvSpPr>
        <p:spPr>
          <a:xfrm>
            <a:off x="-3200400" y="26668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9" name=""/>
          <p:cNvSpPr/>
          <p:nvPr/>
        </p:nvSpPr>
        <p:spPr>
          <a:xfrm>
            <a:off x="-3276720" y="3276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0" name=""/>
          <p:cNvSpPr/>
          <p:nvPr/>
        </p:nvSpPr>
        <p:spPr>
          <a:xfrm>
            <a:off x="-3276720" y="3733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1" name=""/>
          <p:cNvSpPr/>
          <p:nvPr/>
        </p:nvSpPr>
        <p:spPr>
          <a:xfrm>
            <a:off x="-3200400" y="42670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2" name=""/>
          <p:cNvSpPr/>
          <p:nvPr/>
        </p:nvSpPr>
        <p:spPr>
          <a:xfrm>
            <a:off x="-3276720" y="48006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3" name=""/>
          <p:cNvSpPr/>
          <p:nvPr/>
        </p:nvSpPr>
        <p:spPr>
          <a:xfrm>
            <a:off x="-3124080" y="52578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4" name=""/>
          <p:cNvSpPr/>
          <p:nvPr/>
        </p:nvSpPr>
        <p:spPr>
          <a:xfrm>
            <a:off x="-3200400" y="56386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5" name=""/>
          <p:cNvSpPr/>
          <p:nvPr/>
        </p:nvSpPr>
        <p:spPr>
          <a:xfrm>
            <a:off x="-3276720" y="6019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6" name=""/>
          <p:cNvSpPr/>
          <p:nvPr/>
        </p:nvSpPr>
        <p:spPr>
          <a:xfrm>
            <a:off x="-3276720" y="6248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7" name=""/>
          <p:cNvSpPr/>
          <p:nvPr/>
        </p:nvSpPr>
        <p:spPr>
          <a:xfrm>
            <a:off x="-3429000" y="533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8" name=""/>
          <p:cNvSpPr/>
          <p:nvPr/>
        </p:nvSpPr>
        <p:spPr>
          <a:xfrm>
            <a:off x="-3352680" y="990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9" name=""/>
          <p:cNvSpPr/>
          <p:nvPr/>
        </p:nvSpPr>
        <p:spPr>
          <a:xfrm>
            <a:off x="-3276720" y="16002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90" name=""/>
          <p:cNvSpPr/>
          <p:nvPr/>
        </p:nvSpPr>
        <p:spPr>
          <a:xfrm>
            <a:off x="-3352680" y="20574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91" name=""/>
          <p:cNvSpPr/>
          <p:nvPr/>
        </p:nvSpPr>
        <p:spPr>
          <a:xfrm>
            <a:off x="-3352680" y="26668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92" name=""/>
          <p:cNvSpPr/>
          <p:nvPr/>
        </p:nvSpPr>
        <p:spPr>
          <a:xfrm>
            <a:off x="-3429000" y="3276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93" name=""/>
          <p:cNvSpPr/>
          <p:nvPr/>
        </p:nvSpPr>
        <p:spPr>
          <a:xfrm>
            <a:off x="-3429000" y="3733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94" name=""/>
          <p:cNvSpPr/>
          <p:nvPr/>
        </p:nvSpPr>
        <p:spPr>
          <a:xfrm>
            <a:off x="-3352680" y="42670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95" name=""/>
          <p:cNvSpPr/>
          <p:nvPr/>
        </p:nvSpPr>
        <p:spPr>
          <a:xfrm>
            <a:off x="-3429000" y="48006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96" name=""/>
          <p:cNvSpPr/>
          <p:nvPr/>
        </p:nvSpPr>
        <p:spPr>
          <a:xfrm>
            <a:off x="-3276720" y="52578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97" name=""/>
          <p:cNvSpPr/>
          <p:nvPr/>
        </p:nvSpPr>
        <p:spPr>
          <a:xfrm>
            <a:off x="-3352680" y="56386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98" name=""/>
          <p:cNvSpPr/>
          <p:nvPr/>
        </p:nvSpPr>
        <p:spPr>
          <a:xfrm>
            <a:off x="-3429000" y="6019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99" name=""/>
          <p:cNvSpPr/>
          <p:nvPr/>
        </p:nvSpPr>
        <p:spPr>
          <a:xfrm>
            <a:off x="-3429000" y="6248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0" name=""/>
          <p:cNvSpPr/>
          <p:nvPr/>
        </p:nvSpPr>
        <p:spPr>
          <a:xfrm>
            <a:off x="-2514600" y="6858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1" name=""/>
          <p:cNvSpPr/>
          <p:nvPr/>
        </p:nvSpPr>
        <p:spPr>
          <a:xfrm>
            <a:off x="-2438280" y="11430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2" name=""/>
          <p:cNvSpPr/>
          <p:nvPr/>
        </p:nvSpPr>
        <p:spPr>
          <a:xfrm>
            <a:off x="-2362320" y="17524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3" name=""/>
          <p:cNvSpPr/>
          <p:nvPr/>
        </p:nvSpPr>
        <p:spPr>
          <a:xfrm>
            <a:off x="-2438280" y="22096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4" name=""/>
          <p:cNvSpPr/>
          <p:nvPr/>
        </p:nvSpPr>
        <p:spPr>
          <a:xfrm>
            <a:off x="-2438280" y="2819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5" name=""/>
          <p:cNvSpPr/>
          <p:nvPr/>
        </p:nvSpPr>
        <p:spPr>
          <a:xfrm>
            <a:off x="-2514600" y="34290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6" name=""/>
          <p:cNvSpPr/>
          <p:nvPr/>
        </p:nvSpPr>
        <p:spPr>
          <a:xfrm>
            <a:off x="-2514600" y="38862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7" name=""/>
          <p:cNvSpPr/>
          <p:nvPr/>
        </p:nvSpPr>
        <p:spPr>
          <a:xfrm>
            <a:off x="-2438280" y="4419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8" name=""/>
          <p:cNvSpPr/>
          <p:nvPr/>
        </p:nvSpPr>
        <p:spPr>
          <a:xfrm>
            <a:off x="-2514600" y="49528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9" name=""/>
          <p:cNvSpPr/>
          <p:nvPr/>
        </p:nvSpPr>
        <p:spPr>
          <a:xfrm>
            <a:off x="-2362320" y="54100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0" name=""/>
          <p:cNvSpPr/>
          <p:nvPr/>
        </p:nvSpPr>
        <p:spPr>
          <a:xfrm>
            <a:off x="-2438280" y="57913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1" name=""/>
          <p:cNvSpPr/>
          <p:nvPr/>
        </p:nvSpPr>
        <p:spPr>
          <a:xfrm>
            <a:off x="-2514600" y="61722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2" name=""/>
          <p:cNvSpPr/>
          <p:nvPr/>
        </p:nvSpPr>
        <p:spPr>
          <a:xfrm>
            <a:off x="-2514600" y="64008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3" name=""/>
          <p:cNvSpPr/>
          <p:nvPr/>
        </p:nvSpPr>
        <p:spPr>
          <a:xfrm>
            <a:off x="-2362320" y="8380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4" name=""/>
          <p:cNvSpPr/>
          <p:nvPr/>
        </p:nvSpPr>
        <p:spPr>
          <a:xfrm>
            <a:off x="-2286000" y="12952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5" name=""/>
          <p:cNvSpPr/>
          <p:nvPr/>
        </p:nvSpPr>
        <p:spPr>
          <a:xfrm>
            <a:off x="-2209680" y="19051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6" name=""/>
          <p:cNvSpPr/>
          <p:nvPr/>
        </p:nvSpPr>
        <p:spPr>
          <a:xfrm>
            <a:off x="-2286000" y="23623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7" name=""/>
          <p:cNvSpPr/>
          <p:nvPr/>
        </p:nvSpPr>
        <p:spPr>
          <a:xfrm>
            <a:off x="-2286000" y="29718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8" name=""/>
          <p:cNvSpPr/>
          <p:nvPr/>
        </p:nvSpPr>
        <p:spPr>
          <a:xfrm>
            <a:off x="-2362320" y="35812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9" name=""/>
          <p:cNvSpPr/>
          <p:nvPr/>
        </p:nvSpPr>
        <p:spPr>
          <a:xfrm>
            <a:off x="-2362320" y="40384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0" name=""/>
          <p:cNvSpPr/>
          <p:nvPr/>
        </p:nvSpPr>
        <p:spPr>
          <a:xfrm>
            <a:off x="-2286000" y="45720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1" name=""/>
          <p:cNvSpPr/>
          <p:nvPr/>
        </p:nvSpPr>
        <p:spPr>
          <a:xfrm>
            <a:off x="-2362320" y="51055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2" name=""/>
          <p:cNvSpPr/>
          <p:nvPr/>
        </p:nvSpPr>
        <p:spPr>
          <a:xfrm>
            <a:off x="-2209680" y="5562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3" name=""/>
          <p:cNvSpPr/>
          <p:nvPr/>
        </p:nvSpPr>
        <p:spPr>
          <a:xfrm>
            <a:off x="-2286000" y="59436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4" name=""/>
          <p:cNvSpPr/>
          <p:nvPr/>
        </p:nvSpPr>
        <p:spPr>
          <a:xfrm>
            <a:off x="-2362320" y="63244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5" name=""/>
          <p:cNvSpPr/>
          <p:nvPr/>
        </p:nvSpPr>
        <p:spPr>
          <a:xfrm>
            <a:off x="-2362320" y="65530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6" name=""/>
          <p:cNvSpPr/>
          <p:nvPr/>
        </p:nvSpPr>
        <p:spPr>
          <a:xfrm>
            <a:off x="-2209680" y="990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7" name=""/>
          <p:cNvSpPr/>
          <p:nvPr/>
        </p:nvSpPr>
        <p:spPr>
          <a:xfrm>
            <a:off x="-2133720" y="1447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8" name=""/>
          <p:cNvSpPr/>
          <p:nvPr/>
        </p:nvSpPr>
        <p:spPr>
          <a:xfrm>
            <a:off x="-2057400" y="20574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9" name=""/>
          <p:cNvSpPr/>
          <p:nvPr/>
        </p:nvSpPr>
        <p:spPr>
          <a:xfrm>
            <a:off x="-2133720" y="25146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0" name=""/>
          <p:cNvSpPr/>
          <p:nvPr/>
        </p:nvSpPr>
        <p:spPr>
          <a:xfrm>
            <a:off x="-2133720" y="31240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1" name=""/>
          <p:cNvSpPr/>
          <p:nvPr/>
        </p:nvSpPr>
        <p:spPr>
          <a:xfrm>
            <a:off x="-2209680" y="37339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2" name=""/>
          <p:cNvSpPr/>
          <p:nvPr/>
        </p:nvSpPr>
        <p:spPr>
          <a:xfrm>
            <a:off x="-2209680" y="41911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3" name=""/>
          <p:cNvSpPr/>
          <p:nvPr/>
        </p:nvSpPr>
        <p:spPr>
          <a:xfrm>
            <a:off x="-2133720" y="47242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4" name=""/>
          <p:cNvSpPr/>
          <p:nvPr/>
        </p:nvSpPr>
        <p:spPr>
          <a:xfrm>
            <a:off x="-2209680" y="52578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5" name=""/>
          <p:cNvSpPr/>
          <p:nvPr/>
        </p:nvSpPr>
        <p:spPr>
          <a:xfrm>
            <a:off x="-2057400" y="571500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6" name=""/>
          <p:cNvSpPr/>
          <p:nvPr/>
        </p:nvSpPr>
        <p:spPr>
          <a:xfrm>
            <a:off x="-2133720" y="609588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7" name=""/>
          <p:cNvSpPr/>
          <p:nvPr/>
        </p:nvSpPr>
        <p:spPr>
          <a:xfrm>
            <a:off x="-2209680" y="64771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8" name=""/>
          <p:cNvSpPr/>
          <p:nvPr/>
        </p:nvSpPr>
        <p:spPr>
          <a:xfrm>
            <a:off x="-2209680" y="6705720"/>
            <a:ext cx="20574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139" name="" descr=""/>
          <p:cNvPicPr/>
          <p:nvPr/>
        </p:nvPicPr>
        <p:blipFill>
          <a:blip r:embed="rId1"/>
          <a:stretch/>
        </p:blipFill>
        <p:spPr>
          <a:xfrm>
            <a:off x="2362320" y="-533520"/>
            <a:ext cx="4095720" cy="2048040"/>
          </a:xfrm>
          <a:prstGeom prst="rect">
            <a:avLst/>
          </a:prstGeom>
          <a:ln w="0">
            <a:noFill/>
          </a:ln>
        </p:spPr>
      </p:pic>
      <p:pic>
        <p:nvPicPr>
          <p:cNvPr id="140" name="" descr=""/>
          <p:cNvPicPr/>
          <p:nvPr/>
        </p:nvPicPr>
        <p:blipFill>
          <a:blip r:embed="rId2"/>
          <a:stretch/>
        </p:blipFill>
        <p:spPr>
          <a:xfrm>
            <a:off x="5334120" y="1600200"/>
            <a:ext cx="2057400" cy="765000"/>
          </a:xfrm>
          <a:prstGeom prst="rect">
            <a:avLst/>
          </a:prstGeom>
          <a:ln w="0">
            <a:noFill/>
          </a:ln>
        </p:spPr>
      </p:pic>
    </p:spTree>
  </p:cSld>
  <p:timing>
    <p:tnLst>
      <p:par>
        <p:cTn id="38" dur="indefinite" restart="never" nodeType="tmRoot">
          <p:childTnLst>
            <p:seq>
              <p:cTn id="39" dur="indefinite" nodeType="mainSeq">
                <p:childTnLst>
                  <p:par>
                    <p:cTn id="40" fill="hold">
                      <p:stCondLst>
                        <p:cond delay="0"/>
                      </p:stCondLst>
                      <p:childTnLst>
                        <p:par>
                          <p:cTn id="41" fill="hold">
                            <p:stCondLst>
                              <p:cond delay="0"/>
                            </p:stCondLst>
                            <p:childTnLst>
                              <p:par>
                                <p:cTn id="42" nodeType="afterEffect" fill="hold" presetClass="path" presetID="0">
                                  <p:stCondLst>
                                    <p:cond delay="0"/>
                                  </p:stCondLst>
                                  <p:childTnLst>
                                    <p:animMotion origin="layout" path="M 1.73472E-018 2.22222E-006 L 1.16667 2.22222E-006 E">
                                      <p:cBhvr>
                                        <p:cTn id="43" dur="500" fill="hold"/>
                                        <p:tgtEl>
                                          <p:spTgt spid="35"/>
                                        </p:tgtEl>
                                      </p:cBhvr>
                                    </p:animMotion>
                                  </p:childTnLst>
                                </p:cTn>
                              </p:par>
                              <p:set>
                                <p:cBhvr>
                                  <p:cTn id="44" dur="1" fill="hold">
                                    <p:stCondLst>
                                      <p:cond evt="end">
                                        <p:tn val="42"/>
                                      </p:cond>
                                    </p:stCondLst>
                                  </p:cTn>
                                  <p:tgtEl>
                                    <p:spTgt spid="35"/>
                                  </p:tgtEl>
                                  <p:attrNameLst>
                                    <p:attrName>style.visibility</p:attrName>
                                  </p:attrNameLst>
                                </p:cBhvr>
                                <p:to>
                                  <p:strVal val="hidden"/>
                                </p:to>
                              </p:set>
                              <p:par>
                                <p:cTn id="45" nodeType="withEffect" fill="hold" presetClass="path" presetID="0">
                                  <p:stCondLst>
                                    <p:cond delay="0"/>
                                  </p:stCondLst>
                                  <p:childTnLst>
                                    <p:animMotion origin="layout" path="M 1.73472E-018 2.22222E-006 L 1.16667 2.22222E-006 E">
                                      <p:cBhvr>
                                        <p:cTn id="46" dur="500" fill="hold"/>
                                        <p:tgtEl>
                                          <p:spTgt spid="36"/>
                                        </p:tgtEl>
                                      </p:cBhvr>
                                    </p:animMotion>
                                  </p:childTnLst>
                                </p:cTn>
                              </p:par>
                              <p:set>
                                <p:cBhvr>
                                  <p:cTn id="47" dur="1" fill="hold">
                                    <p:stCondLst>
                                      <p:cond evt="end">
                                        <p:tn val="45"/>
                                      </p:cond>
                                    </p:stCondLst>
                                  </p:cTn>
                                  <p:tgtEl>
                                    <p:spTgt spid="36"/>
                                  </p:tgtEl>
                                  <p:attrNameLst>
                                    <p:attrName>style.visibility</p:attrName>
                                  </p:attrNameLst>
                                </p:cBhvr>
                                <p:to>
                                  <p:strVal val="hidden"/>
                                </p:to>
                              </p:set>
                              <p:par>
                                <p:cTn id="48" nodeType="withEffect" fill="hold" presetClass="path" presetID="0">
                                  <p:stCondLst>
                                    <p:cond delay="0"/>
                                  </p:stCondLst>
                                  <p:childTnLst>
                                    <p:animMotion origin="layout" path="M 1.73472E-018 2.22222E-006 L 1.16667 2.22222E-006 E">
                                      <p:cBhvr>
                                        <p:cTn id="49" dur="500" fill="hold"/>
                                        <p:tgtEl>
                                          <p:spTgt spid="37"/>
                                        </p:tgtEl>
                                      </p:cBhvr>
                                    </p:animMotion>
                                  </p:childTnLst>
                                </p:cTn>
                              </p:par>
                              <p:set>
                                <p:cBhvr>
                                  <p:cTn id="50" dur="1" fill="hold">
                                    <p:stCondLst>
                                      <p:cond evt="end">
                                        <p:tn val="48"/>
                                      </p:cond>
                                    </p:stCondLst>
                                  </p:cTn>
                                  <p:tgtEl>
                                    <p:spTgt spid="37"/>
                                  </p:tgtEl>
                                  <p:attrNameLst>
                                    <p:attrName>style.visibility</p:attrName>
                                  </p:attrNameLst>
                                </p:cBhvr>
                                <p:to>
                                  <p:strVal val="hidden"/>
                                </p:to>
                              </p:set>
                              <p:par>
                                <p:cTn id="51" nodeType="withEffect" fill="hold" presetClass="path" presetID="0">
                                  <p:stCondLst>
                                    <p:cond delay="0"/>
                                  </p:stCondLst>
                                  <p:childTnLst>
                                    <p:animMotion origin="layout" path="M 1.73472E-018 2.22222E-006 L 1.16667 2.22222E-006 E">
                                      <p:cBhvr>
                                        <p:cTn id="52" dur="500" fill="hold"/>
                                        <p:tgtEl>
                                          <p:spTgt spid="38"/>
                                        </p:tgtEl>
                                      </p:cBhvr>
                                    </p:animMotion>
                                  </p:childTnLst>
                                </p:cTn>
                              </p:par>
                              <p:set>
                                <p:cBhvr>
                                  <p:cTn id="53" dur="1" fill="hold">
                                    <p:stCondLst>
                                      <p:cond evt="end">
                                        <p:tn val="51"/>
                                      </p:cond>
                                    </p:stCondLst>
                                  </p:cTn>
                                  <p:tgtEl>
                                    <p:spTgt spid="38"/>
                                  </p:tgtEl>
                                  <p:attrNameLst>
                                    <p:attrName>style.visibility</p:attrName>
                                  </p:attrNameLst>
                                </p:cBhvr>
                                <p:to>
                                  <p:strVal val="hidden"/>
                                </p:to>
                              </p:set>
                              <p:par>
                                <p:cTn id="54" nodeType="withEffect" fill="hold" presetClass="path" presetID="0">
                                  <p:stCondLst>
                                    <p:cond delay="0"/>
                                  </p:stCondLst>
                                  <p:childTnLst>
                                    <p:animMotion origin="layout" path="M 1.73472E-018 2.22222E-006 L 1.16667 2.22222E-006 E">
                                      <p:cBhvr>
                                        <p:cTn id="55" dur="500" fill="hold"/>
                                        <p:tgtEl>
                                          <p:spTgt spid="39"/>
                                        </p:tgtEl>
                                      </p:cBhvr>
                                    </p:animMotion>
                                  </p:childTnLst>
                                </p:cTn>
                              </p:par>
                              <p:set>
                                <p:cBhvr>
                                  <p:cTn id="56" dur="1" fill="hold">
                                    <p:stCondLst>
                                      <p:cond evt="end">
                                        <p:tn val="54"/>
                                      </p:cond>
                                    </p:stCondLst>
                                  </p:cTn>
                                  <p:tgtEl>
                                    <p:spTgt spid="39"/>
                                  </p:tgtEl>
                                  <p:attrNameLst>
                                    <p:attrName>style.visibility</p:attrName>
                                  </p:attrNameLst>
                                </p:cBhvr>
                                <p:to>
                                  <p:strVal val="hidden"/>
                                </p:to>
                              </p:set>
                              <p:par>
                                <p:cTn id="57" nodeType="withEffect" fill="hold" presetClass="path" presetID="0">
                                  <p:stCondLst>
                                    <p:cond delay="0"/>
                                  </p:stCondLst>
                                  <p:childTnLst>
                                    <p:animMotion origin="layout" path="M 1.73472E-018 2.22222E-006 L 1.16667 2.22222E-006 E">
                                      <p:cBhvr>
                                        <p:cTn id="58" dur="500" fill="hold"/>
                                        <p:tgtEl>
                                          <p:spTgt spid="40"/>
                                        </p:tgtEl>
                                      </p:cBhvr>
                                    </p:animMotion>
                                  </p:childTnLst>
                                </p:cTn>
                              </p:par>
                              <p:set>
                                <p:cBhvr>
                                  <p:cTn id="59" dur="1" fill="hold">
                                    <p:stCondLst>
                                      <p:cond evt="end">
                                        <p:tn val="57"/>
                                      </p:cond>
                                    </p:stCondLst>
                                  </p:cTn>
                                  <p:tgtEl>
                                    <p:spTgt spid="40"/>
                                  </p:tgtEl>
                                  <p:attrNameLst>
                                    <p:attrName>style.visibility</p:attrName>
                                  </p:attrNameLst>
                                </p:cBhvr>
                                <p:to>
                                  <p:strVal val="hidden"/>
                                </p:to>
                              </p:set>
                              <p:par>
                                <p:cTn id="60" nodeType="withEffect" fill="hold" presetClass="path" presetID="0">
                                  <p:stCondLst>
                                    <p:cond delay="0"/>
                                  </p:stCondLst>
                                  <p:childTnLst>
                                    <p:animMotion origin="layout" path="M 1.73472E-018 2.22222E-006 L 1.16667 2.22222E-006 E">
                                      <p:cBhvr>
                                        <p:cTn id="61" dur="500" fill="hold"/>
                                        <p:tgtEl>
                                          <p:spTgt spid="41"/>
                                        </p:tgtEl>
                                      </p:cBhvr>
                                    </p:animMotion>
                                  </p:childTnLst>
                                </p:cTn>
                              </p:par>
                              <p:set>
                                <p:cBhvr>
                                  <p:cTn id="62" dur="1" fill="hold">
                                    <p:stCondLst>
                                      <p:cond evt="end">
                                        <p:tn val="60"/>
                                      </p:cond>
                                    </p:stCondLst>
                                  </p:cTn>
                                  <p:tgtEl>
                                    <p:spTgt spid="41"/>
                                  </p:tgtEl>
                                  <p:attrNameLst>
                                    <p:attrName>style.visibility</p:attrName>
                                  </p:attrNameLst>
                                </p:cBhvr>
                                <p:to>
                                  <p:strVal val="hidden"/>
                                </p:to>
                              </p:set>
                              <p:par>
                                <p:cTn id="63" nodeType="withEffect" fill="hold" presetClass="path" presetID="0">
                                  <p:stCondLst>
                                    <p:cond delay="0"/>
                                  </p:stCondLst>
                                  <p:childTnLst>
                                    <p:animMotion origin="layout" path="M 1.73472E-018 2.22222E-006 L 1.16667 2.22222E-006 E">
                                      <p:cBhvr>
                                        <p:cTn id="64" dur="500" fill="hold"/>
                                        <p:tgtEl>
                                          <p:spTgt spid="42"/>
                                        </p:tgtEl>
                                      </p:cBhvr>
                                    </p:animMotion>
                                  </p:childTnLst>
                                </p:cTn>
                              </p:par>
                              <p:set>
                                <p:cBhvr>
                                  <p:cTn id="65" dur="1" fill="hold">
                                    <p:stCondLst>
                                      <p:cond evt="end">
                                        <p:tn val="63"/>
                                      </p:cond>
                                    </p:stCondLst>
                                  </p:cTn>
                                  <p:tgtEl>
                                    <p:spTgt spid="42"/>
                                  </p:tgtEl>
                                  <p:attrNameLst>
                                    <p:attrName>style.visibility</p:attrName>
                                  </p:attrNameLst>
                                </p:cBhvr>
                                <p:to>
                                  <p:strVal val="hidden"/>
                                </p:to>
                              </p:set>
                              <p:par>
                                <p:cTn id="66" nodeType="withEffect" fill="hold" presetClass="path" presetID="0">
                                  <p:stCondLst>
                                    <p:cond delay="0"/>
                                  </p:stCondLst>
                                  <p:childTnLst>
                                    <p:animMotion origin="layout" path="M 1.73472E-018 2.22222E-006 L 1.16667 2.22222E-006 E">
                                      <p:cBhvr>
                                        <p:cTn id="67" dur="500" fill="hold"/>
                                        <p:tgtEl>
                                          <p:spTgt spid="43"/>
                                        </p:tgtEl>
                                      </p:cBhvr>
                                    </p:animMotion>
                                  </p:childTnLst>
                                </p:cTn>
                              </p:par>
                              <p:set>
                                <p:cBhvr>
                                  <p:cTn id="68" dur="1" fill="hold">
                                    <p:stCondLst>
                                      <p:cond evt="end">
                                        <p:tn val="66"/>
                                      </p:cond>
                                    </p:stCondLst>
                                  </p:cTn>
                                  <p:tgtEl>
                                    <p:spTgt spid="43"/>
                                  </p:tgtEl>
                                  <p:attrNameLst>
                                    <p:attrName>style.visibility</p:attrName>
                                  </p:attrNameLst>
                                </p:cBhvr>
                                <p:to>
                                  <p:strVal val="hidden"/>
                                </p:to>
                              </p:set>
                              <p:par>
                                <p:cTn id="69" nodeType="withEffect" fill="hold" presetClass="path" presetID="0">
                                  <p:stCondLst>
                                    <p:cond delay="0"/>
                                  </p:stCondLst>
                                  <p:childTnLst>
                                    <p:animMotion origin="layout" path="M 1.73472E-018 2.22222E-006 L 1.16667 2.22222E-006 E">
                                      <p:cBhvr>
                                        <p:cTn id="70" dur="500" fill="hold"/>
                                        <p:tgtEl>
                                          <p:spTgt spid="44"/>
                                        </p:tgtEl>
                                      </p:cBhvr>
                                    </p:animMotion>
                                  </p:childTnLst>
                                </p:cTn>
                              </p:par>
                              <p:set>
                                <p:cBhvr>
                                  <p:cTn id="71" dur="1" fill="hold">
                                    <p:stCondLst>
                                      <p:cond evt="end">
                                        <p:tn val="69"/>
                                      </p:cond>
                                    </p:stCondLst>
                                  </p:cTn>
                                  <p:tgtEl>
                                    <p:spTgt spid="44"/>
                                  </p:tgtEl>
                                  <p:attrNameLst>
                                    <p:attrName>style.visibility</p:attrName>
                                  </p:attrNameLst>
                                </p:cBhvr>
                                <p:to>
                                  <p:strVal val="hidden"/>
                                </p:to>
                              </p:set>
                              <p:par>
                                <p:cTn id="72" nodeType="withEffect" fill="hold" presetClass="path" presetID="0">
                                  <p:stCondLst>
                                    <p:cond delay="0"/>
                                  </p:stCondLst>
                                  <p:childTnLst>
                                    <p:animMotion origin="layout" path="M 1.73472E-018 2.22222E-006 L 1.16667 2.22222E-006 E">
                                      <p:cBhvr>
                                        <p:cTn id="73" dur="500" fill="hold"/>
                                        <p:tgtEl>
                                          <p:spTgt spid="45"/>
                                        </p:tgtEl>
                                      </p:cBhvr>
                                    </p:animMotion>
                                  </p:childTnLst>
                                </p:cTn>
                              </p:par>
                              <p:set>
                                <p:cBhvr>
                                  <p:cTn id="74" dur="1" fill="hold">
                                    <p:stCondLst>
                                      <p:cond evt="end">
                                        <p:tn val="72"/>
                                      </p:cond>
                                    </p:stCondLst>
                                  </p:cTn>
                                  <p:tgtEl>
                                    <p:spTgt spid="45"/>
                                  </p:tgtEl>
                                  <p:attrNameLst>
                                    <p:attrName>style.visibility</p:attrName>
                                  </p:attrNameLst>
                                </p:cBhvr>
                                <p:to>
                                  <p:strVal val="hidden"/>
                                </p:to>
                              </p:set>
                              <p:par>
                                <p:cTn id="75" nodeType="withEffect" fill="hold" presetClass="path" presetID="0">
                                  <p:stCondLst>
                                    <p:cond delay="0"/>
                                  </p:stCondLst>
                                  <p:childTnLst>
                                    <p:animMotion origin="layout" path="M 1.73472E-018 2.22222E-006 L 1.16667 2.22222E-006 E">
                                      <p:cBhvr>
                                        <p:cTn id="76" dur="500" fill="hold"/>
                                        <p:tgtEl>
                                          <p:spTgt spid="46"/>
                                        </p:tgtEl>
                                      </p:cBhvr>
                                    </p:animMotion>
                                  </p:childTnLst>
                                </p:cTn>
                              </p:par>
                              <p:set>
                                <p:cBhvr>
                                  <p:cTn id="77" dur="1" fill="hold">
                                    <p:stCondLst>
                                      <p:cond evt="end">
                                        <p:tn val="75"/>
                                      </p:cond>
                                    </p:stCondLst>
                                  </p:cTn>
                                  <p:tgtEl>
                                    <p:spTgt spid="46"/>
                                  </p:tgtEl>
                                  <p:attrNameLst>
                                    <p:attrName>style.visibility</p:attrName>
                                  </p:attrNameLst>
                                </p:cBhvr>
                                <p:to>
                                  <p:strVal val="hidden"/>
                                </p:to>
                              </p:set>
                              <p:par>
                                <p:cTn id="78" nodeType="withEffect" fill="hold" presetClass="path" presetID="0">
                                  <p:stCondLst>
                                    <p:cond delay="0"/>
                                  </p:stCondLst>
                                  <p:childTnLst>
                                    <p:animMotion origin="layout" path="M 1.73472E-018 2.22222E-006 L 1.16667 2.22222E-006 E">
                                      <p:cBhvr>
                                        <p:cTn id="79" dur="500" fill="hold"/>
                                        <p:tgtEl>
                                          <p:spTgt spid="47"/>
                                        </p:tgtEl>
                                      </p:cBhvr>
                                    </p:animMotion>
                                  </p:childTnLst>
                                </p:cTn>
                              </p:par>
                              <p:set>
                                <p:cBhvr>
                                  <p:cTn id="80" dur="1" fill="hold">
                                    <p:stCondLst>
                                      <p:cond evt="end">
                                        <p:tn val="78"/>
                                      </p:cond>
                                    </p:stCondLst>
                                  </p:cTn>
                                  <p:tgtEl>
                                    <p:spTgt spid="47"/>
                                  </p:tgtEl>
                                  <p:attrNameLst>
                                    <p:attrName>style.visibility</p:attrName>
                                  </p:attrNameLst>
                                </p:cBhvr>
                                <p:to>
                                  <p:strVal val="hidden"/>
                                </p:to>
                              </p:set>
                            </p:childTnLst>
                          </p:cTn>
                        </p:par>
                        <p:par>
                          <p:cTn id="81" fill="hold">
                            <p:stCondLst>
                              <p:cond delay="500"/>
                            </p:stCondLst>
                            <p:childTnLst>
                              <p:par>
                                <p:cTn id="82" nodeType="afterEffect" fill="hold" presetClass="path" presetID="0">
                                  <p:stCondLst>
                                    <p:cond delay="0"/>
                                  </p:stCondLst>
                                  <p:childTnLst>
                                    <p:animMotion origin="layout" path="M 1.73472E-018 2.22222E-006 L 1.16667 2.22222E-006 E">
                                      <p:cBhvr>
                                        <p:cTn id="83" dur="500" fill="hold"/>
                                        <p:tgtEl>
                                          <p:spTgt spid="48"/>
                                        </p:tgtEl>
                                      </p:cBhvr>
                                    </p:animMotion>
                                  </p:childTnLst>
                                </p:cTn>
                              </p:par>
                              <p:set>
                                <p:cBhvr>
                                  <p:cTn id="84" dur="1" fill="hold">
                                    <p:stCondLst>
                                      <p:cond evt="end">
                                        <p:tn val="82"/>
                                      </p:cond>
                                    </p:stCondLst>
                                  </p:cTn>
                                  <p:tgtEl>
                                    <p:spTgt spid="48"/>
                                  </p:tgtEl>
                                  <p:attrNameLst>
                                    <p:attrName>style.visibility</p:attrName>
                                  </p:attrNameLst>
                                </p:cBhvr>
                                <p:to>
                                  <p:strVal val="hidden"/>
                                </p:to>
                              </p:set>
                              <p:par>
                                <p:cTn id="85" nodeType="withEffect" fill="hold" presetClass="path" presetID="0">
                                  <p:stCondLst>
                                    <p:cond delay="0"/>
                                  </p:stCondLst>
                                  <p:childTnLst>
                                    <p:animMotion origin="layout" path="M 1.73472E-018 2.22222E-006 L 1.16667 2.22222E-006 E">
                                      <p:cBhvr>
                                        <p:cTn id="86" dur="500" fill="hold"/>
                                        <p:tgtEl>
                                          <p:spTgt spid="49"/>
                                        </p:tgtEl>
                                      </p:cBhvr>
                                    </p:animMotion>
                                  </p:childTnLst>
                                </p:cTn>
                              </p:par>
                              <p:set>
                                <p:cBhvr>
                                  <p:cTn id="87" dur="1" fill="hold">
                                    <p:stCondLst>
                                      <p:cond evt="end">
                                        <p:tn val="85"/>
                                      </p:cond>
                                    </p:stCondLst>
                                  </p:cTn>
                                  <p:tgtEl>
                                    <p:spTgt spid="49"/>
                                  </p:tgtEl>
                                  <p:attrNameLst>
                                    <p:attrName>style.visibility</p:attrName>
                                  </p:attrNameLst>
                                </p:cBhvr>
                                <p:to>
                                  <p:strVal val="hidden"/>
                                </p:to>
                              </p:set>
                              <p:par>
                                <p:cTn id="88" nodeType="withEffect" fill="hold" presetClass="path" presetID="0">
                                  <p:stCondLst>
                                    <p:cond delay="0"/>
                                  </p:stCondLst>
                                  <p:childTnLst>
                                    <p:animMotion origin="layout" path="M 1.73472E-018 2.22222E-006 L 1.16667 2.22222E-006 E">
                                      <p:cBhvr>
                                        <p:cTn id="89" dur="500" fill="hold"/>
                                        <p:tgtEl>
                                          <p:spTgt spid="50"/>
                                        </p:tgtEl>
                                      </p:cBhvr>
                                    </p:animMotion>
                                  </p:childTnLst>
                                </p:cTn>
                              </p:par>
                              <p:set>
                                <p:cBhvr>
                                  <p:cTn id="90" dur="1" fill="hold">
                                    <p:stCondLst>
                                      <p:cond evt="end">
                                        <p:tn val="88"/>
                                      </p:cond>
                                    </p:stCondLst>
                                  </p:cTn>
                                  <p:tgtEl>
                                    <p:spTgt spid="50"/>
                                  </p:tgtEl>
                                  <p:attrNameLst>
                                    <p:attrName>style.visibility</p:attrName>
                                  </p:attrNameLst>
                                </p:cBhvr>
                                <p:to>
                                  <p:strVal val="hidden"/>
                                </p:to>
                              </p:set>
                              <p:par>
                                <p:cTn id="91" nodeType="withEffect" fill="hold" presetClass="path" presetID="0">
                                  <p:stCondLst>
                                    <p:cond delay="0"/>
                                  </p:stCondLst>
                                  <p:childTnLst>
                                    <p:animMotion origin="layout" path="M 1.73472E-018 2.22222E-006 L 1.16667 2.22222E-006 E">
                                      <p:cBhvr>
                                        <p:cTn id="92" dur="500" fill="hold"/>
                                        <p:tgtEl>
                                          <p:spTgt spid="51"/>
                                        </p:tgtEl>
                                      </p:cBhvr>
                                    </p:animMotion>
                                  </p:childTnLst>
                                </p:cTn>
                              </p:par>
                              <p:set>
                                <p:cBhvr>
                                  <p:cTn id="93" dur="1" fill="hold">
                                    <p:stCondLst>
                                      <p:cond evt="end">
                                        <p:tn val="91"/>
                                      </p:cond>
                                    </p:stCondLst>
                                  </p:cTn>
                                  <p:tgtEl>
                                    <p:spTgt spid="51"/>
                                  </p:tgtEl>
                                  <p:attrNameLst>
                                    <p:attrName>style.visibility</p:attrName>
                                  </p:attrNameLst>
                                </p:cBhvr>
                                <p:to>
                                  <p:strVal val="hidden"/>
                                </p:to>
                              </p:set>
                              <p:par>
                                <p:cTn id="94" nodeType="withEffect" fill="hold" presetClass="path" presetID="0">
                                  <p:stCondLst>
                                    <p:cond delay="0"/>
                                  </p:stCondLst>
                                  <p:childTnLst>
                                    <p:animMotion origin="layout" path="M 1.73472E-018 2.22222E-006 L 1.16667 2.22222E-006 E">
                                      <p:cBhvr>
                                        <p:cTn id="95" dur="500" fill="hold"/>
                                        <p:tgtEl>
                                          <p:spTgt spid="52"/>
                                        </p:tgtEl>
                                      </p:cBhvr>
                                    </p:animMotion>
                                  </p:childTnLst>
                                </p:cTn>
                              </p:par>
                              <p:set>
                                <p:cBhvr>
                                  <p:cTn id="96" dur="1" fill="hold">
                                    <p:stCondLst>
                                      <p:cond evt="end">
                                        <p:tn val="94"/>
                                      </p:cond>
                                    </p:stCondLst>
                                  </p:cTn>
                                  <p:tgtEl>
                                    <p:spTgt spid="52"/>
                                  </p:tgtEl>
                                  <p:attrNameLst>
                                    <p:attrName>style.visibility</p:attrName>
                                  </p:attrNameLst>
                                </p:cBhvr>
                                <p:to>
                                  <p:strVal val="hidden"/>
                                </p:to>
                              </p:set>
                              <p:par>
                                <p:cTn id="97" nodeType="withEffect" fill="hold" presetClass="path" presetID="0">
                                  <p:stCondLst>
                                    <p:cond delay="0"/>
                                  </p:stCondLst>
                                  <p:childTnLst>
                                    <p:animMotion origin="layout" path="M 1.73472E-018 2.22222E-006 L 1.16667 2.22222E-006 E">
                                      <p:cBhvr>
                                        <p:cTn id="98" dur="500" fill="hold"/>
                                        <p:tgtEl>
                                          <p:spTgt spid="53"/>
                                        </p:tgtEl>
                                      </p:cBhvr>
                                    </p:animMotion>
                                  </p:childTnLst>
                                </p:cTn>
                              </p:par>
                              <p:set>
                                <p:cBhvr>
                                  <p:cTn id="99" dur="1" fill="hold">
                                    <p:stCondLst>
                                      <p:cond evt="end">
                                        <p:tn val="97"/>
                                      </p:cond>
                                    </p:stCondLst>
                                  </p:cTn>
                                  <p:tgtEl>
                                    <p:spTgt spid="53"/>
                                  </p:tgtEl>
                                  <p:attrNameLst>
                                    <p:attrName>style.visibility</p:attrName>
                                  </p:attrNameLst>
                                </p:cBhvr>
                                <p:to>
                                  <p:strVal val="hidden"/>
                                </p:to>
                              </p:set>
                              <p:par>
                                <p:cTn id="100" nodeType="withEffect" fill="hold" presetClass="path" presetID="0">
                                  <p:stCondLst>
                                    <p:cond delay="0"/>
                                  </p:stCondLst>
                                  <p:childTnLst>
                                    <p:animMotion origin="layout" path="M 1.73472E-018 2.22222E-006 L 1.16667 2.22222E-006 E">
                                      <p:cBhvr>
                                        <p:cTn id="101" dur="500" fill="hold"/>
                                        <p:tgtEl>
                                          <p:spTgt spid="54"/>
                                        </p:tgtEl>
                                      </p:cBhvr>
                                    </p:animMotion>
                                  </p:childTnLst>
                                </p:cTn>
                              </p:par>
                              <p:set>
                                <p:cBhvr>
                                  <p:cTn id="102" dur="1" fill="hold">
                                    <p:stCondLst>
                                      <p:cond evt="end">
                                        <p:tn val="100"/>
                                      </p:cond>
                                    </p:stCondLst>
                                  </p:cTn>
                                  <p:tgtEl>
                                    <p:spTgt spid="54"/>
                                  </p:tgtEl>
                                  <p:attrNameLst>
                                    <p:attrName>style.visibility</p:attrName>
                                  </p:attrNameLst>
                                </p:cBhvr>
                                <p:to>
                                  <p:strVal val="hidden"/>
                                </p:to>
                              </p:set>
                              <p:par>
                                <p:cTn id="103" nodeType="withEffect" fill="hold" presetClass="path" presetID="0">
                                  <p:stCondLst>
                                    <p:cond delay="0"/>
                                  </p:stCondLst>
                                  <p:childTnLst>
                                    <p:animMotion origin="layout" path="M 1.73472E-018 2.22222E-006 L 1.16667 2.22222E-006 E">
                                      <p:cBhvr>
                                        <p:cTn id="104" dur="500" fill="hold"/>
                                        <p:tgtEl>
                                          <p:spTgt spid="55"/>
                                        </p:tgtEl>
                                      </p:cBhvr>
                                    </p:animMotion>
                                  </p:childTnLst>
                                </p:cTn>
                              </p:par>
                              <p:set>
                                <p:cBhvr>
                                  <p:cTn id="105" dur="1" fill="hold">
                                    <p:stCondLst>
                                      <p:cond evt="end">
                                        <p:tn val="103"/>
                                      </p:cond>
                                    </p:stCondLst>
                                  </p:cTn>
                                  <p:tgtEl>
                                    <p:spTgt spid="55"/>
                                  </p:tgtEl>
                                  <p:attrNameLst>
                                    <p:attrName>style.visibility</p:attrName>
                                  </p:attrNameLst>
                                </p:cBhvr>
                                <p:to>
                                  <p:strVal val="hidden"/>
                                </p:to>
                              </p:set>
                              <p:par>
                                <p:cTn id="106" nodeType="withEffect" fill="hold" presetClass="path" presetID="0">
                                  <p:stCondLst>
                                    <p:cond delay="0"/>
                                  </p:stCondLst>
                                  <p:childTnLst>
                                    <p:animMotion origin="layout" path="M 1.73472E-018 2.22222E-006 L 1.16667 2.22222E-006 E">
                                      <p:cBhvr>
                                        <p:cTn id="107" dur="500" fill="hold"/>
                                        <p:tgtEl>
                                          <p:spTgt spid="56"/>
                                        </p:tgtEl>
                                      </p:cBhvr>
                                    </p:animMotion>
                                  </p:childTnLst>
                                </p:cTn>
                              </p:par>
                              <p:set>
                                <p:cBhvr>
                                  <p:cTn id="108" dur="1" fill="hold">
                                    <p:stCondLst>
                                      <p:cond evt="end">
                                        <p:tn val="106"/>
                                      </p:cond>
                                    </p:stCondLst>
                                  </p:cTn>
                                  <p:tgtEl>
                                    <p:spTgt spid="56"/>
                                  </p:tgtEl>
                                  <p:attrNameLst>
                                    <p:attrName>style.visibility</p:attrName>
                                  </p:attrNameLst>
                                </p:cBhvr>
                                <p:to>
                                  <p:strVal val="hidden"/>
                                </p:to>
                              </p:set>
                              <p:par>
                                <p:cTn id="109" nodeType="withEffect" fill="hold" presetClass="path" presetID="0">
                                  <p:stCondLst>
                                    <p:cond delay="0"/>
                                  </p:stCondLst>
                                  <p:childTnLst>
                                    <p:animMotion origin="layout" path="M 1.73472E-018 2.22222E-006 L 1.16667 2.22222E-006 E">
                                      <p:cBhvr>
                                        <p:cTn id="110" dur="500" fill="hold"/>
                                        <p:tgtEl>
                                          <p:spTgt spid="57"/>
                                        </p:tgtEl>
                                      </p:cBhvr>
                                    </p:animMotion>
                                  </p:childTnLst>
                                </p:cTn>
                              </p:par>
                              <p:set>
                                <p:cBhvr>
                                  <p:cTn id="111" dur="1" fill="hold">
                                    <p:stCondLst>
                                      <p:cond evt="end">
                                        <p:tn val="109"/>
                                      </p:cond>
                                    </p:stCondLst>
                                  </p:cTn>
                                  <p:tgtEl>
                                    <p:spTgt spid="57"/>
                                  </p:tgtEl>
                                  <p:attrNameLst>
                                    <p:attrName>style.visibility</p:attrName>
                                  </p:attrNameLst>
                                </p:cBhvr>
                                <p:to>
                                  <p:strVal val="hidden"/>
                                </p:to>
                              </p:set>
                              <p:par>
                                <p:cTn id="112" nodeType="withEffect" fill="hold" presetClass="path" presetID="0">
                                  <p:stCondLst>
                                    <p:cond delay="0"/>
                                  </p:stCondLst>
                                  <p:childTnLst>
                                    <p:animMotion origin="layout" path="M 1.73472E-018 2.22222E-006 L 1.16667 2.22222E-006 E">
                                      <p:cBhvr>
                                        <p:cTn id="113" dur="500" fill="hold"/>
                                        <p:tgtEl>
                                          <p:spTgt spid="58"/>
                                        </p:tgtEl>
                                      </p:cBhvr>
                                    </p:animMotion>
                                  </p:childTnLst>
                                </p:cTn>
                              </p:par>
                              <p:set>
                                <p:cBhvr>
                                  <p:cTn id="114" dur="1" fill="hold">
                                    <p:stCondLst>
                                      <p:cond evt="end">
                                        <p:tn val="112"/>
                                      </p:cond>
                                    </p:stCondLst>
                                  </p:cTn>
                                  <p:tgtEl>
                                    <p:spTgt spid="58"/>
                                  </p:tgtEl>
                                  <p:attrNameLst>
                                    <p:attrName>style.visibility</p:attrName>
                                  </p:attrNameLst>
                                </p:cBhvr>
                                <p:to>
                                  <p:strVal val="hidden"/>
                                </p:to>
                              </p:set>
                              <p:par>
                                <p:cTn id="115" nodeType="withEffect" fill="hold" presetClass="path" presetID="0">
                                  <p:stCondLst>
                                    <p:cond delay="0"/>
                                  </p:stCondLst>
                                  <p:childTnLst>
                                    <p:animMotion origin="layout" path="M 1.73472E-018 2.22222E-006 L 1.16667 2.22222E-006 E">
                                      <p:cBhvr>
                                        <p:cTn id="116" dur="500" fill="hold"/>
                                        <p:tgtEl>
                                          <p:spTgt spid="59"/>
                                        </p:tgtEl>
                                      </p:cBhvr>
                                    </p:animMotion>
                                  </p:childTnLst>
                                </p:cTn>
                              </p:par>
                              <p:set>
                                <p:cBhvr>
                                  <p:cTn id="117" dur="1" fill="hold">
                                    <p:stCondLst>
                                      <p:cond evt="end">
                                        <p:tn val="115"/>
                                      </p:cond>
                                    </p:stCondLst>
                                  </p:cTn>
                                  <p:tgtEl>
                                    <p:spTgt spid="59"/>
                                  </p:tgtEl>
                                  <p:attrNameLst>
                                    <p:attrName>style.visibility</p:attrName>
                                  </p:attrNameLst>
                                </p:cBhvr>
                                <p:to>
                                  <p:strVal val="hidden"/>
                                </p:to>
                              </p:set>
                              <p:par>
                                <p:cTn id="118" nodeType="withEffect" fill="hold" presetClass="path" presetID="0">
                                  <p:stCondLst>
                                    <p:cond delay="0"/>
                                  </p:stCondLst>
                                  <p:childTnLst>
                                    <p:animMotion origin="layout" path="M 1.73472E-018 2.22222E-006 L 1.16667 2.22222E-006 E">
                                      <p:cBhvr>
                                        <p:cTn id="119" dur="500" fill="hold"/>
                                        <p:tgtEl>
                                          <p:spTgt spid="60"/>
                                        </p:tgtEl>
                                      </p:cBhvr>
                                    </p:animMotion>
                                  </p:childTnLst>
                                </p:cTn>
                              </p:par>
                              <p:set>
                                <p:cBhvr>
                                  <p:cTn id="120" dur="1" fill="hold">
                                    <p:stCondLst>
                                      <p:cond evt="end">
                                        <p:tn val="118"/>
                                      </p:cond>
                                    </p:stCondLst>
                                  </p:cTn>
                                  <p:tgtEl>
                                    <p:spTgt spid="60"/>
                                  </p:tgtEl>
                                  <p:attrNameLst>
                                    <p:attrName>style.visibility</p:attrName>
                                  </p:attrNameLst>
                                </p:cBhvr>
                                <p:to>
                                  <p:strVal val="hidden"/>
                                </p:to>
                              </p:set>
                            </p:childTnLst>
                          </p:cTn>
                        </p:par>
                        <p:par>
                          <p:cTn id="121" fill="hold">
                            <p:stCondLst>
                              <p:cond delay="1000"/>
                            </p:stCondLst>
                            <p:childTnLst>
                              <p:par>
                                <p:cTn id="122" nodeType="afterEffect" fill="hold" presetClass="path" presetID="0">
                                  <p:stCondLst>
                                    <p:cond delay="0"/>
                                  </p:stCondLst>
                                  <p:childTnLst>
                                    <p:animMotion origin="layout" path="M 1.73472E-018 2.22222E-006 L 1.16667 2.22222E-006 E">
                                      <p:cBhvr>
                                        <p:cTn id="123" dur="500" fill="hold"/>
                                        <p:tgtEl>
                                          <p:spTgt spid="61"/>
                                        </p:tgtEl>
                                      </p:cBhvr>
                                    </p:animMotion>
                                  </p:childTnLst>
                                </p:cTn>
                              </p:par>
                              <p:set>
                                <p:cBhvr>
                                  <p:cTn id="124" dur="1" fill="hold">
                                    <p:stCondLst>
                                      <p:cond evt="end">
                                        <p:tn val="122"/>
                                      </p:cond>
                                    </p:stCondLst>
                                  </p:cTn>
                                  <p:tgtEl>
                                    <p:spTgt spid="61"/>
                                  </p:tgtEl>
                                  <p:attrNameLst>
                                    <p:attrName>style.visibility</p:attrName>
                                  </p:attrNameLst>
                                </p:cBhvr>
                                <p:to>
                                  <p:strVal val="hidden"/>
                                </p:to>
                              </p:set>
                              <p:par>
                                <p:cTn id="125" nodeType="withEffect" fill="hold" presetClass="path" presetID="0">
                                  <p:stCondLst>
                                    <p:cond delay="0"/>
                                  </p:stCondLst>
                                  <p:childTnLst>
                                    <p:animMotion origin="layout" path="M 1.73472E-018 2.22222E-006 L 1.16667 2.22222E-006 E">
                                      <p:cBhvr>
                                        <p:cTn id="126" dur="500" fill="hold"/>
                                        <p:tgtEl>
                                          <p:spTgt spid="62"/>
                                        </p:tgtEl>
                                      </p:cBhvr>
                                    </p:animMotion>
                                  </p:childTnLst>
                                </p:cTn>
                              </p:par>
                              <p:set>
                                <p:cBhvr>
                                  <p:cTn id="127" dur="1" fill="hold">
                                    <p:stCondLst>
                                      <p:cond evt="end">
                                        <p:tn val="125"/>
                                      </p:cond>
                                    </p:stCondLst>
                                  </p:cTn>
                                  <p:tgtEl>
                                    <p:spTgt spid="62"/>
                                  </p:tgtEl>
                                  <p:attrNameLst>
                                    <p:attrName>style.visibility</p:attrName>
                                  </p:attrNameLst>
                                </p:cBhvr>
                                <p:to>
                                  <p:strVal val="hidden"/>
                                </p:to>
                              </p:set>
                              <p:par>
                                <p:cTn id="128" nodeType="withEffect" fill="hold" presetClass="path" presetID="0">
                                  <p:stCondLst>
                                    <p:cond delay="0"/>
                                  </p:stCondLst>
                                  <p:childTnLst>
                                    <p:animMotion origin="layout" path="M 1.73472E-018 2.22222E-006 L 1.16667 2.22222E-006 E">
                                      <p:cBhvr>
                                        <p:cTn id="129" dur="500" fill="hold"/>
                                        <p:tgtEl>
                                          <p:spTgt spid="63"/>
                                        </p:tgtEl>
                                      </p:cBhvr>
                                    </p:animMotion>
                                  </p:childTnLst>
                                </p:cTn>
                              </p:par>
                              <p:set>
                                <p:cBhvr>
                                  <p:cTn id="130" dur="1" fill="hold">
                                    <p:stCondLst>
                                      <p:cond evt="end">
                                        <p:tn val="128"/>
                                      </p:cond>
                                    </p:stCondLst>
                                  </p:cTn>
                                  <p:tgtEl>
                                    <p:spTgt spid="63"/>
                                  </p:tgtEl>
                                  <p:attrNameLst>
                                    <p:attrName>style.visibility</p:attrName>
                                  </p:attrNameLst>
                                </p:cBhvr>
                                <p:to>
                                  <p:strVal val="hidden"/>
                                </p:to>
                              </p:set>
                              <p:par>
                                <p:cTn id="131" nodeType="withEffect" fill="hold" presetClass="path" presetID="0">
                                  <p:stCondLst>
                                    <p:cond delay="0"/>
                                  </p:stCondLst>
                                  <p:childTnLst>
                                    <p:animMotion origin="layout" path="M 1.73472E-018 2.22222E-006 L 1.16667 2.22222E-006 E">
                                      <p:cBhvr>
                                        <p:cTn id="132" dur="500" fill="hold"/>
                                        <p:tgtEl>
                                          <p:spTgt spid="64"/>
                                        </p:tgtEl>
                                      </p:cBhvr>
                                    </p:animMotion>
                                  </p:childTnLst>
                                </p:cTn>
                              </p:par>
                              <p:set>
                                <p:cBhvr>
                                  <p:cTn id="133" dur="1" fill="hold">
                                    <p:stCondLst>
                                      <p:cond evt="end">
                                        <p:tn val="131"/>
                                      </p:cond>
                                    </p:stCondLst>
                                  </p:cTn>
                                  <p:tgtEl>
                                    <p:spTgt spid="64"/>
                                  </p:tgtEl>
                                  <p:attrNameLst>
                                    <p:attrName>style.visibility</p:attrName>
                                  </p:attrNameLst>
                                </p:cBhvr>
                                <p:to>
                                  <p:strVal val="hidden"/>
                                </p:to>
                              </p:set>
                              <p:par>
                                <p:cTn id="134" nodeType="withEffect" fill="hold" presetClass="path" presetID="0">
                                  <p:stCondLst>
                                    <p:cond delay="0"/>
                                  </p:stCondLst>
                                  <p:childTnLst>
                                    <p:animMotion origin="layout" path="M 1.73472E-018 2.22222E-006 L 1.16667 2.22222E-006 E">
                                      <p:cBhvr>
                                        <p:cTn id="135" dur="500" fill="hold"/>
                                        <p:tgtEl>
                                          <p:spTgt spid="65"/>
                                        </p:tgtEl>
                                      </p:cBhvr>
                                    </p:animMotion>
                                  </p:childTnLst>
                                </p:cTn>
                              </p:par>
                              <p:set>
                                <p:cBhvr>
                                  <p:cTn id="136" dur="1" fill="hold">
                                    <p:stCondLst>
                                      <p:cond evt="end">
                                        <p:tn val="134"/>
                                      </p:cond>
                                    </p:stCondLst>
                                  </p:cTn>
                                  <p:tgtEl>
                                    <p:spTgt spid="65"/>
                                  </p:tgtEl>
                                  <p:attrNameLst>
                                    <p:attrName>style.visibility</p:attrName>
                                  </p:attrNameLst>
                                </p:cBhvr>
                                <p:to>
                                  <p:strVal val="hidden"/>
                                </p:to>
                              </p:set>
                              <p:par>
                                <p:cTn id="137" nodeType="withEffect" fill="hold" presetClass="path" presetID="0">
                                  <p:stCondLst>
                                    <p:cond delay="0"/>
                                  </p:stCondLst>
                                  <p:childTnLst>
                                    <p:animMotion origin="layout" path="M 1.73472E-018 2.22222E-006 L 1.16667 2.22222E-006 E">
                                      <p:cBhvr>
                                        <p:cTn id="138" dur="500" fill="hold"/>
                                        <p:tgtEl>
                                          <p:spTgt spid="66"/>
                                        </p:tgtEl>
                                      </p:cBhvr>
                                    </p:animMotion>
                                  </p:childTnLst>
                                </p:cTn>
                              </p:par>
                              <p:set>
                                <p:cBhvr>
                                  <p:cTn id="139" dur="1" fill="hold">
                                    <p:stCondLst>
                                      <p:cond evt="end">
                                        <p:tn val="137"/>
                                      </p:cond>
                                    </p:stCondLst>
                                  </p:cTn>
                                  <p:tgtEl>
                                    <p:spTgt spid="66"/>
                                  </p:tgtEl>
                                  <p:attrNameLst>
                                    <p:attrName>style.visibility</p:attrName>
                                  </p:attrNameLst>
                                </p:cBhvr>
                                <p:to>
                                  <p:strVal val="hidden"/>
                                </p:to>
                              </p:set>
                              <p:par>
                                <p:cTn id="140" nodeType="withEffect" fill="hold" presetClass="path" presetID="0">
                                  <p:stCondLst>
                                    <p:cond delay="0"/>
                                  </p:stCondLst>
                                  <p:childTnLst>
                                    <p:animMotion origin="layout" path="M 1.73472E-018 2.22222E-006 L 1.16667 2.22222E-006 E">
                                      <p:cBhvr>
                                        <p:cTn id="141" dur="500" fill="hold"/>
                                        <p:tgtEl>
                                          <p:spTgt spid="67"/>
                                        </p:tgtEl>
                                      </p:cBhvr>
                                    </p:animMotion>
                                  </p:childTnLst>
                                </p:cTn>
                              </p:par>
                              <p:set>
                                <p:cBhvr>
                                  <p:cTn id="142" dur="1" fill="hold">
                                    <p:stCondLst>
                                      <p:cond evt="end">
                                        <p:tn val="140"/>
                                      </p:cond>
                                    </p:stCondLst>
                                  </p:cTn>
                                  <p:tgtEl>
                                    <p:spTgt spid="67"/>
                                  </p:tgtEl>
                                  <p:attrNameLst>
                                    <p:attrName>style.visibility</p:attrName>
                                  </p:attrNameLst>
                                </p:cBhvr>
                                <p:to>
                                  <p:strVal val="hidden"/>
                                </p:to>
                              </p:set>
                              <p:par>
                                <p:cTn id="143" nodeType="withEffect" fill="hold" presetClass="path" presetID="0">
                                  <p:stCondLst>
                                    <p:cond delay="0"/>
                                  </p:stCondLst>
                                  <p:childTnLst>
                                    <p:animMotion origin="layout" path="M 1.73472E-018 2.22222E-006 L 1.16667 2.22222E-006 E">
                                      <p:cBhvr>
                                        <p:cTn id="144" dur="500" fill="hold"/>
                                        <p:tgtEl>
                                          <p:spTgt spid="68"/>
                                        </p:tgtEl>
                                      </p:cBhvr>
                                    </p:animMotion>
                                  </p:childTnLst>
                                </p:cTn>
                              </p:par>
                              <p:set>
                                <p:cBhvr>
                                  <p:cTn id="145" dur="1" fill="hold">
                                    <p:stCondLst>
                                      <p:cond evt="end">
                                        <p:tn val="143"/>
                                      </p:cond>
                                    </p:stCondLst>
                                  </p:cTn>
                                  <p:tgtEl>
                                    <p:spTgt spid="68"/>
                                  </p:tgtEl>
                                  <p:attrNameLst>
                                    <p:attrName>style.visibility</p:attrName>
                                  </p:attrNameLst>
                                </p:cBhvr>
                                <p:to>
                                  <p:strVal val="hidden"/>
                                </p:to>
                              </p:set>
                              <p:par>
                                <p:cTn id="146" nodeType="withEffect" fill="hold" presetClass="path" presetID="0">
                                  <p:stCondLst>
                                    <p:cond delay="0"/>
                                  </p:stCondLst>
                                  <p:childTnLst>
                                    <p:animMotion origin="layout" path="M 1.73472E-018 2.22222E-006 L 1.16667 2.22222E-006 E">
                                      <p:cBhvr>
                                        <p:cTn id="147" dur="500" fill="hold"/>
                                        <p:tgtEl>
                                          <p:spTgt spid="69"/>
                                        </p:tgtEl>
                                      </p:cBhvr>
                                    </p:animMotion>
                                  </p:childTnLst>
                                </p:cTn>
                              </p:par>
                              <p:set>
                                <p:cBhvr>
                                  <p:cTn id="148" dur="1" fill="hold">
                                    <p:stCondLst>
                                      <p:cond evt="end">
                                        <p:tn val="146"/>
                                      </p:cond>
                                    </p:stCondLst>
                                  </p:cTn>
                                  <p:tgtEl>
                                    <p:spTgt spid="69"/>
                                  </p:tgtEl>
                                  <p:attrNameLst>
                                    <p:attrName>style.visibility</p:attrName>
                                  </p:attrNameLst>
                                </p:cBhvr>
                                <p:to>
                                  <p:strVal val="hidden"/>
                                </p:to>
                              </p:set>
                              <p:par>
                                <p:cTn id="149" nodeType="withEffect" fill="hold" presetClass="path" presetID="0">
                                  <p:stCondLst>
                                    <p:cond delay="0"/>
                                  </p:stCondLst>
                                  <p:childTnLst>
                                    <p:animMotion origin="layout" path="M 1.73472E-018 2.22222E-006 L 1.16667 2.22222E-006 E">
                                      <p:cBhvr>
                                        <p:cTn id="150" dur="500" fill="hold"/>
                                        <p:tgtEl>
                                          <p:spTgt spid="70"/>
                                        </p:tgtEl>
                                      </p:cBhvr>
                                    </p:animMotion>
                                  </p:childTnLst>
                                </p:cTn>
                              </p:par>
                              <p:set>
                                <p:cBhvr>
                                  <p:cTn id="151" dur="1" fill="hold">
                                    <p:stCondLst>
                                      <p:cond evt="end">
                                        <p:tn val="149"/>
                                      </p:cond>
                                    </p:stCondLst>
                                  </p:cTn>
                                  <p:tgtEl>
                                    <p:spTgt spid="70"/>
                                  </p:tgtEl>
                                  <p:attrNameLst>
                                    <p:attrName>style.visibility</p:attrName>
                                  </p:attrNameLst>
                                </p:cBhvr>
                                <p:to>
                                  <p:strVal val="hidden"/>
                                </p:to>
                              </p:set>
                              <p:par>
                                <p:cTn id="152" nodeType="withEffect" fill="hold" presetClass="path" presetID="0">
                                  <p:stCondLst>
                                    <p:cond delay="0"/>
                                  </p:stCondLst>
                                  <p:childTnLst>
                                    <p:animMotion origin="layout" path="M 1.73472E-018 2.22222E-006 L 1.16667 2.22222E-006 E">
                                      <p:cBhvr>
                                        <p:cTn id="153" dur="500" fill="hold"/>
                                        <p:tgtEl>
                                          <p:spTgt spid="71"/>
                                        </p:tgtEl>
                                      </p:cBhvr>
                                    </p:animMotion>
                                  </p:childTnLst>
                                </p:cTn>
                              </p:par>
                              <p:set>
                                <p:cBhvr>
                                  <p:cTn id="154" dur="1" fill="hold">
                                    <p:stCondLst>
                                      <p:cond evt="end">
                                        <p:tn val="152"/>
                                      </p:cond>
                                    </p:stCondLst>
                                  </p:cTn>
                                  <p:tgtEl>
                                    <p:spTgt spid="71"/>
                                  </p:tgtEl>
                                  <p:attrNameLst>
                                    <p:attrName>style.visibility</p:attrName>
                                  </p:attrNameLst>
                                </p:cBhvr>
                                <p:to>
                                  <p:strVal val="hidden"/>
                                </p:to>
                              </p:set>
                              <p:par>
                                <p:cTn id="155" nodeType="withEffect" fill="hold" presetClass="path" presetID="0">
                                  <p:stCondLst>
                                    <p:cond delay="0"/>
                                  </p:stCondLst>
                                  <p:childTnLst>
                                    <p:animMotion origin="layout" path="M 1.73472E-018 2.22222E-006 L 1.16667 2.22222E-006 E">
                                      <p:cBhvr>
                                        <p:cTn id="156" dur="500" fill="hold"/>
                                        <p:tgtEl>
                                          <p:spTgt spid="72"/>
                                        </p:tgtEl>
                                      </p:cBhvr>
                                    </p:animMotion>
                                  </p:childTnLst>
                                </p:cTn>
                              </p:par>
                              <p:set>
                                <p:cBhvr>
                                  <p:cTn id="157" dur="1" fill="hold">
                                    <p:stCondLst>
                                      <p:cond evt="end">
                                        <p:tn val="155"/>
                                      </p:cond>
                                    </p:stCondLst>
                                  </p:cTn>
                                  <p:tgtEl>
                                    <p:spTgt spid="72"/>
                                  </p:tgtEl>
                                  <p:attrNameLst>
                                    <p:attrName>style.visibility</p:attrName>
                                  </p:attrNameLst>
                                </p:cBhvr>
                                <p:to>
                                  <p:strVal val="hidden"/>
                                </p:to>
                              </p:set>
                              <p:par>
                                <p:cTn id="158" nodeType="withEffect" fill="hold" presetClass="path" presetID="0">
                                  <p:stCondLst>
                                    <p:cond delay="0"/>
                                  </p:stCondLst>
                                  <p:childTnLst>
                                    <p:animMotion origin="layout" path="M 1.73472E-018 2.22222E-006 L 1.16667 2.22222E-006 E">
                                      <p:cBhvr>
                                        <p:cTn id="159" dur="500" fill="hold"/>
                                        <p:tgtEl>
                                          <p:spTgt spid="73"/>
                                        </p:tgtEl>
                                      </p:cBhvr>
                                    </p:animMotion>
                                  </p:childTnLst>
                                </p:cTn>
                              </p:par>
                              <p:set>
                                <p:cBhvr>
                                  <p:cTn id="160" dur="1" fill="hold">
                                    <p:stCondLst>
                                      <p:cond evt="end">
                                        <p:tn val="158"/>
                                      </p:cond>
                                    </p:stCondLst>
                                  </p:cTn>
                                  <p:tgtEl>
                                    <p:spTgt spid="73"/>
                                  </p:tgtEl>
                                  <p:attrNameLst>
                                    <p:attrName>style.visibility</p:attrName>
                                  </p:attrNameLst>
                                </p:cBhvr>
                                <p:to>
                                  <p:strVal val="hidden"/>
                                </p:to>
                              </p:set>
                            </p:childTnLst>
                          </p:cTn>
                        </p:par>
                        <p:par>
                          <p:cTn id="161" fill="hold">
                            <p:stCondLst>
                              <p:cond delay="1500"/>
                            </p:stCondLst>
                            <p:childTnLst>
                              <p:par>
                                <p:cTn id="162" nodeType="afterEffect" fill="hold" presetClass="path" presetID="0">
                                  <p:stCondLst>
                                    <p:cond delay="0"/>
                                  </p:stCondLst>
                                  <p:childTnLst>
                                    <p:animMotion origin="layout" path="M 1.73472E-018 2.22222E-006 L 1.16667 2.22222E-006 E">
                                      <p:cBhvr>
                                        <p:cTn id="163" dur="500" fill="hold"/>
                                        <p:tgtEl>
                                          <p:spTgt spid="74"/>
                                        </p:tgtEl>
                                      </p:cBhvr>
                                    </p:animMotion>
                                  </p:childTnLst>
                                </p:cTn>
                              </p:par>
                              <p:set>
                                <p:cBhvr>
                                  <p:cTn id="164" dur="1" fill="hold">
                                    <p:stCondLst>
                                      <p:cond evt="end">
                                        <p:tn val="162"/>
                                      </p:cond>
                                    </p:stCondLst>
                                  </p:cTn>
                                  <p:tgtEl>
                                    <p:spTgt spid="74"/>
                                  </p:tgtEl>
                                  <p:attrNameLst>
                                    <p:attrName>style.visibility</p:attrName>
                                  </p:attrNameLst>
                                </p:cBhvr>
                                <p:to>
                                  <p:strVal val="hidden"/>
                                </p:to>
                              </p:set>
                              <p:par>
                                <p:cTn id="165" nodeType="withEffect" fill="hold" presetClass="path" presetID="0">
                                  <p:stCondLst>
                                    <p:cond delay="0"/>
                                  </p:stCondLst>
                                  <p:childTnLst>
                                    <p:animMotion origin="layout" path="M 1.73472E-018 2.22222E-006 L 1.16667 2.22222E-006 E">
                                      <p:cBhvr>
                                        <p:cTn id="166" dur="500" fill="hold"/>
                                        <p:tgtEl>
                                          <p:spTgt spid="75"/>
                                        </p:tgtEl>
                                      </p:cBhvr>
                                    </p:animMotion>
                                  </p:childTnLst>
                                </p:cTn>
                              </p:par>
                              <p:set>
                                <p:cBhvr>
                                  <p:cTn id="167" dur="1" fill="hold">
                                    <p:stCondLst>
                                      <p:cond evt="end">
                                        <p:tn val="165"/>
                                      </p:cond>
                                    </p:stCondLst>
                                  </p:cTn>
                                  <p:tgtEl>
                                    <p:spTgt spid="75"/>
                                  </p:tgtEl>
                                  <p:attrNameLst>
                                    <p:attrName>style.visibility</p:attrName>
                                  </p:attrNameLst>
                                </p:cBhvr>
                                <p:to>
                                  <p:strVal val="hidden"/>
                                </p:to>
                              </p:set>
                              <p:par>
                                <p:cTn id="168" nodeType="withEffect" fill="hold" presetClass="path" presetID="0">
                                  <p:stCondLst>
                                    <p:cond delay="0"/>
                                  </p:stCondLst>
                                  <p:childTnLst>
                                    <p:animMotion origin="layout" path="M 1.73472E-018 2.22222E-006 L 1.16667 2.22222E-006 E">
                                      <p:cBhvr>
                                        <p:cTn id="169" dur="500" fill="hold"/>
                                        <p:tgtEl>
                                          <p:spTgt spid="76"/>
                                        </p:tgtEl>
                                      </p:cBhvr>
                                    </p:animMotion>
                                  </p:childTnLst>
                                </p:cTn>
                              </p:par>
                              <p:set>
                                <p:cBhvr>
                                  <p:cTn id="170" dur="1" fill="hold">
                                    <p:stCondLst>
                                      <p:cond evt="end">
                                        <p:tn val="168"/>
                                      </p:cond>
                                    </p:stCondLst>
                                  </p:cTn>
                                  <p:tgtEl>
                                    <p:spTgt spid="76"/>
                                  </p:tgtEl>
                                  <p:attrNameLst>
                                    <p:attrName>style.visibility</p:attrName>
                                  </p:attrNameLst>
                                </p:cBhvr>
                                <p:to>
                                  <p:strVal val="hidden"/>
                                </p:to>
                              </p:set>
                              <p:par>
                                <p:cTn id="171" nodeType="withEffect" fill="hold" presetClass="path" presetID="0">
                                  <p:stCondLst>
                                    <p:cond delay="0"/>
                                  </p:stCondLst>
                                  <p:childTnLst>
                                    <p:animMotion origin="layout" path="M 1.73472E-018 2.22222E-006 L 1.16667 2.22222E-006 E">
                                      <p:cBhvr>
                                        <p:cTn id="172" dur="500" fill="hold"/>
                                        <p:tgtEl>
                                          <p:spTgt spid="77"/>
                                        </p:tgtEl>
                                      </p:cBhvr>
                                    </p:animMotion>
                                  </p:childTnLst>
                                </p:cTn>
                              </p:par>
                              <p:set>
                                <p:cBhvr>
                                  <p:cTn id="173" dur="1" fill="hold">
                                    <p:stCondLst>
                                      <p:cond evt="end">
                                        <p:tn val="171"/>
                                      </p:cond>
                                    </p:stCondLst>
                                  </p:cTn>
                                  <p:tgtEl>
                                    <p:spTgt spid="77"/>
                                  </p:tgtEl>
                                  <p:attrNameLst>
                                    <p:attrName>style.visibility</p:attrName>
                                  </p:attrNameLst>
                                </p:cBhvr>
                                <p:to>
                                  <p:strVal val="hidden"/>
                                </p:to>
                              </p:set>
                              <p:par>
                                <p:cTn id="174" nodeType="withEffect" fill="hold" presetClass="path" presetID="0">
                                  <p:stCondLst>
                                    <p:cond delay="0"/>
                                  </p:stCondLst>
                                  <p:childTnLst>
                                    <p:animMotion origin="layout" path="M 1.73472E-018 2.22222E-006 L 1.16667 2.22222E-006 E">
                                      <p:cBhvr>
                                        <p:cTn id="175" dur="500" fill="hold"/>
                                        <p:tgtEl>
                                          <p:spTgt spid="78"/>
                                        </p:tgtEl>
                                      </p:cBhvr>
                                    </p:animMotion>
                                  </p:childTnLst>
                                </p:cTn>
                              </p:par>
                              <p:set>
                                <p:cBhvr>
                                  <p:cTn id="176" dur="1" fill="hold">
                                    <p:stCondLst>
                                      <p:cond evt="end">
                                        <p:tn val="174"/>
                                      </p:cond>
                                    </p:stCondLst>
                                  </p:cTn>
                                  <p:tgtEl>
                                    <p:spTgt spid="78"/>
                                  </p:tgtEl>
                                  <p:attrNameLst>
                                    <p:attrName>style.visibility</p:attrName>
                                  </p:attrNameLst>
                                </p:cBhvr>
                                <p:to>
                                  <p:strVal val="hidden"/>
                                </p:to>
                              </p:set>
                              <p:par>
                                <p:cTn id="177" nodeType="withEffect" fill="hold" presetClass="path" presetID="0">
                                  <p:stCondLst>
                                    <p:cond delay="0"/>
                                  </p:stCondLst>
                                  <p:childTnLst>
                                    <p:animMotion origin="layout" path="M 1.73472E-018 2.22222E-006 L 1.16667 2.22222E-006 E">
                                      <p:cBhvr>
                                        <p:cTn id="178" dur="500" fill="hold"/>
                                        <p:tgtEl>
                                          <p:spTgt spid="79"/>
                                        </p:tgtEl>
                                      </p:cBhvr>
                                    </p:animMotion>
                                  </p:childTnLst>
                                </p:cTn>
                              </p:par>
                              <p:set>
                                <p:cBhvr>
                                  <p:cTn id="179" dur="1" fill="hold">
                                    <p:stCondLst>
                                      <p:cond evt="end">
                                        <p:tn val="177"/>
                                      </p:cond>
                                    </p:stCondLst>
                                  </p:cTn>
                                  <p:tgtEl>
                                    <p:spTgt spid="79"/>
                                  </p:tgtEl>
                                  <p:attrNameLst>
                                    <p:attrName>style.visibility</p:attrName>
                                  </p:attrNameLst>
                                </p:cBhvr>
                                <p:to>
                                  <p:strVal val="hidden"/>
                                </p:to>
                              </p:set>
                              <p:par>
                                <p:cTn id="180" nodeType="withEffect" fill="hold" presetClass="path" presetID="0">
                                  <p:stCondLst>
                                    <p:cond delay="0"/>
                                  </p:stCondLst>
                                  <p:childTnLst>
                                    <p:animMotion origin="layout" path="M 1.73472E-018 2.22222E-006 L 1.16667 2.22222E-006 E">
                                      <p:cBhvr>
                                        <p:cTn id="181" dur="500" fill="hold"/>
                                        <p:tgtEl>
                                          <p:spTgt spid="80"/>
                                        </p:tgtEl>
                                      </p:cBhvr>
                                    </p:animMotion>
                                  </p:childTnLst>
                                </p:cTn>
                              </p:par>
                              <p:set>
                                <p:cBhvr>
                                  <p:cTn id="182" dur="1" fill="hold">
                                    <p:stCondLst>
                                      <p:cond evt="end">
                                        <p:tn val="180"/>
                                      </p:cond>
                                    </p:stCondLst>
                                  </p:cTn>
                                  <p:tgtEl>
                                    <p:spTgt spid="80"/>
                                  </p:tgtEl>
                                  <p:attrNameLst>
                                    <p:attrName>style.visibility</p:attrName>
                                  </p:attrNameLst>
                                </p:cBhvr>
                                <p:to>
                                  <p:strVal val="hidden"/>
                                </p:to>
                              </p:set>
                              <p:par>
                                <p:cTn id="183" nodeType="withEffect" fill="hold" presetClass="path" presetID="0">
                                  <p:stCondLst>
                                    <p:cond delay="0"/>
                                  </p:stCondLst>
                                  <p:childTnLst>
                                    <p:animMotion origin="layout" path="M 1.73472E-018 2.22222E-006 L 1.16667 2.22222E-006 E">
                                      <p:cBhvr>
                                        <p:cTn id="184" dur="500" fill="hold"/>
                                        <p:tgtEl>
                                          <p:spTgt spid="81"/>
                                        </p:tgtEl>
                                      </p:cBhvr>
                                    </p:animMotion>
                                  </p:childTnLst>
                                </p:cTn>
                              </p:par>
                              <p:set>
                                <p:cBhvr>
                                  <p:cTn id="185" dur="1" fill="hold">
                                    <p:stCondLst>
                                      <p:cond evt="end">
                                        <p:tn val="183"/>
                                      </p:cond>
                                    </p:stCondLst>
                                  </p:cTn>
                                  <p:tgtEl>
                                    <p:spTgt spid="81"/>
                                  </p:tgtEl>
                                  <p:attrNameLst>
                                    <p:attrName>style.visibility</p:attrName>
                                  </p:attrNameLst>
                                </p:cBhvr>
                                <p:to>
                                  <p:strVal val="hidden"/>
                                </p:to>
                              </p:set>
                              <p:par>
                                <p:cTn id="186" nodeType="withEffect" fill="hold" presetClass="path" presetID="0">
                                  <p:stCondLst>
                                    <p:cond delay="0"/>
                                  </p:stCondLst>
                                  <p:childTnLst>
                                    <p:animMotion origin="layout" path="M 1.73472E-018 2.22222E-006 L 1.16667 2.22222E-006 E">
                                      <p:cBhvr>
                                        <p:cTn id="187" dur="500" fill="hold"/>
                                        <p:tgtEl>
                                          <p:spTgt spid="82"/>
                                        </p:tgtEl>
                                      </p:cBhvr>
                                    </p:animMotion>
                                  </p:childTnLst>
                                </p:cTn>
                              </p:par>
                              <p:set>
                                <p:cBhvr>
                                  <p:cTn id="188" dur="1" fill="hold">
                                    <p:stCondLst>
                                      <p:cond evt="end">
                                        <p:tn val="186"/>
                                      </p:cond>
                                    </p:stCondLst>
                                  </p:cTn>
                                  <p:tgtEl>
                                    <p:spTgt spid="82"/>
                                  </p:tgtEl>
                                  <p:attrNameLst>
                                    <p:attrName>style.visibility</p:attrName>
                                  </p:attrNameLst>
                                </p:cBhvr>
                                <p:to>
                                  <p:strVal val="hidden"/>
                                </p:to>
                              </p:set>
                              <p:par>
                                <p:cTn id="189" nodeType="withEffect" fill="hold" presetClass="path" presetID="0">
                                  <p:stCondLst>
                                    <p:cond delay="0"/>
                                  </p:stCondLst>
                                  <p:childTnLst>
                                    <p:animMotion origin="layout" path="M 1.73472E-018 2.22222E-006 L 1.16667 2.22222E-006 E">
                                      <p:cBhvr>
                                        <p:cTn id="190" dur="500" fill="hold"/>
                                        <p:tgtEl>
                                          <p:spTgt spid="83"/>
                                        </p:tgtEl>
                                      </p:cBhvr>
                                    </p:animMotion>
                                  </p:childTnLst>
                                </p:cTn>
                              </p:par>
                              <p:set>
                                <p:cBhvr>
                                  <p:cTn id="191" dur="1" fill="hold">
                                    <p:stCondLst>
                                      <p:cond evt="end">
                                        <p:tn val="189"/>
                                      </p:cond>
                                    </p:stCondLst>
                                  </p:cTn>
                                  <p:tgtEl>
                                    <p:spTgt spid="83"/>
                                  </p:tgtEl>
                                  <p:attrNameLst>
                                    <p:attrName>style.visibility</p:attrName>
                                  </p:attrNameLst>
                                </p:cBhvr>
                                <p:to>
                                  <p:strVal val="hidden"/>
                                </p:to>
                              </p:set>
                              <p:par>
                                <p:cTn id="192" nodeType="withEffect" fill="hold" presetClass="path" presetID="0">
                                  <p:stCondLst>
                                    <p:cond delay="0"/>
                                  </p:stCondLst>
                                  <p:childTnLst>
                                    <p:animMotion origin="layout" path="M 3.33333E-006 -1.32948E-006 C -0.10521 -0.00162 -0.20973 -1.32947999999982E-006 -0.31389 -0.00208 C -0.32466 -0.00208 -0.33403 -0.01503 -0.34219 -0.01826 C -0.34479 -0.0215 -0.34827 -0.02289 -0.35243 -0.0252 C -0.3625 -0.03121 -0.35573 -0.0289 -0.36354 -0.03075 C -0.36893 -0.03584 -0.36927 -0.03676 -0.37778 -0.03907 C -0.38525 -0.04416 -0.38125 -0.04231 -0.38941 -0.04509 C -0.38993 -0.04555 -0.39045 -0.04694 -0.39167 -0.0474 C -0.39341 -0.04832 -0.39705 -0.04925 -0.39931 -0.05063 C -0.40243 -0.05248 -0.40452 -0.05387 -0.40799 -0.05572 C -0.41077 -0.0585 -0.41302 -0.05942 -0.41702 -0.06127 C -0.42084 -0.06497 -0.42518 -0.06497 -0.42917 -0.06682 E">
                                      <p:cBhvr>
                                        <p:cTn id="193" dur="500" fill="hold"/>
                                        <p:tgtEl>
                                          <p:spTgt spid="140"/>
                                        </p:tgtEl>
                                      </p:cBhvr>
                                    </p:animMotion>
                                  </p:childTnLst>
                                </p:cTn>
                              </p:par>
                              <p:par>
                                <p:cTn id="194" nodeType="withEffect" fill="hold" presetClass="path" presetID="0">
                                  <p:stCondLst>
                                    <p:cond delay="0"/>
                                  </p:stCondLst>
                                  <p:childTnLst>
                                    <p:animMotion origin="layout" path="M 1.73472E-018 2.22222E-006 L 1.16667 2.22222E-006 E">
                                      <p:cBhvr>
                                        <p:cTn id="195" dur="500" fill="hold"/>
                                        <p:tgtEl>
                                          <p:spTgt spid="84"/>
                                        </p:tgtEl>
                                      </p:cBhvr>
                                    </p:animMotion>
                                  </p:childTnLst>
                                </p:cTn>
                              </p:par>
                              <p:set>
                                <p:cBhvr>
                                  <p:cTn id="196" dur="1" fill="hold">
                                    <p:stCondLst>
                                      <p:cond evt="end">
                                        <p:tn val="194"/>
                                      </p:cond>
                                    </p:stCondLst>
                                  </p:cTn>
                                  <p:tgtEl>
                                    <p:spTgt spid="84"/>
                                  </p:tgtEl>
                                  <p:attrNameLst>
                                    <p:attrName>style.visibility</p:attrName>
                                  </p:attrNameLst>
                                </p:cBhvr>
                                <p:to>
                                  <p:strVal val="hidden"/>
                                </p:to>
                              </p:set>
                              <p:par>
                                <p:cTn id="197" nodeType="withEffect" fill="hold" presetClass="path" presetID="0">
                                  <p:stCondLst>
                                    <p:cond delay="0"/>
                                  </p:stCondLst>
                                  <p:childTnLst>
                                    <p:animMotion origin="layout" path="M 1.73472E-018 2.22222E-006 L 1.16667 2.22222E-006 E">
                                      <p:cBhvr>
                                        <p:cTn id="198" dur="500" fill="hold"/>
                                        <p:tgtEl>
                                          <p:spTgt spid="85"/>
                                        </p:tgtEl>
                                      </p:cBhvr>
                                    </p:animMotion>
                                  </p:childTnLst>
                                </p:cTn>
                              </p:par>
                              <p:set>
                                <p:cBhvr>
                                  <p:cTn id="199" dur="1" fill="hold">
                                    <p:stCondLst>
                                      <p:cond evt="end">
                                        <p:tn val="197"/>
                                      </p:cond>
                                    </p:stCondLst>
                                  </p:cTn>
                                  <p:tgtEl>
                                    <p:spTgt spid="85"/>
                                  </p:tgtEl>
                                  <p:attrNameLst>
                                    <p:attrName>style.visibility</p:attrName>
                                  </p:attrNameLst>
                                </p:cBhvr>
                                <p:to>
                                  <p:strVal val="hidden"/>
                                </p:to>
                              </p:set>
                              <p:par>
                                <p:cTn id="200" nodeType="withEffect" fill="hold" presetClass="path" presetID="0">
                                  <p:stCondLst>
                                    <p:cond delay="0"/>
                                  </p:stCondLst>
                                  <p:childTnLst>
                                    <p:animMotion origin="layout" path="M 1.73472E-018 2.22222E-006 L 1.16667 2.22222E-006 E">
                                      <p:cBhvr>
                                        <p:cTn id="201" dur="500" fill="hold"/>
                                        <p:tgtEl>
                                          <p:spTgt spid="86"/>
                                        </p:tgtEl>
                                      </p:cBhvr>
                                    </p:animMotion>
                                  </p:childTnLst>
                                </p:cTn>
                              </p:par>
                              <p:set>
                                <p:cBhvr>
                                  <p:cTn id="202" dur="1" fill="hold">
                                    <p:stCondLst>
                                      <p:cond evt="end">
                                        <p:tn val="200"/>
                                      </p:cond>
                                    </p:stCondLst>
                                  </p:cTn>
                                  <p:tgtEl>
                                    <p:spTgt spid="86"/>
                                  </p:tgtEl>
                                  <p:attrNameLst>
                                    <p:attrName>style.visibility</p:attrName>
                                  </p:attrNameLst>
                                </p:cBhvr>
                                <p:to>
                                  <p:strVal val="hidden"/>
                                </p:to>
                              </p:set>
                            </p:childTnLst>
                          </p:cTn>
                        </p:par>
                        <p:par>
                          <p:cTn id="203" fill="hold">
                            <p:stCondLst>
                              <p:cond delay="2000"/>
                            </p:stCondLst>
                            <p:childTnLst>
                              <p:par>
                                <p:cTn id="204" nodeType="afterEffect" fill="hold" presetClass="path" presetID="0">
                                  <p:stCondLst>
                                    <p:cond delay="0"/>
                                  </p:stCondLst>
                                  <p:childTnLst>
                                    <p:animMotion origin="layout" path="M 1.73472E-018 2.22222E-006 L 1.16667 2.22222E-006 E">
                                      <p:cBhvr>
                                        <p:cTn id="205" dur="500" fill="hold"/>
                                        <p:tgtEl>
                                          <p:spTgt spid="87"/>
                                        </p:tgtEl>
                                      </p:cBhvr>
                                    </p:animMotion>
                                  </p:childTnLst>
                                </p:cTn>
                              </p:par>
                              <p:set>
                                <p:cBhvr>
                                  <p:cTn id="206" dur="1" fill="hold">
                                    <p:stCondLst>
                                      <p:cond evt="end">
                                        <p:tn val="204"/>
                                      </p:cond>
                                    </p:stCondLst>
                                  </p:cTn>
                                  <p:tgtEl>
                                    <p:spTgt spid="87"/>
                                  </p:tgtEl>
                                  <p:attrNameLst>
                                    <p:attrName>style.visibility</p:attrName>
                                  </p:attrNameLst>
                                </p:cBhvr>
                                <p:to>
                                  <p:strVal val="hidden"/>
                                </p:to>
                              </p:set>
                              <p:par>
                                <p:cTn id="207" nodeType="withEffect" fill="hold" presetClass="path" presetID="0">
                                  <p:stCondLst>
                                    <p:cond delay="0"/>
                                  </p:stCondLst>
                                  <p:childTnLst>
                                    <p:animMotion origin="layout" path="M -0.32916 -0.01111 L 0.8375 -0.01111 E">
                                      <p:cBhvr>
                                        <p:cTn id="208" dur="500" fill="hold"/>
                                        <p:tgtEl>
                                          <p:spTgt spid="88"/>
                                        </p:tgtEl>
                                      </p:cBhvr>
                                    </p:animMotion>
                                  </p:childTnLst>
                                </p:cTn>
                              </p:par>
                              <p:set>
                                <p:cBhvr>
                                  <p:cTn id="209" dur="1" fill="hold">
                                    <p:stCondLst>
                                      <p:cond evt="end">
                                        <p:tn val="207"/>
                                      </p:cond>
                                    </p:stCondLst>
                                  </p:cTn>
                                  <p:tgtEl>
                                    <p:spTgt spid="88"/>
                                  </p:tgtEl>
                                  <p:attrNameLst>
                                    <p:attrName>style.visibility</p:attrName>
                                  </p:attrNameLst>
                                </p:cBhvr>
                                <p:to>
                                  <p:strVal val="hidden"/>
                                </p:to>
                              </p:set>
                              <p:par>
                                <p:cTn id="210" nodeType="withEffect" fill="hold" presetClass="path" presetID="0">
                                  <p:stCondLst>
                                    <p:cond delay="0"/>
                                  </p:stCondLst>
                                  <p:childTnLst>
                                    <p:animMotion origin="layout" path="M 1.73472E-018 2.22222E-006 L 1.16667 2.22222E-006 E">
                                      <p:cBhvr>
                                        <p:cTn id="211" dur="500" fill="hold"/>
                                        <p:tgtEl>
                                          <p:spTgt spid="89"/>
                                        </p:tgtEl>
                                      </p:cBhvr>
                                    </p:animMotion>
                                  </p:childTnLst>
                                </p:cTn>
                              </p:par>
                              <p:set>
                                <p:cBhvr>
                                  <p:cTn id="212" dur="1" fill="hold">
                                    <p:stCondLst>
                                      <p:cond evt="end">
                                        <p:tn val="210"/>
                                      </p:cond>
                                    </p:stCondLst>
                                  </p:cTn>
                                  <p:tgtEl>
                                    <p:spTgt spid="89"/>
                                  </p:tgtEl>
                                  <p:attrNameLst>
                                    <p:attrName>style.visibility</p:attrName>
                                  </p:attrNameLst>
                                </p:cBhvr>
                                <p:to>
                                  <p:strVal val="hidden"/>
                                </p:to>
                              </p:set>
                              <p:par>
                                <p:cTn id="213" nodeType="withEffect" fill="hold" presetClass="path" presetID="0">
                                  <p:stCondLst>
                                    <p:cond delay="0"/>
                                  </p:stCondLst>
                                  <p:childTnLst>
                                    <p:animMotion origin="layout" path="M 1.73472E-018 2.22222E-006 L 1.16667 2.22222E-006 E">
                                      <p:cBhvr>
                                        <p:cTn id="214" dur="500" fill="hold"/>
                                        <p:tgtEl>
                                          <p:spTgt spid="90"/>
                                        </p:tgtEl>
                                      </p:cBhvr>
                                    </p:animMotion>
                                  </p:childTnLst>
                                </p:cTn>
                              </p:par>
                              <p:set>
                                <p:cBhvr>
                                  <p:cTn id="215" dur="1" fill="hold">
                                    <p:stCondLst>
                                      <p:cond evt="end">
                                        <p:tn val="213"/>
                                      </p:cond>
                                    </p:stCondLst>
                                  </p:cTn>
                                  <p:tgtEl>
                                    <p:spTgt spid="90"/>
                                  </p:tgtEl>
                                  <p:attrNameLst>
                                    <p:attrName>style.visibility</p:attrName>
                                  </p:attrNameLst>
                                </p:cBhvr>
                                <p:to>
                                  <p:strVal val="hidden"/>
                                </p:to>
                              </p:set>
                              <p:par>
                                <p:cTn id="216" nodeType="withEffect" fill="hold" presetClass="path" presetID="0">
                                  <p:stCondLst>
                                    <p:cond delay="0"/>
                                  </p:stCondLst>
                                  <p:childTnLst>
                                    <p:animMotion origin="layout" path="M 1.73472E-018 2.22222E-006 L 1.16667 2.22222E-006 E">
                                      <p:cBhvr>
                                        <p:cTn id="217" dur="500" fill="hold"/>
                                        <p:tgtEl>
                                          <p:spTgt spid="91"/>
                                        </p:tgtEl>
                                      </p:cBhvr>
                                    </p:animMotion>
                                  </p:childTnLst>
                                </p:cTn>
                              </p:par>
                              <p:set>
                                <p:cBhvr>
                                  <p:cTn id="218" dur="1" fill="hold">
                                    <p:stCondLst>
                                      <p:cond evt="end">
                                        <p:tn val="216"/>
                                      </p:cond>
                                    </p:stCondLst>
                                  </p:cTn>
                                  <p:tgtEl>
                                    <p:spTgt spid="91"/>
                                  </p:tgtEl>
                                  <p:attrNameLst>
                                    <p:attrName>style.visibility</p:attrName>
                                  </p:attrNameLst>
                                </p:cBhvr>
                                <p:to>
                                  <p:strVal val="hidden"/>
                                </p:to>
                              </p:set>
                              <p:par>
                                <p:cTn id="219" nodeType="withEffect" fill="hold" presetClass="path" presetID="0">
                                  <p:stCondLst>
                                    <p:cond delay="0"/>
                                  </p:stCondLst>
                                  <p:childTnLst>
                                    <p:animMotion origin="layout" path="M 1.73472E-018 2.22222E-006 L 1.16667 2.22222E-006 E">
                                      <p:cBhvr>
                                        <p:cTn id="220" dur="500" fill="hold"/>
                                        <p:tgtEl>
                                          <p:spTgt spid="92"/>
                                        </p:tgtEl>
                                      </p:cBhvr>
                                    </p:animMotion>
                                  </p:childTnLst>
                                </p:cTn>
                              </p:par>
                              <p:set>
                                <p:cBhvr>
                                  <p:cTn id="221" dur="1" fill="hold">
                                    <p:stCondLst>
                                      <p:cond evt="end">
                                        <p:tn val="219"/>
                                      </p:cond>
                                    </p:stCondLst>
                                  </p:cTn>
                                  <p:tgtEl>
                                    <p:spTgt spid="92"/>
                                  </p:tgtEl>
                                  <p:attrNameLst>
                                    <p:attrName>style.visibility</p:attrName>
                                  </p:attrNameLst>
                                </p:cBhvr>
                                <p:to>
                                  <p:strVal val="hidden"/>
                                </p:to>
                              </p:set>
                              <p:par>
                                <p:cTn id="222" nodeType="withEffect" fill="hold" presetClass="path" presetID="0">
                                  <p:stCondLst>
                                    <p:cond delay="0"/>
                                  </p:stCondLst>
                                  <p:childTnLst>
                                    <p:animMotion origin="layout" path="M 1.73472E-018 2.22222E-006 L 1.16667 2.22222E-006 E">
                                      <p:cBhvr>
                                        <p:cTn id="223" dur="500" fill="hold"/>
                                        <p:tgtEl>
                                          <p:spTgt spid="93"/>
                                        </p:tgtEl>
                                      </p:cBhvr>
                                    </p:animMotion>
                                  </p:childTnLst>
                                </p:cTn>
                              </p:par>
                              <p:set>
                                <p:cBhvr>
                                  <p:cTn id="224" dur="1" fill="hold">
                                    <p:stCondLst>
                                      <p:cond evt="end">
                                        <p:tn val="222"/>
                                      </p:cond>
                                    </p:stCondLst>
                                  </p:cTn>
                                  <p:tgtEl>
                                    <p:spTgt spid="93"/>
                                  </p:tgtEl>
                                  <p:attrNameLst>
                                    <p:attrName>style.visibility</p:attrName>
                                  </p:attrNameLst>
                                </p:cBhvr>
                                <p:to>
                                  <p:strVal val="hidden"/>
                                </p:to>
                              </p:set>
                              <p:par>
                                <p:cTn id="225" nodeType="withEffect" fill="hold" presetClass="path" presetID="0">
                                  <p:stCondLst>
                                    <p:cond delay="0"/>
                                  </p:stCondLst>
                                  <p:childTnLst>
                                    <p:animMotion origin="layout" path="M 1.73472E-018 2.22222E-006 L 1.16667 2.22222E-006 E">
                                      <p:cBhvr>
                                        <p:cTn id="226" dur="500" fill="hold"/>
                                        <p:tgtEl>
                                          <p:spTgt spid="94"/>
                                        </p:tgtEl>
                                      </p:cBhvr>
                                    </p:animMotion>
                                  </p:childTnLst>
                                </p:cTn>
                              </p:par>
                              <p:set>
                                <p:cBhvr>
                                  <p:cTn id="227" dur="1" fill="hold">
                                    <p:stCondLst>
                                      <p:cond evt="end">
                                        <p:tn val="225"/>
                                      </p:cond>
                                    </p:stCondLst>
                                  </p:cTn>
                                  <p:tgtEl>
                                    <p:spTgt spid="94"/>
                                  </p:tgtEl>
                                  <p:attrNameLst>
                                    <p:attrName>style.visibility</p:attrName>
                                  </p:attrNameLst>
                                </p:cBhvr>
                                <p:to>
                                  <p:strVal val="hidden"/>
                                </p:to>
                              </p:set>
                              <p:par>
                                <p:cTn id="228" nodeType="withEffect" fill="hold" presetClass="path" presetID="0">
                                  <p:stCondLst>
                                    <p:cond delay="0"/>
                                  </p:stCondLst>
                                  <p:childTnLst>
                                    <p:animMotion origin="layout" path="M 1.73472E-018 2.22222E-006 L 1.16667 2.22222E-006 E">
                                      <p:cBhvr>
                                        <p:cTn id="229" dur="500" fill="hold"/>
                                        <p:tgtEl>
                                          <p:spTgt spid="95"/>
                                        </p:tgtEl>
                                      </p:cBhvr>
                                    </p:animMotion>
                                  </p:childTnLst>
                                </p:cTn>
                              </p:par>
                              <p:set>
                                <p:cBhvr>
                                  <p:cTn id="230" dur="1" fill="hold">
                                    <p:stCondLst>
                                      <p:cond evt="end">
                                        <p:tn val="228"/>
                                      </p:cond>
                                    </p:stCondLst>
                                  </p:cTn>
                                  <p:tgtEl>
                                    <p:spTgt spid="95"/>
                                  </p:tgtEl>
                                  <p:attrNameLst>
                                    <p:attrName>style.visibility</p:attrName>
                                  </p:attrNameLst>
                                </p:cBhvr>
                                <p:to>
                                  <p:strVal val="hidden"/>
                                </p:to>
                              </p:set>
                              <p:par>
                                <p:cTn id="231" nodeType="withEffect" fill="hold" presetClass="path" presetID="0">
                                  <p:stCondLst>
                                    <p:cond delay="0"/>
                                  </p:stCondLst>
                                  <p:childTnLst>
                                    <p:animMotion origin="layout" path="M 1.73472E-018 2.22222E-006 L 1.16667 2.22222E-006 E">
                                      <p:cBhvr>
                                        <p:cTn id="232" dur="500" fill="hold"/>
                                        <p:tgtEl>
                                          <p:spTgt spid="96"/>
                                        </p:tgtEl>
                                      </p:cBhvr>
                                    </p:animMotion>
                                  </p:childTnLst>
                                </p:cTn>
                              </p:par>
                              <p:set>
                                <p:cBhvr>
                                  <p:cTn id="233" dur="1" fill="hold">
                                    <p:stCondLst>
                                      <p:cond evt="end">
                                        <p:tn val="231"/>
                                      </p:cond>
                                    </p:stCondLst>
                                  </p:cTn>
                                  <p:tgtEl>
                                    <p:spTgt spid="96"/>
                                  </p:tgtEl>
                                  <p:attrNameLst>
                                    <p:attrName>style.visibility</p:attrName>
                                  </p:attrNameLst>
                                </p:cBhvr>
                                <p:to>
                                  <p:strVal val="hidden"/>
                                </p:to>
                              </p:set>
                              <p:par>
                                <p:cTn id="234" nodeType="withEffect" fill="hold" presetClass="path" presetID="0">
                                  <p:stCondLst>
                                    <p:cond delay="0"/>
                                  </p:stCondLst>
                                  <p:childTnLst>
                                    <p:animMotion origin="layout" path="M 1.73472E-018 2.22222E-006 L 1.16667 2.22222E-006 E">
                                      <p:cBhvr>
                                        <p:cTn id="235" dur="500" fill="hold"/>
                                        <p:tgtEl>
                                          <p:spTgt spid="97"/>
                                        </p:tgtEl>
                                      </p:cBhvr>
                                    </p:animMotion>
                                  </p:childTnLst>
                                </p:cTn>
                              </p:par>
                              <p:set>
                                <p:cBhvr>
                                  <p:cTn id="236" dur="1" fill="hold">
                                    <p:stCondLst>
                                      <p:cond evt="end">
                                        <p:tn val="234"/>
                                      </p:cond>
                                    </p:stCondLst>
                                  </p:cTn>
                                  <p:tgtEl>
                                    <p:spTgt spid="97"/>
                                  </p:tgtEl>
                                  <p:attrNameLst>
                                    <p:attrName>style.visibility</p:attrName>
                                  </p:attrNameLst>
                                </p:cBhvr>
                                <p:to>
                                  <p:strVal val="hidden"/>
                                </p:to>
                              </p:set>
                              <p:par>
                                <p:cTn id="237" nodeType="withEffect" fill="hold" presetClass="path" presetID="0">
                                  <p:stCondLst>
                                    <p:cond delay="0"/>
                                  </p:stCondLst>
                                  <p:childTnLst>
                                    <p:animMotion origin="layout" path="M 1.73472E-018 2.22222E-006 L 1.16667 2.22222E-006 E">
                                      <p:cBhvr>
                                        <p:cTn id="238" dur="500" fill="hold"/>
                                        <p:tgtEl>
                                          <p:spTgt spid="98"/>
                                        </p:tgtEl>
                                      </p:cBhvr>
                                    </p:animMotion>
                                  </p:childTnLst>
                                </p:cTn>
                              </p:par>
                              <p:set>
                                <p:cBhvr>
                                  <p:cTn id="239" dur="1" fill="hold">
                                    <p:stCondLst>
                                      <p:cond evt="end">
                                        <p:tn val="237"/>
                                      </p:cond>
                                    </p:stCondLst>
                                  </p:cTn>
                                  <p:tgtEl>
                                    <p:spTgt spid="98"/>
                                  </p:tgtEl>
                                  <p:attrNameLst>
                                    <p:attrName>style.visibility</p:attrName>
                                  </p:attrNameLst>
                                </p:cBhvr>
                                <p:to>
                                  <p:strVal val="hidden"/>
                                </p:to>
                              </p:set>
                              <p:par>
                                <p:cTn id="240" nodeType="withEffect" fill="hold" presetClass="path" presetID="0">
                                  <p:stCondLst>
                                    <p:cond delay="0"/>
                                  </p:stCondLst>
                                  <p:childTnLst>
                                    <p:animMotion origin="layout" path="M 1.73472E-018 2.22222E-006 L 1.16667 2.22222E-006 E">
                                      <p:cBhvr>
                                        <p:cTn id="241" dur="500" fill="hold"/>
                                        <p:tgtEl>
                                          <p:spTgt spid="99"/>
                                        </p:tgtEl>
                                      </p:cBhvr>
                                    </p:animMotion>
                                  </p:childTnLst>
                                </p:cTn>
                              </p:par>
                              <p:set>
                                <p:cBhvr>
                                  <p:cTn id="242" dur="1" fill="hold">
                                    <p:stCondLst>
                                      <p:cond evt="end">
                                        <p:tn val="240"/>
                                      </p:cond>
                                    </p:stCondLst>
                                  </p:cTn>
                                  <p:tgtEl>
                                    <p:spTgt spid="99"/>
                                  </p:tgtEl>
                                  <p:attrNameLst>
                                    <p:attrName>style.visibility</p:attrName>
                                  </p:attrNameLst>
                                </p:cBhvr>
                                <p:to>
                                  <p:strVal val="hidden"/>
                                </p:to>
                              </p:set>
                            </p:childTnLst>
                          </p:cTn>
                        </p:par>
                        <p:par>
                          <p:cTn id="243" fill="hold">
                            <p:stCondLst>
                              <p:cond delay="2500"/>
                            </p:stCondLst>
                            <p:childTnLst>
                              <p:par>
                                <p:cTn id="244" nodeType="afterEffect" fill="hold" presetClass="path" presetID="0">
                                  <p:stCondLst>
                                    <p:cond delay="0"/>
                                  </p:stCondLst>
                                  <p:childTnLst>
                                    <p:animMotion origin="layout" path="M -0.32917 -0.01111 L 0.8375 -0.01111 E">
                                      <p:cBhvr>
                                        <p:cTn id="245" dur="500" fill="hold"/>
                                        <p:tgtEl>
                                          <p:spTgt spid="100"/>
                                        </p:tgtEl>
                                      </p:cBhvr>
                                    </p:animMotion>
                                  </p:childTnLst>
                                </p:cTn>
                              </p:par>
                              <p:set>
                                <p:cBhvr>
                                  <p:cTn id="246" dur="1" fill="hold">
                                    <p:stCondLst>
                                      <p:cond evt="end">
                                        <p:tn val="244"/>
                                      </p:cond>
                                    </p:stCondLst>
                                  </p:cTn>
                                  <p:tgtEl>
                                    <p:spTgt spid="100"/>
                                  </p:tgtEl>
                                  <p:attrNameLst>
                                    <p:attrName>style.visibility</p:attrName>
                                  </p:attrNameLst>
                                </p:cBhvr>
                                <p:to>
                                  <p:strVal val="hidden"/>
                                </p:to>
                              </p:set>
                              <p:par>
                                <p:cTn id="247" nodeType="withEffect" fill="hold" presetClass="path" presetID="0">
                                  <p:stCondLst>
                                    <p:cond delay="0"/>
                                  </p:stCondLst>
                                  <p:childTnLst>
                                    <p:animMotion origin="layout" path="M -0.32916 -0.01111 L 0.8375 -0.01111 E">
                                      <p:cBhvr>
                                        <p:cTn id="248" dur="500" fill="hold"/>
                                        <p:tgtEl>
                                          <p:spTgt spid="101"/>
                                        </p:tgtEl>
                                      </p:cBhvr>
                                    </p:animMotion>
                                  </p:childTnLst>
                                </p:cTn>
                              </p:par>
                              <p:set>
                                <p:cBhvr>
                                  <p:cTn id="249" dur="1" fill="hold">
                                    <p:stCondLst>
                                      <p:cond evt="end">
                                        <p:tn val="247"/>
                                      </p:cond>
                                    </p:stCondLst>
                                  </p:cTn>
                                  <p:tgtEl>
                                    <p:spTgt spid="101"/>
                                  </p:tgtEl>
                                  <p:attrNameLst>
                                    <p:attrName>style.visibility</p:attrName>
                                  </p:attrNameLst>
                                </p:cBhvr>
                                <p:to>
                                  <p:strVal val="hidden"/>
                                </p:to>
                              </p:set>
                              <p:par>
                                <p:cTn id="250" nodeType="withEffect" fill="hold" presetClass="path" presetID="0">
                                  <p:stCondLst>
                                    <p:cond delay="0"/>
                                  </p:stCondLst>
                                  <p:childTnLst>
                                    <p:animMotion origin="layout" path="M -0.32917 -0.01112 L 0.8375 -0.01112 E">
                                      <p:cBhvr>
                                        <p:cTn id="251" dur="500" fill="hold"/>
                                        <p:tgtEl>
                                          <p:spTgt spid="102"/>
                                        </p:tgtEl>
                                      </p:cBhvr>
                                    </p:animMotion>
                                  </p:childTnLst>
                                </p:cTn>
                              </p:par>
                              <p:set>
                                <p:cBhvr>
                                  <p:cTn id="252" dur="1" fill="hold">
                                    <p:stCondLst>
                                      <p:cond evt="end">
                                        <p:tn val="250"/>
                                      </p:cond>
                                    </p:stCondLst>
                                  </p:cTn>
                                  <p:tgtEl>
                                    <p:spTgt spid="102"/>
                                  </p:tgtEl>
                                  <p:attrNameLst>
                                    <p:attrName>style.visibility</p:attrName>
                                  </p:attrNameLst>
                                </p:cBhvr>
                                <p:to>
                                  <p:strVal val="hidden"/>
                                </p:to>
                              </p:set>
                              <p:par>
                                <p:cTn id="253" nodeType="withEffect" fill="hold" presetClass="path" presetID="0">
                                  <p:stCondLst>
                                    <p:cond delay="0"/>
                                  </p:stCondLst>
                                  <p:childTnLst>
                                    <p:animMotion origin="layout" path="M -0.32916 -0.01111 L 0.8375 -0.01111 E">
                                      <p:cBhvr>
                                        <p:cTn id="254" dur="500" fill="hold"/>
                                        <p:tgtEl>
                                          <p:spTgt spid="103"/>
                                        </p:tgtEl>
                                      </p:cBhvr>
                                    </p:animMotion>
                                  </p:childTnLst>
                                </p:cTn>
                              </p:par>
                              <p:set>
                                <p:cBhvr>
                                  <p:cTn id="255" dur="1" fill="hold">
                                    <p:stCondLst>
                                      <p:cond evt="end">
                                        <p:tn val="253"/>
                                      </p:cond>
                                    </p:stCondLst>
                                  </p:cTn>
                                  <p:tgtEl>
                                    <p:spTgt spid="103"/>
                                  </p:tgtEl>
                                  <p:attrNameLst>
                                    <p:attrName>style.visibility</p:attrName>
                                  </p:attrNameLst>
                                </p:cBhvr>
                                <p:to>
                                  <p:strVal val="hidden"/>
                                </p:to>
                              </p:set>
                              <p:par>
                                <p:cTn id="256" nodeType="withEffect" fill="hold" presetClass="path" presetID="0">
                                  <p:stCondLst>
                                    <p:cond delay="0"/>
                                  </p:stCondLst>
                                  <p:childTnLst>
                                    <p:animMotion origin="layout" path="M -0.32917 -0.01111 L 0.8375 -0.01111 E">
                                      <p:cBhvr>
                                        <p:cTn id="257" dur="500" fill="hold"/>
                                        <p:tgtEl>
                                          <p:spTgt spid="105"/>
                                        </p:tgtEl>
                                      </p:cBhvr>
                                    </p:animMotion>
                                  </p:childTnLst>
                                </p:cTn>
                              </p:par>
                              <p:set>
                                <p:cBhvr>
                                  <p:cTn id="258" dur="1" fill="hold">
                                    <p:stCondLst>
                                      <p:cond evt="end">
                                        <p:tn val="256"/>
                                      </p:cond>
                                    </p:stCondLst>
                                  </p:cTn>
                                  <p:tgtEl>
                                    <p:spTgt spid="105"/>
                                  </p:tgtEl>
                                  <p:attrNameLst>
                                    <p:attrName>style.visibility</p:attrName>
                                  </p:attrNameLst>
                                </p:cBhvr>
                                <p:to>
                                  <p:strVal val="hidden"/>
                                </p:to>
                              </p:set>
                              <p:par>
                                <p:cTn id="259" nodeType="withEffect" fill="hold" presetClass="path" presetID="0">
                                  <p:stCondLst>
                                    <p:cond delay="0"/>
                                  </p:stCondLst>
                                  <p:childTnLst>
                                    <p:animMotion origin="layout" path="M -0.32917 -0.01111 L 0.8375 -0.01111 E">
                                      <p:cBhvr>
                                        <p:cTn id="260" dur="500" fill="hold"/>
                                        <p:tgtEl>
                                          <p:spTgt spid="106"/>
                                        </p:tgtEl>
                                      </p:cBhvr>
                                    </p:animMotion>
                                  </p:childTnLst>
                                </p:cTn>
                              </p:par>
                              <p:set>
                                <p:cBhvr>
                                  <p:cTn id="261" dur="1" fill="hold">
                                    <p:stCondLst>
                                      <p:cond evt="end">
                                        <p:tn val="259"/>
                                      </p:cond>
                                    </p:stCondLst>
                                  </p:cTn>
                                  <p:tgtEl>
                                    <p:spTgt spid="106"/>
                                  </p:tgtEl>
                                  <p:attrNameLst>
                                    <p:attrName>style.visibility</p:attrName>
                                  </p:attrNameLst>
                                </p:cBhvr>
                                <p:to>
                                  <p:strVal val="hidden"/>
                                </p:to>
                              </p:set>
                              <p:par>
                                <p:cTn id="262" nodeType="withEffect" fill="hold" presetClass="path" presetID="0">
                                  <p:stCondLst>
                                    <p:cond delay="0"/>
                                  </p:stCondLst>
                                  <p:childTnLst>
                                    <p:animMotion origin="layout" path="M -0.32916 -0.01111 L 0.8375 -0.01111 E">
                                      <p:cBhvr>
                                        <p:cTn id="263" dur="500" fill="hold"/>
                                        <p:tgtEl>
                                          <p:spTgt spid="107"/>
                                        </p:tgtEl>
                                      </p:cBhvr>
                                    </p:animMotion>
                                  </p:childTnLst>
                                </p:cTn>
                              </p:par>
                              <p:set>
                                <p:cBhvr>
                                  <p:cTn id="264" dur="1" fill="hold">
                                    <p:stCondLst>
                                      <p:cond evt="end">
                                        <p:tn val="262"/>
                                      </p:cond>
                                    </p:stCondLst>
                                  </p:cTn>
                                  <p:tgtEl>
                                    <p:spTgt spid="107"/>
                                  </p:tgtEl>
                                  <p:attrNameLst>
                                    <p:attrName>style.visibility</p:attrName>
                                  </p:attrNameLst>
                                </p:cBhvr>
                                <p:to>
                                  <p:strVal val="hidden"/>
                                </p:to>
                              </p:set>
                              <p:par>
                                <p:cTn id="265" nodeType="withEffect" fill="hold" presetClass="path" presetID="0">
                                  <p:stCondLst>
                                    <p:cond delay="0"/>
                                  </p:stCondLst>
                                  <p:childTnLst>
                                    <p:animMotion origin="layout" path="M -0.32917 -0.01111 L 0.8375 -0.01111 E">
                                      <p:cBhvr>
                                        <p:cTn id="266" dur="500" fill="hold"/>
                                        <p:tgtEl>
                                          <p:spTgt spid="108"/>
                                        </p:tgtEl>
                                      </p:cBhvr>
                                    </p:animMotion>
                                  </p:childTnLst>
                                </p:cTn>
                              </p:par>
                              <p:set>
                                <p:cBhvr>
                                  <p:cTn id="267" dur="1" fill="hold">
                                    <p:stCondLst>
                                      <p:cond evt="end">
                                        <p:tn val="265"/>
                                      </p:cond>
                                    </p:stCondLst>
                                  </p:cTn>
                                  <p:tgtEl>
                                    <p:spTgt spid="108"/>
                                  </p:tgtEl>
                                  <p:attrNameLst>
                                    <p:attrName>style.visibility</p:attrName>
                                  </p:attrNameLst>
                                </p:cBhvr>
                                <p:to>
                                  <p:strVal val="hidden"/>
                                </p:to>
                              </p:set>
                              <p:par>
                                <p:cTn id="268" nodeType="withEffect" fill="hold" presetClass="path" presetID="0">
                                  <p:stCondLst>
                                    <p:cond delay="0"/>
                                  </p:stCondLst>
                                  <p:childTnLst>
                                    <p:animMotion origin="layout" path="M -0.32917 -0.01111 L 0.8375 -0.01111 E">
                                      <p:cBhvr>
                                        <p:cTn id="269" dur="500" fill="hold"/>
                                        <p:tgtEl>
                                          <p:spTgt spid="109"/>
                                        </p:tgtEl>
                                      </p:cBhvr>
                                    </p:animMotion>
                                  </p:childTnLst>
                                </p:cTn>
                              </p:par>
                              <p:set>
                                <p:cBhvr>
                                  <p:cTn id="270" dur="1" fill="hold">
                                    <p:stCondLst>
                                      <p:cond evt="end">
                                        <p:tn val="268"/>
                                      </p:cond>
                                    </p:stCondLst>
                                  </p:cTn>
                                  <p:tgtEl>
                                    <p:spTgt spid="109"/>
                                  </p:tgtEl>
                                  <p:attrNameLst>
                                    <p:attrName>style.visibility</p:attrName>
                                  </p:attrNameLst>
                                </p:cBhvr>
                                <p:to>
                                  <p:strVal val="hidden"/>
                                </p:to>
                              </p:set>
                              <p:par>
                                <p:cTn id="271" nodeType="withEffect" fill="hold" presetClass="path" presetID="0">
                                  <p:stCondLst>
                                    <p:cond delay="0"/>
                                  </p:stCondLst>
                                  <p:childTnLst>
                                    <p:animMotion origin="layout" path="M -0.32916 -0.01111 L 0.8375 -0.01111 E">
                                      <p:cBhvr>
                                        <p:cTn id="272" dur="500" fill="hold"/>
                                        <p:tgtEl>
                                          <p:spTgt spid="110"/>
                                        </p:tgtEl>
                                      </p:cBhvr>
                                    </p:animMotion>
                                  </p:childTnLst>
                                </p:cTn>
                              </p:par>
                              <p:set>
                                <p:cBhvr>
                                  <p:cTn id="273" dur="1" fill="hold">
                                    <p:stCondLst>
                                      <p:cond evt="end">
                                        <p:tn val="271"/>
                                      </p:cond>
                                    </p:stCondLst>
                                  </p:cTn>
                                  <p:tgtEl>
                                    <p:spTgt spid="110"/>
                                  </p:tgtEl>
                                  <p:attrNameLst>
                                    <p:attrName>style.visibility</p:attrName>
                                  </p:attrNameLst>
                                </p:cBhvr>
                                <p:to>
                                  <p:strVal val="hidden"/>
                                </p:to>
                              </p:set>
                              <p:par>
                                <p:cTn id="274" nodeType="withEffect" fill="hold" presetClass="path" presetID="0">
                                  <p:stCondLst>
                                    <p:cond delay="0"/>
                                  </p:stCondLst>
                                  <p:childTnLst>
                                    <p:animMotion origin="layout" path="M -0.32917 -0.01111 L 0.8375 -0.01111 E">
                                      <p:cBhvr>
                                        <p:cTn id="275" dur="500" fill="hold"/>
                                        <p:tgtEl>
                                          <p:spTgt spid="111"/>
                                        </p:tgtEl>
                                      </p:cBhvr>
                                    </p:animMotion>
                                  </p:childTnLst>
                                </p:cTn>
                              </p:par>
                              <p:set>
                                <p:cBhvr>
                                  <p:cTn id="276" dur="1" fill="hold">
                                    <p:stCondLst>
                                      <p:cond evt="end">
                                        <p:tn val="274"/>
                                      </p:cond>
                                    </p:stCondLst>
                                  </p:cTn>
                                  <p:tgtEl>
                                    <p:spTgt spid="111"/>
                                  </p:tgtEl>
                                  <p:attrNameLst>
                                    <p:attrName>style.visibility</p:attrName>
                                  </p:attrNameLst>
                                </p:cBhvr>
                                <p:to>
                                  <p:strVal val="hidden"/>
                                </p:to>
                              </p:set>
                              <p:par>
                                <p:cTn id="277" nodeType="withEffect" fill="hold" presetClass="path" presetID="0">
                                  <p:stCondLst>
                                    <p:cond delay="0"/>
                                  </p:stCondLst>
                                  <p:childTnLst>
                                    <p:animMotion origin="layout" path="M -0.32917 -0.01111 L 0.8375 -0.01111 E">
                                      <p:cBhvr>
                                        <p:cTn id="278" dur="500" fill="hold"/>
                                        <p:tgtEl>
                                          <p:spTgt spid="112"/>
                                        </p:tgtEl>
                                      </p:cBhvr>
                                    </p:animMotion>
                                  </p:childTnLst>
                                </p:cTn>
                              </p:par>
                              <p:set>
                                <p:cBhvr>
                                  <p:cTn id="279" dur="1" fill="hold">
                                    <p:stCondLst>
                                      <p:cond evt="end">
                                        <p:tn val="277"/>
                                      </p:cond>
                                    </p:stCondLst>
                                  </p:cTn>
                                  <p:tgtEl>
                                    <p:spTgt spid="112"/>
                                  </p:tgtEl>
                                  <p:attrNameLst>
                                    <p:attrName>style.visibility</p:attrName>
                                  </p:attrNameLst>
                                </p:cBhvr>
                                <p:to>
                                  <p:strVal val="hidden"/>
                                </p:to>
                              </p:set>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42" name="" descr=""/>
          <p:cNvPicPr/>
          <p:nvPr/>
        </p:nvPicPr>
        <p:blipFill>
          <a:blip r:embed="rId1"/>
          <a:stretch/>
        </p:blipFill>
        <p:spPr>
          <a:xfrm>
            <a:off x="457200" y="2252520"/>
            <a:ext cx="8458200" cy="4605480"/>
          </a:xfrm>
          <a:prstGeom prst="rect">
            <a:avLst/>
          </a:prstGeom>
          <a:ln w="0">
            <a:noFill/>
          </a:ln>
        </p:spPr>
      </p:pic>
      <p:pic>
        <p:nvPicPr>
          <p:cNvPr id="143" name="" descr=""/>
          <p:cNvPicPr/>
          <p:nvPr/>
        </p:nvPicPr>
        <p:blipFill>
          <a:blip r:embed="rId2"/>
          <a:stretch/>
        </p:blipFill>
        <p:spPr>
          <a:xfrm>
            <a:off x="4038480" y="-3135240"/>
            <a:ext cx="12877920" cy="6270480"/>
          </a:xfrm>
          <a:prstGeom prst="rect">
            <a:avLst/>
          </a:prstGeom>
          <a:ln w="0">
            <a:noFill/>
          </a:ln>
        </p:spPr>
      </p:pic>
      <p:pic>
        <p:nvPicPr>
          <p:cNvPr id="144" name="" descr=""/>
          <p:cNvPicPr/>
          <p:nvPr/>
        </p:nvPicPr>
        <p:blipFill>
          <a:blip r:embed="rId3"/>
          <a:stretch/>
        </p:blipFill>
        <p:spPr>
          <a:xfrm>
            <a:off x="3124080" y="4648320"/>
            <a:ext cx="6019920" cy="1906560"/>
          </a:xfrm>
          <a:prstGeom prst="rect">
            <a:avLst/>
          </a:prstGeom>
          <a:ln w="0">
            <a:noFill/>
          </a:ln>
        </p:spPr>
      </p:pic>
      <p:sp>
        <p:nvSpPr>
          <p:cNvPr id="145" name=""/>
          <p:cNvSpPr/>
          <p:nvPr/>
        </p:nvSpPr>
        <p:spPr>
          <a:xfrm>
            <a:off x="5410080" y="5181480"/>
            <a:ext cx="35053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You’re under arrest, criminal.</a:t>
            </a:r>
            <a:endParaRPr b="0" lang="en-US" sz="1200" spc="-1" strike="noStrike">
              <a:solidFill>
                <a:srgbClr val="000000"/>
              </a:solidFill>
              <a:latin typeface="Arial"/>
            </a:endParaRPr>
          </a:p>
        </p:txBody>
      </p:sp>
      <p:sp>
        <p:nvSpPr>
          <p:cNvPr id="146" name=""/>
          <p:cNvSpPr/>
          <p:nvPr/>
        </p:nvSpPr>
        <p:spPr>
          <a:xfrm>
            <a:off x="1066680" y="-762120"/>
            <a:ext cx="167652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Ah yes… major text overhaul.</a:t>
            </a:r>
            <a:endParaRPr b="0" lang="en-US" sz="1200" spc="-1" strike="noStrike">
              <a:solidFill>
                <a:srgbClr val="000000"/>
              </a:solidFill>
              <a:latin typeface="Arial"/>
            </a:endParaRPr>
          </a:p>
        </p:txBody>
      </p:sp>
    </p:spTree>
  </p:cSld>
  <p:timing>
    <p:tnLst>
      <p:par>
        <p:cTn id="280" dur="indefinite" restart="never" nodeType="tmRoot">
          <p:childTnLst>
            <p:seq>
              <p:cTn id="281" dur="indefinite" nodeType="mainSeq">
                <p:childTnLst>
                  <p:par>
                    <p:cTn id="282" fill="hold">
                      <p:stCondLst>
                        <p:cond delay="0"/>
                      </p:stCondLst>
                      <p:childTnLst>
                        <p:par>
                          <p:cTn id="283" fill="hold">
                            <p:stCondLst>
                              <p:cond delay="0"/>
                            </p:stCondLst>
                            <p:childTnLst>
                              <p:par>
                                <p:cTn id="284" nodeType="afterEffect" fill="hold" presetClass="entr" presetID="9">
                                  <p:stCondLst>
                                    <p:cond delay="500"/>
                                  </p:stCondLst>
                                  <p:childTnLst>
                                    <p:set>
                                      <p:cBhvr>
                                        <p:cTn id="285" dur="1" fill="hold">
                                          <p:stCondLst>
                                            <p:cond delay="0"/>
                                          </p:stCondLst>
                                        </p:cTn>
                                        <p:tgtEl>
                                          <p:spTgt spid="144"/>
                                        </p:tgtEl>
                                        <p:attrNameLst>
                                          <p:attrName>style.visibility</p:attrName>
                                        </p:attrNameLst>
                                      </p:cBhvr>
                                      <p:to>
                                        <p:strVal val="visible"/>
                                      </p:to>
                                    </p:set>
                                    <p:animEffect filter="dissolve" transition="in">
                                      <p:cBhvr additive="repl">
                                        <p:cTn id="286" dur="500"/>
                                        <p:tgtEl>
                                          <p:spTgt spid="144"/>
                                        </p:tgtEl>
                                      </p:cBhvr>
                                    </p:animEffect>
                                  </p:childTnLst>
                                </p:cTn>
                              </p:par>
                            </p:childTnLst>
                          </p:cTn>
                        </p:par>
                        <p:par>
                          <p:cTn id="287" fill="hold">
                            <p:stCondLst>
                              <p:cond delay="1000"/>
                            </p:stCondLst>
                            <p:childTnLst>
                              <p:par>
                                <p:cTn id="288" nodeType="afterEffect" fill="hold" presetClass="entr" presetID="27">
                                  <p:stCondLst>
                                    <p:cond delay="0"/>
                                  </p:stCondLst>
                                  <p:iterate type="lt">
                                    <p:tmAbs val="40"/>
                                  </p:iterate>
                                  <p:childTnLst>
                                    <p:set>
                                      <p:cBhvr>
                                        <p:cTn id="289" dur="1" fill="hold">
                                          <p:stCondLst>
                                            <p:cond delay="0"/>
                                          </p:stCondLst>
                                        </p:cTn>
                                        <p:tgtEl>
                                          <p:spTgt spid="145"/>
                                        </p:tgtEl>
                                        <p:attrNameLst>
                                          <p:attrName>style.visibility</p:attrName>
                                        </p:attrNameLst>
                                      </p:cBhvr>
                                      <p:to>
                                        <p:strVal val="visible"/>
                                      </p:to>
                                    </p:set>
                                    <p:anim calcmode="discrete" valueType="clr">
                                      <p:cBhvr additive="repl">
                                        <p:cTn id="290" dur="80"/>
                                        <p:tgtEl>
                                          <p:spTgt spid="145"/>
                                        </p:tgtEl>
                                        <p:attrNameLst>
                                          <p:attrName>style.color</p:attrName>
                                        </p:attrNameLst>
                                      </p:cBhvr>
                                      <p:tavLst>
                                        <p:tav tm="0">
                                          <p:val>
                                            <p:strVal val="rgb(-103,51,51)"/>
                                          </p:val>
                                        </p:tav>
                                        <p:tav tm="50000">
                                          <p:val>
                                            <p:strVal val="rgb(-103,-103,0)"/>
                                          </p:val>
                                        </p:tav>
                                      </p:tavLst>
                                    </p:anim>
                                    <p:anim calcmode="discrete" valueType="clr">
                                      <p:cBhvr additive="repl">
                                        <p:cTn id="291" dur="80"/>
                                        <p:tgtEl>
                                          <p:spTgt spid="145"/>
                                        </p:tgtEl>
                                        <p:attrNameLst>
                                          <p:attrName>fillcolor</p:attrName>
                                        </p:attrNameLst>
                                      </p:cBhvr>
                                      <p:tavLst>
                                        <p:tav tm="0">
                                          <p:val>
                                            <p:strVal val="rgb(-103,51,51)"/>
                                          </p:val>
                                        </p:tav>
                                        <p:tav tm="50000">
                                          <p:val>
                                            <p:strVal val="rgb(-103,-103,0)"/>
                                          </p:val>
                                        </p:tav>
                                      </p:tavLst>
                                    </p:anim>
                                    <p:set>
                                      <p:cBhvr>
                                        <p:cTn id="292" dur="80"/>
                                        <p:tgtEl>
                                          <p:spTgt spid="14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7"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48" name="" descr=""/>
          <p:cNvPicPr/>
          <p:nvPr/>
        </p:nvPicPr>
        <p:blipFill>
          <a:blip r:embed="rId1"/>
          <a:stretch/>
        </p:blipFill>
        <p:spPr>
          <a:xfrm>
            <a:off x="2895480" y="4343400"/>
            <a:ext cx="8458200" cy="4605480"/>
          </a:xfrm>
          <a:prstGeom prst="rect">
            <a:avLst/>
          </a:prstGeom>
          <a:ln w="0">
            <a:noFill/>
          </a:ln>
        </p:spPr>
      </p:pic>
      <p:pic>
        <p:nvPicPr>
          <p:cNvPr id="149" name="" descr=""/>
          <p:cNvPicPr/>
          <p:nvPr/>
        </p:nvPicPr>
        <p:blipFill>
          <a:blip r:embed="rId2"/>
          <a:stretch/>
        </p:blipFill>
        <p:spPr>
          <a:xfrm>
            <a:off x="-228600" y="-1905120"/>
            <a:ext cx="12877920" cy="6270840"/>
          </a:xfrm>
          <a:prstGeom prst="rect">
            <a:avLst/>
          </a:prstGeom>
          <a:ln w="0">
            <a:noFill/>
          </a:ln>
        </p:spPr>
      </p:pic>
      <p:pic>
        <p:nvPicPr>
          <p:cNvPr id="150" name="" descr=""/>
          <p:cNvPicPr/>
          <p:nvPr/>
        </p:nvPicPr>
        <p:blipFill>
          <a:blip r:embed="rId3"/>
          <a:stretch/>
        </p:blipFill>
        <p:spPr>
          <a:xfrm>
            <a:off x="2971800" y="228600"/>
            <a:ext cx="5624640" cy="2111400"/>
          </a:xfrm>
          <a:prstGeom prst="rect">
            <a:avLst/>
          </a:prstGeom>
          <a:ln w="0">
            <a:noFill/>
          </a:ln>
        </p:spPr>
      </p:pic>
      <p:sp>
        <p:nvSpPr>
          <p:cNvPr id="151" name=""/>
          <p:cNvSpPr/>
          <p:nvPr/>
        </p:nvSpPr>
        <p:spPr>
          <a:xfrm>
            <a:off x="5486400" y="762120"/>
            <a:ext cx="2743200" cy="9208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are you talking about? Me? A criminal? You’re fooling yourself.</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Are you one of the </a:t>
            </a:r>
            <a:r>
              <a:rPr b="0" lang="en-US" sz="1200" spc="-1" strike="noStrike">
                <a:solidFill>
                  <a:srgbClr val="cc3300"/>
                </a:solidFill>
                <a:latin typeface="Arial"/>
              </a:rPr>
              <a:t>corporation’s </a:t>
            </a:r>
            <a:r>
              <a:rPr b="0" lang="en-US" sz="1200" spc="-1" strike="noStrike">
                <a:solidFill>
                  <a:srgbClr val="000000"/>
                </a:solidFill>
                <a:latin typeface="Arial"/>
              </a:rPr>
              <a:t>men?</a:t>
            </a:r>
            <a:endParaRPr b="0" lang="en-US" sz="1200" spc="-1" strike="noStrike">
              <a:solidFill>
                <a:srgbClr val="000000"/>
              </a:solidFill>
              <a:latin typeface="Arial"/>
            </a:endParaRPr>
          </a:p>
        </p:txBody>
      </p:sp>
      <p:sp>
        <p:nvSpPr>
          <p:cNvPr id="152" name=""/>
          <p:cNvSpPr/>
          <p:nvPr/>
        </p:nvSpPr>
        <p:spPr>
          <a:xfrm>
            <a:off x="457200" y="7086600"/>
            <a:ext cx="17524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Lol </a:t>
            </a:r>
            <a:r>
              <a:rPr b="1" lang="en-US" sz="1200" spc="-1" strike="noStrike">
                <a:solidFill>
                  <a:srgbClr val="cc3300"/>
                </a:solidFill>
                <a:latin typeface="Arial"/>
              </a:rPr>
              <a:t>corporation</a:t>
            </a:r>
            <a:r>
              <a:rPr b="1" lang="en-US" sz="1200" spc="-1" strike="noStrike">
                <a:solidFill>
                  <a:srgbClr val="000000"/>
                </a:solidFill>
                <a:latin typeface="Arial"/>
              </a:rPr>
              <a:t>… </a:t>
            </a:r>
            <a:endParaRPr b="0" lang="en-US" sz="1200" spc="-1" strike="noStrike">
              <a:solidFill>
                <a:srgbClr val="000000"/>
              </a:solidFill>
              <a:latin typeface="Arial"/>
            </a:endParaRPr>
          </a:p>
        </p:txBody>
      </p:sp>
    </p:spTree>
  </p:cSld>
  <p:timing>
    <p:tnLst>
      <p:par>
        <p:cTn id="293" dur="indefinite" restart="never" nodeType="tmRoot">
          <p:childTnLst>
            <p:seq>
              <p:cTn id="294" dur="indefinite" nodeType="mainSeq">
                <p:childTnLst>
                  <p:par>
                    <p:cTn id="295" fill="hold">
                      <p:stCondLst>
                        <p:cond delay="0"/>
                      </p:stCondLst>
                      <p:childTnLst>
                        <p:par>
                          <p:cTn id="296" fill="hold">
                            <p:stCondLst>
                              <p:cond delay="0"/>
                            </p:stCondLst>
                            <p:childTnLst>
                              <p:par>
                                <p:cTn id="297" nodeType="afterEffect" fill="hold" presetClass="entr" presetID="9">
                                  <p:stCondLst>
                                    <p:cond delay="0"/>
                                  </p:stCondLst>
                                  <p:childTnLst>
                                    <p:set>
                                      <p:cBhvr>
                                        <p:cTn id="298" dur="1" fill="hold">
                                          <p:stCondLst>
                                            <p:cond delay="0"/>
                                          </p:stCondLst>
                                        </p:cTn>
                                        <p:tgtEl>
                                          <p:spTgt spid="150"/>
                                        </p:tgtEl>
                                        <p:attrNameLst>
                                          <p:attrName>style.visibility</p:attrName>
                                        </p:attrNameLst>
                                      </p:cBhvr>
                                      <p:to>
                                        <p:strVal val="visible"/>
                                      </p:to>
                                    </p:set>
                                    <p:animEffect filter="dissolve" transition="in">
                                      <p:cBhvr additive="repl">
                                        <p:cTn id="299" dur="500"/>
                                        <p:tgtEl>
                                          <p:spTgt spid="150"/>
                                        </p:tgtEl>
                                      </p:cBhvr>
                                    </p:animEffect>
                                  </p:childTnLst>
                                </p:cTn>
                              </p:par>
                            </p:childTnLst>
                          </p:cTn>
                        </p:par>
                        <p:par>
                          <p:cTn id="300" fill="hold">
                            <p:stCondLst>
                              <p:cond delay="500"/>
                            </p:stCondLst>
                            <p:childTnLst>
                              <p:par>
                                <p:cTn id="301" nodeType="afterEffect" fill="hold" presetClass="entr" presetID="27">
                                  <p:stCondLst>
                                    <p:cond delay="0"/>
                                  </p:stCondLst>
                                  <p:iterate type="lt">
                                    <p:tmAbs val="40"/>
                                  </p:iterate>
                                  <p:childTnLst>
                                    <p:set>
                                      <p:cBhvr>
                                        <p:cTn id="302" dur="1" fill="hold">
                                          <p:stCondLst>
                                            <p:cond delay="0"/>
                                          </p:stCondLst>
                                        </p:cTn>
                                        <p:tgtEl>
                                          <p:spTgt spid="151"/>
                                        </p:tgtEl>
                                        <p:attrNameLst>
                                          <p:attrName>style.visibility</p:attrName>
                                        </p:attrNameLst>
                                      </p:cBhvr>
                                      <p:to>
                                        <p:strVal val="visible"/>
                                      </p:to>
                                    </p:set>
                                    <p:anim calcmode="discrete" valueType="clr">
                                      <p:cBhvr additive="repl">
                                        <p:cTn id="303" dur="80"/>
                                        <p:tgtEl>
                                          <p:spTgt spid="151"/>
                                        </p:tgtEl>
                                        <p:attrNameLst>
                                          <p:attrName>style.color</p:attrName>
                                        </p:attrNameLst>
                                      </p:cBhvr>
                                      <p:tavLst>
                                        <p:tav tm="0">
                                          <p:val>
                                            <p:strVal val="rgb(-103,51,51)"/>
                                          </p:val>
                                        </p:tav>
                                        <p:tav tm="50000">
                                          <p:val>
                                            <p:strVal val="rgb(-103,-103,0)"/>
                                          </p:val>
                                        </p:tav>
                                      </p:tavLst>
                                    </p:anim>
                                    <p:anim calcmode="discrete" valueType="clr">
                                      <p:cBhvr additive="repl">
                                        <p:cTn id="304" dur="80"/>
                                        <p:tgtEl>
                                          <p:spTgt spid="151"/>
                                        </p:tgtEl>
                                        <p:attrNameLst>
                                          <p:attrName>fillcolor</p:attrName>
                                        </p:attrNameLst>
                                      </p:cBhvr>
                                      <p:tavLst>
                                        <p:tav tm="0">
                                          <p:val>
                                            <p:strVal val="rgb(-103,51,51)"/>
                                          </p:val>
                                        </p:tav>
                                        <p:tav tm="50000">
                                          <p:val>
                                            <p:strVal val="rgb(-103,-103,0)"/>
                                          </p:val>
                                        </p:tav>
                                      </p:tavLst>
                                    </p:anim>
                                    <p:set>
                                      <p:cBhvr>
                                        <p:cTn id="305" dur="80"/>
                                        <p:tgtEl>
                                          <p:spTgt spid="151"/>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3"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54" name="" descr=""/>
          <p:cNvPicPr/>
          <p:nvPr/>
        </p:nvPicPr>
        <p:blipFill>
          <a:blip r:embed="rId1"/>
          <a:stretch/>
        </p:blipFill>
        <p:spPr>
          <a:xfrm>
            <a:off x="457200" y="2252520"/>
            <a:ext cx="8458200" cy="4605480"/>
          </a:xfrm>
          <a:prstGeom prst="rect">
            <a:avLst/>
          </a:prstGeom>
          <a:ln w="0">
            <a:noFill/>
          </a:ln>
        </p:spPr>
      </p:pic>
      <p:pic>
        <p:nvPicPr>
          <p:cNvPr id="155" name="" descr=""/>
          <p:cNvPicPr/>
          <p:nvPr/>
        </p:nvPicPr>
        <p:blipFill>
          <a:blip r:embed="rId2"/>
          <a:stretch/>
        </p:blipFill>
        <p:spPr>
          <a:xfrm>
            <a:off x="4038480" y="-3135240"/>
            <a:ext cx="12877920" cy="6270480"/>
          </a:xfrm>
          <a:prstGeom prst="rect">
            <a:avLst/>
          </a:prstGeom>
          <a:ln w="0">
            <a:noFill/>
          </a:ln>
        </p:spPr>
      </p:pic>
      <p:pic>
        <p:nvPicPr>
          <p:cNvPr id="156" name="" descr=""/>
          <p:cNvPicPr/>
          <p:nvPr/>
        </p:nvPicPr>
        <p:blipFill>
          <a:blip r:embed="rId3"/>
          <a:stretch/>
        </p:blipFill>
        <p:spPr>
          <a:xfrm>
            <a:off x="3124080" y="4648320"/>
            <a:ext cx="6019920" cy="1906560"/>
          </a:xfrm>
          <a:prstGeom prst="rect">
            <a:avLst/>
          </a:prstGeom>
          <a:ln w="0">
            <a:noFill/>
          </a:ln>
        </p:spPr>
      </p:pic>
      <p:sp>
        <p:nvSpPr>
          <p:cNvPr id="157" name=""/>
          <p:cNvSpPr/>
          <p:nvPr/>
        </p:nvSpPr>
        <p:spPr>
          <a:xfrm>
            <a:off x="5410080" y="5181480"/>
            <a:ext cx="3505320" cy="738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 You can’t fool me.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was assigned to the important job of re-acquiring the </a:t>
            </a:r>
            <a:r>
              <a:rPr b="0" lang="en-US" sz="1200" spc="-1" strike="noStrike">
                <a:solidFill>
                  <a:srgbClr val="cc3300"/>
                </a:solidFill>
                <a:latin typeface="Arial"/>
              </a:rPr>
              <a:t>corporation</a:t>
            </a:r>
            <a:r>
              <a:rPr b="0" lang="en-US" sz="1200" spc="-1" strike="noStrike">
                <a:solidFill>
                  <a:srgbClr val="000000"/>
                </a:solidFill>
                <a:latin typeface="Arial"/>
              </a:rPr>
              <a:t> money you’re carrying.</a:t>
            </a:r>
            <a:endParaRPr b="0" lang="en-US" sz="1200" spc="-1" strike="noStrike">
              <a:solidFill>
                <a:srgbClr val="000000"/>
              </a:solidFill>
              <a:latin typeface="Arial"/>
            </a:endParaRPr>
          </a:p>
        </p:txBody>
      </p:sp>
    </p:spTree>
  </p:cSld>
  <p:timing>
    <p:tnLst>
      <p:par>
        <p:cTn id="306" dur="indefinite" restart="never" nodeType="tmRoot">
          <p:childTnLst>
            <p:seq>
              <p:cTn id="307" dur="indefinite" nodeType="mainSeq">
                <p:childTnLst>
                  <p:par>
                    <p:cTn id="308" fill="hold">
                      <p:stCondLst>
                        <p:cond delay="0"/>
                      </p:stCondLst>
                      <p:childTnLst>
                        <p:par>
                          <p:cTn id="309" fill="hold">
                            <p:stCondLst>
                              <p:cond delay="0"/>
                            </p:stCondLst>
                            <p:childTnLst>
                              <p:par>
                                <p:cTn id="310" nodeType="afterEffect" fill="hold" presetClass="entr" presetID="9">
                                  <p:stCondLst>
                                    <p:cond delay="0"/>
                                  </p:stCondLst>
                                  <p:childTnLst>
                                    <p:set>
                                      <p:cBhvr>
                                        <p:cTn id="311" dur="1" fill="hold">
                                          <p:stCondLst>
                                            <p:cond delay="0"/>
                                          </p:stCondLst>
                                        </p:cTn>
                                        <p:tgtEl>
                                          <p:spTgt spid="156"/>
                                        </p:tgtEl>
                                        <p:attrNameLst>
                                          <p:attrName>style.visibility</p:attrName>
                                        </p:attrNameLst>
                                      </p:cBhvr>
                                      <p:to>
                                        <p:strVal val="visible"/>
                                      </p:to>
                                    </p:set>
                                    <p:animEffect filter="dissolve" transition="in">
                                      <p:cBhvr additive="repl">
                                        <p:cTn id="312" dur="500"/>
                                        <p:tgtEl>
                                          <p:spTgt spid="156"/>
                                        </p:tgtEl>
                                      </p:cBhvr>
                                    </p:animEffect>
                                  </p:childTnLst>
                                </p:cTn>
                              </p:par>
                            </p:childTnLst>
                          </p:cTn>
                        </p:par>
                        <p:par>
                          <p:cTn id="313" fill="hold">
                            <p:stCondLst>
                              <p:cond delay="500"/>
                            </p:stCondLst>
                            <p:childTnLst>
                              <p:par>
                                <p:cTn id="314" nodeType="afterEffect" fill="hold" presetClass="entr" presetID="27">
                                  <p:stCondLst>
                                    <p:cond delay="0"/>
                                  </p:stCondLst>
                                  <p:iterate type="lt">
                                    <p:tmAbs val="40"/>
                                  </p:iterate>
                                  <p:childTnLst>
                                    <p:set>
                                      <p:cBhvr>
                                        <p:cTn id="315" dur="1" fill="hold">
                                          <p:stCondLst>
                                            <p:cond delay="0"/>
                                          </p:stCondLst>
                                        </p:cTn>
                                        <p:tgtEl>
                                          <p:spTgt spid="157"/>
                                        </p:tgtEl>
                                        <p:attrNameLst>
                                          <p:attrName>style.visibility</p:attrName>
                                        </p:attrNameLst>
                                      </p:cBhvr>
                                      <p:to>
                                        <p:strVal val="visible"/>
                                      </p:to>
                                    </p:set>
                                    <p:anim calcmode="discrete" valueType="clr">
                                      <p:cBhvr additive="repl">
                                        <p:cTn id="316" dur="80"/>
                                        <p:tgtEl>
                                          <p:spTgt spid="157"/>
                                        </p:tgtEl>
                                        <p:attrNameLst>
                                          <p:attrName>style.color</p:attrName>
                                        </p:attrNameLst>
                                      </p:cBhvr>
                                      <p:tavLst>
                                        <p:tav tm="0">
                                          <p:val>
                                            <p:strVal val="rgb(-103,51,51)"/>
                                          </p:val>
                                        </p:tav>
                                        <p:tav tm="50000">
                                          <p:val>
                                            <p:strVal val="rgb(-103,-103,0)"/>
                                          </p:val>
                                        </p:tav>
                                      </p:tavLst>
                                    </p:anim>
                                    <p:anim calcmode="discrete" valueType="clr">
                                      <p:cBhvr additive="repl">
                                        <p:cTn id="317" dur="80"/>
                                        <p:tgtEl>
                                          <p:spTgt spid="157"/>
                                        </p:tgtEl>
                                        <p:attrNameLst>
                                          <p:attrName>fillcolor</p:attrName>
                                        </p:attrNameLst>
                                      </p:cBhvr>
                                      <p:tavLst>
                                        <p:tav tm="0">
                                          <p:val>
                                            <p:strVal val="rgb(-103,51,51)"/>
                                          </p:val>
                                        </p:tav>
                                        <p:tav tm="50000">
                                          <p:val>
                                            <p:strVal val="rgb(-103,-103,0)"/>
                                          </p:val>
                                        </p:tav>
                                      </p:tavLst>
                                    </p:anim>
                                    <p:set>
                                      <p:cBhvr>
                                        <p:cTn id="318" dur="80"/>
                                        <p:tgtEl>
                                          <p:spTgt spid="157"/>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8"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59" name="" descr=""/>
          <p:cNvPicPr/>
          <p:nvPr/>
        </p:nvPicPr>
        <p:blipFill>
          <a:blip r:embed="rId1"/>
          <a:stretch/>
        </p:blipFill>
        <p:spPr>
          <a:xfrm>
            <a:off x="2895480" y="4343400"/>
            <a:ext cx="8458200" cy="4605480"/>
          </a:xfrm>
          <a:prstGeom prst="rect">
            <a:avLst/>
          </a:prstGeom>
          <a:ln w="0">
            <a:noFill/>
          </a:ln>
        </p:spPr>
      </p:pic>
      <p:pic>
        <p:nvPicPr>
          <p:cNvPr id="160" name="" descr=""/>
          <p:cNvPicPr/>
          <p:nvPr/>
        </p:nvPicPr>
        <p:blipFill>
          <a:blip r:embed="rId2"/>
          <a:stretch/>
        </p:blipFill>
        <p:spPr>
          <a:xfrm>
            <a:off x="-228600" y="-1905120"/>
            <a:ext cx="12877920" cy="6270840"/>
          </a:xfrm>
          <a:prstGeom prst="rect">
            <a:avLst/>
          </a:prstGeom>
          <a:ln w="0">
            <a:noFill/>
          </a:ln>
        </p:spPr>
      </p:pic>
      <p:pic>
        <p:nvPicPr>
          <p:cNvPr id="161" name="" descr=""/>
          <p:cNvPicPr/>
          <p:nvPr/>
        </p:nvPicPr>
        <p:blipFill>
          <a:blip r:embed="rId3"/>
          <a:stretch/>
        </p:blipFill>
        <p:spPr>
          <a:xfrm>
            <a:off x="2971800" y="228600"/>
            <a:ext cx="5624640" cy="2111400"/>
          </a:xfrm>
          <a:prstGeom prst="rect">
            <a:avLst/>
          </a:prstGeom>
          <a:ln w="0">
            <a:noFill/>
          </a:ln>
        </p:spPr>
      </p:pic>
      <p:sp>
        <p:nvSpPr>
          <p:cNvPr id="162" name=""/>
          <p:cNvSpPr/>
          <p:nvPr/>
        </p:nvSpPr>
        <p:spPr>
          <a:xfrm>
            <a:off x="5486400" y="762120"/>
            <a:ext cx="274320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get it… you’re the assassin they’ve sent out to get me… and it appears you’re new to the business…</a:t>
            </a:r>
            <a:endParaRPr b="0" lang="en-US" sz="1200" spc="-1" strike="noStrike">
              <a:solidFill>
                <a:srgbClr val="000000"/>
              </a:solidFill>
              <a:latin typeface="Arial"/>
            </a:endParaRPr>
          </a:p>
        </p:txBody>
      </p:sp>
      <p:pic>
        <p:nvPicPr>
          <p:cNvPr id="163" name="" descr=""/>
          <p:cNvPicPr/>
          <p:nvPr/>
        </p:nvPicPr>
        <p:blipFill>
          <a:blip r:embed="rId4"/>
          <a:stretch/>
        </p:blipFill>
        <p:spPr>
          <a:xfrm>
            <a:off x="11353680" y="4952880"/>
            <a:ext cx="304920" cy="304920"/>
          </a:xfrm>
          <a:prstGeom prst="rect">
            <a:avLst/>
          </a:prstGeom>
          <a:ln w="0">
            <a:noFill/>
          </a:ln>
        </p:spPr>
      </p:pic>
    </p:spTree>
  </p:cSld>
  <p:timing>
    <p:tnLst>
      <p:par>
        <p:cTn id="319" dur="indefinite" restart="never" nodeType="tmRoot">
          <p:childTnLst>
            <p:seq>
              <p:cTn id="320" dur="indefinite" nodeType="mainSeq">
                <p:childTnLst>
                  <p:par>
                    <p:cTn id="321" fill="hold">
                      <p:stCondLst>
                        <p:cond delay="0"/>
                      </p:stCondLst>
                      <p:childTnLst>
                        <p:par>
                          <p:cTn id="322" fill="hold">
                            <p:stCondLst>
                              <p:cond delay="0"/>
                            </p:stCondLst>
                            <p:childTnLst>
                              <p:par>
                                <p:cTn id="323" nodeType="afterEffect" fill="hold" presetClass="entr" presetID="9">
                                  <p:stCondLst>
                                    <p:cond delay="0"/>
                                  </p:stCondLst>
                                  <p:childTnLst>
                                    <p:set>
                                      <p:cBhvr>
                                        <p:cTn id="324" dur="1" fill="hold">
                                          <p:stCondLst>
                                            <p:cond delay="0"/>
                                          </p:stCondLst>
                                        </p:cTn>
                                        <p:tgtEl>
                                          <p:spTgt spid="161"/>
                                        </p:tgtEl>
                                        <p:attrNameLst>
                                          <p:attrName>style.visibility</p:attrName>
                                        </p:attrNameLst>
                                      </p:cBhvr>
                                      <p:to>
                                        <p:strVal val="visible"/>
                                      </p:to>
                                    </p:set>
                                    <p:animEffect filter="dissolve" transition="in">
                                      <p:cBhvr additive="repl">
                                        <p:cTn id="325" dur="500"/>
                                        <p:tgtEl>
                                          <p:spTgt spid="161"/>
                                        </p:tgtEl>
                                      </p:cBhvr>
                                    </p:animEffect>
                                  </p:childTnLst>
                                </p:cTn>
                              </p:par>
                            </p:childTnLst>
                          </p:cTn>
                        </p:par>
                        <p:par>
                          <p:cTn id="326" fill="hold">
                            <p:stCondLst>
                              <p:cond delay="500"/>
                            </p:stCondLst>
                            <p:childTnLst>
                              <p:par>
                                <p:cTn id="327" nodeType="afterEffect" fill="hold" presetClass="entr" presetID="27">
                                  <p:stCondLst>
                                    <p:cond delay="0"/>
                                  </p:stCondLst>
                                  <p:iterate type="lt">
                                    <p:tmAbs val="40"/>
                                  </p:iterate>
                                  <p:childTnLst>
                                    <p:set>
                                      <p:cBhvr>
                                        <p:cTn id="328" dur="1" fill="hold">
                                          <p:stCondLst>
                                            <p:cond delay="0"/>
                                          </p:stCondLst>
                                        </p:cTn>
                                        <p:tgtEl>
                                          <p:spTgt spid="162"/>
                                        </p:tgtEl>
                                        <p:attrNameLst>
                                          <p:attrName>style.visibility</p:attrName>
                                        </p:attrNameLst>
                                      </p:cBhvr>
                                      <p:to>
                                        <p:strVal val="visible"/>
                                      </p:to>
                                    </p:set>
                                    <p:anim calcmode="discrete" valueType="clr">
                                      <p:cBhvr additive="repl">
                                        <p:cTn id="329" dur="80"/>
                                        <p:tgtEl>
                                          <p:spTgt spid="162"/>
                                        </p:tgtEl>
                                        <p:attrNameLst>
                                          <p:attrName>style.color</p:attrName>
                                        </p:attrNameLst>
                                      </p:cBhvr>
                                      <p:tavLst>
                                        <p:tav tm="0">
                                          <p:val>
                                            <p:strVal val="rgb(-103,51,51)"/>
                                          </p:val>
                                        </p:tav>
                                        <p:tav tm="50000">
                                          <p:val>
                                            <p:strVal val="rgb(-103,-103,0)"/>
                                          </p:val>
                                        </p:tav>
                                      </p:tavLst>
                                    </p:anim>
                                    <p:anim calcmode="discrete" valueType="clr">
                                      <p:cBhvr additive="repl">
                                        <p:cTn id="330" dur="80"/>
                                        <p:tgtEl>
                                          <p:spTgt spid="162"/>
                                        </p:tgtEl>
                                        <p:attrNameLst>
                                          <p:attrName>fillcolor</p:attrName>
                                        </p:attrNameLst>
                                      </p:cBhvr>
                                      <p:tavLst>
                                        <p:tav tm="0">
                                          <p:val>
                                            <p:strVal val="rgb(-103,51,51)"/>
                                          </p:val>
                                        </p:tav>
                                        <p:tav tm="50000">
                                          <p:val>
                                            <p:strVal val="rgb(-103,-103,0)"/>
                                          </p:val>
                                        </p:tav>
                                      </p:tavLst>
                                    </p:anim>
                                    <p:set>
                                      <p:cBhvr>
                                        <p:cTn id="331" dur="80"/>
                                        <p:tgtEl>
                                          <p:spTgt spid="162"/>
                                        </p:tgtEl>
                                        <p:attrNameLst>
                                          <p:attrName>fill.type</p:attrName>
                                        </p:attrNameLst>
                                      </p:cBhvr>
                                      <p:to>
                                        <p:strVal val="solid"/>
                                      </p:to>
                                    </p:set>
                                  </p:childTnLst>
                                </p:cTn>
                              </p:par>
                            </p:childTnLst>
                          </p:cTn>
                        </p:par>
                        <p:par>
                          <p:cTn id="332" fill="hold">
                            <p:stCondLst>
                              <p:cond delay="3780"/>
                            </p:stCondLst>
                            <p:childTnLst>
                              <p:par>
                                <p:cTn id="333" nodeType="afterEffect" fill="hold" presetClass="mediacall" presetID="1">
                                  <p:stCondLst>
                                    <p:cond delay="0"/>
                                  </p:stCondLst>
                                  <p:childTnLst>
                                    <p:cmd type="call" cmd="playFrom(0.0)">
                                      <p:cBhvr>
                                        <p:cTn id="334" dur="1" fill="hold"/>
                                        <p:tgtEl>
                                          <p:spTgt spid="163"/>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4" name="" descr=""/>
          <p:cNvPicPr/>
          <p:nvPr/>
        </p:nvPicPr>
        <p:blipFill>
          <a:blip r:embed="rId1"/>
          <a:stretch/>
        </p:blipFill>
        <p:spPr>
          <a:xfrm>
            <a:off x="0" y="0"/>
            <a:ext cx="9144000" cy="6858000"/>
          </a:xfrm>
          <a:prstGeom prst="rect">
            <a:avLst/>
          </a:prstGeom>
          <a:ln w="0">
            <a:noFill/>
          </a:ln>
        </p:spPr>
      </p:pic>
      <p:pic>
        <p:nvPicPr>
          <p:cNvPr id="165" name="" descr=""/>
          <p:cNvPicPr/>
          <p:nvPr/>
        </p:nvPicPr>
        <p:blipFill>
          <a:blip r:embed="rId2"/>
          <a:stretch/>
        </p:blipFill>
        <p:spPr>
          <a:xfrm>
            <a:off x="0" y="2133720"/>
            <a:ext cx="4038480" cy="1538280"/>
          </a:xfrm>
          <a:prstGeom prst="rect">
            <a:avLst/>
          </a:prstGeom>
          <a:ln w="0">
            <a:noFill/>
          </a:ln>
        </p:spPr>
      </p:pic>
      <p:sp>
        <p:nvSpPr>
          <p:cNvPr id="166" name=""/>
          <p:cNvSpPr/>
          <p:nvPr/>
        </p:nvSpPr>
        <p:spPr>
          <a:xfrm>
            <a:off x="1828800" y="2514600"/>
            <a:ext cx="198108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Don’t underestimate me, to think you’re so good.</a:t>
            </a:r>
            <a:endParaRPr b="0" lang="en-US" sz="1200" spc="-1" strike="noStrike">
              <a:solidFill>
                <a:srgbClr val="000000"/>
              </a:solidFill>
              <a:latin typeface="Arial"/>
            </a:endParaRPr>
          </a:p>
        </p:txBody>
      </p:sp>
      <p:sp>
        <p:nvSpPr>
          <p:cNvPr id="167" name=""/>
          <p:cNvSpPr/>
          <p:nvPr/>
        </p:nvSpPr>
        <p:spPr>
          <a:xfrm>
            <a:off x="7467480" y="2209680"/>
            <a:ext cx="12193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168" name=""/>
          <p:cNvSpPr/>
          <p:nvPr/>
        </p:nvSpPr>
        <p:spPr>
          <a:xfrm>
            <a:off x="7848720" y="1143000"/>
            <a:ext cx="6858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20</a:t>
            </a:r>
            <a:endParaRPr b="0" lang="en-US" sz="1200" spc="-1" strike="noStrike">
              <a:solidFill>
                <a:srgbClr val="000000"/>
              </a:solidFill>
              <a:latin typeface="Arial"/>
            </a:endParaRPr>
          </a:p>
        </p:txBody>
      </p:sp>
      <p:sp>
        <p:nvSpPr>
          <p:cNvPr id="169" name=""/>
          <p:cNvSpPr/>
          <p:nvPr/>
        </p:nvSpPr>
        <p:spPr>
          <a:xfrm>
            <a:off x="7696080" y="1447920"/>
            <a:ext cx="533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25</a:t>
            </a:r>
            <a:endParaRPr b="0" lang="en-US" sz="1200" spc="-1" strike="noStrike">
              <a:solidFill>
                <a:srgbClr val="000000"/>
              </a:solidFill>
              <a:latin typeface="Arial"/>
            </a:endParaRPr>
          </a:p>
        </p:txBody>
      </p:sp>
      <p:sp>
        <p:nvSpPr>
          <p:cNvPr id="170" name=""/>
          <p:cNvSpPr/>
          <p:nvPr/>
        </p:nvSpPr>
        <p:spPr>
          <a:xfrm>
            <a:off x="-1006560" y="189000"/>
            <a:ext cx="184320" cy="366480"/>
          </a:xfrm>
          <a:prstGeom prst="rect">
            <a:avLst/>
          </a:prstGeom>
          <a:noFill/>
          <a:ln w="0">
            <a:noFill/>
          </a:ln>
        </p:spPr>
        <p:style>
          <a:lnRef idx="0"/>
          <a:fillRef idx="0"/>
          <a:effectRef idx="0"/>
          <a:fontRef idx="minor"/>
        </p:style>
        <p:txBody>
          <a:bodyPr wrap="none" lIns="90000" rIns="90000" tIns="46800" bIns="46800" anchor="t">
            <a:spAutoFit/>
          </a:bodyPr>
          <a:p>
            <a:endParaRPr b="0" lang="en-US" sz="1800" spc="-1" strike="noStrike">
              <a:solidFill>
                <a:srgbClr val="000000"/>
              </a:solidFill>
              <a:latin typeface="Arial"/>
            </a:endParaRPr>
          </a:p>
        </p:txBody>
      </p:sp>
      <p:sp>
        <p:nvSpPr>
          <p:cNvPr id="171" name=""/>
          <p:cNvSpPr/>
          <p:nvPr/>
        </p:nvSpPr>
        <p:spPr>
          <a:xfrm>
            <a:off x="1295280" y="114300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2" name=""/>
          <p:cNvSpPr/>
          <p:nvPr/>
        </p:nvSpPr>
        <p:spPr>
          <a:xfrm>
            <a:off x="1523880" y="129528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Anti-Force Bomb</a:t>
            </a:r>
            <a:endParaRPr b="0" lang="en-US" sz="1800" spc="-1" strike="noStrike">
              <a:solidFill>
                <a:srgbClr val="000000"/>
              </a:solidFill>
              <a:latin typeface="Arial"/>
            </a:endParaRPr>
          </a:p>
        </p:txBody>
      </p:sp>
      <p:sp>
        <p:nvSpPr>
          <p:cNvPr id="173" name=""/>
          <p:cNvSpPr/>
          <p:nvPr/>
        </p:nvSpPr>
        <p:spPr>
          <a:xfrm>
            <a:off x="-838080" y="3657600"/>
            <a:ext cx="152280" cy="152280"/>
          </a:xfrm>
          <a:prstGeom prst="ellipse">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4" name=""/>
          <p:cNvSpPr/>
          <p:nvPr/>
        </p:nvSpPr>
        <p:spPr>
          <a:xfrm>
            <a:off x="6553080" y="3124080"/>
            <a:ext cx="2590920" cy="2133720"/>
          </a:xfrm>
          <a:prstGeom prst="ellipse">
            <a:avLst/>
          </a:prstGeom>
          <a:solidFill>
            <a:srgbClr val="ff33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5" name=""/>
          <p:cNvSpPr/>
          <p:nvPr/>
        </p:nvSpPr>
        <p:spPr>
          <a:xfrm>
            <a:off x="6858000" y="3352680"/>
            <a:ext cx="2057400" cy="1676520"/>
          </a:xfrm>
          <a:prstGeom prst="ellipse">
            <a:avLst/>
          </a:prstGeom>
          <a:solidFill>
            <a:srgbClr val="0000ff"/>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6" name=""/>
          <p:cNvSpPr/>
          <p:nvPr/>
        </p:nvSpPr>
        <p:spPr>
          <a:xfrm>
            <a:off x="7010280" y="3505320"/>
            <a:ext cx="1676520" cy="129528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7" name=""/>
          <p:cNvSpPr/>
          <p:nvPr/>
        </p:nvSpPr>
        <p:spPr>
          <a:xfrm>
            <a:off x="7238880" y="3657600"/>
            <a:ext cx="1219320" cy="990720"/>
          </a:xfrm>
          <a:prstGeom prst="ellipse">
            <a:avLst/>
          </a:prstGeom>
          <a:solidFill>
            <a:srgbClr val="c0c0c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8" name=""/>
          <p:cNvSpPr/>
          <p:nvPr/>
        </p:nvSpPr>
        <p:spPr>
          <a:xfrm>
            <a:off x="7467480" y="3886200"/>
            <a:ext cx="762120" cy="609480"/>
          </a:xfrm>
          <a:prstGeom prst="ellipse">
            <a:avLst/>
          </a:prstGeom>
          <a:solidFill>
            <a:srgbClr val="bbe0e3"/>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9" name=""/>
          <p:cNvSpPr/>
          <p:nvPr/>
        </p:nvSpPr>
        <p:spPr>
          <a:xfrm>
            <a:off x="7620120" y="3962520"/>
            <a:ext cx="533160" cy="457200"/>
          </a:xfrm>
          <a:prstGeom prst="ellipse">
            <a:avLst/>
          </a:prstGeom>
          <a:solidFill>
            <a:srgbClr val="009999"/>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80" name=""/>
          <p:cNvSpPr/>
          <p:nvPr/>
        </p:nvSpPr>
        <p:spPr>
          <a:xfrm>
            <a:off x="7696080" y="4038480"/>
            <a:ext cx="381240" cy="304920"/>
          </a:xfrm>
          <a:prstGeom prst="ellipse">
            <a:avLst/>
          </a:prstGeom>
          <a:solidFill>
            <a:srgbClr val="00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81" name=""/>
          <p:cNvSpPr/>
          <p:nvPr/>
        </p:nvSpPr>
        <p:spPr>
          <a:xfrm>
            <a:off x="7772400" y="4114800"/>
            <a:ext cx="228600" cy="152280"/>
          </a:xfrm>
          <a:prstGeom prst="ellipse">
            <a:avLst/>
          </a:prstGeom>
          <a:solidFill>
            <a:srgbClr val="d60093"/>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82" name=""/>
          <p:cNvSpPr/>
          <p:nvPr/>
        </p:nvSpPr>
        <p:spPr>
          <a:xfrm>
            <a:off x="7848720" y="4114800"/>
            <a:ext cx="75960" cy="15228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83" name=""/>
          <p:cNvSpPr/>
          <p:nvPr/>
        </p:nvSpPr>
        <p:spPr>
          <a:xfrm>
            <a:off x="6477120" y="350532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9999</a:t>
            </a:r>
            <a:endParaRPr b="0" lang="en-US" sz="1800" spc="-1" strike="noStrike">
              <a:solidFill>
                <a:srgbClr val="000000"/>
              </a:solidFill>
              <a:latin typeface="Arial"/>
            </a:endParaRPr>
          </a:p>
        </p:txBody>
      </p:sp>
      <p:sp>
        <p:nvSpPr>
          <p:cNvPr id="184" name=""/>
          <p:cNvSpPr/>
          <p:nvPr/>
        </p:nvSpPr>
        <p:spPr>
          <a:xfrm>
            <a:off x="2057400" y="-639720"/>
            <a:ext cx="259092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Changed some weird SK-200 name just to regular, all purpoise name</a:t>
            </a:r>
            <a:endParaRPr b="0" lang="en-US" sz="1200" spc="-1" strike="noStrike">
              <a:solidFill>
                <a:srgbClr val="000000"/>
              </a:solidFill>
              <a:latin typeface="Arial"/>
            </a:endParaRPr>
          </a:p>
        </p:txBody>
      </p:sp>
    </p:spTree>
  </p:cSld>
  <p:transition spd="slow" advTm="0">
    <p:wheel spokes="8"/>
  </p:transition>
  <p:timing>
    <p:tnLst>
      <p:par>
        <p:cTn id="335" dur="indefinite" restart="never" nodeType="tmRoot">
          <p:childTnLst>
            <p:seq>
              <p:cTn id="336" dur="indefinite" nodeType="mainSeq">
                <p:childTnLst>
                  <p:par>
                    <p:cTn id="337" fill="hold">
                      <p:stCondLst>
                        <p:cond delay="0"/>
                      </p:stCondLst>
                      <p:childTnLst>
                        <p:par>
                          <p:cTn id="338" fill="hold">
                            <p:stCondLst>
                              <p:cond delay="0"/>
                            </p:stCondLst>
                            <p:childTnLst>
                              <p:par>
                                <p:cTn id="339" nodeType="afterEffect" fill="hold" presetClass="entr" presetID="9">
                                  <p:stCondLst>
                                    <p:cond delay="0"/>
                                  </p:stCondLst>
                                  <p:childTnLst>
                                    <p:set>
                                      <p:cBhvr>
                                        <p:cTn id="340" dur="1" fill="hold">
                                          <p:stCondLst>
                                            <p:cond delay="0"/>
                                          </p:stCondLst>
                                        </p:cTn>
                                        <p:tgtEl>
                                          <p:spTgt spid="165"/>
                                        </p:tgtEl>
                                        <p:attrNameLst>
                                          <p:attrName>style.visibility</p:attrName>
                                        </p:attrNameLst>
                                      </p:cBhvr>
                                      <p:to>
                                        <p:strVal val="visible"/>
                                      </p:to>
                                    </p:set>
                                    <p:animEffect filter="dissolve" transition="in">
                                      <p:cBhvr additive="repl">
                                        <p:cTn id="341" dur="500"/>
                                        <p:tgtEl>
                                          <p:spTgt spid="165"/>
                                        </p:tgtEl>
                                      </p:cBhvr>
                                    </p:animEffect>
                                  </p:childTnLst>
                                </p:cTn>
                              </p:par>
                            </p:childTnLst>
                          </p:cTn>
                        </p:par>
                        <p:par>
                          <p:cTn id="342" fill="hold">
                            <p:stCondLst>
                              <p:cond delay="500"/>
                            </p:stCondLst>
                            <p:childTnLst>
                              <p:par>
                                <p:cTn id="343" nodeType="afterEffect" fill="hold" presetClass="entr" presetID="27">
                                  <p:stCondLst>
                                    <p:cond delay="0"/>
                                  </p:stCondLst>
                                  <p:iterate type="lt">
                                    <p:tmAbs val="40"/>
                                  </p:iterate>
                                  <p:childTnLst>
                                    <p:set>
                                      <p:cBhvr>
                                        <p:cTn id="344" dur="1" fill="hold">
                                          <p:stCondLst>
                                            <p:cond delay="0"/>
                                          </p:stCondLst>
                                        </p:cTn>
                                        <p:tgtEl>
                                          <p:spTgt spid="166"/>
                                        </p:tgtEl>
                                        <p:attrNameLst>
                                          <p:attrName>style.visibility</p:attrName>
                                        </p:attrNameLst>
                                      </p:cBhvr>
                                      <p:to>
                                        <p:strVal val="visible"/>
                                      </p:to>
                                    </p:set>
                                    <p:anim calcmode="discrete" valueType="clr">
                                      <p:cBhvr additive="repl">
                                        <p:cTn id="345" dur="80"/>
                                        <p:tgtEl>
                                          <p:spTgt spid="166"/>
                                        </p:tgtEl>
                                        <p:attrNameLst>
                                          <p:attrName>style.color</p:attrName>
                                        </p:attrNameLst>
                                      </p:cBhvr>
                                      <p:tavLst>
                                        <p:tav tm="0">
                                          <p:val>
                                            <p:strVal val="rgb(-103,51,51)"/>
                                          </p:val>
                                        </p:tav>
                                        <p:tav tm="50000">
                                          <p:val>
                                            <p:strVal val="rgb(-103,-103,0)"/>
                                          </p:val>
                                        </p:tav>
                                      </p:tavLst>
                                    </p:anim>
                                    <p:anim calcmode="discrete" valueType="clr">
                                      <p:cBhvr additive="repl">
                                        <p:cTn id="346" dur="80"/>
                                        <p:tgtEl>
                                          <p:spTgt spid="166"/>
                                        </p:tgtEl>
                                        <p:attrNameLst>
                                          <p:attrName>fillcolor</p:attrName>
                                        </p:attrNameLst>
                                      </p:cBhvr>
                                      <p:tavLst>
                                        <p:tav tm="0">
                                          <p:val>
                                            <p:strVal val="rgb(-103,51,51)"/>
                                          </p:val>
                                        </p:tav>
                                        <p:tav tm="50000">
                                          <p:val>
                                            <p:strVal val="rgb(-103,-103,0)"/>
                                          </p:val>
                                        </p:tav>
                                      </p:tavLst>
                                    </p:anim>
                                    <p:set>
                                      <p:cBhvr>
                                        <p:cTn id="347" dur="80"/>
                                        <p:tgtEl>
                                          <p:spTgt spid="166"/>
                                        </p:tgtEl>
                                        <p:attrNameLst>
                                          <p:attrName>fill.type</p:attrName>
                                        </p:attrNameLst>
                                      </p:cBhvr>
                                      <p:to>
                                        <p:strVal val="solid"/>
                                      </p:to>
                                    </p:set>
                                  </p:childTnLst>
                                </p:cTn>
                              </p:par>
                            </p:childTnLst>
                          </p:cTn>
                        </p:par>
                        <p:par>
                          <p:cTn id="348" fill="hold">
                            <p:stCondLst>
                              <p:cond delay="2180"/>
                            </p:stCondLst>
                            <p:childTnLst>
                              <p:par>
                                <p:cTn id="349" nodeType="afterEffect" fill="hold" presetClass="exit" presetID="9">
                                  <p:stCondLst>
                                    <p:cond delay="1000"/>
                                  </p:stCondLst>
                                  <p:childTnLst>
                                    <p:animEffect filter="dissolve" transition="out">
                                      <p:cBhvr additive="repl">
                                        <p:cTn id="350" dur="500"/>
                                        <p:tgtEl>
                                          <p:spTgt spid="165"/>
                                        </p:tgtEl>
                                      </p:cBhvr>
                                    </p:animEffect>
                                    <p:set>
                                      <p:cBhvr>
                                        <p:cTn id="351" dur="1" fill="hold">
                                          <p:stCondLst>
                                            <p:cond delay="499"/>
                                          </p:stCondLst>
                                        </p:cTn>
                                        <p:tgtEl>
                                          <p:spTgt spid="165"/>
                                        </p:tgtEl>
                                        <p:attrNameLst>
                                          <p:attrName>style.visibility</p:attrName>
                                        </p:attrNameLst>
                                      </p:cBhvr>
                                      <p:to>
                                        <p:strVal val="hidden"/>
                                      </p:to>
                                    </p:set>
                                  </p:childTnLst>
                                </p:cTn>
                              </p:par>
                            </p:childTnLst>
                          </p:cTn>
                        </p:par>
                        <p:par>
                          <p:cTn id="352" fill="hold">
                            <p:stCondLst>
                              <p:cond delay="3680"/>
                            </p:stCondLst>
                            <p:childTnLst>
                              <p:par>
                                <p:cTn id="353" nodeType="afterEffect" fill="hold" presetClass="exit" presetID="1">
                                  <p:stCondLst>
                                    <p:cond delay="0"/>
                                  </p:stCondLst>
                                  <p:iterate type="lt">
                                    <p:tmAbs val="0"/>
                                  </p:iterate>
                                  <p:childTnLst>
                                    <p:set>
                                      <p:cBhvr>
                                        <p:cTn id="354" dur="1" fill="hold">
                                          <p:stCondLst>
                                            <p:cond delay="0"/>
                                          </p:stCondLst>
                                        </p:cTn>
                                        <p:tgtEl>
                                          <p:spTgt spid="166"/>
                                        </p:tgtEl>
                                        <p:attrNameLst>
                                          <p:attrName>style.visibility</p:attrName>
                                        </p:attrNameLst>
                                      </p:cBhvr>
                                      <p:to>
                                        <p:strVal val="hidden"/>
                                      </p:to>
                                    </p:set>
                                  </p:childTnLst>
                                </p:cTn>
                              </p:par>
                            </p:childTnLst>
                          </p:cTn>
                        </p:par>
                        <p:par>
                          <p:cTn id="355" fill="hold">
                            <p:stCondLst>
                              <p:cond delay="3680"/>
                            </p:stCondLst>
                            <p:childTnLst>
                              <p:par>
                                <p:cTn id="356" nodeType="afterEffect" fill="hold" presetClass="entr" presetID="1">
                                  <p:stCondLst>
                                    <p:cond delay="0"/>
                                  </p:stCondLst>
                                  <p:childTnLst>
                                    <p:set>
                                      <p:cBhvr>
                                        <p:cTn id="357" dur="1" fill="hold">
                                          <p:stCondLst>
                                            <p:cond delay="0"/>
                                          </p:stCondLst>
                                        </p:cTn>
                                        <p:tgtEl>
                                          <p:spTgt spid="171"/>
                                        </p:tgtEl>
                                        <p:attrNameLst>
                                          <p:attrName>style.visibility</p:attrName>
                                        </p:attrNameLst>
                                      </p:cBhvr>
                                      <p:to>
                                        <p:strVal val="visible"/>
                                      </p:to>
                                    </p:set>
                                  </p:childTnLst>
                                </p:cTn>
                              </p:par>
                            </p:childTnLst>
                          </p:cTn>
                        </p:par>
                        <p:par>
                          <p:cTn id="358" fill="hold">
                            <p:stCondLst>
                              <p:cond delay="3680"/>
                            </p:stCondLst>
                            <p:childTnLst>
                              <p:par>
                                <p:cTn id="359" nodeType="afterEffect" fill="hold" presetClass="entr" presetID="1">
                                  <p:stCondLst>
                                    <p:cond delay="0"/>
                                  </p:stCondLst>
                                  <p:childTnLst>
                                    <p:set>
                                      <p:cBhvr>
                                        <p:cTn id="360" dur="1" fill="hold">
                                          <p:stCondLst>
                                            <p:cond delay="0"/>
                                          </p:stCondLst>
                                        </p:cTn>
                                        <p:tgtEl>
                                          <p:spTgt spid="172"/>
                                        </p:tgtEl>
                                        <p:attrNameLst>
                                          <p:attrName>style.visibility</p:attrName>
                                        </p:attrNameLst>
                                      </p:cBhvr>
                                      <p:to>
                                        <p:strVal val="visible"/>
                                      </p:to>
                                    </p:set>
                                  </p:childTnLst>
                                </p:cTn>
                              </p:par>
                            </p:childTnLst>
                          </p:cTn>
                        </p:par>
                        <p:par>
                          <p:cTn id="361" fill="hold">
                            <p:stCondLst>
                              <p:cond delay="3680"/>
                            </p:stCondLst>
                            <p:childTnLst>
                              <p:par>
                                <p:cTn id="362" nodeType="afterEffect" fill="hold" presetClass="exit" presetID="1">
                                  <p:stCondLst>
                                    <p:cond delay="1000"/>
                                  </p:stCondLst>
                                  <p:childTnLst>
                                    <p:set>
                                      <p:cBhvr>
                                        <p:cTn id="363" dur="1" fill="hold">
                                          <p:stCondLst>
                                            <p:cond delay="0"/>
                                          </p:stCondLst>
                                        </p:cTn>
                                        <p:tgtEl>
                                          <p:spTgt spid="171"/>
                                        </p:tgtEl>
                                        <p:attrNameLst>
                                          <p:attrName>style.visibility</p:attrName>
                                        </p:attrNameLst>
                                      </p:cBhvr>
                                      <p:to>
                                        <p:strVal val="hidden"/>
                                      </p:to>
                                    </p:set>
                                  </p:childTnLst>
                                </p:cTn>
                              </p:par>
                            </p:childTnLst>
                          </p:cTn>
                        </p:par>
                        <p:par>
                          <p:cTn id="364" fill="hold">
                            <p:stCondLst>
                              <p:cond delay="4680"/>
                            </p:stCondLst>
                            <p:childTnLst>
                              <p:par>
                                <p:cTn id="365" nodeType="afterEffect" fill="hold" presetClass="exit" presetID="9">
                                  <p:stCondLst>
                                    <p:cond delay="0"/>
                                  </p:stCondLst>
                                  <p:childTnLst>
                                    <p:animEffect filter="dissolve" transition="out">
                                      <p:cBhvr additive="repl">
                                        <p:cTn id="366" dur="500"/>
                                        <p:tgtEl>
                                          <p:spTgt spid="172"/>
                                        </p:tgtEl>
                                      </p:cBhvr>
                                    </p:animEffect>
                                    <p:set>
                                      <p:cBhvr>
                                        <p:cTn id="367" dur="1" fill="hold">
                                          <p:stCondLst>
                                            <p:cond delay="499"/>
                                          </p:stCondLst>
                                        </p:cTn>
                                        <p:tgtEl>
                                          <p:spTgt spid="172"/>
                                        </p:tgtEl>
                                        <p:attrNameLst>
                                          <p:attrName>style.visibility</p:attrName>
                                        </p:attrNameLst>
                                      </p:cBhvr>
                                      <p:to>
                                        <p:strVal val="hidden"/>
                                      </p:to>
                                    </p:set>
                                  </p:childTnLst>
                                </p:cTn>
                              </p:par>
                            </p:childTnLst>
                          </p:cTn>
                        </p:par>
                        <p:par>
                          <p:cTn id="368" fill="hold">
                            <p:stCondLst>
                              <p:cond delay="5180"/>
                            </p:stCondLst>
                            <p:childTnLst>
                              <p:par>
                                <p:cTn id="369" nodeType="afterEffect" fill="hold" presetClass="path" presetID="0">
                                  <p:stCondLst>
                                    <p:cond delay="0"/>
                                  </p:stCondLst>
                                  <p:childTnLst>
                                    <p:animMotion origin="layout" path="M 0.45 0.02219 L 0.45 0.05549 E">
                                      <p:cBhvr>
                                        <p:cTn id="370" dur="2000" fill="hold"/>
                                        <p:tgtEl>
                                          <p:spTgt spid="173"/>
                                        </p:tgtEl>
                                      </p:cBhvr>
                                    </p:animMotion>
                                  </p:childTnLst>
                                </p:cTn>
                              </p:par>
                            </p:childTnLst>
                          </p:cTn>
                        </p:par>
                        <p:par>
                          <p:cTn id="371" fill="hold">
                            <p:stCondLst>
                              <p:cond delay="7180"/>
                            </p:stCondLst>
                            <p:childTnLst>
                              <p:par>
                                <p:cTn id="372" nodeType="afterEffect" fill="hold" presetClass="path" presetID="0">
                                  <p:stCondLst>
                                    <p:cond delay="0"/>
                                  </p:stCondLst>
                                  <p:childTnLst>
                                    <p:animMotion origin="layout" path="M 0.45 0.05549 L 0.7 -0.0444 E">
                                      <p:cBhvr>
                                        <p:cTn id="373" dur="2000" fill="hold"/>
                                        <p:tgtEl>
                                          <p:spTgt spid="173"/>
                                        </p:tgtEl>
                                      </p:cBhvr>
                                    </p:animMotion>
                                  </p:childTnLst>
                                </p:cTn>
                              </p:par>
                            </p:childTnLst>
                          </p:cTn>
                        </p:par>
                        <p:par>
                          <p:cTn id="374" fill="hold">
                            <p:stCondLst>
                              <p:cond delay="9180"/>
                            </p:stCondLst>
                            <p:childTnLst>
                              <p:par>
                                <p:cTn id="375" nodeType="afterEffect" fill="hold" presetClass="path" presetID="0">
                                  <p:stCondLst>
                                    <p:cond delay="0"/>
                                  </p:stCondLst>
                                  <p:childTnLst>
                                    <p:animMotion origin="layout" path="M 0.69999 -0.0444 L 0.88333 0.04439 E">
                                      <p:cBhvr>
                                        <p:cTn id="376" dur="500" fill="hold"/>
                                        <p:tgtEl>
                                          <p:spTgt spid="173"/>
                                        </p:tgtEl>
                                      </p:cBhvr>
                                    </p:animMotion>
                                  </p:childTnLst>
                                </p:cTn>
                              </p:par>
                              <p:set>
                                <p:cBhvr>
                                  <p:cTn id="377" dur="1" fill="hold">
                                    <p:stCondLst>
                                      <p:cond evt="end">
                                        <p:tn val="375"/>
                                      </p:cond>
                                    </p:stCondLst>
                                  </p:cTn>
                                  <p:tgtEl>
                                    <p:spTgt spid="173"/>
                                  </p:tgtEl>
                                  <p:attrNameLst>
                                    <p:attrName>style.visibility</p:attrName>
                                  </p:attrNameLst>
                                </p:cBhvr>
                                <p:to>
                                  <p:strVal val="hidden"/>
                                </p:to>
                              </p:set>
                            </p:childTnLst>
                          </p:cTn>
                        </p:par>
                        <p:par>
                          <p:cTn id="378" fill="hold">
                            <p:stCondLst>
                              <p:cond delay="9680"/>
                            </p:stCondLst>
                            <p:childTnLst>
                              <p:par>
                                <p:cTn id="379" nodeType="afterEffect" fill="hold" presetClass="entr" presetID="9">
                                  <p:stCondLst>
                                    <p:cond delay="0"/>
                                  </p:stCondLst>
                                  <p:childTnLst>
                                    <p:set>
                                      <p:cBhvr>
                                        <p:cTn id="380" dur="1" fill="hold">
                                          <p:stCondLst>
                                            <p:cond delay="0"/>
                                          </p:stCondLst>
                                        </p:cTn>
                                        <p:tgtEl>
                                          <p:spTgt spid="174"/>
                                        </p:tgtEl>
                                        <p:attrNameLst>
                                          <p:attrName>style.visibility</p:attrName>
                                        </p:attrNameLst>
                                      </p:cBhvr>
                                      <p:to>
                                        <p:strVal val="visible"/>
                                      </p:to>
                                    </p:set>
                                    <p:animEffect filter="dissolve" transition="in">
                                      <p:cBhvr additive="repl">
                                        <p:cTn id="381" dur="500"/>
                                        <p:tgtEl>
                                          <p:spTgt spid="174"/>
                                        </p:tgtEl>
                                      </p:cBhvr>
                                    </p:animEffect>
                                  </p:childTnLst>
                                </p:cTn>
                              </p:par>
                            </p:childTnLst>
                          </p:cTn>
                        </p:par>
                        <p:par>
                          <p:cTn id="382" fill="hold">
                            <p:stCondLst>
                              <p:cond delay="10180"/>
                            </p:stCondLst>
                            <p:childTnLst>
                              <p:par>
                                <p:cTn id="383" nodeType="afterEffect" fill="hold" presetClass="exit" presetID="1">
                                  <p:stCondLst>
                                    <p:cond delay="0"/>
                                  </p:stCondLst>
                                  <p:childTnLst>
                                    <p:set>
                                      <p:cBhvr>
                                        <p:cTn id="384" dur="1" fill="hold">
                                          <p:stCondLst>
                                            <p:cond delay="0"/>
                                          </p:stCondLst>
                                        </p:cTn>
                                        <p:tgtEl>
                                          <p:spTgt spid="174"/>
                                        </p:tgtEl>
                                        <p:attrNameLst>
                                          <p:attrName>style.visibility</p:attrName>
                                        </p:attrNameLst>
                                      </p:cBhvr>
                                      <p:to>
                                        <p:strVal val="hidden"/>
                                      </p:to>
                                    </p:set>
                                  </p:childTnLst>
                                </p:cTn>
                              </p:par>
                            </p:childTnLst>
                          </p:cTn>
                        </p:par>
                        <p:par>
                          <p:cTn id="385" fill="hold">
                            <p:stCondLst>
                              <p:cond delay="10180"/>
                            </p:stCondLst>
                            <p:childTnLst>
                              <p:par>
                                <p:cTn id="386" nodeType="afterEffect" fill="hold" presetClass="entr" presetID="9">
                                  <p:stCondLst>
                                    <p:cond delay="0"/>
                                  </p:stCondLst>
                                  <p:childTnLst>
                                    <p:set>
                                      <p:cBhvr>
                                        <p:cTn id="387" dur="1" fill="hold">
                                          <p:stCondLst>
                                            <p:cond delay="0"/>
                                          </p:stCondLst>
                                        </p:cTn>
                                        <p:tgtEl>
                                          <p:spTgt spid="175"/>
                                        </p:tgtEl>
                                        <p:attrNameLst>
                                          <p:attrName>style.visibility</p:attrName>
                                        </p:attrNameLst>
                                      </p:cBhvr>
                                      <p:to>
                                        <p:strVal val="visible"/>
                                      </p:to>
                                    </p:set>
                                    <p:animEffect filter="dissolve" transition="in">
                                      <p:cBhvr additive="repl">
                                        <p:cTn id="388" dur="500"/>
                                        <p:tgtEl>
                                          <p:spTgt spid="175"/>
                                        </p:tgtEl>
                                      </p:cBhvr>
                                    </p:animEffect>
                                  </p:childTnLst>
                                </p:cTn>
                              </p:par>
                            </p:childTnLst>
                          </p:cTn>
                        </p:par>
                        <p:par>
                          <p:cTn id="389" fill="hold">
                            <p:stCondLst>
                              <p:cond delay="10680"/>
                            </p:stCondLst>
                            <p:childTnLst>
                              <p:par>
                                <p:cTn id="390" nodeType="afterEffect" fill="hold" presetClass="exit" presetID="1">
                                  <p:stCondLst>
                                    <p:cond delay="0"/>
                                  </p:stCondLst>
                                  <p:childTnLst>
                                    <p:set>
                                      <p:cBhvr>
                                        <p:cTn id="391" dur="1" fill="hold">
                                          <p:stCondLst>
                                            <p:cond delay="0"/>
                                          </p:stCondLst>
                                        </p:cTn>
                                        <p:tgtEl>
                                          <p:spTgt spid="175"/>
                                        </p:tgtEl>
                                        <p:attrNameLst>
                                          <p:attrName>style.visibility</p:attrName>
                                        </p:attrNameLst>
                                      </p:cBhvr>
                                      <p:to>
                                        <p:strVal val="hidden"/>
                                      </p:to>
                                    </p:set>
                                  </p:childTnLst>
                                </p:cTn>
                              </p:par>
                            </p:childTnLst>
                          </p:cTn>
                        </p:par>
                        <p:par>
                          <p:cTn id="392" fill="hold">
                            <p:stCondLst>
                              <p:cond delay="10680"/>
                            </p:stCondLst>
                            <p:childTnLst>
                              <p:par>
                                <p:cTn id="393" nodeType="afterEffect" fill="hold" presetClass="entr" presetID="9">
                                  <p:stCondLst>
                                    <p:cond delay="0"/>
                                  </p:stCondLst>
                                  <p:childTnLst>
                                    <p:set>
                                      <p:cBhvr>
                                        <p:cTn id="394" dur="1" fill="hold">
                                          <p:stCondLst>
                                            <p:cond delay="0"/>
                                          </p:stCondLst>
                                        </p:cTn>
                                        <p:tgtEl>
                                          <p:spTgt spid="176"/>
                                        </p:tgtEl>
                                        <p:attrNameLst>
                                          <p:attrName>style.visibility</p:attrName>
                                        </p:attrNameLst>
                                      </p:cBhvr>
                                      <p:to>
                                        <p:strVal val="visible"/>
                                      </p:to>
                                    </p:set>
                                    <p:animEffect filter="dissolve" transition="in">
                                      <p:cBhvr additive="repl">
                                        <p:cTn id="395" dur="500"/>
                                        <p:tgtEl>
                                          <p:spTgt spid="176"/>
                                        </p:tgtEl>
                                      </p:cBhvr>
                                    </p:animEffect>
                                  </p:childTnLst>
                                </p:cTn>
                              </p:par>
                            </p:childTnLst>
                          </p:cTn>
                        </p:par>
                        <p:par>
                          <p:cTn id="396" fill="hold">
                            <p:stCondLst>
                              <p:cond delay="11180"/>
                            </p:stCondLst>
                            <p:childTnLst>
                              <p:par>
                                <p:cTn id="397" nodeType="afterEffect" fill="hold" presetClass="exit" presetID="1">
                                  <p:stCondLst>
                                    <p:cond delay="0"/>
                                  </p:stCondLst>
                                  <p:childTnLst>
                                    <p:set>
                                      <p:cBhvr>
                                        <p:cTn id="398" dur="1" fill="hold">
                                          <p:stCondLst>
                                            <p:cond delay="0"/>
                                          </p:stCondLst>
                                        </p:cTn>
                                        <p:tgtEl>
                                          <p:spTgt spid="176"/>
                                        </p:tgtEl>
                                        <p:attrNameLst>
                                          <p:attrName>style.visibility</p:attrName>
                                        </p:attrNameLst>
                                      </p:cBhvr>
                                      <p:to>
                                        <p:strVal val="hidden"/>
                                      </p:to>
                                    </p:set>
                                  </p:childTnLst>
                                </p:cTn>
                              </p:par>
                            </p:childTnLst>
                          </p:cTn>
                        </p:par>
                        <p:par>
                          <p:cTn id="399" fill="hold">
                            <p:stCondLst>
                              <p:cond delay="11180"/>
                            </p:stCondLst>
                            <p:childTnLst>
                              <p:par>
                                <p:cTn id="400" nodeType="afterEffect" fill="hold" presetClass="entr" presetID="9">
                                  <p:stCondLst>
                                    <p:cond delay="0"/>
                                  </p:stCondLst>
                                  <p:childTnLst>
                                    <p:set>
                                      <p:cBhvr>
                                        <p:cTn id="401" dur="1" fill="hold">
                                          <p:stCondLst>
                                            <p:cond delay="0"/>
                                          </p:stCondLst>
                                        </p:cTn>
                                        <p:tgtEl>
                                          <p:spTgt spid="177"/>
                                        </p:tgtEl>
                                        <p:attrNameLst>
                                          <p:attrName>style.visibility</p:attrName>
                                        </p:attrNameLst>
                                      </p:cBhvr>
                                      <p:to>
                                        <p:strVal val="visible"/>
                                      </p:to>
                                    </p:set>
                                    <p:animEffect filter="dissolve" transition="in">
                                      <p:cBhvr additive="repl">
                                        <p:cTn id="402" dur="500"/>
                                        <p:tgtEl>
                                          <p:spTgt spid="177"/>
                                        </p:tgtEl>
                                      </p:cBhvr>
                                    </p:animEffect>
                                  </p:childTnLst>
                                </p:cTn>
                              </p:par>
                            </p:childTnLst>
                          </p:cTn>
                        </p:par>
                        <p:par>
                          <p:cTn id="403" fill="hold">
                            <p:stCondLst>
                              <p:cond delay="11680"/>
                            </p:stCondLst>
                            <p:childTnLst>
                              <p:par>
                                <p:cTn id="404" nodeType="afterEffect" fill="hold" presetClass="exit" presetID="1">
                                  <p:stCondLst>
                                    <p:cond delay="0"/>
                                  </p:stCondLst>
                                  <p:childTnLst>
                                    <p:set>
                                      <p:cBhvr>
                                        <p:cTn id="405" dur="1" fill="hold">
                                          <p:stCondLst>
                                            <p:cond delay="0"/>
                                          </p:stCondLst>
                                        </p:cTn>
                                        <p:tgtEl>
                                          <p:spTgt spid="177"/>
                                        </p:tgtEl>
                                        <p:attrNameLst>
                                          <p:attrName>style.visibility</p:attrName>
                                        </p:attrNameLst>
                                      </p:cBhvr>
                                      <p:to>
                                        <p:strVal val="hidden"/>
                                      </p:to>
                                    </p:set>
                                  </p:childTnLst>
                                </p:cTn>
                              </p:par>
                            </p:childTnLst>
                          </p:cTn>
                        </p:par>
                        <p:par>
                          <p:cTn id="406" fill="hold">
                            <p:stCondLst>
                              <p:cond delay="11680"/>
                            </p:stCondLst>
                            <p:childTnLst>
                              <p:par>
                                <p:cTn id="407" nodeType="afterEffect" fill="hold" presetClass="entr" presetID="9">
                                  <p:stCondLst>
                                    <p:cond delay="0"/>
                                  </p:stCondLst>
                                  <p:childTnLst>
                                    <p:set>
                                      <p:cBhvr>
                                        <p:cTn id="408" dur="1" fill="hold">
                                          <p:stCondLst>
                                            <p:cond delay="0"/>
                                          </p:stCondLst>
                                        </p:cTn>
                                        <p:tgtEl>
                                          <p:spTgt spid="178"/>
                                        </p:tgtEl>
                                        <p:attrNameLst>
                                          <p:attrName>style.visibility</p:attrName>
                                        </p:attrNameLst>
                                      </p:cBhvr>
                                      <p:to>
                                        <p:strVal val="visible"/>
                                      </p:to>
                                    </p:set>
                                    <p:animEffect filter="dissolve" transition="in">
                                      <p:cBhvr additive="repl">
                                        <p:cTn id="409" dur="500"/>
                                        <p:tgtEl>
                                          <p:spTgt spid="178"/>
                                        </p:tgtEl>
                                      </p:cBhvr>
                                    </p:animEffect>
                                  </p:childTnLst>
                                </p:cTn>
                              </p:par>
                            </p:childTnLst>
                          </p:cTn>
                        </p:par>
                        <p:par>
                          <p:cTn id="410" fill="hold">
                            <p:stCondLst>
                              <p:cond delay="12180"/>
                            </p:stCondLst>
                            <p:childTnLst>
                              <p:par>
                                <p:cTn id="411" nodeType="afterEffect" fill="hold" presetClass="exit" presetID="1">
                                  <p:stCondLst>
                                    <p:cond delay="0"/>
                                  </p:stCondLst>
                                  <p:childTnLst>
                                    <p:set>
                                      <p:cBhvr>
                                        <p:cTn id="412" dur="1" fill="hold">
                                          <p:stCondLst>
                                            <p:cond delay="0"/>
                                          </p:stCondLst>
                                        </p:cTn>
                                        <p:tgtEl>
                                          <p:spTgt spid="178"/>
                                        </p:tgtEl>
                                        <p:attrNameLst>
                                          <p:attrName>style.visibility</p:attrName>
                                        </p:attrNameLst>
                                      </p:cBhvr>
                                      <p:to>
                                        <p:strVal val="hidden"/>
                                      </p:to>
                                    </p:set>
                                  </p:childTnLst>
                                </p:cTn>
                              </p:par>
                            </p:childTnLst>
                          </p:cTn>
                        </p:par>
                        <p:par>
                          <p:cTn id="413" fill="hold">
                            <p:stCondLst>
                              <p:cond delay="12180"/>
                            </p:stCondLst>
                            <p:childTnLst>
                              <p:par>
                                <p:cTn id="414" nodeType="afterEffect" fill="hold" presetClass="entr" presetID="9">
                                  <p:stCondLst>
                                    <p:cond delay="0"/>
                                  </p:stCondLst>
                                  <p:childTnLst>
                                    <p:set>
                                      <p:cBhvr>
                                        <p:cTn id="415" dur="1" fill="hold">
                                          <p:stCondLst>
                                            <p:cond delay="0"/>
                                          </p:stCondLst>
                                        </p:cTn>
                                        <p:tgtEl>
                                          <p:spTgt spid="179"/>
                                        </p:tgtEl>
                                        <p:attrNameLst>
                                          <p:attrName>style.visibility</p:attrName>
                                        </p:attrNameLst>
                                      </p:cBhvr>
                                      <p:to>
                                        <p:strVal val="visible"/>
                                      </p:to>
                                    </p:set>
                                    <p:animEffect filter="dissolve" transition="in">
                                      <p:cBhvr additive="repl">
                                        <p:cTn id="416" dur="500"/>
                                        <p:tgtEl>
                                          <p:spTgt spid="179"/>
                                        </p:tgtEl>
                                      </p:cBhvr>
                                    </p:animEffect>
                                  </p:childTnLst>
                                </p:cTn>
                              </p:par>
                            </p:childTnLst>
                          </p:cTn>
                        </p:par>
                        <p:par>
                          <p:cTn id="417" fill="hold">
                            <p:stCondLst>
                              <p:cond delay="12680"/>
                            </p:stCondLst>
                            <p:childTnLst>
                              <p:par>
                                <p:cTn id="418" nodeType="afterEffect" fill="hold" presetClass="exit" presetID="1">
                                  <p:stCondLst>
                                    <p:cond delay="0"/>
                                  </p:stCondLst>
                                  <p:childTnLst>
                                    <p:set>
                                      <p:cBhvr>
                                        <p:cTn id="419" dur="1" fill="hold">
                                          <p:stCondLst>
                                            <p:cond delay="0"/>
                                          </p:stCondLst>
                                        </p:cTn>
                                        <p:tgtEl>
                                          <p:spTgt spid="179"/>
                                        </p:tgtEl>
                                        <p:attrNameLst>
                                          <p:attrName>style.visibility</p:attrName>
                                        </p:attrNameLst>
                                      </p:cBhvr>
                                      <p:to>
                                        <p:strVal val="hidden"/>
                                      </p:to>
                                    </p:set>
                                  </p:childTnLst>
                                </p:cTn>
                              </p:par>
                            </p:childTnLst>
                          </p:cTn>
                        </p:par>
                        <p:par>
                          <p:cTn id="420" fill="hold">
                            <p:stCondLst>
                              <p:cond delay="12680"/>
                            </p:stCondLst>
                            <p:childTnLst>
                              <p:par>
                                <p:cTn id="421" nodeType="afterEffect" fill="hold" presetClass="entr" presetID="9">
                                  <p:stCondLst>
                                    <p:cond delay="0"/>
                                  </p:stCondLst>
                                  <p:childTnLst>
                                    <p:set>
                                      <p:cBhvr>
                                        <p:cTn id="422" dur="1" fill="hold">
                                          <p:stCondLst>
                                            <p:cond delay="0"/>
                                          </p:stCondLst>
                                        </p:cTn>
                                        <p:tgtEl>
                                          <p:spTgt spid="180"/>
                                        </p:tgtEl>
                                        <p:attrNameLst>
                                          <p:attrName>style.visibility</p:attrName>
                                        </p:attrNameLst>
                                      </p:cBhvr>
                                      <p:to>
                                        <p:strVal val="visible"/>
                                      </p:to>
                                    </p:set>
                                    <p:animEffect filter="dissolve" transition="in">
                                      <p:cBhvr additive="repl">
                                        <p:cTn id="423" dur="500"/>
                                        <p:tgtEl>
                                          <p:spTgt spid="180"/>
                                        </p:tgtEl>
                                      </p:cBhvr>
                                    </p:animEffect>
                                  </p:childTnLst>
                                </p:cTn>
                              </p:par>
                            </p:childTnLst>
                          </p:cTn>
                        </p:par>
                        <p:par>
                          <p:cTn id="424" fill="hold">
                            <p:stCondLst>
                              <p:cond delay="13180"/>
                            </p:stCondLst>
                            <p:childTnLst>
                              <p:par>
                                <p:cTn id="425" nodeType="afterEffect" fill="hold" presetClass="exit" presetID="1">
                                  <p:stCondLst>
                                    <p:cond delay="0"/>
                                  </p:stCondLst>
                                  <p:childTnLst>
                                    <p:set>
                                      <p:cBhvr>
                                        <p:cTn id="426" dur="1" fill="hold">
                                          <p:stCondLst>
                                            <p:cond delay="0"/>
                                          </p:stCondLst>
                                        </p:cTn>
                                        <p:tgtEl>
                                          <p:spTgt spid="180"/>
                                        </p:tgtEl>
                                        <p:attrNameLst>
                                          <p:attrName>style.visibility</p:attrName>
                                        </p:attrNameLst>
                                      </p:cBhvr>
                                      <p:to>
                                        <p:strVal val="hidden"/>
                                      </p:to>
                                    </p:set>
                                  </p:childTnLst>
                                </p:cTn>
                              </p:par>
                            </p:childTnLst>
                          </p:cTn>
                        </p:par>
                        <p:par>
                          <p:cTn id="427" fill="hold">
                            <p:stCondLst>
                              <p:cond delay="13180"/>
                            </p:stCondLst>
                            <p:childTnLst>
                              <p:par>
                                <p:cTn id="428" nodeType="afterEffect" fill="hold" presetClass="entr" presetID="9">
                                  <p:stCondLst>
                                    <p:cond delay="0"/>
                                  </p:stCondLst>
                                  <p:childTnLst>
                                    <p:set>
                                      <p:cBhvr>
                                        <p:cTn id="429" dur="1" fill="hold">
                                          <p:stCondLst>
                                            <p:cond delay="0"/>
                                          </p:stCondLst>
                                        </p:cTn>
                                        <p:tgtEl>
                                          <p:spTgt spid="181"/>
                                        </p:tgtEl>
                                        <p:attrNameLst>
                                          <p:attrName>style.visibility</p:attrName>
                                        </p:attrNameLst>
                                      </p:cBhvr>
                                      <p:to>
                                        <p:strVal val="visible"/>
                                      </p:to>
                                    </p:set>
                                    <p:animEffect filter="dissolve" transition="in">
                                      <p:cBhvr additive="repl">
                                        <p:cTn id="430" dur="500"/>
                                        <p:tgtEl>
                                          <p:spTgt spid="181"/>
                                        </p:tgtEl>
                                      </p:cBhvr>
                                    </p:animEffect>
                                  </p:childTnLst>
                                </p:cTn>
                              </p:par>
                            </p:childTnLst>
                          </p:cTn>
                        </p:par>
                        <p:par>
                          <p:cTn id="431" fill="hold">
                            <p:stCondLst>
                              <p:cond delay="13680"/>
                            </p:stCondLst>
                            <p:childTnLst>
                              <p:par>
                                <p:cTn id="432" nodeType="afterEffect" fill="hold" presetClass="exit" presetID="1">
                                  <p:stCondLst>
                                    <p:cond delay="0"/>
                                  </p:stCondLst>
                                  <p:childTnLst>
                                    <p:set>
                                      <p:cBhvr>
                                        <p:cTn id="433" dur="1" fill="hold">
                                          <p:stCondLst>
                                            <p:cond delay="0"/>
                                          </p:stCondLst>
                                        </p:cTn>
                                        <p:tgtEl>
                                          <p:spTgt spid="181"/>
                                        </p:tgtEl>
                                        <p:attrNameLst>
                                          <p:attrName>style.visibility</p:attrName>
                                        </p:attrNameLst>
                                      </p:cBhvr>
                                      <p:to>
                                        <p:strVal val="hidden"/>
                                      </p:to>
                                    </p:set>
                                  </p:childTnLst>
                                </p:cTn>
                              </p:par>
                            </p:childTnLst>
                          </p:cTn>
                        </p:par>
                        <p:par>
                          <p:cTn id="434" fill="hold">
                            <p:stCondLst>
                              <p:cond delay="13680"/>
                            </p:stCondLst>
                            <p:childTnLst>
                              <p:par>
                                <p:cTn id="435" nodeType="afterEffect" fill="hold" presetClass="entr" presetID="9">
                                  <p:stCondLst>
                                    <p:cond delay="0"/>
                                  </p:stCondLst>
                                  <p:childTnLst>
                                    <p:set>
                                      <p:cBhvr>
                                        <p:cTn id="436" dur="1" fill="hold">
                                          <p:stCondLst>
                                            <p:cond delay="0"/>
                                          </p:stCondLst>
                                        </p:cTn>
                                        <p:tgtEl>
                                          <p:spTgt spid="182"/>
                                        </p:tgtEl>
                                        <p:attrNameLst>
                                          <p:attrName>style.visibility</p:attrName>
                                        </p:attrNameLst>
                                      </p:cBhvr>
                                      <p:to>
                                        <p:strVal val="visible"/>
                                      </p:to>
                                    </p:set>
                                    <p:animEffect filter="dissolve" transition="in">
                                      <p:cBhvr additive="repl">
                                        <p:cTn id="437" dur="500"/>
                                        <p:tgtEl>
                                          <p:spTgt spid="182"/>
                                        </p:tgtEl>
                                      </p:cBhvr>
                                    </p:animEffect>
                                  </p:childTnLst>
                                </p:cTn>
                              </p:par>
                            </p:childTnLst>
                          </p:cTn>
                        </p:par>
                        <p:par>
                          <p:cTn id="438" fill="hold">
                            <p:stCondLst>
                              <p:cond delay="14180"/>
                            </p:stCondLst>
                            <p:childTnLst>
                              <p:par>
                                <p:cTn id="439" nodeType="afterEffect" fill="hold" presetClass="exit" presetID="1">
                                  <p:stCondLst>
                                    <p:cond delay="0"/>
                                  </p:stCondLst>
                                  <p:childTnLst>
                                    <p:set>
                                      <p:cBhvr>
                                        <p:cTn id="440" dur="1" fill="hold">
                                          <p:stCondLst>
                                            <p:cond delay="0"/>
                                          </p:stCondLst>
                                        </p:cTn>
                                        <p:tgtEl>
                                          <p:spTgt spid="182"/>
                                        </p:tgtEl>
                                        <p:attrNameLst>
                                          <p:attrName>style.visibility</p:attrName>
                                        </p:attrNameLst>
                                      </p:cBhvr>
                                      <p:to>
                                        <p:strVal val="hidden"/>
                                      </p:to>
                                    </p:set>
                                  </p:childTnLst>
                                </p:cTn>
                              </p:par>
                            </p:childTnLst>
                          </p:cTn>
                        </p:par>
                        <p:par>
                          <p:cTn id="441" fill="hold">
                            <p:stCondLst>
                              <p:cond delay="14180"/>
                            </p:stCondLst>
                            <p:childTnLst>
                              <p:par>
                                <p:cTn id="442" nodeType="afterEffect" fill="hold" presetClass="entr" presetID="27">
                                  <p:stCondLst>
                                    <p:cond delay="0"/>
                                  </p:stCondLst>
                                  <p:iterate type="lt">
                                    <p:tmAbs val="40"/>
                                  </p:iterate>
                                  <p:childTnLst>
                                    <p:set>
                                      <p:cBhvr>
                                        <p:cTn id="443" dur="1" fill="hold">
                                          <p:stCondLst>
                                            <p:cond delay="0"/>
                                          </p:stCondLst>
                                        </p:cTn>
                                        <p:tgtEl>
                                          <p:spTgt spid="183"/>
                                        </p:tgtEl>
                                        <p:attrNameLst>
                                          <p:attrName>style.visibility</p:attrName>
                                        </p:attrNameLst>
                                      </p:cBhvr>
                                      <p:to>
                                        <p:strVal val="visible"/>
                                      </p:to>
                                    </p:set>
                                    <p:anim calcmode="discrete" valueType="clr">
                                      <p:cBhvr additive="repl">
                                        <p:cTn id="444" dur="80"/>
                                        <p:tgtEl>
                                          <p:spTgt spid="183"/>
                                        </p:tgtEl>
                                        <p:attrNameLst>
                                          <p:attrName>style.color</p:attrName>
                                        </p:attrNameLst>
                                      </p:cBhvr>
                                      <p:tavLst>
                                        <p:tav tm="0">
                                          <p:val>
                                            <p:strVal val="rgb(-103,51,51)"/>
                                          </p:val>
                                        </p:tav>
                                        <p:tav tm="50000">
                                          <p:val>
                                            <p:strVal val="rgb(-103,-103,0)"/>
                                          </p:val>
                                        </p:tav>
                                      </p:tavLst>
                                    </p:anim>
                                    <p:anim calcmode="discrete" valueType="clr">
                                      <p:cBhvr additive="repl">
                                        <p:cTn id="445" dur="80"/>
                                        <p:tgtEl>
                                          <p:spTgt spid="183"/>
                                        </p:tgtEl>
                                        <p:attrNameLst>
                                          <p:attrName>fillcolor</p:attrName>
                                        </p:attrNameLst>
                                      </p:cBhvr>
                                      <p:tavLst>
                                        <p:tav tm="0">
                                          <p:val>
                                            <p:strVal val="rgb(-103,51,51)"/>
                                          </p:val>
                                        </p:tav>
                                        <p:tav tm="50000">
                                          <p:val>
                                            <p:strVal val="rgb(-103,-103,0)"/>
                                          </p:val>
                                        </p:tav>
                                      </p:tavLst>
                                    </p:anim>
                                    <p:set>
                                      <p:cBhvr>
                                        <p:cTn id="446" dur="80"/>
                                        <p:tgtEl>
                                          <p:spTgt spid="183"/>
                                        </p:tgtEl>
                                        <p:attrNameLst>
                                          <p:attrName>fill.type</p:attrName>
                                        </p:attrNameLst>
                                      </p:cBhvr>
                                      <p:to>
                                        <p:strVal val="solid"/>
                                      </p:to>
                                    </p:set>
                                  </p:childTnLst>
                                </p:cTn>
                              </p:par>
                            </p:childTnLst>
                          </p:cTn>
                        </p:par>
                        <p:par>
                          <p:cTn id="447" fill="hold">
                            <p:stCondLst>
                              <p:cond delay="14860"/>
                            </p:stCondLst>
                            <p:childTnLst>
                              <p:par>
                                <p:cTn id="448" nodeType="afterEffect" fill="hold" presetClass="exit" presetID="27">
                                  <p:stCondLst>
                                    <p:cond delay="500"/>
                                  </p:stCondLst>
                                  <p:iterate type="lt">
                                    <p:tmAbs val="40"/>
                                  </p:iterate>
                                  <p:childTnLst>
                                    <p:anim calcmode="discrete" valueType="clr">
                                      <p:cBhvr additive="repl">
                                        <p:cTn id="449" dur="80"/>
                                        <p:tgtEl>
                                          <p:spTgt spid="183"/>
                                        </p:tgtEl>
                                        <p:attrNameLst>
                                          <p:attrName>style.color</p:attrName>
                                        </p:attrNameLst>
                                      </p:cBhvr>
                                      <p:tavLst>
                                        <p:tav tm="0">
                                          <p:val>
                                            <p:strVal val="rgb(-103,-103,0)"/>
                                          </p:val>
                                        </p:tav>
                                        <p:tav tm="50000">
                                          <p:val>
                                            <p:strVal val="rgb(-103,51,51)"/>
                                          </p:val>
                                        </p:tav>
                                      </p:tavLst>
                                    </p:anim>
                                    <p:anim calcmode="discrete" valueType="clr">
                                      <p:cBhvr additive="repl">
                                        <p:cTn id="450" dur="80"/>
                                        <p:tgtEl>
                                          <p:spTgt spid="183"/>
                                        </p:tgtEl>
                                        <p:attrNameLst>
                                          <p:attrName>fillcolor</p:attrName>
                                        </p:attrNameLst>
                                      </p:cBhvr>
                                      <p:tavLst>
                                        <p:tav tm="0">
                                          <p:val>
                                            <p:strVal val="rgb(-103,-103,0)"/>
                                          </p:val>
                                        </p:tav>
                                        <p:tav tm="50000">
                                          <p:val>
                                            <p:strVal val="rgb(-103,51,51)"/>
                                          </p:val>
                                        </p:tav>
                                      </p:tavLst>
                                    </p:anim>
                                    <p:set>
                                      <p:cBhvr>
                                        <p:cTn id="451" dur="80"/>
                                        <p:tgtEl>
                                          <p:spTgt spid="183"/>
                                        </p:tgtEl>
                                        <p:attrNameLst>
                                          <p:attrName>fill.type</p:attrName>
                                        </p:attrNameLst>
                                      </p:cBhvr>
                                      <p:to>
                                        <p:strVal val="solid"/>
                                      </p:to>
                                    </p:set>
                                    <p:set>
                                      <p:cBhvr>
                                        <p:cTn id="452" dur="1" fill="hold">
                                          <p:stCondLst>
                                            <p:cond delay="79"/>
                                          </p:stCondLst>
                                        </p:cTn>
                                        <p:tgtEl>
                                          <p:spTgt spid="1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5" name="" descr=""/>
          <p:cNvPicPr/>
          <p:nvPr/>
        </p:nvPicPr>
        <p:blipFill>
          <a:blip r:embed="rId1"/>
          <a:stretch/>
        </p:blipFill>
        <p:spPr>
          <a:xfrm>
            <a:off x="0" y="0"/>
            <a:ext cx="9144000" cy="6934320"/>
          </a:xfrm>
          <a:prstGeom prst="rect">
            <a:avLst/>
          </a:prstGeom>
          <a:ln w="0">
            <a:noFill/>
          </a:ln>
        </p:spPr>
      </p:pic>
      <p:sp>
        <p:nvSpPr>
          <p:cNvPr id="186" name=""/>
          <p:cNvSpPr/>
          <p:nvPr/>
        </p:nvSpPr>
        <p:spPr>
          <a:xfrm>
            <a:off x="7467480" y="2209680"/>
            <a:ext cx="12193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u="sng">
                <a:solidFill>
                  <a:srgbClr val="009999"/>
                </a:solidFill>
                <a:uFillTx/>
                <a:latin typeface="Arial"/>
                <a:hlinkClick r:id="rId2" action="ppaction://hlinksldjump"/>
              </a:rPr>
              <a:t>-shot</a:t>
            </a:r>
            <a:endParaRPr b="0" lang="en-US" sz="1800" spc="-1" strike="noStrike">
              <a:solidFill>
                <a:srgbClr val="000000"/>
              </a:solidFill>
              <a:latin typeface="Arial"/>
            </a:endParaRPr>
          </a:p>
        </p:txBody>
      </p:sp>
      <p:sp>
        <p:nvSpPr>
          <p:cNvPr id="187" name=""/>
          <p:cNvSpPr/>
          <p:nvPr/>
        </p:nvSpPr>
        <p:spPr>
          <a:xfrm>
            <a:off x="7696080" y="1447920"/>
            <a:ext cx="533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25</a:t>
            </a:r>
            <a:endParaRPr b="0" lang="en-US" sz="1200" spc="-1" strike="noStrike">
              <a:solidFill>
                <a:srgbClr val="000000"/>
              </a:solidFill>
              <a:latin typeface="Arial"/>
            </a:endParaRPr>
          </a:p>
        </p:txBody>
      </p:sp>
      <p:sp>
        <p:nvSpPr>
          <p:cNvPr id="188" name=""/>
          <p:cNvSpPr/>
          <p:nvPr/>
        </p:nvSpPr>
        <p:spPr>
          <a:xfrm>
            <a:off x="7848720" y="1143000"/>
            <a:ext cx="6858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0</a:t>
            </a:r>
            <a:endParaRPr b="0" lang="en-US" sz="1200" spc="-1" strike="noStrike">
              <a:solidFill>
                <a:srgbClr val="000000"/>
              </a:solidFill>
              <a:latin typeface="Arial"/>
            </a:endParaRPr>
          </a:p>
        </p:txBody>
      </p:sp>
    </p:spTree>
  </p:cSld>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9" name="" descr=""/>
          <p:cNvPicPr/>
          <p:nvPr/>
        </p:nvPicPr>
        <p:blipFill>
          <a:blip r:embed="rId1"/>
          <a:stretch/>
        </p:blipFill>
        <p:spPr>
          <a:xfrm>
            <a:off x="0" y="0"/>
            <a:ext cx="9144000" cy="6861240"/>
          </a:xfrm>
          <a:prstGeom prst="rect">
            <a:avLst/>
          </a:prstGeom>
          <a:ln w="0">
            <a:noFill/>
          </a:ln>
        </p:spPr>
      </p:pic>
      <p:sp>
        <p:nvSpPr>
          <p:cNvPr id="190" name=""/>
          <p:cNvSpPr/>
          <p:nvPr/>
        </p:nvSpPr>
        <p:spPr>
          <a:xfrm>
            <a:off x="7162920" y="685800"/>
            <a:ext cx="1981080" cy="289548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91" name="" descr=""/>
          <p:cNvPicPr/>
          <p:nvPr/>
        </p:nvPicPr>
        <p:blipFill>
          <a:blip r:embed="rId2"/>
          <a:stretch/>
        </p:blipFill>
        <p:spPr>
          <a:xfrm>
            <a:off x="4495680" y="4648320"/>
            <a:ext cx="4648320" cy="1473120"/>
          </a:xfrm>
          <a:prstGeom prst="rect">
            <a:avLst/>
          </a:prstGeom>
          <a:ln w="0">
            <a:noFill/>
          </a:ln>
        </p:spPr>
      </p:pic>
      <p:sp>
        <p:nvSpPr>
          <p:cNvPr id="192" name=""/>
          <p:cNvSpPr/>
          <p:nvPr/>
        </p:nvSpPr>
        <p:spPr>
          <a:xfrm>
            <a:off x="6324480" y="5029200"/>
            <a:ext cx="20574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Don’t underestimate me!</a:t>
            </a:r>
            <a:endParaRPr b="0" lang="en-US" sz="1200" spc="-1" strike="noStrike">
              <a:solidFill>
                <a:srgbClr val="000000"/>
              </a:solidFill>
              <a:latin typeface="Arial"/>
            </a:endParaRPr>
          </a:p>
        </p:txBody>
      </p:sp>
      <p:sp>
        <p:nvSpPr>
          <p:cNvPr id="193" name=""/>
          <p:cNvSpPr/>
          <p:nvPr/>
        </p:nvSpPr>
        <p:spPr>
          <a:xfrm>
            <a:off x="4648320" y="3352680"/>
            <a:ext cx="495288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4" name=""/>
          <p:cNvSpPr/>
          <p:nvPr/>
        </p:nvSpPr>
        <p:spPr>
          <a:xfrm flipV="1">
            <a:off x="2743200" y="-1905480"/>
            <a:ext cx="0" cy="350532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5" name=""/>
          <p:cNvSpPr/>
          <p:nvPr/>
        </p:nvSpPr>
        <p:spPr>
          <a:xfrm>
            <a:off x="-1371600" y="3352680"/>
            <a:ext cx="213372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6" name=""/>
          <p:cNvSpPr/>
          <p:nvPr/>
        </p:nvSpPr>
        <p:spPr>
          <a:xfrm>
            <a:off x="2666880" y="5334120"/>
            <a:ext cx="0" cy="281916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7" name=""/>
          <p:cNvSpPr/>
          <p:nvPr/>
        </p:nvSpPr>
        <p:spPr>
          <a:xfrm>
            <a:off x="762120" y="1600200"/>
            <a:ext cx="3886200" cy="3733920"/>
          </a:xfrm>
          <a:prstGeom prst="ellipse">
            <a:avLst/>
          </a:prstGeom>
          <a:noFill/>
          <a:ln w="9360">
            <a:solidFill>
              <a:srgbClr val="ff33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98" name=""/>
          <p:cNvSpPr/>
          <p:nvPr/>
        </p:nvSpPr>
        <p:spPr>
          <a:xfrm>
            <a:off x="228600" y="7010280"/>
            <a:ext cx="1600200" cy="1881000"/>
          </a:xfrm>
          <a:prstGeom prst="rect">
            <a:avLst/>
          </a:prstGeom>
          <a:noFill/>
          <a:ln w="0">
            <a:noFill/>
          </a:ln>
        </p:spPr>
        <p:style>
          <a:lnRef idx="0"/>
          <a:fillRef idx="0"/>
          <a:effectRef idx="0"/>
          <a:fontRef idx="minor"/>
        </p:style>
        <p:txBody>
          <a:bodyPr lIns="90000" rIns="90000" tIns="46800" bIns="46800" anchor="t">
            <a:spAutoFit/>
          </a:bodyPr>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ALL RET LASER 100%</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RETURN FAST….</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CHARGED&lt;&lt; FINAL</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TARGET LOCKED</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AWAITING IGNITION+</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&lt;&lt;&lt;IGNITION PROVIDED</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AWAIT STANDBY&lt;&lt;&lt;</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FIRING&lt;&lt;&lt;&lt;</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FIRING SOLUTION++YES</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VERY, VERY, YES.</a:t>
            </a:r>
            <a:endParaRPr b="0" lang="en-US" sz="800" spc="-1" strike="noStrike">
              <a:solidFill>
                <a:srgbClr val="000000"/>
              </a:solidFill>
              <a:latin typeface="Arial"/>
            </a:endParaRPr>
          </a:p>
        </p:txBody>
      </p:sp>
      <p:sp>
        <p:nvSpPr>
          <p:cNvPr id="199" name=""/>
          <p:cNvSpPr/>
          <p:nvPr/>
        </p:nvSpPr>
        <p:spPr>
          <a:xfrm>
            <a:off x="-1066680" y="4724280"/>
            <a:ext cx="2209680" cy="12956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0" name=""/>
          <p:cNvSpPr/>
          <p:nvPr/>
        </p:nvSpPr>
        <p:spPr>
          <a:xfrm>
            <a:off x="-533520" y="4114800"/>
            <a:ext cx="1219320" cy="10666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1" name=""/>
          <p:cNvSpPr/>
          <p:nvPr/>
        </p:nvSpPr>
        <p:spPr>
          <a:xfrm>
            <a:off x="0" y="4191120"/>
            <a:ext cx="838080" cy="1143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2" name=""/>
          <p:cNvSpPr/>
          <p:nvPr/>
        </p:nvSpPr>
        <p:spPr>
          <a:xfrm>
            <a:off x="-990720" y="7924680"/>
            <a:ext cx="6858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meh</a:t>
            </a:r>
            <a:endParaRPr b="0" lang="en-US" sz="1200" spc="-1" strike="noStrike">
              <a:solidFill>
                <a:srgbClr val="000000"/>
              </a:solidFill>
              <a:latin typeface="Arial"/>
            </a:endParaRPr>
          </a:p>
        </p:txBody>
      </p:sp>
    </p:spTree>
  </p:cSld>
  <p:timing>
    <p:tnLst>
      <p:par>
        <p:cTn id="453" dur="indefinite" restart="never" nodeType="tmRoot">
          <p:childTnLst>
            <p:seq>
              <p:cTn id="454" dur="indefinite" nodeType="mainSeq">
                <p:childTnLst>
                  <p:par>
                    <p:cTn id="455" fill="hold">
                      <p:stCondLst>
                        <p:cond delay="0"/>
                      </p:stCondLst>
                      <p:childTnLst>
                        <p:par>
                          <p:cTn id="456" fill="hold">
                            <p:stCondLst>
                              <p:cond delay="0"/>
                            </p:stCondLst>
                            <p:childTnLst>
                              <p:par>
                                <p:cTn id="457" nodeType="afterEffect" fill="hold" presetClass="entr" presetID="9">
                                  <p:stCondLst>
                                    <p:cond delay="0"/>
                                  </p:stCondLst>
                                  <p:childTnLst>
                                    <p:set>
                                      <p:cBhvr>
                                        <p:cTn id="458" dur="1" fill="hold">
                                          <p:stCondLst>
                                            <p:cond delay="0"/>
                                          </p:stCondLst>
                                        </p:cTn>
                                        <p:tgtEl>
                                          <p:spTgt spid="191"/>
                                        </p:tgtEl>
                                        <p:attrNameLst>
                                          <p:attrName>style.visibility</p:attrName>
                                        </p:attrNameLst>
                                      </p:cBhvr>
                                      <p:to>
                                        <p:strVal val="visible"/>
                                      </p:to>
                                    </p:set>
                                    <p:animEffect filter="dissolve" transition="in">
                                      <p:cBhvr additive="repl">
                                        <p:cTn id="459" dur="500"/>
                                        <p:tgtEl>
                                          <p:spTgt spid="191"/>
                                        </p:tgtEl>
                                      </p:cBhvr>
                                    </p:animEffect>
                                  </p:childTnLst>
                                </p:cTn>
                              </p:par>
                            </p:childTnLst>
                          </p:cTn>
                        </p:par>
                        <p:par>
                          <p:cTn id="460" fill="hold">
                            <p:stCondLst>
                              <p:cond delay="500"/>
                            </p:stCondLst>
                            <p:childTnLst>
                              <p:par>
                                <p:cTn id="461" nodeType="afterEffect" fill="hold" presetClass="entr" presetID="27">
                                  <p:stCondLst>
                                    <p:cond delay="0"/>
                                  </p:stCondLst>
                                  <p:iterate type="lt">
                                    <p:tmAbs val="40"/>
                                  </p:iterate>
                                  <p:childTnLst>
                                    <p:set>
                                      <p:cBhvr>
                                        <p:cTn id="462" dur="1" fill="hold">
                                          <p:stCondLst>
                                            <p:cond delay="0"/>
                                          </p:stCondLst>
                                        </p:cTn>
                                        <p:tgtEl>
                                          <p:spTgt spid="192"/>
                                        </p:tgtEl>
                                        <p:attrNameLst>
                                          <p:attrName>style.visibility</p:attrName>
                                        </p:attrNameLst>
                                      </p:cBhvr>
                                      <p:to>
                                        <p:strVal val="visible"/>
                                      </p:to>
                                    </p:set>
                                    <p:anim calcmode="discrete" valueType="clr">
                                      <p:cBhvr additive="repl">
                                        <p:cTn id="463" dur="80"/>
                                        <p:tgtEl>
                                          <p:spTgt spid="192"/>
                                        </p:tgtEl>
                                        <p:attrNameLst>
                                          <p:attrName>style.color</p:attrName>
                                        </p:attrNameLst>
                                      </p:cBhvr>
                                      <p:tavLst>
                                        <p:tav tm="0">
                                          <p:val>
                                            <p:strVal val="rgb(-103,51,51)"/>
                                          </p:val>
                                        </p:tav>
                                        <p:tav tm="50000">
                                          <p:val>
                                            <p:strVal val="rgb(-103,-103,0)"/>
                                          </p:val>
                                        </p:tav>
                                      </p:tavLst>
                                    </p:anim>
                                    <p:anim calcmode="discrete" valueType="clr">
                                      <p:cBhvr additive="repl">
                                        <p:cTn id="464" dur="80"/>
                                        <p:tgtEl>
                                          <p:spTgt spid="192"/>
                                        </p:tgtEl>
                                        <p:attrNameLst>
                                          <p:attrName>fillcolor</p:attrName>
                                        </p:attrNameLst>
                                      </p:cBhvr>
                                      <p:tavLst>
                                        <p:tav tm="0">
                                          <p:val>
                                            <p:strVal val="rgb(-103,51,51)"/>
                                          </p:val>
                                        </p:tav>
                                        <p:tav tm="50000">
                                          <p:val>
                                            <p:strVal val="rgb(-103,-103,0)"/>
                                          </p:val>
                                        </p:tav>
                                      </p:tavLst>
                                    </p:anim>
                                    <p:set>
                                      <p:cBhvr>
                                        <p:cTn id="465" dur="80"/>
                                        <p:tgtEl>
                                          <p:spTgt spid="192"/>
                                        </p:tgtEl>
                                        <p:attrNameLst>
                                          <p:attrName>fill.type</p:attrName>
                                        </p:attrNameLst>
                                      </p:cBhvr>
                                      <p:to>
                                        <p:strVal val="solid"/>
                                      </p:to>
                                    </p:set>
                                  </p:childTnLst>
                                </p:cTn>
                              </p:par>
                            </p:childTnLst>
                          </p:cTn>
                        </p:par>
                        <p:par>
                          <p:cTn id="466" fill="hold">
                            <p:stCondLst>
                              <p:cond delay="1380"/>
                            </p:stCondLst>
                            <p:childTnLst>
                              <p:par>
                                <p:cTn id="467" nodeType="afterEffect" fill="hold" presetClass="exit" presetID="1">
                                  <p:stCondLst>
                                    <p:cond delay="2000"/>
                                  </p:stCondLst>
                                  <p:childTnLst>
                                    <p:set>
                                      <p:cBhvr>
                                        <p:cTn id="468" dur="1" fill="hold">
                                          <p:stCondLst>
                                            <p:cond delay="0"/>
                                          </p:stCondLst>
                                        </p:cTn>
                                        <p:tgtEl>
                                          <p:spTgt spid="191"/>
                                        </p:tgtEl>
                                        <p:attrNameLst>
                                          <p:attrName>style.visibility</p:attrName>
                                        </p:attrNameLst>
                                      </p:cBhvr>
                                      <p:to>
                                        <p:strVal val="hidden"/>
                                      </p:to>
                                    </p:set>
                                  </p:childTnLst>
                                </p:cTn>
                              </p:par>
                            </p:childTnLst>
                          </p:cTn>
                        </p:par>
                        <p:par>
                          <p:cTn id="469" fill="hold">
                            <p:stCondLst>
                              <p:cond delay="3380"/>
                            </p:stCondLst>
                            <p:childTnLst>
                              <p:par>
                                <p:cTn id="470" nodeType="afterEffect" fill="hold" presetClass="exit" presetID="1">
                                  <p:stCondLst>
                                    <p:cond delay="0"/>
                                  </p:stCondLst>
                                  <p:iterate type="lt">
                                    <p:tmAbs val="0"/>
                                  </p:iterate>
                                  <p:childTnLst>
                                    <p:set>
                                      <p:cBhvr>
                                        <p:cTn id="471" dur="1" fill="hold">
                                          <p:stCondLst>
                                            <p:cond delay="0"/>
                                          </p:stCondLst>
                                        </p:cTn>
                                        <p:tgtEl>
                                          <p:spTgt spid="192"/>
                                        </p:tgtEl>
                                        <p:attrNameLst>
                                          <p:attrName>style.visibility</p:attrName>
                                        </p:attrNameLst>
                                      </p:cBhvr>
                                      <p:to>
                                        <p:strVal val="hidden"/>
                                      </p:to>
                                    </p:set>
                                  </p:childTnLst>
                                </p:cTn>
                              </p:par>
                            </p:childTnLst>
                          </p:cTn>
                        </p:par>
                        <p:par>
                          <p:cTn id="472" fill="hold">
                            <p:stCondLst>
                              <p:cond delay="3380"/>
                            </p:stCondLst>
                            <p:childTnLst>
                              <p:par>
                                <p:cTn id="473" nodeType="afterEffect" fill="hold" presetClass="entr" presetID="2" presetSubtype="1">
                                  <p:stCondLst>
                                    <p:cond delay="0"/>
                                  </p:stCondLst>
                                  <p:childTnLst>
                                    <p:set>
                                      <p:cBhvr>
                                        <p:cTn id="474" dur="1" fill="hold">
                                          <p:stCondLst>
                                            <p:cond delay="0"/>
                                          </p:stCondLst>
                                        </p:cTn>
                                        <p:tgtEl>
                                          <p:spTgt spid="194"/>
                                        </p:tgtEl>
                                        <p:attrNameLst>
                                          <p:attrName>style.visibility</p:attrName>
                                        </p:attrNameLst>
                                      </p:cBhvr>
                                      <p:to>
                                        <p:strVal val="visible"/>
                                      </p:to>
                                    </p:set>
                                    <p:anim calcmode="lin" valueType="num">
                                      <p:cBhvr additive="base">
                                        <p:cTn id="475" dur="500" fill="hold"/>
                                        <p:tgtEl>
                                          <p:spTgt spid="194"/>
                                        </p:tgtEl>
                                        <p:attrNameLst>
                                          <p:attrName>ppt_x</p:attrName>
                                        </p:attrNameLst>
                                      </p:cBhvr>
                                      <p:tavLst>
                                        <p:tav tm="0">
                                          <p:val>
                                            <p:strVal val="#ppt_x"/>
                                          </p:val>
                                        </p:tav>
                                        <p:tav tm="100000">
                                          <p:val>
                                            <p:strVal val="#ppt_x"/>
                                          </p:val>
                                        </p:tav>
                                      </p:tavLst>
                                    </p:anim>
                                    <p:anim calcmode="lin" valueType="num">
                                      <p:cBhvr additive="base">
                                        <p:cTn id="476" dur="500" fill="hold"/>
                                        <p:tgtEl>
                                          <p:spTgt spid="194"/>
                                        </p:tgtEl>
                                        <p:attrNameLst>
                                          <p:attrName>ppt_y</p:attrName>
                                        </p:attrNameLst>
                                      </p:cBhvr>
                                      <p:tavLst>
                                        <p:tav tm="0">
                                          <p:val>
                                            <p:strVal val="0-#ppt_h/2"/>
                                          </p:val>
                                        </p:tav>
                                        <p:tav tm="100000">
                                          <p:val>
                                            <p:strVal val="#ppt_y"/>
                                          </p:val>
                                        </p:tav>
                                      </p:tavLst>
                                    </p:anim>
                                  </p:childTnLst>
                                </p:cTn>
                              </p:par>
                              <p:par>
                                <p:cTn id="477" nodeType="withEffect" fill="hold" presetClass="entr" presetID="2" presetSubtype="2">
                                  <p:stCondLst>
                                    <p:cond delay="0"/>
                                  </p:stCondLst>
                                  <p:childTnLst>
                                    <p:set>
                                      <p:cBhvr>
                                        <p:cTn id="478" dur="1" fill="hold">
                                          <p:stCondLst>
                                            <p:cond delay="0"/>
                                          </p:stCondLst>
                                        </p:cTn>
                                        <p:tgtEl>
                                          <p:spTgt spid="193"/>
                                        </p:tgtEl>
                                        <p:attrNameLst>
                                          <p:attrName>style.visibility</p:attrName>
                                        </p:attrNameLst>
                                      </p:cBhvr>
                                      <p:to>
                                        <p:strVal val="visible"/>
                                      </p:to>
                                    </p:set>
                                    <p:anim calcmode="lin" valueType="num">
                                      <p:cBhvr additive="base">
                                        <p:cTn id="479" dur="500" fill="hold"/>
                                        <p:tgtEl>
                                          <p:spTgt spid="193"/>
                                        </p:tgtEl>
                                        <p:attrNameLst>
                                          <p:attrName>ppt_x</p:attrName>
                                        </p:attrNameLst>
                                      </p:cBhvr>
                                      <p:tavLst>
                                        <p:tav tm="0">
                                          <p:val>
                                            <p:strVal val="1+#ppt_w/2"/>
                                          </p:val>
                                        </p:tav>
                                        <p:tav tm="100000">
                                          <p:val>
                                            <p:strVal val="#ppt_x"/>
                                          </p:val>
                                        </p:tav>
                                      </p:tavLst>
                                    </p:anim>
                                    <p:anim calcmode="lin" valueType="num">
                                      <p:cBhvr additive="base">
                                        <p:cTn id="480" dur="500" fill="hold"/>
                                        <p:tgtEl>
                                          <p:spTgt spid="193"/>
                                        </p:tgtEl>
                                        <p:attrNameLst>
                                          <p:attrName>ppt_y</p:attrName>
                                        </p:attrNameLst>
                                      </p:cBhvr>
                                      <p:tavLst>
                                        <p:tav tm="0">
                                          <p:val>
                                            <p:strVal val="#ppt_y"/>
                                          </p:val>
                                        </p:tav>
                                        <p:tav tm="100000">
                                          <p:val>
                                            <p:strVal val="#ppt_y"/>
                                          </p:val>
                                        </p:tav>
                                      </p:tavLst>
                                    </p:anim>
                                  </p:childTnLst>
                                </p:cTn>
                              </p:par>
                              <p:par>
                                <p:cTn id="481" nodeType="withEffect" fill="hold" presetClass="entr" presetID="2" presetSubtype="4">
                                  <p:stCondLst>
                                    <p:cond delay="0"/>
                                  </p:stCondLst>
                                  <p:childTnLst>
                                    <p:set>
                                      <p:cBhvr>
                                        <p:cTn id="482" dur="1" fill="hold">
                                          <p:stCondLst>
                                            <p:cond delay="0"/>
                                          </p:stCondLst>
                                        </p:cTn>
                                        <p:tgtEl>
                                          <p:spTgt spid="196"/>
                                        </p:tgtEl>
                                        <p:attrNameLst>
                                          <p:attrName>style.visibility</p:attrName>
                                        </p:attrNameLst>
                                      </p:cBhvr>
                                      <p:to>
                                        <p:strVal val="visible"/>
                                      </p:to>
                                    </p:set>
                                    <p:anim calcmode="lin" valueType="num">
                                      <p:cBhvr additive="base">
                                        <p:cTn id="483" dur="500" fill="hold"/>
                                        <p:tgtEl>
                                          <p:spTgt spid="196"/>
                                        </p:tgtEl>
                                        <p:attrNameLst>
                                          <p:attrName>ppt_x</p:attrName>
                                        </p:attrNameLst>
                                      </p:cBhvr>
                                      <p:tavLst>
                                        <p:tav tm="0">
                                          <p:val>
                                            <p:strVal val="#ppt_x"/>
                                          </p:val>
                                        </p:tav>
                                        <p:tav tm="100000">
                                          <p:val>
                                            <p:strVal val="#ppt_x"/>
                                          </p:val>
                                        </p:tav>
                                      </p:tavLst>
                                    </p:anim>
                                    <p:anim calcmode="lin" valueType="num">
                                      <p:cBhvr additive="base">
                                        <p:cTn id="484" dur="500" fill="hold"/>
                                        <p:tgtEl>
                                          <p:spTgt spid="196"/>
                                        </p:tgtEl>
                                        <p:attrNameLst>
                                          <p:attrName>ppt_y</p:attrName>
                                        </p:attrNameLst>
                                      </p:cBhvr>
                                      <p:tavLst>
                                        <p:tav tm="0">
                                          <p:val>
                                            <p:strVal val="1+#ppt_h/2"/>
                                          </p:val>
                                        </p:tav>
                                        <p:tav tm="100000">
                                          <p:val>
                                            <p:strVal val="#ppt_y"/>
                                          </p:val>
                                        </p:tav>
                                      </p:tavLst>
                                    </p:anim>
                                  </p:childTnLst>
                                </p:cTn>
                              </p:par>
                              <p:par>
                                <p:cTn id="485" nodeType="withEffect" fill="hold" presetClass="entr" presetID="2" presetSubtype="8">
                                  <p:stCondLst>
                                    <p:cond delay="0"/>
                                  </p:stCondLst>
                                  <p:childTnLst>
                                    <p:set>
                                      <p:cBhvr>
                                        <p:cTn id="486" dur="1" fill="hold">
                                          <p:stCondLst>
                                            <p:cond delay="0"/>
                                          </p:stCondLst>
                                        </p:cTn>
                                        <p:tgtEl>
                                          <p:spTgt spid="195"/>
                                        </p:tgtEl>
                                        <p:attrNameLst>
                                          <p:attrName>style.visibility</p:attrName>
                                        </p:attrNameLst>
                                      </p:cBhvr>
                                      <p:to>
                                        <p:strVal val="visible"/>
                                      </p:to>
                                    </p:set>
                                    <p:anim calcmode="lin" valueType="num">
                                      <p:cBhvr additive="base">
                                        <p:cTn id="487" dur="500" fill="hold"/>
                                        <p:tgtEl>
                                          <p:spTgt spid="195"/>
                                        </p:tgtEl>
                                        <p:attrNameLst>
                                          <p:attrName>ppt_x</p:attrName>
                                        </p:attrNameLst>
                                      </p:cBhvr>
                                      <p:tavLst>
                                        <p:tav tm="0">
                                          <p:val>
                                            <p:strVal val="0-#ppt_w/2"/>
                                          </p:val>
                                        </p:tav>
                                        <p:tav tm="100000">
                                          <p:val>
                                            <p:strVal val="#ppt_x"/>
                                          </p:val>
                                        </p:tav>
                                      </p:tavLst>
                                    </p:anim>
                                    <p:anim calcmode="lin" valueType="num">
                                      <p:cBhvr additive="base">
                                        <p:cTn id="488" dur="500" fill="hold"/>
                                        <p:tgtEl>
                                          <p:spTgt spid="195"/>
                                        </p:tgtEl>
                                        <p:attrNameLst>
                                          <p:attrName>ppt_y</p:attrName>
                                        </p:attrNameLst>
                                      </p:cBhvr>
                                      <p:tavLst>
                                        <p:tav tm="0">
                                          <p:val>
                                            <p:strVal val="#ppt_y"/>
                                          </p:val>
                                        </p:tav>
                                        <p:tav tm="100000">
                                          <p:val>
                                            <p:strVal val="#ppt_y"/>
                                          </p:val>
                                        </p:tav>
                                      </p:tavLst>
                                    </p:anim>
                                  </p:childTnLst>
                                </p:cTn>
                              </p:par>
                            </p:childTnLst>
                          </p:cTn>
                        </p:par>
                        <p:par>
                          <p:cTn id="489" fill="hold">
                            <p:stCondLst>
                              <p:cond delay="3880"/>
                            </p:stCondLst>
                            <p:childTnLst>
                              <p:par>
                                <p:cTn id="490" nodeType="afterEffect" fill="hold" presetClass="entr" presetID="1">
                                  <p:stCondLst>
                                    <p:cond delay="0"/>
                                  </p:stCondLst>
                                  <p:childTnLst>
                                    <p:set>
                                      <p:cBhvr>
                                        <p:cTn id="491" dur="1" fill="hold">
                                          <p:stCondLst>
                                            <p:cond delay="0"/>
                                          </p:stCondLst>
                                        </p:cTn>
                                        <p:tgtEl>
                                          <p:spTgt spid="197"/>
                                        </p:tgtEl>
                                        <p:attrNameLst>
                                          <p:attrName>style.visibility</p:attrName>
                                        </p:attrNameLst>
                                      </p:cBhvr>
                                      <p:to>
                                        <p:strVal val="visible"/>
                                      </p:to>
                                    </p:set>
                                  </p:childTnLst>
                                </p:cTn>
                              </p:par>
                            </p:childTnLst>
                          </p:cTn>
                        </p:par>
                        <p:par>
                          <p:cTn id="492" fill="hold">
                            <p:stCondLst>
                              <p:cond delay="3880"/>
                            </p:stCondLst>
                            <p:childTnLst>
                              <p:par>
                                <p:cTn id="493" nodeType="afterEffect" fill="hold" presetClass="path" presetID="0">
                                  <p:stCondLst>
                                    <p:cond delay="0"/>
                                  </p:stCondLst>
                                  <p:childTnLst>
                                    <p:animMotion origin="layout" path="M -0.05833 0.0333 L -0.0625 -0.40901 E">
                                      <p:cBhvr>
                                        <p:cTn id="494" dur="5000" fill="hold"/>
                                        <p:tgtEl>
                                          <p:spTgt spid="198"/>
                                        </p:tgtEl>
                                      </p:cBhvr>
                                    </p:animMotion>
                                  </p:childTnLst>
                                </p:cTn>
                              </p:par>
                              <p:set>
                                <p:cBhvr>
                                  <p:cTn id="495" dur="1" fill="hold">
                                    <p:stCondLst>
                                      <p:cond evt="end">
                                        <p:tn val="493"/>
                                      </p:cond>
                                    </p:stCondLst>
                                  </p:cTn>
                                  <p:tgtEl>
                                    <p:spTgt spid="198"/>
                                  </p:tgtEl>
                                  <p:attrNameLst>
                                    <p:attrName>style.visibility</p:attrName>
                                  </p:attrNameLst>
                                </p:cBhvr>
                                <p:to>
                                  <p:strVal val="hidden"/>
                                </p:to>
                              </p:set>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204"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pic>
        <p:nvPicPr>
          <p:cNvPr id="205" name="" descr=""/>
          <p:cNvPicPr/>
          <p:nvPr/>
        </p:nvPicPr>
        <p:blipFill>
          <a:blip r:embed="rId1"/>
          <a:stretch/>
        </p:blipFill>
        <p:spPr>
          <a:xfrm>
            <a:off x="0" y="0"/>
            <a:ext cx="9144000" cy="6861240"/>
          </a:xfrm>
          <a:prstGeom prst="rect">
            <a:avLst/>
          </a:prstGeom>
          <a:ln w="0">
            <a:noFill/>
          </a:ln>
        </p:spPr>
      </p:pic>
      <p:sp>
        <p:nvSpPr>
          <p:cNvPr id="206" name=""/>
          <p:cNvSpPr/>
          <p:nvPr/>
        </p:nvSpPr>
        <p:spPr>
          <a:xfrm>
            <a:off x="7162920" y="685800"/>
            <a:ext cx="1981080" cy="29718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7"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8"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9"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0"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1"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2"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3"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4"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5"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6"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7" name=""/>
          <p:cNvSpPr/>
          <p:nvPr/>
        </p:nvSpPr>
        <p:spPr>
          <a:xfrm>
            <a:off x="6019920" y="30481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8" name=""/>
          <p:cNvSpPr/>
          <p:nvPr/>
        </p:nvSpPr>
        <p:spPr>
          <a:xfrm>
            <a:off x="6629400" y="32004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19" name=""/>
          <p:cNvSpPr/>
          <p:nvPr/>
        </p:nvSpPr>
        <p:spPr>
          <a:xfrm>
            <a:off x="2438280" y="243828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15</a:t>
            </a:r>
            <a:endParaRPr b="0" lang="en-US" sz="1800" spc="-1" strike="noStrike">
              <a:solidFill>
                <a:srgbClr val="000000"/>
              </a:solidFill>
              <a:latin typeface="Arial"/>
            </a:endParaRPr>
          </a:p>
        </p:txBody>
      </p:sp>
      <p:pic>
        <p:nvPicPr>
          <p:cNvPr id="220" name="" descr=""/>
          <p:cNvPicPr/>
          <p:nvPr/>
        </p:nvPicPr>
        <p:blipFill>
          <a:blip r:embed="rId2"/>
          <a:stretch/>
        </p:blipFill>
        <p:spPr>
          <a:xfrm>
            <a:off x="4495680" y="4648320"/>
            <a:ext cx="4648320" cy="1473120"/>
          </a:xfrm>
          <a:prstGeom prst="rect">
            <a:avLst/>
          </a:prstGeom>
          <a:ln w="0">
            <a:noFill/>
          </a:ln>
        </p:spPr>
      </p:pic>
      <p:sp>
        <p:nvSpPr>
          <p:cNvPr id="221" name=""/>
          <p:cNvSpPr/>
          <p:nvPr/>
        </p:nvSpPr>
        <p:spPr>
          <a:xfrm>
            <a:off x="6324480" y="5029200"/>
            <a:ext cx="205740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Take this!</a:t>
            </a:r>
            <a:endParaRPr b="0" lang="en-US" sz="1200" spc="-1" strike="noStrike">
              <a:solidFill>
                <a:srgbClr val="000000"/>
              </a:solidFill>
              <a:latin typeface="Arial"/>
            </a:endParaRPr>
          </a:p>
        </p:txBody>
      </p:sp>
    </p:spTree>
  </p:cSld>
  <p:timing>
    <p:tnLst>
      <p:par>
        <p:cTn id="496" dur="indefinite" restart="never" nodeType="tmRoot">
          <p:childTnLst>
            <p:seq>
              <p:cTn id="497" dur="indefinite" nodeType="mainSeq">
                <p:childTnLst>
                  <p:par>
                    <p:cTn id="498" fill="hold">
                      <p:stCondLst>
                        <p:cond delay="0"/>
                      </p:stCondLst>
                      <p:childTnLst>
                        <p:par>
                          <p:cTn id="499" fill="hold">
                            <p:stCondLst>
                              <p:cond delay="0"/>
                            </p:stCondLst>
                            <p:childTnLst>
                              <p:par>
                                <p:cTn id="500" nodeType="afterEffect" fill="hold" presetClass="entr" presetID="9">
                                  <p:stCondLst>
                                    <p:cond delay="0"/>
                                  </p:stCondLst>
                                  <p:childTnLst>
                                    <p:set>
                                      <p:cBhvr>
                                        <p:cTn id="501" dur="1" fill="hold">
                                          <p:stCondLst>
                                            <p:cond delay="0"/>
                                          </p:stCondLst>
                                        </p:cTn>
                                        <p:tgtEl>
                                          <p:spTgt spid="220"/>
                                        </p:tgtEl>
                                        <p:attrNameLst>
                                          <p:attrName>style.visibility</p:attrName>
                                        </p:attrNameLst>
                                      </p:cBhvr>
                                      <p:to>
                                        <p:strVal val="visible"/>
                                      </p:to>
                                    </p:set>
                                    <p:animEffect filter="dissolve" transition="in">
                                      <p:cBhvr additive="repl">
                                        <p:cTn id="502" dur="500"/>
                                        <p:tgtEl>
                                          <p:spTgt spid="220"/>
                                        </p:tgtEl>
                                      </p:cBhvr>
                                    </p:animEffect>
                                  </p:childTnLst>
                                </p:cTn>
                              </p:par>
                            </p:childTnLst>
                          </p:cTn>
                        </p:par>
                        <p:par>
                          <p:cTn id="503" fill="hold">
                            <p:stCondLst>
                              <p:cond delay="500"/>
                            </p:stCondLst>
                            <p:childTnLst>
                              <p:par>
                                <p:cTn id="504" nodeType="afterEffect" fill="hold" presetClass="entr" presetID="27">
                                  <p:stCondLst>
                                    <p:cond delay="0"/>
                                  </p:stCondLst>
                                  <p:iterate type="lt">
                                    <p:tmAbs val="40"/>
                                  </p:iterate>
                                  <p:childTnLst>
                                    <p:set>
                                      <p:cBhvr>
                                        <p:cTn id="505" dur="1" fill="hold">
                                          <p:stCondLst>
                                            <p:cond delay="0"/>
                                          </p:stCondLst>
                                        </p:cTn>
                                        <p:tgtEl>
                                          <p:spTgt spid="221"/>
                                        </p:tgtEl>
                                        <p:attrNameLst>
                                          <p:attrName>style.visibility</p:attrName>
                                        </p:attrNameLst>
                                      </p:cBhvr>
                                      <p:to>
                                        <p:strVal val="visible"/>
                                      </p:to>
                                    </p:set>
                                    <p:anim calcmode="discrete" valueType="clr">
                                      <p:cBhvr additive="repl">
                                        <p:cTn id="506" dur="80"/>
                                        <p:tgtEl>
                                          <p:spTgt spid="221"/>
                                        </p:tgtEl>
                                        <p:attrNameLst>
                                          <p:attrName>style.color</p:attrName>
                                        </p:attrNameLst>
                                      </p:cBhvr>
                                      <p:tavLst>
                                        <p:tav tm="0">
                                          <p:val>
                                            <p:strVal val="rgb(-103,51,51)"/>
                                          </p:val>
                                        </p:tav>
                                        <p:tav tm="50000">
                                          <p:val>
                                            <p:strVal val="rgb(-103,-103,0)"/>
                                          </p:val>
                                        </p:tav>
                                      </p:tavLst>
                                    </p:anim>
                                    <p:anim calcmode="discrete" valueType="clr">
                                      <p:cBhvr additive="repl">
                                        <p:cTn id="507" dur="80"/>
                                        <p:tgtEl>
                                          <p:spTgt spid="221"/>
                                        </p:tgtEl>
                                        <p:attrNameLst>
                                          <p:attrName>fillcolor</p:attrName>
                                        </p:attrNameLst>
                                      </p:cBhvr>
                                      <p:tavLst>
                                        <p:tav tm="0">
                                          <p:val>
                                            <p:strVal val="rgb(-103,51,51)"/>
                                          </p:val>
                                        </p:tav>
                                        <p:tav tm="50000">
                                          <p:val>
                                            <p:strVal val="rgb(-103,-103,0)"/>
                                          </p:val>
                                        </p:tav>
                                      </p:tavLst>
                                    </p:anim>
                                    <p:set>
                                      <p:cBhvr>
                                        <p:cTn id="508" dur="80"/>
                                        <p:tgtEl>
                                          <p:spTgt spid="221"/>
                                        </p:tgtEl>
                                        <p:attrNameLst>
                                          <p:attrName>fill.type</p:attrName>
                                        </p:attrNameLst>
                                      </p:cBhvr>
                                      <p:to>
                                        <p:strVal val="solid"/>
                                      </p:to>
                                    </p:set>
                                  </p:childTnLst>
                                </p:cTn>
                              </p:par>
                            </p:childTnLst>
                          </p:cTn>
                        </p:par>
                        <p:par>
                          <p:cTn id="509" fill="hold">
                            <p:stCondLst>
                              <p:cond delay="900"/>
                            </p:stCondLst>
                            <p:childTnLst>
                              <p:par>
                                <p:cTn id="510" nodeType="afterEffect" fill="hold" presetClass="exit" presetID="1">
                                  <p:stCondLst>
                                    <p:cond delay="1000"/>
                                  </p:stCondLst>
                                  <p:childTnLst>
                                    <p:set>
                                      <p:cBhvr>
                                        <p:cTn id="511" dur="1" fill="hold">
                                          <p:stCondLst>
                                            <p:cond delay="0"/>
                                          </p:stCondLst>
                                        </p:cTn>
                                        <p:tgtEl>
                                          <p:spTgt spid="220"/>
                                        </p:tgtEl>
                                        <p:attrNameLst>
                                          <p:attrName>style.visibility</p:attrName>
                                        </p:attrNameLst>
                                      </p:cBhvr>
                                      <p:to>
                                        <p:strVal val="hidden"/>
                                      </p:to>
                                    </p:set>
                                  </p:childTnLst>
                                </p:cTn>
                              </p:par>
                            </p:childTnLst>
                          </p:cTn>
                        </p:par>
                        <p:par>
                          <p:cTn id="512" fill="hold">
                            <p:stCondLst>
                              <p:cond delay="1900"/>
                            </p:stCondLst>
                            <p:childTnLst>
                              <p:par>
                                <p:cTn id="513" nodeType="afterEffect" fill="hold" presetClass="entr" presetID="1">
                                  <p:stCondLst>
                                    <p:cond delay="500"/>
                                  </p:stCondLst>
                                  <p:childTnLst>
                                    <p:set>
                                      <p:cBhvr>
                                        <p:cTn id="514" dur="1" fill="hold">
                                          <p:stCondLst>
                                            <p:cond delay="0"/>
                                          </p:stCondLst>
                                        </p:cTn>
                                        <p:tgtEl>
                                          <p:spTgt spid="217"/>
                                        </p:tgtEl>
                                        <p:attrNameLst>
                                          <p:attrName>style.visibility</p:attrName>
                                        </p:attrNameLst>
                                      </p:cBhvr>
                                      <p:to>
                                        <p:strVal val="visible"/>
                                      </p:to>
                                    </p:set>
                                  </p:childTnLst>
                                </p:cTn>
                              </p:par>
                            </p:childTnLst>
                          </p:cTn>
                        </p:par>
                        <p:par>
                          <p:cTn id="515" fill="hold">
                            <p:stCondLst>
                              <p:cond delay="2400"/>
                            </p:stCondLst>
                            <p:childTnLst>
                              <p:par>
                                <p:cTn id="516" nodeType="afterEffect" fill="hold" presetClass="exit" presetID="1">
                                  <p:stCondLst>
                                    <p:cond delay="1000"/>
                                  </p:stCondLst>
                                  <p:childTnLst>
                                    <p:set>
                                      <p:cBhvr>
                                        <p:cTn id="517" dur="1" fill="hold">
                                          <p:stCondLst>
                                            <p:cond delay="0"/>
                                          </p:stCondLst>
                                        </p:cTn>
                                        <p:tgtEl>
                                          <p:spTgt spid="217"/>
                                        </p:tgtEl>
                                        <p:attrNameLst>
                                          <p:attrName>style.visibility</p:attrName>
                                        </p:attrNameLst>
                                      </p:cBhvr>
                                      <p:to>
                                        <p:strVal val="hidden"/>
                                      </p:to>
                                    </p:set>
                                  </p:childTnLst>
                                </p:cTn>
                              </p:par>
                            </p:childTnLst>
                          </p:cTn>
                        </p:par>
                        <p:par>
                          <p:cTn id="518" fill="hold">
                            <p:stCondLst>
                              <p:cond delay="3400"/>
                            </p:stCondLst>
                            <p:childTnLst>
                              <p:par>
                                <p:cTn id="519" nodeType="afterEffect" fill="hold" presetClass="path" presetID="0">
                                  <p:stCondLst>
                                    <p:cond delay="0"/>
                                  </p:stCondLst>
                                  <p:childTnLst>
                                    <p:animMotion origin="layout" path="M -0.30833 -0.02219 L -0.73333 -0.02219 E">
                                      <p:cBhvr>
                                        <p:cTn id="520" dur="500" fill="hold"/>
                                        <p:tgtEl>
                                          <p:spTgt spid="207"/>
                                        </p:tgtEl>
                                      </p:cBhvr>
                                    </p:animMotion>
                                  </p:childTnLst>
                                </p:cTn>
                              </p:par>
                              <p:set>
                                <p:cBhvr>
                                  <p:cTn id="521" dur="1" fill="hold">
                                    <p:stCondLst>
                                      <p:cond evt="end">
                                        <p:tn val="519"/>
                                      </p:cond>
                                    </p:stCondLst>
                                  </p:cTn>
                                  <p:tgtEl>
                                    <p:spTgt spid="207"/>
                                  </p:tgtEl>
                                  <p:attrNameLst>
                                    <p:attrName>style.visibility</p:attrName>
                                  </p:attrNameLst>
                                </p:cBhvr>
                                <p:to>
                                  <p:strVal val="hidden"/>
                                </p:to>
                              </p:set>
                              <p:par>
                                <p:cTn id="522" nodeType="withEffect" fill="hold" presetClass="path" presetID="0">
                                  <p:stCondLst>
                                    <p:cond delay="0"/>
                                  </p:stCondLst>
                                  <p:childTnLst>
                                    <p:animMotion origin="layout" path="M -0.30833 -0.02219 L -0.73333 -0.02219 E">
                                      <p:cBhvr>
                                        <p:cTn id="523" dur="500" fill="hold"/>
                                        <p:tgtEl>
                                          <p:spTgt spid="208"/>
                                        </p:tgtEl>
                                      </p:cBhvr>
                                    </p:animMotion>
                                  </p:childTnLst>
                                </p:cTn>
                              </p:par>
                              <p:set>
                                <p:cBhvr>
                                  <p:cTn id="524" dur="1" fill="hold">
                                    <p:stCondLst>
                                      <p:cond evt="end">
                                        <p:tn val="522"/>
                                      </p:cond>
                                    </p:stCondLst>
                                  </p:cTn>
                                  <p:tgtEl>
                                    <p:spTgt spid="208"/>
                                  </p:tgtEl>
                                  <p:attrNameLst>
                                    <p:attrName>style.visibility</p:attrName>
                                  </p:attrNameLst>
                                </p:cBhvr>
                                <p:to>
                                  <p:strVal val="hidden"/>
                                </p:to>
                              </p:set>
                            </p:childTnLst>
                          </p:cTn>
                        </p:par>
                        <p:par>
                          <p:cTn id="525" fill="hold">
                            <p:stCondLst>
                              <p:cond delay="3900"/>
                            </p:stCondLst>
                            <p:childTnLst>
                              <p:par>
                                <p:cTn id="526" nodeType="afterEffect" fill="hold" presetClass="path" presetID="0">
                                  <p:stCondLst>
                                    <p:cond delay="0"/>
                                  </p:stCondLst>
                                  <p:childTnLst>
                                    <p:animMotion origin="layout" path="M -0.475 -0.02219 L -0.9 -0.02219 E">
                                      <p:cBhvr>
                                        <p:cTn id="527" dur="500" fill="hold"/>
                                        <p:tgtEl>
                                          <p:spTgt spid="209"/>
                                        </p:tgtEl>
                                      </p:cBhvr>
                                    </p:animMotion>
                                  </p:childTnLst>
                                </p:cTn>
                              </p:par>
                              <p:set>
                                <p:cBhvr>
                                  <p:cTn id="528" dur="1" fill="hold">
                                    <p:stCondLst>
                                      <p:cond evt="end">
                                        <p:tn val="526"/>
                                      </p:cond>
                                    </p:stCondLst>
                                  </p:cTn>
                                  <p:tgtEl>
                                    <p:spTgt spid="209"/>
                                  </p:tgtEl>
                                  <p:attrNameLst>
                                    <p:attrName>style.visibility</p:attrName>
                                  </p:attrNameLst>
                                </p:cBhvr>
                                <p:to>
                                  <p:strVal val="hidden"/>
                                </p:to>
                              </p:set>
                              <p:par>
                                <p:cTn id="529" nodeType="withEffect" fill="hold" presetClass="path" presetID="0">
                                  <p:stCondLst>
                                    <p:cond delay="0"/>
                                  </p:stCondLst>
                                  <p:childTnLst>
                                    <p:animMotion origin="layout" path="M -0.475 -0.02219 L -0.9 -0.02219 E">
                                      <p:cBhvr>
                                        <p:cTn id="530" dur="500" fill="hold"/>
                                        <p:tgtEl>
                                          <p:spTgt spid="210"/>
                                        </p:tgtEl>
                                      </p:cBhvr>
                                    </p:animMotion>
                                  </p:childTnLst>
                                </p:cTn>
                              </p:par>
                              <p:set>
                                <p:cBhvr>
                                  <p:cTn id="531" dur="1" fill="hold">
                                    <p:stCondLst>
                                      <p:cond evt="end">
                                        <p:tn val="529"/>
                                      </p:cond>
                                    </p:stCondLst>
                                  </p:cTn>
                                  <p:tgtEl>
                                    <p:spTgt spid="210"/>
                                  </p:tgtEl>
                                  <p:attrNameLst>
                                    <p:attrName>style.visibility</p:attrName>
                                  </p:attrNameLst>
                                </p:cBhvr>
                                <p:to>
                                  <p:strVal val="hidden"/>
                                </p:to>
                              </p:set>
                            </p:childTnLst>
                          </p:cTn>
                        </p:par>
                        <p:par>
                          <p:cTn id="532" fill="hold">
                            <p:stCondLst>
                              <p:cond delay="4400"/>
                            </p:stCondLst>
                            <p:childTnLst>
                              <p:par>
                                <p:cTn id="533" nodeType="afterEffect" fill="hold" presetClass="path" presetID="0">
                                  <p:stCondLst>
                                    <p:cond delay="0"/>
                                  </p:stCondLst>
                                  <p:childTnLst>
                                    <p:animMotion origin="layout" path="M -0.30833 -0.02219 L -0.73333 -0.02219 E">
                                      <p:cBhvr>
                                        <p:cTn id="534" dur="500" fill="hold"/>
                                        <p:tgtEl>
                                          <p:spTgt spid="211"/>
                                        </p:tgtEl>
                                      </p:cBhvr>
                                    </p:animMotion>
                                  </p:childTnLst>
                                </p:cTn>
                              </p:par>
                              <p:set>
                                <p:cBhvr>
                                  <p:cTn id="535" dur="1" fill="hold">
                                    <p:stCondLst>
                                      <p:cond evt="end">
                                        <p:tn val="533"/>
                                      </p:cond>
                                    </p:stCondLst>
                                  </p:cTn>
                                  <p:tgtEl>
                                    <p:spTgt spid="211"/>
                                  </p:tgtEl>
                                  <p:attrNameLst>
                                    <p:attrName>style.visibility</p:attrName>
                                  </p:attrNameLst>
                                </p:cBhvr>
                                <p:to>
                                  <p:strVal val="hidden"/>
                                </p:to>
                              </p:set>
                              <p:par>
                                <p:cTn id="536" nodeType="withEffect" fill="hold" presetClass="path" presetID="0">
                                  <p:stCondLst>
                                    <p:cond delay="0"/>
                                  </p:stCondLst>
                                  <p:childTnLst>
                                    <p:animMotion origin="layout" path="M -0.30833 -0.02219 L -0.73333 -0.02219 E">
                                      <p:cBhvr>
                                        <p:cTn id="537" dur="500" fill="hold"/>
                                        <p:tgtEl>
                                          <p:spTgt spid="212"/>
                                        </p:tgtEl>
                                      </p:cBhvr>
                                    </p:animMotion>
                                  </p:childTnLst>
                                </p:cTn>
                              </p:par>
                              <p:set>
                                <p:cBhvr>
                                  <p:cTn id="538" dur="1" fill="hold">
                                    <p:stCondLst>
                                      <p:cond evt="end">
                                        <p:tn val="536"/>
                                      </p:cond>
                                    </p:stCondLst>
                                  </p:cTn>
                                  <p:tgtEl>
                                    <p:spTgt spid="212"/>
                                  </p:tgtEl>
                                  <p:attrNameLst>
                                    <p:attrName>style.visibility</p:attrName>
                                  </p:attrNameLst>
                                </p:cBhvr>
                                <p:to>
                                  <p:strVal val="hidden"/>
                                </p:to>
                              </p:set>
                            </p:childTnLst>
                          </p:cTn>
                        </p:par>
                        <p:par>
                          <p:cTn id="539" fill="hold">
                            <p:stCondLst>
                              <p:cond delay="4900"/>
                            </p:stCondLst>
                            <p:childTnLst>
                              <p:par>
                                <p:cTn id="540" nodeType="afterEffect" fill="hold" presetClass="path" presetID="0">
                                  <p:stCondLst>
                                    <p:cond delay="0"/>
                                  </p:stCondLst>
                                  <p:childTnLst>
                                    <p:animMotion origin="layout" path="M -0.3 -0.02219 L -0.73333 -0.02219 E">
                                      <p:cBhvr>
                                        <p:cTn id="541" dur="500" fill="hold"/>
                                        <p:tgtEl>
                                          <p:spTgt spid="213"/>
                                        </p:tgtEl>
                                      </p:cBhvr>
                                    </p:animMotion>
                                  </p:childTnLst>
                                </p:cTn>
                              </p:par>
                              <p:set>
                                <p:cBhvr>
                                  <p:cTn id="542" dur="1" fill="hold">
                                    <p:stCondLst>
                                      <p:cond evt="end">
                                        <p:tn val="540"/>
                                      </p:cond>
                                    </p:stCondLst>
                                  </p:cTn>
                                  <p:tgtEl>
                                    <p:spTgt spid="213"/>
                                  </p:tgtEl>
                                  <p:attrNameLst>
                                    <p:attrName>style.visibility</p:attrName>
                                  </p:attrNameLst>
                                </p:cBhvr>
                                <p:to>
                                  <p:strVal val="hidden"/>
                                </p:to>
                              </p:set>
                              <p:par>
                                <p:cTn id="543" nodeType="withEffect" fill="hold" presetClass="path" presetID="0">
                                  <p:stCondLst>
                                    <p:cond delay="0"/>
                                  </p:stCondLst>
                                  <p:childTnLst>
                                    <p:animMotion origin="layout" path="M -0.3 -0.02219 L -0.73333 -0.02219 E">
                                      <p:cBhvr>
                                        <p:cTn id="544" dur="500" fill="hold"/>
                                        <p:tgtEl>
                                          <p:spTgt spid="214"/>
                                        </p:tgtEl>
                                      </p:cBhvr>
                                    </p:animMotion>
                                  </p:childTnLst>
                                </p:cTn>
                              </p:par>
                              <p:set>
                                <p:cBhvr>
                                  <p:cTn id="545" dur="1" fill="hold">
                                    <p:stCondLst>
                                      <p:cond evt="end">
                                        <p:tn val="543"/>
                                      </p:cond>
                                    </p:stCondLst>
                                  </p:cTn>
                                  <p:tgtEl>
                                    <p:spTgt spid="214"/>
                                  </p:tgtEl>
                                  <p:attrNameLst>
                                    <p:attrName>style.visibility</p:attrName>
                                  </p:attrNameLst>
                                </p:cBhvr>
                                <p:to>
                                  <p:strVal val="hidden"/>
                                </p:to>
                              </p:set>
                            </p:childTnLst>
                          </p:cTn>
                        </p:par>
                        <p:par>
                          <p:cTn id="546" fill="hold">
                            <p:stCondLst>
                              <p:cond delay="5400"/>
                            </p:stCondLst>
                            <p:childTnLst>
                              <p:par>
                                <p:cTn id="547" nodeType="afterEffect" fill="hold" presetClass="path" presetID="0">
                                  <p:stCondLst>
                                    <p:cond delay="0"/>
                                  </p:stCondLst>
                                  <p:childTnLst>
                                    <p:animMotion origin="layout" path="M -0.30833 -0.02219 L -0.73333 -0.02219 E">
                                      <p:cBhvr>
                                        <p:cTn id="548" dur="500" fill="hold"/>
                                        <p:tgtEl>
                                          <p:spTgt spid="215"/>
                                        </p:tgtEl>
                                      </p:cBhvr>
                                    </p:animMotion>
                                  </p:childTnLst>
                                </p:cTn>
                              </p:par>
                              <p:set>
                                <p:cBhvr>
                                  <p:cTn id="549" dur="1" fill="hold">
                                    <p:stCondLst>
                                      <p:cond evt="end">
                                        <p:tn val="547"/>
                                      </p:cond>
                                    </p:stCondLst>
                                  </p:cTn>
                                  <p:tgtEl>
                                    <p:spTgt spid="215"/>
                                  </p:tgtEl>
                                  <p:attrNameLst>
                                    <p:attrName>style.visibility</p:attrName>
                                  </p:attrNameLst>
                                </p:cBhvr>
                                <p:to>
                                  <p:strVal val="hidden"/>
                                </p:to>
                              </p:set>
                              <p:par>
                                <p:cTn id="550" nodeType="withEffect" fill="hold" presetClass="path" presetID="0">
                                  <p:stCondLst>
                                    <p:cond delay="0"/>
                                  </p:stCondLst>
                                  <p:childTnLst>
                                    <p:animMotion origin="layout" path="M -0.30833 -0.02219 L -0.73333 -0.02219 E">
                                      <p:cBhvr>
                                        <p:cTn id="551" dur="500" fill="hold"/>
                                        <p:tgtEl>
                                          <p:spTgt spid="216"/>
                                        </p:tgtEl>
                                      </p:cBhvr>
                                    </p:animMotion>
                                  </p:childTnLst>
                                </p:cTn>
                              </p:par>
                              <p:set>
                                <p:cBhvr>
                                  <p:cTn id="552" dur="1" fill="hold">
                                    <p:stCondLst>
                                      <p:cond evt="end">
                                        <p:tn val="550"/>
                                      </p:cond>
                                    </p:stCondLst>
                                  </p:cTn>
                                  <p:tgtEl>
                                    <p:spTgt spid="216"/>
                                  </p:tgtEl>
                                  <p:attrNameLst>
                                    <p:attrName>style.visibility</p:attrName>
                                  </p:attrNameLst>
                                </p:cBhvr>
                                <p:to>
                                  <p:strVal val="hidden"/>
                                </p:to>
                              </p:set>
                            </p:childTnLst>
                          </p:cTn>
                        </p:par>
                        <p:par>
                          <p:cTn id="553" fill="hold">
                            <p:stCondLst>
                              <p:cond delay="5900"/>
                            </p:stCondLst>
                            <p:childTnLst>
                              <p:par>
                                <p:cTn id="554" nodeType="afterEffect" fill="hold" presetClass="entr" presetID="27">
                                  <p:stCondLst>
                                    <p:cond delay="0"/>
                                  </p:stCondLst>
                                  <p:iterate type="lt">
                                    <p:tmAbs val="40"/>
                                  </p:iterate>
                                  <p:childTnLst>
                                    <p:set>
                                      <p:cBhvr>
                                        <p:cTn id="555" dur="1" fill="hold">
                                          <p:stCondLst>
                                            <p:cond delay="0"/>
                                          </p:stCondLst>
                                        </p:cTn>
                                        <p:tgtEl>
                                          <p:spTgt spid="219"/>
                                        </p:tgtEl>
                                        <p:attrNameLst>
                                          <p:attrName>style.visibility</p:attrName>
                                        </p:attrNameLst>
                                      </p:cBhvr>
                                      <p:to>
                                        <p:strVal val="visible"/>
                                      </p:to>
                                    </p:set>
                                    <p:anim calcmode="discrete" valueType="clr">
                                      <p:cBhvr additive="repl">
                                        <p:cTn id="556" dur="80"/>
                                        <p:tgtEl>
                                          <p:spTgt spid="219"/>
                                        </p:tgtEl>
                                        <p:attrNameLst>
                                          <p:attrName>style.color</p:attrName>
                                        </p:attrNameLst>
                                      </p:cBhvr>
                                      <p:tavLst>
                                        <p:tav tm="0">
                                          <p:val>
                                            <p:strVal val="rgb(-103,51,51)"/>
                                          </p:val>
                                        </p:tav>
                                        <p:tav tm="50000">
                                          <p:val>
                                            <p:strVal val="rgb(-103,-103,0)"/>
                                          </p:val>
                                        </p:tav>
                                      </p:tavLst>
                                    </p:anim>
                                    <p:anim calcmode="discrete" valueType="clr">
                                      <p:cBhvr additive="repl">
                                        <p:cTn id="557" dur="80"/>
                                        <p:tgtEl>
                                          <p:spTgt spid="219"/>
                                        </p:tgtEl>
                                        <p:attrNameLst>
                                          <p:attrName>fillcolor</p:attrName>
                                        </p:attrNameLst>
                                      </p:cBhvr>
                                      <p:tavLst>
                                        <p:tav tm="0">
                                          <p:val>
                                            <p:strVal val="rgb(-103,51,51)"/>
                                          </p:val>
                                        </p:tav>
                                        <p:tav tm="50000">
                                          <p:val>
                                            <p:strVal val="rgb(-103,-103,0)"/>
                                          </p:val>
                                        </p:tav>
                                      </p:tavLst>
                                    </p:anim>
                                    <p:set>
                                      <p:cBhvr>
                                        <p:cTn id="558" dur="80"/>
                                        <p:tgtEl>
                                          <p:spTgt spid="219"/>
                                        </p:tgtEl>
                                        <p:attrNameLst>
                                          <p:attrName>fill.type</p:attrName>
                                        </p:attrNameLst>
                                      </p:cBhvr>
                                      <p:to>
                                        <p:strVal val="solid"/>
                                      </p:to>
                                    </p:set>
                                  </p:childTnLst>
                                </p:cTn>
                              </p:par>
                            </p:childTnLst>
                          </p:cTn>
                        </p:par>
                        <p:par>
                          <p:cTn id="559" fill="hold">
                            <p:stCondLst>
                              <p:cond delay="6500"/>
                            </p:stCondLst>
                            <p:childTnLst>
                              <p:par>
                                <p:cTn id="560" nodeType="afterEffect" fill="hold" presetClass="exit" presetID="27">
                                  <p:stCondLst>
                                    <p:cond delay="500"/>
                                  </p:stCondLst>
                                  <p:iterate type="lt">
                                    <p:tmAbs val="40"/>
                                  </p:iterate>
                                  <p:childTnLst>
                                    <p:anim calcmode="discrete" valueType="clr">
                                      <p:cBhvr additive="repl">
                                        <p:cTn id="561" dur="80"/>
                                        <p:tgtEl>
                                          <p:spTgt spid="219"/>
                                        </p:tgtEl>
                                        <p:attrNameLst>
                                          <p:attrName>style.color</p:attrName>
                                        </p:attrNameLst>
                                      </p:cBhvr>
                                      <p:tavLst>
                                        <p:tav tm="0">
                                          <p:val>
                                            <p:strVal val="rgb(-103,-103,0)"/>
                                          </p:val>
                                        </p:tav>
                                        <p:tav tm="50000">
                                          <p:val>
                                            <p:strVal val="rgb(-103,51,51)"/>
                                          </p:val>
                                        </p:tav>
                                      </p:tavLst>
                                    </p:anim>
                                    <p:anim calcmode="discrete" valueType="clr">
                                      <p:cBhvr additive="repl">
                                        <p:cTn id="562" dur="80"/>
                                        <p:tgtEl>
                                          <p:spTgt spid="219"/>
                                        </p:tgtEl>
                                        <p:attrNameLst>
                                          <p:attrName>fillcolor</p:attrName>
                                        </p:attrNameLst>
                                      </p:cBhvr>
                                      <p:tavLst>
                                        <p:tav tm="0">
                                          <p:val>
                                            <p:strVal val="rgb(-103,-103,0)"/>
                                          </p:val>
                                        </p:tav>
                                        <p:tav tm="50000">
                                          <p:val>
                                            <p:strVal val="rgb(-103,51,51)"/>
                                          </p:val>
                                        </p:tav>
                                      </p:tavLst>
                                    </p:anim>
                                    <p:set>
                                      <p:cBhvr>
                                        <p:cTn id="563" dur="80"/>
                                        <p:tgtEl>
                                          <p:spTgt spid="219"/>
                                        </p:tgtEl>
                                        <p:attrNameLst>
                                          <p:attrName>fill.type</p:attrName>
                                        </p:attrNameLst>
                                      </p:cBhvr>
                                      <p:to>
                                        <p:strVal val="solid"/>
                                      </p:to>
                                    </p:set>
                                    <p:set>
                                      <p:cBhvr>
                                        <p:cTn id="564" dur="1" fill="hold">
                                          <p:stCondLst>
                                            <p:cond delay="79"/>
                                          </p:stCondLst>
                                        </p:cTn>
                                        <p:tgtEl>
                                          <p:spTgt spid="21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2" name="" descr=""/>
          <p:cNvPicPr/>
          <p:nvPr/>
        </p:nvPicPr>
        <p:blipFill>
          <a:blip r:embed="rId1"/>
          <a:stretch/>
        </p:blipFill>
        <p:spPr>
          <a:xfrm>
            <a:off x="0" y="0"/>
            <a:ext cx="9144000" cy="6934320"/>
          </a:xfrm>
          <a:prstGeom prst="rect">
            <a:avLst/>
          </a:prstGeom>
          <a:ln w="0">
            <a:noFill/>
          </a:ln>
        </p:spPr>
      </p:pic>
      <p:sp>
        <p:nvSpPr>
          <p:cNvPr id="223" name=""/>
          <p:cNvSpPr/>
          <p:nvPr/>
        </p:nvSpPr>
        <p:spPr>
          <a:xfrm>
            <a:off x="7848720" y="1143000"/>
            <a:ext cx="6858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0</a:t>
            </a:r>
            <a:endParaRPr b="0" lang="en-US" sz="1200" spc="-1" strike="noStrike">
              <a:solidFill>
                <a:srgbClr val="000000"/>
              </a:solidFill>
              <a:latin typeface="Arial"/>
            </a:endParaRPr>
          </a:p>
        </p:txBody>
      </p:sp>
      <p:sp>
        <p:nvSpPr>
          <p:cNvPr id="224" name=""/>
          <p:cNvSpPr/>
          <p:nvPr/>
        </p:nvSpPr>
        <p:spPr>
          <a:xfrm>
            <a:off x="7467480" y="220968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25" name=""/>
          <p:cNvSpPr/>
          <p:nvPr/>
        </p:nvSpPr>
        <p:spPr>
          <a:xfrm>
            <a:off x="1676520" y="160020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6" name=""/>
          <p:cNvSpPr/>
          <p:nvPr/>
        </p:nvSpPr>
        <p:spPr>
          <a:xfrm>
            <a:off x="1981080" y="1752480"/>
            <a:ext cx="20574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Flare Cannon</a:t>
            </a:r>
            <a:endParaRPr b="0" lang="en-US" sz="1800" spc="-1" strike="noStrike">
              <a:solidFill>
                <a:srgbClr val="000000"/>
              </a:solidFill>
              <a:latin typeface="Arial"/>
            </a:endParaRPr>
          </a:p>
        </p:txBody>
      </p:sp>
      <p:sp>
        <p:nvSpPr>
          <p:cNvPr id="227" name=""/>
          <p:cNvSpPr/>
          <p:nvPr/>
        </p:nvSpPr>
        <p:spPr>
          <a:xfrm>
            <a:off x="3048120" y="3962520"/>
            <a:ext cx="7086600" cy="228600"/>
          </a:xfrm>
          <a:custGeom>
            <a:avLst/>
            <a:gdLst>
              <a:gd name="textAreaLeft" fmla="*/ 0 w 7086600"/>
              <a:gd name="textAreaRight" fmla="*/ 7086960 w 7086600"/>
              <a:gd name="textAreaTop" fmla="*/ 0 h 228600"/>
              <a:gd name="textAreaBottom" fmla="*/ 228960 h 2286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33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8" name=""/>
          <p:cNvSpPr/>
          <p:nvPr/>
        </p:nvSpPr>
        <p:spPr>
          <a:xfrm>
            <a:off x="6858000" y="4724280"/>
            <a:ext cx="1981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3300"/>
                </a:solidFill>
                <a:latin typeface="Arial"/>
              </a:rPr>
              <a:t>Hull Damage 10</a:t>
            </a:r>
            <a:endParaRPr b="0" lang="en-US" sz="1800" spc="-1" strike="noStrike">
              <a:solidFill>
                <a:srgbClr val="000000"/>
              </a:solidFill>
              <a:latin typeface="Arial"/>
            </a:endParaRPr>
          </a:p>
        </p:txBody>
      </p:sp>
      <p:sp>
        <p:nvSpPr>
          <p:cNvPr id="229" name=""/>
          <p:cNvSpPr/>
          <p:nvPr/>
        </p:nvSpPr>
        <p:spPr>
          <a:xfrm>
            <a:off x="7696080" y="1447920"/>
            <a:ext cx="533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25</a:t>
            </a:r>
            <a:endParaRPr b="0" lang="en-US" sz="1200" spc="-1" strike="noStrike">
              <a:solidFill>
                <a:srgbClr val="000000"/>
              </a:solidFill>
              <a:latin typeface="Arial"/>
            </a:endParaRPr>
          </a:p>
        </p:txBody>
      </p:sp>
    </p:spTree>
  </p:cSld>
  <p:timing>
    <p:tnLst>
      <p:par>
        <p:cTn id="565" dur="indefinite" restart="never" nodeType="tmRoot">
          <p:childTnLst>
            <p:seq>
              <p:cTn id="566" dur="indefinite" nodeType="mainSeq">
                <p:childTnLst>
                  <p:par>
                    <p:cTn id="567" fill="hold">
                      <p:stCondLst>
                        <p:cond delay="0"/>
                      </p:stCondLst>
                      <p:childTnLst>
                        <p:par>
                          <p:cTn id="568" fill="hold">
                            <p:stCondLst>
                              <p:cond delay="0"/>
                            </p:stCondLst>
                            <p:childTnLst>
                              <p:par>
                                <p:cTn id="569" nodeType="afterEffect" fill="hold" presetClass="entr" presetID="1">
                                  <p:stCondLst>
                                    <p:cond delay="500"/>
                                  </p:stCondLst>
                                  <p:childTnLst>
                                    <p:set>
                                      <p:cBhvr>
                                        <p:cTn id="570" dur="1" fill="hold">
                                          <p:stCondLst>
                                            <p:cond delay="0"/>
                                          </p:stCondLst>
                                        </p:cTn>
                                        <p:tgtEl>
                                          <p:spTgt spid="225"/>
                                        </p:tgtEl>
                                        <p:attrNameLst>
                                          <p:attrName>style.visibility</p:attrName>
                                        </p:attrNameLst>
                                      </p:cBhvr>
                                      <p:to>
                                        <p:strVal val="visible"/>
                                      </p:to>
                                    </p:set>
                                  </p:childTnLst>
                                </p:cTn>
                              </p:par>
                            </p:childTnLst>
                          </p:cTn>
                        </p:par>
                        <p:par>
                          <p:cTn id="571" fill="hold">
                            <p:stCondLst>
                              <p:cond delay="500"/>
                            </p:stCondLst>
                            <p:childTnLst>
                              <p:par>
                                <p:cTn id="572" nodeType="afterEffect" fill="hold" presetClass="exit" presetID="1">
                                  <p:stCondLst>
                                    <p:cond delay="1500"/>
                                  </p:stCondLst>
                                  <p:childTnLst>
                                    <p:set>
                                      <p:cBhvr>
                                        <p:cTn id="573" dur="1" fill="hold">
                                          <p:stCondLst>
                                            <p:cond delay="0"/>
                                          </p:stCondLst>
                                        </p:cTn>
                                        <p:tgtEl>
                                          <p:spTgt spid="225"/>
                                        </p:tgtEl>
                                        <p:attrNameLst>
                                          <p:attrName>style.visibility</p:attrName>
                                        </p:attrNameLst>
                                      </p:cBhvr>
                                      <p:to>
                                        <p:strVal val="hidden"/>
                                      </p:to>
                                    </p:set>
                                  </p:childTnLst>
                                </p:cTn>
                              </p:par>
                            </p:childTnLst>
                          </p:cTn>
                        </p:par>
                        <p:par>
                          <p:cTn id="574" fill="hold">
                            <p:stCondLst>
                              <p:cond delay="2000"/>
                            </p:stCondLst>
                            <p:childTnLst>
                              <p:par>
                                <p:cTn id="575" nodeType="afterEffect" fill="hold" presetClass="entr" presetID="9">
                                  <p:stCondLst>
                                    <p:cond delay="0"/>
                                  </p:stCondLst>
                                  <p:childTnLst>
                                    <p:set>
                                      <p:cBhvr>
                                        <p:cTn id="576" dur="1" fill="hold">
                                          <p:stCondLst>
                                            <p:cond delay="0"/>
                                          </p:stCondLst>
                                        </p:cTn>
                                        <p:tgtEl>
                                          <p:spTgt spid="227"/>
                                        </p:tgtEl>
                                        <p:attrNameLst>
                                          <p:attrName>style.visibility</p:attrName>
                                        </p:attrNameLst>
                                      </p:cBhvr>
                                      <p:to>
                                        <p:strVal val="visible"/>
                                      </p:to>
                                    </p:set>
                                    <p:animEffect filter="dissolve" transition="in">
                                      <p:cBhvr additive="repl">
                                        <p:cTn id="577" dur="500"/>
                                        <p:tgtEl>
                                          <p:spTgt spid="227"/>
                                        </p:tgtEl>
                                      </p:cBhvr>
                                    </p:animEffect>
                                  </p:childTnLst>
                                </p:cTn>
                              </p:par>
                            </p:childTnLst>
                          </p:cTn>
                        </p:par>
                        <p:par>
                          <p:cTn id="578" fill="hold">
                            <p:stCondLst>
                              <p:cond delay="2500"/>
                            </p:stCondLst>
                            <p:childTnLst>
                              <p:par>
                                <p:cTn id="579" nodeType="afterEffect" fill="hold" presetClass="emph" presetID="6">
                                  <p:stCondLst>
                                    <p:cond delay="0"/>
                                  </p:stCondLst>
                                  <p:childTnLst>
                                    <p:animScale>
                                      <p:cBhvr>
                                        <p:cTn id="580" dur="2000" fill="hold"/>
                                        <p:tgtEl>
                                          <p:spTgt spid="227"/>
                                        </p:tgtEl>
                                      </p:cBhvr>
                                      <p:to x="100000" y="400000"/>
                                    </p:animScale>
                                  </p:childTnLst>
                                </p:cTn>
                              </p:par>
                            </p:childTnLst>
                          </p:cTn>
                        </p:par>
                        <p:par>
                          <p:cTn id="581" fill="hold">
                            <p:stCondLst>
                              <p:cond delay="4500"/>
                            </p:stCondLst>
                            <p:childTnLst>
                              <p:par>
                                <p:cTn id="582" nodeType="afterEffect" fill="hold" presetClass="exit" presetID="9">
                                  <p:stCondLst>
                                    <p:cond delay="2000"/>
                                  </p:stCondLst>
                                  <p:childTnLst>
                                    <p:animEffect filter="dissolve" transition="out">
                                      <p:cBhvr additive="repl">
                                        <p:cTn id="583" dur="500"/>
                                        <p:tgtEl>
                                          <p:spTgt spid="227"/>
                                        </p:tgtEl>
                                      </p:cBhvr>
                                    </p:animEffect>
                                    <p:set>
                                      <p:cBhvr>
                                        <p:cTn id="584" dur="1" fill="hold">
                                          <p:stCondLst>
                                            <p:cond delay="499"/>
                                          </p:stCondLst>
                                        </p:cTn>
                                        <p:tgtEl>
                                          <p:spTgt spid="227"/>
                                        </p:tgtEl>
                                        <p:attrNameLst>
                                          <p:attrName>style.visibility</p:attrName>
                                        </p:attrNameLst>
                                      </p:cBhvr>
                                      <p:to>
                                        <p:strVal val="hidden"/>
                                      </p:to>
                                    </p:set>
                                  </p:childTnLst>
                                </p:cTn>
                              </p:par>
                            </p:childTnLst>
                          </p:cTn>
                        </p:par>
                        <p:par>
                          <p:cTn id="585" fill="hold">
                            <p:stCondLst>
                              <p:cond delay="7000"/>
                            </p:stCondLst>
                            <p:childTnLst>
                              <p:par>
                                <p:cTn id="586" nodeType="afterEffect" fill="hold" presetClass="entr" presetID="27">
                                  <p:stCondLst>
                                    <p:cond delay="0"/>
                                  </p:stCondLst>
                                  <p:iterate type="lt">
                                    <p:tmAbs val="40"/>
                                  </p:iterate>
                                  <p:childTnLst>
                                    <p:set>
                                      <p:cBhvr>
                                        <p:cTn id="587" dur="1" fill="hold">
                                          <p:stCondLst>
                                            <p:cond delay="0"/>
                                          </p:stCondLst>
                                        </p:cTn>
                                        <p:tgtEl>
                                          <p:spTgt spid="228"/>
                                        </p:tgtEl>
                                        <p:attrNameLst>
                                          <p:attrName>style.visibility</p:attrName>
                                        </p:attrNameLst>
                                      </p:cBhvr>
                                      <p:to>
                                        <p:strVal val="visible"/>
                                      </p:to>
                                    </p:set>
                                    <p:anim calcmode="discrete" valueType="clr">
                                      <p:cBhvr additive="repl">
                                        <p:cTn id="588" dur="80"/>
                                        <p:tgtEl>
                                          <p:spTgt spid="228"/>
                                        </p:tgtEl>
                                        <p:attrNameLst>
                                          <p:attrName>style.color</p:attrName>
                                        </p:attrNameLst>
                                      </p:cBhvr>
                                      <p:tavLst>
                                        <p:tav tm="0">
                                          <p:val>
                                            <p:strVal val="rgb(-103,51,51)"/>
                                          </p:val>
                                        </p:tav>
                                        <p:tav tm="50000">
                                          <p:val>
                                            <p:strVal val="rgb(-103,-103,0)"/>
                                          </p:val>
                                        </p:tav>
                                      </p:tavLst>
                                    </p:anim>
                                    <p:anim calcmode="discrete" valueType="clr">
                                      <p:cBhvr additive="repl">
                                        <p:cTn id="589" dur="80"/>
                                        <p:tgtEl>
                                          <p:spTgt spid="228"/>
                                        </p:tgtEl>
                                        <p:attrNameLst>
                                          <p:attrName>fillcolor</p:attrName>
                                        </p:attrNameLst>
                                      </p:cBhvr>
                                      <p:tavLst>
                                        <p:tav tm="0">
                                          <p:val>
                                            <p:strVal val="rgb(-103,51,51)"/>
                                          </p:val>
                                        </p:tav>
                                        <p:tav tm="50000">
                                          <p:val>
                                            <p:strVal val="rgb(-103,-103,0)"/>
                                          </p:val>
                                        </p:tav>
                                      </p:tavLst>
                                    </p:anim>
                                    <p:set>
                                      <p:cBhvr>
                                        <p:cTn id="590" dur="80"/>
                                        <p:tgtEl>
                                          <p:spTgt spid="228"/>
                                        </p:tgtEl>
                                        <p:attrNameLst>
                                          <p:attrName>fill.type</p:attrName>
                                        </p:attrNameLst>
                                      </p:cBhvr>
                                      <p:to>
                                        <p:strVal val="solid"/>
                                      </p:to>
                                    </p:set>
                                  </p:childTnLst>
                                </p:cTn>
                              </p:par>
                            </p:childTnLst>
                          </p:cTn>
                        </p:par>
                        <p:par>
                          <p:cTn id="591" fill="hold">
                            <p:stCondLst>
                              <p:cond delay="7520"/>
                            </p:stCondLst>
                            <p:childTnLst>
                              <p:par>
                                <p:cTn id="592" nodeType="afterEffect" fill="hold" presetClass="exit" presetID="27">
                                  <p:stCondLst>
                                    <p:cond delay="500"/>
                                  </p:stCondLst>
                                  <p:iterate type="lt">
                                    <p:tmAbs val="40"/>
                                  </p:iterate>
                                  <p:childTnLst>
                                    <p:anim calcmode="discrete" valueType="clr">
                                      <p:cBhvr additive="repl">
                                        <p:cTn id="593" dur="80"/>
                                        <p:tgtEl>
                                          <p:spTgt spid="228"/>
                                        </p:tgtEl>
                                        <p:attrNameLst>
                                          <p:attrName>style.color</p:attrName>
                                        </p:attrNameLst>
                                      </p:cBhvr>
                                      <p:tavLst>
                                        <p:tav tm="0">
                                          <p:val>
                                            <p:strVal val="rgb(-103,-103,0)"/>
                                          </p:val>
                                        </p:tav>
                                        <p:tav tm="50000">
                                          <p:val>
                                            <p:strVal val="rgb(-103,51,51)"/>
                                          </p:val>
                                        </p:tav>
                                      </p:tavLst>
                                    </p:anim>
                                    <p:anim calcmode="discrete" valueType="clr">
                                      <p:cBhvr additive="repl">
                                        <p:cTn id="594" dur="80"/>
                                        <p:tgtEl>
                                          <p:spTgt spid="228"/>
                                        </p:tgtEl>
                                        <p:attrNameLst>
                                          <p:attrName>fillcolor</p:attrName>
                                        </p:attrNameLst>
                                      </p:cBhvr>
                                      <p:tavLst>
                                        <p:tav tm="0">
                                          <p:val>
                                            <p:strVal val="rgb(-103,-103,0)"/>
                                          </p:val>
                                        </p:tav>
                                        <p:tav tm="50000">
                                          <p:val>
                                            <p:strVal val="rgb(-103,51,51)"/>
                                          </p:val>
                                        </p:tav>
                                      </p:tavLst>
                                    </p:anim>
                                    <p:set>
                                      <p:cBhvr>
                                        <p:cTn id="595" dur="80"/>
                                        <p:tgtEl>
                                          <p:spTgt spid="228"/>
                                        </p:tgtEl>
                                        <p:attrNameLst>
                                          <p:attrName>fill.type</p:attrName>
                                        </p:attrNameLst>
                                      </p:cBhvr>
                                      <p:to>
                                        <p:strVal val="solid"/>
                                      </p:to>
                                    </p:set>
                                    <p:set>
                                      <p:cBhvr>
                                        <p:cTn id="596" dur="1" fill="hold">
                                          <p:stCondLst>
                                            <p:cond delay="79"/>
                                          </p:stCondLst>
                                        </p:cTn>
                                        <p:tgtEl>
                                          <p:spTgt spid="22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30" name="" descr=""/>
          <p:cNvPicPr/>
          <p:nvPr/>
        </p:nvPicPr>
        <p:blipFill>
          <a:blip r:embed="rId1"/>
          <a:stretch/>
        </p:blipFill>
        <p:spPr>
          <a:xfrm>
            <a:off x="0" y="0"/>
            <a:ext cx="9144000" cy="6858000"/>
          </a:xfrm>
          <a:prstGeom prst="rect">
            <a:avLst/>
          </a:prstGeom>
          <a:ln w="0">
            <a:noFill/>
          </a:ln>
        </p:spPr>
      </p:pic>
      <p:sp>
        <p:nvSpPr>
          <p:cNvPr id="231" name=""/>
          <p:cNvSpPr/>
          <p:nvPr/>
        </p:nvSpPr>
        <p:spPr>
          <a:xfrm>
            <a:off x="7848720" y="1143000"/>
            <a:ext cx="6858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0</a:t>
            </a:r>
            <a:endParaRPr b="0" lang="en-US" sz="1200" spc="-1" strike="noStrike">
              <a:solidFill>
                <a:srgbClr val="000000"/>
              </a:solidFill>
              <a:latin typeface="Arial"/>
            </a:endParaRPr>
          </a:p>
        </p:txBody>
      </p:sp>
      <p:sp>
        <p:nvSpPr>
          <p:cNvPr id="232" name=""/>
          <p:cNvSpPr/>
          <p:nvPr/>
        </p:nvSpPr>
        <p:spPr>
          <a:xfrm>
            <a:off x="7696080" y="1447920"/>
            <a:ext cx="533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15</a:t>
            </a:r>
            <a:endParaRPr b="0" lang="en-US" sz="1200" spc="-1" strike="noStrike">
              <a:solidFill>
                <a:srgbClr val="000000"/>
              </a:solidFill>
              <a:latin typeface="Arial"/>
            </a:endParaRPr>
          </a:p>
        </p:txBody>
      </p:sp>
      <p:sp>
        <p:nvSpPr>
          <p:cNvPr id="233" name=""/>
          <p:cNvSpPr/>
          <p:nvPr/>
        </p:nvSpPr>
        <p:spPr>
          <a:xfrm>
            <a:off x="7467480" y="220968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u="sng">
                <a:solidFill>
                  <a:srgbClr val="009999"/>
                </a:solidFill>
                <a:uFillTx/>
                <a:latin typeface="Arial"/>
                <a:hlinkClick r:id="rId2" action="ppaction://hlinksldjump"/>
              </a:rPr>
              <a:t>-shot</a:t>
            </a:r>
            <a:endParaRPr b="0" lang="en-US" sz="1800" spc="-1" strike="noStrike">
              <a:solidFill>
                <a:srgbClr val="000000"/>
              </a:solidFill>
              <a:latin typeface="Arial"/>
            </a:endParaRPr>
          </a:p>
        </p:txBody>
      </p:sp>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34" name="" descr=""/>
          <p:cNvPicPr/>
          <p:nvPr/>
        </p:nvPicPr>
        <p:blipFill>
          <a:blip r:embed="rId1"/>
          <a:stretch/>
        </p:blipFill>
        <p:spPr>
          <a:xfrm>
            <a:off x="0" y="0"/>
            <a:ext cx="9144000" cy="6858000"/>
          </a:xfrm>
          <a:prstGeom prst="rect">
            <a:avLst/>
          </a:prstGeom>
          <a:ln w="0">
            <a:noFill/>
          </a:ln>
        </p:spPr>
      </p:pic>
      <p:sp>
        <p:nvSpPr>
          <p:cNvPr id="235" name=""/>
          <p:cNvSpPr/>
          <p:nvPr/>
        </p:nvSpPr>
        <p:spPr>
          <a:xfrm>
            <a:off x="7238880" y="685800"/>
            <a:ext cx="1905120" cy="28954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6" name=""/>
          <p:cNvSpPr/>
          <p:nvPr/>
        </p:nvSpPr>
        <p:spPr>
          <a:xfrm>
            <a:off x="6019920" y="30481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7" name=""/>
          <p:cNvSpPr/>
          <p:nvPr/>
        </p:nvSpPr>
        <p:spPr>
          <a:xfrm>
            <a:off x="6629400" y="32004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38"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9"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0"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1"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2"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3"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4"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5"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6"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7"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8" name=""/>
          <p:cNvSpPr/>
          <p:nvPr/>
        </p:nvSpPr>
        <p:spPr>
          <a:xfrm>
            <a:off x="2438280" y="2438280"/>
            <a:ext cx="22100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15</a:t>
            </a:r>
            <a:endParaRPr b="0" lang="en-US" sz="1800" spc="-1" strike="noStrike">
              <a:solidFill>
                <a:srgbClr val="000000"/>
              </a:solidFill>
              <a:latin typeface="Arial"/>
            </a:endParaRPr>
          </a:p>
        </p:txBody>
      </p:sp>
    </p:spTree>
  </p:cSld>
  <p:timing>
    <p:tnLst>
      <p:par>
        <p:cTn id="597" dur="indefinite" restart="never" nodeType="tmRoot">
          <p:childTnLst>
            <p:seq>
              <p:cTn id="598" dur="indefinite" nodeType="mainSeq">
                <p:childTnLst>
                  <p:par>
                    <p:cTn id="599" fill="hold">
                      <p:stCondLst>
                        <p:cond delay="0"/>
                      </p:stCondLst>
                      <p:childTnLst>
                        <p:par>
                          <p:cTn id="600" fill="hold">
                            <p:stCondLst>
                              <p:cond delay="0"/>
                            </p:stCondLst>
                            <p:childTnLst>
                              <p:par>
                                <p:cTn id="601" nodeType="afterEffect" fill="hold" presetClass="entr" presetID="1">
                                  <p:stCondLst>
                                    <p:cond delay="500"/>
                                  </p:stCondLst>
                                  <p:childTnLst>
                                    <p:set>
                                      <p:cBhvr>
                                        <p:cTn id="602" dur="1" fill="hold">
                                          <p:stCondLst>
                                            <p:cond delay="0"/>
                                          </p:stCondLst>
                                        </p:cTn>
                                        <p:tgtEl>
                                          <p:spTgt spid="236"/>
                                        </p:tgtEl>
                                        <p:attrNameLst>
                                          <p:attrName>style.visibility</p:attrName>
                                        </p:attrNameLst>
                                      </p:cBhvr>
                                      <p:to>
                                        <p:strVal val="visible"/>
                                      </p:to>
                                    </p:set>
                                  </p:childTnLst>
                                </p:cTn>
                              </p:par>
                            </p:childTnLst>
                          </p:cTn>
                        </p:par>
                        <p:par>
                          <p:cTn id="603" fill="hold">
                            <p:stCondLst>
                              <p:cond delay="500"/>
                            </p:stCondLst>
                            <p:childTnLst>
                              <p:par>
                                <p:cTn id="604" nodeType="afterEffect" fill="hold" presetClass="exit" presetID="1">
                                  <p:stCondLst>
                                    <p:cond delay="1500"/>
                                  </p:stCondLst>
                                  <p:childTnLst>
                                    <p:set>
                                      <p:cBhvr>
                                        <p:cTn id="605" dur="1" fill="hold">
                                          <p:stCondLst>
                                            <p:cond delay="0"/>
                                          </p:stCondLst>
                                        </p:cTn>
                                        <p:tgtEl>
                                          <p:spTgt spid="236"/>
                                        </p:tgtEl>
                                        <p:attrNameLst>
                                          <p:attrName>style.visibility</p:attrName>
                                        </p:attrNameLst>
                                      </p:cBhvr>
                                      <p:to>
                                        <p:strVal val="hidden"/>
                                      </p:to>
                                    </p:set>
                                  </p:childTnLst>
                                </p:cTn>
                              </p:par>
                            </p:childTnLst>
                          </p:cTn>
                        </p:par>
                        <p:par>
                          <p:cTn id="606" fill="hold">
                            <p:stCondLst>
                              <p:cond delay="2000"/>
                            </p:stCondLst>
                            <p:childTnLst>
                              <p:par>
                                <p:cTn id="607" nodeType="afterEffect" fill="hold" presetClass="path" presetID="0">
                                  <p:stCondLst>
                                    <p:cond delay="0"/>
                                  </p:stCondLst>
                                  <p:childTnLst>
                                    <p:animMotion origin="layout" path="M -0.30833 -0.02219 L -0.73333 -0.02219 E">
                                      <p:cBhvr>
                                        <p:cTn id="608" dur="500" fill="hold"/>
                                        <p:tgtEl>
                                          <p:spTgt spid="238"/>
                                        </p:tgtEl>
                                      </p:cBhvr>
                                    </p:animMotion>
                                  </p:childTnLst>
                                </p:cTn>
                              </p:par>
                              <p:set>
                                <p:cBhvr>
                                  <p:cTn id="609" dur="1" fill="hold">
                                    <p:stCondLst>
                                      <p:cond evt="end">
                                        <p:tn val="607"/>
                                      </p:cond>
                                    </p:stCondLst>
                                  </p:cTn>
                                  <p:tgtEl>
                                    <p:spTgt spid="238"/>
                                  </p:tgtEl>
                                  <p:attrNameLst>
                                    <p:attrName>style.visibility</p:attrName>
                                  </p:attrNameLst>
                                </p:cBhvr>
                                <p:to>
                                  <p:strVal val="hidden"/>
                                </p:to>
                              </p:set>
                              <p:par>
                                <p:cTn id="610" nodeType="withEffect" fill="hold" presetClass="path" presetID="0">
                                  <p:stCondLst>
                                    <p:cond delay="0"/>
                                  </p:stCondLst>
                                  <p:childTnLst>
                                    <p:animMotion origin="layout" path="M -0.30833 -0.02219 L -0.73333 -0.02219 E">
                                      <p:cBhvr>
                                        <p:cTn id="611" dur="500" fill="hold"/>
                                        <p:tgtEl>
                                          <p:spTgt spid="239"/>
                                        </p:tgtEl>
                                      </p:cBhvr>
                                    </p:animMotion>
                                  </p:childTnLst>
                                </p:cTn>
                              </p:par>
                              <p:set>
                                <p:cBhvr>
                                  <p:cTn id="612" dur="1" fill="hold">
                                    <p:stCondLst>
                                      <p:cond evt="end">
                                        <p:tn val="610"/>
                                      </p:cond>
                                    </p:stCondLst>
                                  </p:cTn>
                                  <p:tgtEl>
                                    <p:spTgt spid="239"/>
                                  </p:tgtEl>
                                  <p:attrNameLst>
                                    <p:attrName>style.visibility</p:attrName>
                                  </p:attrNameLst>
                                </p:cBhvr>
                                <p:to>
                                  <p:strVal val="hidden"/>
                                </p:to>
                              </p:set>
                            </p:childTnLst>
                          </p:cTn>
                        </p:par>
                        <p:par>
                          <p:cTn id="613" fill="hold">
                            <p:stCondLst>
                              <p:cond delay="2500"/>
                            </p:stCondLst>
                            <p:childTnLst>
                              <p:par>
                                <p:cTn id="614" nodeType="afterEffect" fill="hold" presetClass="path" presetID="0">
                                  <p:stCondLst>
                                    <p:cond delay="0"/>
                                  </p:stCondLst>
                                  <p:childTnLst>
                                    <p:animMotion origin="layout" path="M -0.475 -0.02219 L -0.9 -0.02219 E">
                                      <p:cBhvr>
                                        <p:cTn id="615" dur="500" fill="hold"/>
                                        <p:tgtEl>
                                          <p:spTgt spid="240"/>
                                        </p:tgtEl>
                                      </p:cBhvr>
                                    </p:animMotion>
                                  </p:childTnLst>
                                </p:cTn>
                              </p:par>
                              <p:set>
                                <p:cBhvr>
                                  <p:cTn id="616" dur="1" fill="hold">
                                    <p:stCondLst>
                                      <p:cond evt="end">
                                        <p:tn val="614"/>
                                      </p:cond>
                                    </p:stCondLst>
                                  </p:cTn>
                                  <p:tgtEl>
                                    <p:spTgt spid="240"/>
                                  </p:tgtEl>
                                  <p:attrNameLst>
                                    <p:attrName>style.visibility</p:attrName>
                                  </p:attrNameLst>
                                </p:cBhvr>
                                <p:to>
                                  <p:strVal val="hidden"/>
                                </p:to>
                              </p:set>
                              <p:par>
                                <p:cTn id="617" nodeType="withEffect" fill="hold" presetClass="path" presetID="0">
                                  <p:stCondLst>
                                    <p:cond delay="0"/>
                                  </p:stCondLst>
                                  <p:childTnLst>
                                    <p:animMotion origin="layout" path="M -0.475 -0.02219 L -0.9 -0.02219 E">
                                      <p:cBhvr>
                                        <p:cTn id="618" dur="500" fill="hold"/>
                                        <p:tgtEl>
                                          <p:spTgt spid="241"/>
                                        </p:tgtEl>
                                      </p:cBhvr>
                                    </p:animMotion>
                                  </p:childTnLst>
                                </p:cTn>
                              </p:par>
                              <p:set>
                                <p:cBhvr>
                                  <p:cTn id="619" dur="1" fill="hold">
                                    <p:stCondLst>
                                      <p:cond evt="end">
                                        <p:tn val="617"/>
                                      </p:cond>
                                    </p:stCondLst>
                                  </p:cTn>
                                  <p:tgtEl>
                                    <p:spTgt spid="241"/>
                                  </p:tgtEl>
                                  <p:attrNameLst>
                                    <p:attrName>style.visibility</p:attrName>
                                  </p:attrNameLst>
                                </p:cBhvr>
                                <p:to>
                                  <p:strVal val="hidden"/>
                                </p:to>
                              </p:set>
                            </p:childTnLst>
                          </p:cTn>
                        </p:par>
                        <p:par>
                          <p:cTn id="620" fill="hold">
                            <p:stCondLst>
                              <p:cond delay="3000"/>
                            </p:stCondLst>
                            <p:childTnLst>
                              <p:par>
                                <p:cTn id="621" nodeType="afterEffect" fill="hold" presetClass="path" presetID="0">
                                  <p:stCondLst>
                                    <p:cond delay="0"/>
                                  </p:stCondLst>
                                  <p:childTnLst>
                                    <p:animMotion origin="layout" path="M -0.30833 -0.02219 L -0.73333 -0.02219 E">
                                      <p:cBhvr>
                                        <p:cTn id="622" dur="500" fill="hold"/>
                                        <p:tgtEl>
                                          <p:spTgt spid="242"/>
                                        </p:tgtEl>
                                      </p:cBhvr>
                                    </p:animMotion>
                                  </p:childTnLst>
                                </p:cTn>
                              </p:par>
                              <p:set>
                                <p:cBhvr>
                                  <p:cTn id="623" dur="1" fill="hold">
                                    <p:stCondLst>
                                      <p:cond evt="end">
                                        <p:tn val="621"/>
                                      </p:cond>
                                    </p:stCondLst>
                                  </p:cTn>
                                  <p:tgtEl>
                                    <p:spTgt spid="242"/>
                                  </p:tgtEl>
                                  <p:attrNameLst>
                                    <p:attrName>style.visibility</p:attrName>
                                  </p:attrNameLst>
                                </p:cBhvr>
                                <p:to>
                                  <p:strVal val="hidden"/>
                                </p:to>
                              </p:set>
                              <p:par>
                                <p:cTn id="624" nodeType="withEffect" fill="hold" presetClass="path" presetID="0">
                                  <p:stCondLst>
                                    <p:cond delay="0"/>
                                  </p:stCondLst>
                                  <p:childTnLst>
                                    <p:animMotion origin="layout" path="M -0.30833 -0.02219 L -0.73333 -0.02219 E">
                                      <p:cBhvr>
                                        <p:cTn id="625" dur="500" fill="hold"/>
                                        <p:tgtEl>
                                          <p:spTgt spid="243"/>
                                        </p:tgtEl>
                                      </p:cBhvr>
                                    </p:animMotion>
                                  </p:childTnLst>
                                </p:cTn>
                              </p:par>
                              <p:set>
                                <p:cBhvr>
                                  <p:cTn id="626" dur="1" fill="hold">
                                    <p:stCondLst>
                                      <p:cond evt="end">
                                        <p:tn val="624"/>
                                      </p:cond>
                                    </p:stCondLst>
                                  </p:cTn>
                                  <p:tgtEl>
                                    <p:spTgt spid="243"/>
                                  </p:tgtEl>
                                  <p:attrNameLst>
                                    <p:attrName>style.visibility</p:attrName>
                                  </p:attrNameLst>
                                </p:cBhvr>
                                <p:to>
                                  <p:strVal val="hidden"/>
                                </p:to>
                              </p:set>
                            </p:childTnLst>
                          </p:cTn>
                        </p:par>
                        <p:par>
                          <p:cTn id="627" fill="hold">
                            <p:stCondLst>
                              <p:cond delay="3500"/>
                            </p:stCondLst>
                            <p:childTnLst>
                              <p:par>
                                <p:cTn id="628" nodeType="afterEffect" fill="hold" presetClass="path" presetID="0">
                                  <p:stCondLst>
                                    <p:cond delay="0"/>
                                  </p:stCondLst>
                                  <p:childTnLst>
                                    <p:animMotion origin="layout" path="M -0.3 -0.02219 L -0.73333 -0.02219 E">
                                      <p:cBhvr>
                                        <p:cTn id="629" dur="500" fill="hold"/>
                                        <p:tgtEl>
                                          <p:spTgt spid="244"/>
                                        </p:tgtEl>
                                      </p:cBhvr>
                                    </p:animMotion>
                                  </p:childTnLst>
                                </p:cTn>
                              </p:par>
                              <p:set>
                                <p:cBhvr>
                                  <p:cTn id="630" dur="1" fill="hold">
                                    <p:stCondLst>
                                      <p:cond evt="end">
                                        <p:tn val="628"/>
                                      </p:cond>
                                    </p:stCondLst>
                                  </p:cTn>
                                  <p:tgtEl>
                                    <p:spTgt spid="244"/>
                                  </p:tgtEl>
                                  <p:attrNameLst>
                                    <p:attrName>style.visibility</p:attrName>
                                  </p:attrNameLst>
                                </p:cBhvr>
                                <p:to>
                                  <p:strVal val="hidden"/>
                                </p:to>
                              </p:set>
                              <p:par>
                                <p:cTn id="631" nodeType="withEffect" fill="hold" presetClass="path" presetID="0">
                                  <p:stCondLst>
                                    <p:cond delay="0"/>
                                  </p:stCondLst>
                                  <p:childTnLst>
                                    <p:animMotion origin="layout" path="M -0.3 -0.02219 L -0.73333 -0.02219 E">
                                      <p:cBhvr>
                                        <p:cTn id="632" dur="500" fill="hold"/>
                                        <p:tgtEl>
                                          <p:spTgt spid="245"/>
                                        </p:tgtEl>
                                      </p:cBhvr>
                                    </p:animMotion>
                                  </p:childTnLst>
                                </p:cTn>
                              </p:par>
                              <p:set>
                                <p:cBhvr>
                                  <p:cTn id="633" dur="1" fill="hold">
                                    <p:stCondLst>
                                      <p:cond evt="end">
                                        <p:tn val="631"/>
                                      </p:cond>
                                    </p:stCondLst>
                                  </p:cTn>
                                  <p:tgtEl>
                                    <p:spTgt spid="245"/>
                                  </p:tgtEl>
                                  <p:attrNameLst>
                                    <p:attrName>style.visibility</p:attrName>
                                  </p:attrNameLst>
                                </p:cBhvr>
                                <p:to>
                                  <p:strVal val="hidden"/>
                                </p:to>
                              </p:set>
                            </p:childTnLst>
                          </p:cTn>
                        </p:par>
                        <p:par>
                          <p:cTn id="634" fill="hold">
                            <p:stCondLst>
                              <p:cond delay="4000"/>
                            </p:stCondLst>
                            <p:childTnLst>
                              <p:par>
                                <p:cTn id="635" nodeType="afterEffect" fill="hold" presetClass="path" presetID="0">
                                  <p:stCondLst>
                                    <p:cond delay="0"/>
                                  </p:stCondLst>
                                  <p:childTnLst>
                                    <p:animMotion origin="layout" path="M -0.30833 -0.02219 L -0.73333 -0.02219 E">
                                      <p:cBhvr>
                                        <p:cTn id="636" dur="500" fill="hold"/>
                                        <p:tgtEl>
                                          <p:spTgt spid="246"/>
                                        </p:tgtEl>
                                      </p:cBhvr>
                                    </p:animMotion>
                                  </p:childTnLst>
                                </p:cTn>
                              </p:par>
                              <p:set>
                                <p:cBhvr>
                                  <p:cTn id="637" dur="1" fill="hold">
                                    <p:stCondLst>
                                      <p:cond evt="end">
                                        <p:tn val="635"/>
                                      </p:cond>
                                    </p:stCondLst>
                                  </p:cTn>
                                  <p:tgtEl>
                                    <p:spTgt spid="246"/>
                                  </p:tgtEl>
                                  <p:attrNameLst>
                                    <p:attrName>style.visibility</p:attrName>
                                  </p:attrNameLst>
                                </p:cBhvr>
                                <p:to>
                                  <p:strVal val="hidden"/>
                                </p:to>
                              </p:set>
                              <p:par>
                                <p:cTn id="638" nodeType="withEffect" fill="hold" presetClass="path" presetID="0">
                                  <p:stCondLst>
                                    <p:cond delay="0"/>
                                  </p:stCondLst>
                                  <p:childTnLst>
                                    <p:animMotion origin="layout" path="M -0.30833 -0.02219 L -0.73333 -0.02219 E">
                                      <p:cBhvr>
                                        <p:cTn id="639" dur="500" fill="hold"/>
                                        <p:tgtEl>
                                          <p:spTgt spid="247"/>
                                        </p:tgtEl>
                                      </p:cBhvr>
                                    </p:animMotion>
                                  </p:childTnLst>
                                </p:cTn>
                              </p:par>
                              <p:set>
                                <p:cBhvr>
                                  <p:cTn id="640" dur="1" fill="hold">
                                    <p:stCondLst>
                                      <p:cond evt="end">
                                        <p:tn val="638"/>
                                      </p:cond>
                                    </p:stCondLst>
                                  </p:cTn>
                                  <p:tgtEl>
                                    <p:spTgt spid="247"/>
                                  </p:tgtEl>
                                  <p:attrNameLst>
                                    <p:attrName>style.visibility</p:attrName>
                                  </p:attrNameLst>
                                </p:cBhvr>
                                <p:to>
                                  <p:strVal val="hidden"/>
                                </p:to>
                              </p:set>
                            </p:childTnLst>
                          </p:cTn>
                        </p:par>
                        <p:par>
                          <p:cTn id="641" fill="hold">
                            <p:stCondLst>
                              <p:cond delay="4500"/>
                            </p:stCondLst>
                            <p:childTnLst>
                              <p:par>
                                <p:cTn id="642" nodeType="afterEffect" fill="hold" presetClass="entr" presetID="27">
                                  <p:stCondLst>
                                    <p:cond delay="0"/>
                                  </p:stCondLst>
                                  <p:iterate type="lt">
                                    <p:tmAbs val="40"/>
                                  </p:iterate>
                                  <p:childTnLst>
                                    <p:set>
                                      <p:cBhvr>
                                        <p:cTn id="643" dur="1" fill="hold">
                                          <p:stCondLst>
                                            <p:cond delay="0"/>
                                          </p:stCondLst>
                                        </p:cTn>
                                        <p:tgtEl>
                                          <p:spTgt spid="248"/>
                                        </p:tgtEl>
                                        <p:attrNameLst>
                                          <p:attrName>style.visibility</p:attrName>
                                        </p:attrNameLst>
                                      </p:cBhvr>
                                      <p:to>
                                        <p:strVal val="visible"/>
                                      </p:to>
                                    </p:set>
                                    <p:anim calcmode="discrete" valueType="clr">
                                      <p:cBhvr additive="repl">
                                        <p:cTn id="644" dur="80"/>
                                        <p:tgtEl>
                                          <p:spTgt spid="248"/>
                                        </p:tgtEl>
                                        <p:attrNameLst>
                                          <p:attrName>style.color</p:attrName>
                                        </p:attrNameLst>
                                      </p:cBhvr>
                                      <p:tavLst>
                                        <p:tav tm="0">
                                          <p:val>
                                            <p:strVal val="rgb(-103,51,51)"/>
                                          </p:val>
                                        </p:tav>
                                        <p:tav tm="50000">
                                          <p:val>
                                            <p:strVal val="rgb(-103,-103,0)"/>
                                          </p:val>
                                        </p:tav>
                                      </p:tavLst>
                                    </p:anim>
                                    <p:anim calcmode="discrete" valueType="clr">
                                      <p:cBhvr additive="repl">
                                        <p:cTn id="645" dur="80"/>
                                        <p:tgtEl>
                                          <p:spTgt spid="248"/>
                                        </p:tgtEl>
                                        <p:attrNameLst>
                                          <p:attrName>fillcolor</p:attrName>
                                        </p:attrNameLst>
                                      </p:cBhvr>
                                      <p:tavLst>
                                        <p:tav tm="0">
                                          <p:val>
                                            <p:strVal val="rgb(-103,51,51)"/>
                                          </p:val>
                                        </p:tav>
                                        <p:tav tm="50000">
                                          <p:val>
                                            <p:strVal val="rgb(-103,-103,0)"/>
                                          </p:val>
                                        </p:tav>
                                      </p:tavLst>
                                    </p:anim>
                                    <p:set>
                                      <p:cBhvr>
                                        <p:cTn id="646" dur="80"/>
                                        <p:tgtEl>
                                          <p:spTgt spid="248"/>
                                        </p:tgtEl>
                                        <p:attrNameLst>
                                          <p:attrName>fill.type</p:attrName>
                                        </p:attrNameLst>
                                      </p:cBhvr>
                                      <p:to>
                                        <p:strVal val="solid"/>
                                      </p:to>
                                    </p:set>
                                  </p:childTnLst>
                                </p:cTn>
                              </p:par>
                            </p:childTnLst>
                          </p:cTn>
                        </p:par>
                        <p:par>
                          <p:cTn id="647" fill="hold">
                            <p:stCondLst>
                              <p:cond delay="5100"/>
                            </p:stCondLst>
                            <p:childTnLst>
                              <p:par>
                                <p:cTn id="648" nodeType="afterEffect" fill="hold" presetClass="exit" presetID="27">
                                  <p:stCondLst>
                                    <p:cond delay="500"/>
                                  </p:stCondLst>
                                  <p:iterate type="lt">
                                    <p:tmAbs val="40"/>
                                  </p:iterate>
                                  <p:childTnLst>
                                    <p:anim calcmode="discrete" valueType="clr">
                                      <p:cBhvr additive="repl">
                                        <p:cTn id="649" dur="80"/>
                                        <p:tgtEl>
                                          <p:spTgt spid="248"/>
                                        </p:tgtEl>
                                        <p:attrNameLst>
                                          <p:attrName>style.color</p:attrName>
                                        </p:attrNameLst>
                                      </p:cBhvr>
                                      <p:tavLst>
                                        <p:tav tm="0">
                                          <p:val>
                                            <p:strVal val="rgb(-103,-103,0)"/>
                                          </p:val>
                                        </p:tav>
                                        <p:tav tm="50000">
                                          <p:val>
                                            <p:strVal val="rgb(-103,51,51)"/>
                                          </p:val>
                                        </p:tav>
                                      </p:tavLst>
                                    </p:anim>
                                    <p:anim calcmode="discrete" valueType="clr">
                                      <p:cBhvr additive="repl">
                                        <p:cTn id="650" dur="80"/>
                                        <p:tgtEl>
                                          <p:spTgt spid="248"/>
                                        </p:tgtEl>
                                        <p:attrNameLst>
                                          <p:attrName>fillcolor</p:attrName>
                                        </p:attrNameLst>
                                      </p:cBhvr>
                                      <p:tavLst>
                                        <p:tav tm="0">
                                          <p:val>
                                            <p:strVal val="rgb(-103,-103,0)"/>
                                          </p:val>
                                        </p:tav>
                                        <p:tav tm="50000">
                                          <p:val>
                                            <p:strVal val="rgb(-103,51,51)"/>
                                          </p:val>
                                        </p:tav>
                                      </p:tavLst>
                                    </p:anim>
                                    <p:set>
                                      <p:cBhvr>
                                        <p:cTn id="651" dur="80"/>
                                        <p:tgtEl>
                                          <p:spTgt spid="248"/>
                                        </p:tgtEl>
                                        <p:attrNameLst>
                                          <p:attrName>fill.type</p:attrName>
                                        </p:attrNameLst>
                                      </p:cBhvr>
                                      <p:to>
                                        <p:strVal val="solid"/>
                                      </p:to>
                                    </p:set>
                                    <p:set>
                                      <p:cBhvr>
                                        <p:cTn id="652" dur="1" fill="hold">
                                          <p:stCondLst>
                                            <p:cond delay="79"/>
                                          </p:stCondLst>
                                        </p:cTn>
                                        <p:tgtEl>
                                          <p:spTgt spid="24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49" name="" descr=""/>
          <p:cNvPicPr/>
          <p:nvPr/>
        </p:nvPicPr>
        <p:blipFill>
          <a:blip r:embed="rId1"/>
          <a:stretch/>
        </p:blipFill>
        <p:spPr>
          <a:xfrm>
            <a:off x="0" y="0"/>
            <a:ext cx="9144000" cy="6858000"/>
          </a:xfrm>
          <a:prstGeom prst="rect">
            <a:avLst/>
          </a:prstGeom>
          <a:ln w="0">
            <a:noFill/>
          </a:ln>
        </p:spPr>
      </p:pic>
      <p:sp>
        <p:nvSpPr>
          <p:cNvPr id="250" name=""/>
          <p:cNvSpPr/>
          <p:nvPr/>
        </p:nvSpPr>
        <p:spPr>
          <a:xfrm>
            <a:off x="7696080" y="1447920"/>
            <a:ext cx="533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15</a:t>
            </a:r>
            <a:endParaRPr b="0" lang="en-US" sz="1200" spc="-1" strike="noStrike">
              <a:solidFill>
                <a:srgbClr val="000000"/>
              </a:solidFill>
              <a:latin typeface="Arial"/>
            </a:endParaRPr>
          </a:p>
        </p:txBody>
      </p:sp>
      <p:sp>
        <p:nvSpPr>
          <p:cNvPr id="251" name=""/>
          <p:cNvSpPr/>
          <p:nvPr/>
        </p:nvSpPr>
        <p:spPr>
          <a:xfrm>
            <a:off x="7848720" y="1143000"/>
            <a:ext cx="68580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0</a:t>
            </a:r>
            <a:endParaRPr b="0" lang="en-US" sz="1200" spc="-1" strike="noStrike">
              <a:solidFill>
                <a:srgbClr val="000000"/>
              </a:solidFill>
              <a:latin typeface="Arial"/>
            </a:endParaRPr>
          </a:p>
        </p:txBody>
      </p:sp>
      <p:sp>
        <p:nvSpPr>
          <p:cNvPr id="252" name=""/>
          <p:cNvSpPr/>
          <p:nvPr/>
        </p:nvSpPr>
        <p:spPr>
          <a:xfrm>
            <a:off x="1676520" y="160020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3" name=""/>
          <p:cNvSpPr/>
          <p:nvPr/>
        </p:nvSpPr>
        <p:spPr>
          <a:xfrm>
            <a:off x="1981080" y="1752480"/>
            <a:ext cx="20574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Flare cannon</a:t>
            </a:r>
            <a:endParaRPr b="0" lang="en-US" sz="1800" spc="-1" strike="noStrike">
              <a:solidFill>
                <a:srgbClr val="000000"/>
              </a:solidFill>
              <a:latin typeface="Arial"/>
            </a:endParaRPr>
          </a:p>
        </p:txBody>
      </p:sp>
      <p:sp>
        <p:nvSpPr>
          <p:cNvPr id="254" name=""/>
          <p:cNvSpPr/>
          <p:nvPr/>
        </p:nvSpPr>
        <p:spPr>
          <a:xfrm>
            <a:off x="7467480" y="220968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55" name=""/>
          <p:cNvSpPr/>
          <p:nvPr/>
        </p:nvSpPr>
        <p:spPr>
          <a:xfrm>
            <a:off x="3048120" y="3962520"/>
            <a:ext cx="7086600" cy="228600"/>
          </a:xfrm>
          <a:custGeom>
            <a:avLst/>
            <a:gdLst>
              <a:gd name="textAreaLeft" fmla="*/ 0 w 7086600"/>
              <a:gd name="textAreaRight" fmla="*/ 7086960 w 7086600"/>
              <a:gd name="textAreaTop" fmla="*/ 0 h 228600"/>
              <a:gd name="textAreaBottom" fmla="*/ 228960 h 2286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33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6" name=""/>
          <p:cNvSpPr/>
          <p:nvPr/>
        </p:nvSpPr>
        <p:spPr>
          <a:xfrm>
            <a:off x="6858000" y="4724280"/>
            <a:ext cx="1981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3300"/>
                </a:solidFill>
                <a:latin typeface="Arial"/>
              </a:rPr>
              <a:t>Hull Damage 10</a:t>
            </a:r>
            <a:endParaRPr b="0" lang="en-US" sz="1800" spc="-1" strike="noStrike">
              <a:solidFill>
                <a:srgbClr val="000000"/>
              </a:solidFill>
              <a:latin typeface="Arial"/>
            </a:endParaRPr>
          </a:p>
        </p:txBody>
      </p:sp>
    </p:spTree>
  </p:cSld>
  <p:timing>
    <p:tnLst>
      <p:par>
        <p:cTn id="653" dur="indefinite" restart="never" nodeType="tmRoot">
          <p:childTnLst>
            <p:seq>
              <p:cTn id="654" dur="indefinite" nodeType="mainSeq">
                <p:childTnLst>
                  <p:par>
                    <p:cTn id="655" fill="hold">
                      <p:stCondLst>
                        <p:cond delay="0"/>
                      </p:stCondLst>
                      <p:childTnLst>
                        <p:par>
                          <p:cTn id="656" fill="hold">
                            <p:stCondLst>
                              <p:cond delay="0"/>
                            </p:stCondLst>
                            <p:childTnLst>
                              <p:par>
                                <p:cTn id="657" nodeType="afterEffect" fill="hold" presetClass="entr" presetID="1">
                                  <p:stCondLst>
                                    <p:cond delay="500"/>
                                  </p:stCondLst>
                                  <p:childTnLst>
                                    <p:set>
                                      <p:cBhvr>
                                        <p:cTn id="658" dur="1" fill="hold">
                                          <p:stCondLst>
                                            <p:cond delay="0"/>
                                          </p:stCondLst>
                                        </p:cTn>
                                        <p:tgtEl>
                                          <p:spTgt spid="252"/>
                                        </p:tgtEl>
                                        <p:attrNameLst>
                                          <p:attrName>style.visibility</p:attrName>
                                        </p:attrNameLst>
                                      </p:cBhvr>
                                      <p:to>
                                        <p:strVal val="visible"/>
                                      </p:to>
                                    </p:set>
                                  </p:childTnLst>
                                </p:cTn>
                              </p:par>
                            </p:childTnLst>
                          </p:cTn>
                        </p:par>
                        <p:par>
                          <p:cTn id="659" fill="hold">
                            <p:stCondLst>
                              <p:cond delay="500"/>
                            </p:stCondLst>
                            <p:childTnLst>
                              <p:par>
                                <p:cTn id="660" nodeType="afterEffect" fill="hold" presetClass="exit" presetID="1">
                                  <p:stCondLst>
                                    <p:cond delay="1500"/>
                                  </p:stCondLst>
                                  <p:childTnLst>
                                    <p:set>
                                      <p:cBhvr>
                                        <p:cTn id="661" dur="1" fill="hold">
                                          <p:stCondLst>
                                            <p:cond delay="0"/>
                                          </p:stCondLst>
                                        </p:cTn>
                                        <p:tgtEl>
                                          <p:spTgt spid="252"/>
                                        </p:tgtEl>
                                        <p:attrNameLst>
                                          <p:attrName>style.visibility</p:attrName>
                                        </p:attrNameLst>
                                      </p:cBhvr>
                                      <p:to>
                                        <p:strVal val="hidden"/>
                                      </p:to>
                                    </p:set>
                                  </p:childTnLst>
                                </p:cTn>
                              </p:par>
                            </p:childTnLst>
                          </p:cTn>
                        </p:par>
                        <p:par>
                          <p:cTn id="662" fill="hold">
                            <p:stCondLst>
                              <p:cond delay="2000"/>
                            </p:stCondLst>
                            <p:childTnLst>
                              <p:par>
                                <p:cTn id="663" nodeType="afterEffect" fill="hold" presetClass="entr" presetID="9">
                                  <p:stCondLst>
                                    <p:cond delay="0"/>
                                  </p:stCondLst>
                                  <p:childTnLst>
                                    <p:set>
                                      <p:cBhvr>
                                        <p:cTn id="664" dur="1" fill="hold">
                                          <p:stCondLst>
                                            <p:cond delay="0"/>
                                          </p:stCondLst>
                                        </p:cTn>
                                        <p:tgtEl>
                                          <p:spTgt spid="255"/>
                                        </p:tgtEl>
                                        <p:attrNameLst>
                                          <p:attrName>style.visibility</p:attrName>
                                        </p:attrNameLst>
                                      </p:cBhvr>
                                      <p:to>
                                        <p:strVal val="visible"/>
                                      </p:to>
                                    </p:set>
                                    <p:animEffect filter="dissolve" transition="in">
                                      <p:cBhvr additive="repl">
                                        <p:cTn id="665" dur="500"/>
                                        <p:tgtEl>
                                          <p:spTgt spid="255"/>
                                        </p:tgtEl>
                                      </p:cBhvr>
                                    </p:animEffect>
                                  </p:childTnLst>
                                </p:cTn>
                              </p:par>
                            </p:childTnLst>
                          </p:cTn>
                        </p:par>
                        <p:par>
                          <p:cTn id="666" fill="hold">
                            <p:stCondLst>
                              <p:cond delay="2500"/>
                            </p:stCondLst>
                            <p:childTnLst>
                              <p:par>
                                <p:cTn id="667" nodeType="afterEffect" fill="hold" presetClass="emph" presetID="6">
                                  <p:stCondLst>
                                    <p:cond delay="0"/>
                                  </p:stCondLst>
                                  <p:childTnLst>
                                    <p:animScale>
                                      <p:cBhvr>
                                        <p:cTn id="668" dur="2000" fill="hold"/>
                                        <p:tgtEl>
                                          <p:spTgt spid="255"/>
                                        </p:tgtEl>
                                      </p:cBhvr>
                                      <p:to x="100000" y="400000"/>
                                    </p:animScale>
                                  </p:childTnLst>
                                </p:cTn>
                              </p:par>
                            </p:childTnLst>
                          </p:cTn>
                        </p:par>
                        <p:par>
                          <p:cTn id="669" fill="hold">
                            <p:stCondLst>
                              <p:cond delay="4500"/>
                            </p:stCondLst>
                            <p:childTnLst>
                              <p:par>
                                <p:cTn id="670" nodeType="afterEffect" fill="hold" presetClass="exit" presetID="9">
                                  <p:stCondLst>
                                    <p:cond delay="2000"/>
                                  </p:stCondLst>
                                  <p:childTnLst>
                                    <p:animEffect filter="dissolve" transition="out">
                                      <p:cBhvr additive="repl">
                                        <p:cTn id="671" dur="500"/>
                                        <p:tgtEl>
                                          <p:spTgt spid="255"/>
                                        </p:tgtEl>
                                      </p:cBhvr>
                                    </p:animEffect>
                                    <p:set>
                                      <p:cBhvr>
                                        <p:cTn id="672" dur="1" fill="hold">
                                          <p:stCondLst>
                                            <p:cond delay="499"/>
                                          </p:stCondLst>
                                        </p:cTn>
                                        <p:tgtEl>
                                          <p:spTgt spid="255"/>
                                        </p:tgtEl>
                                        <p:attrNameLst>
                                          <p:attrName>style.visibility</p:attrName>
                                        </p:attrNameLst>
                                      </p:cBhvr>
                                      <p:to>
                                        <p:strVal val="hidden"/>
                                      </p:to>
                                    </p:set>
                                  </p:childTnLst>
                                </p:cTn>
                              </p:par>
                            </p:childTnLst>
                          </p:cTn>
                        </p:par>
                        <p:par>
                          <p:cTn id="673" fill="hold">
                            <p:stCondLst>
                              <p:cond delay="7000"/>
                            </p:stCondLst>
                            <p:childTnLst>
                              <p:par>
                                <p:cTn id="674" nodeType="afterEffect" fill="hold" presetClass="entr" presetID="27">
                                  <p:stCondLst>
                                    <p:cond delay="0"/>
                                  </p:stCondLst>
                                  <p:iterate type="lt">
                                    <p:tmAbs val="40"/>
                                  </p:iterate>
                                  <p:childTnLst>
                                    <p:set>
                                      <p:cBhvr>
                                        <p:cTn id="675" dur="1" fill="hold">
                                          <p:stCondLst>
                                            <p:cond delay="0"/>
                                          </p:stCondLst>
                                        </p:cTn>
                                        <p:tgtEl>
                                          <p:spTgt spid="256"/>
                                        </p:tgtEl>
                                        <p:attrNameLst>
                                          <p:attrName>style.visibility</p:attrName>
                                        </p:attrNameLst>
                                      </p:cBhvr>
                                      <p:to>
                                        <p:strVal val="visible"/>
                                      </p:to>
                                    </p:set>
                                    <p:anim calcmode="discrete" valueType="clr">
                                      <p:cBhvr additive="repl">
                                        <p:cTn id="676" dur="80"/>
                                        <p:tgtEl>
                                          <p:spTgt spid="256"/>
                                        </p:tgtEl>
                                        <p:attrNameLst>
                                          <p:attrName>style.color</p:attrName>
                                        </p:attrNameLst>
                                      </p:cBhvr>
                                      <p:tavLst>
                                        <p:tav tm="0">
                                          <p:val>
                                            <p:strVal val="rgb(-103,51,51)"/>
                                          </p:val>
                                        </p:tav>
                                        <p:tav tm="50000">
                                          <p:val>
                                            <p:strVal val="rgb(-103,-103,0)"/>
                                          </p:val>
                                        </p:tav>
                                      </p:tavLst>
                                    </p:anim>
                                    <p:anim calcmode="discrete" valueType="clr">
                                      <p:cBhvr additive="repl">
                                        <p:cTn id="677" dur="80"/>
                                        <p:tgtEl>
                                          <p:spTgt spid="256"/>
                                        </p:tgtEl>
                                        <p:attrNameLst>
                                          <p:attrName>fillcolor</p:attrName>
                                        </p:attrNameLst>
                                      </p:cBhvr>
                                      <p:tavLst>
                                        <p:tav tm="0">
                                          <p:val>
                                            <p:strVal val="rgb(-103,51,51)"/>
                                          </p:val>
                                        </p:tav>
                                        <p:tav tm="50000">
                                          <p:val>
                                            <p:strVal val="rgb(-103,-103,0)"/>
                                          </p:val>
                                        </p:tav>
                                      </p:tavLst>
                                    </p:anim>
                                    <p:set>
                                      <p:cBhvr>
                                        <p:cTn id="678" dur="80"/>
                                        <p:tgtEl>
                                          <p:spTgt spid="256"/>
                                        </p:tgtEl>
                                        <p:attrNameLst>
                                          <p:attrName>fill.type</p:attrName>
                                        </p:attrNameLst>
                                      </p:cBhvr>
                                      <p:to>
                                        <p:strVal val="solid"/>
                                      </p:to>
                                    </p:set>
                                  </p:childTnLst>
                                </p:cTn>
                              </p:par>
                            </p:childTnLst>
                          </p:cTn>
                        </p:par>
                        <p:par>
                          <p:cTn id="679" fill="hold">
                            <p:stCondLst>
                              <p:cond delay="7520"/>
                            </p:stCondLst>
                            <p:childTnLst>
                              <p:par>
                                <p:cTn id="680" nodeType="afterEffect" fill="hold" presetClass="exit" presetID="27">
                                  <p:stCondLst>
                                    <p:cond delay="500"/>
                                  </p:stCondLst>
                                  <p:iterate type="lt">
                                    <p:tmAbs val="40"/>
                                  </p:iterate>
                                  <p:childTnLst>
                                    <p:anim calcmode="discrete" valueType="clr">
                                      <p:cBhvr additive="repl">
                                        <p:cTn id="681" dur="80"/>
                                        <p:tgtEl>
                                          <p:spTgt spid="256"/>
                                        </p:tgtEl>
                                        <p:attrNameLst>
                                          <p:attrName>style.color</p:attrName>
                                        </p:attrNameLst>
                                      </p:cBhvr>
                                      <p:tavLst>
                                        <p:tav tm="0">
                                          <p:val>
                                            <p:strVal val="rgb(-103,-103,0)"/>
                                          </p:val>
                                        </p:tav>
                                        <p:tav tm="50000">
                                          <p:val>
                                            <p:strVal val="rgb(-103,51,51)"/>
                                          </p:val>
                                        </p:tav>
                                      </p:tavLst>
                                    </p:anim>
                                    <p:anim calcmode="discrete" valueType="clr">
                                      <p:cBhvr additive="repl">
                                        <p:cTn id="682" dur="80"/>
                                        <p:tgtEl>
                                          <p:spTgt spid="256"/>
                                        </p:tgtEl>
                                        <p:attrNameLst>
                                          <p:attrName>fillcolor</p:attrName>
                                        </p:attrNameLst>
                                      </p:cBhvr>
                                      <p:tavLst>
                                        <p:tav tm="0">
                                          <p:val>
                                            <p:strVal val="rgb(-103,-103,0)"/>
                                          </p:val>
                                        </p:tav>
                                        <p:tav tm="50000">
                                          <p:val>
                                            <p:strVal val="rgb(-103,51,51)"/>
                                          </p:val>
                                        </p:tav>
                                      </p:tavLst>
                                    </p:anim>
                                    <p:set>
                                      <p:cBhvr>
                                        <p:cTn id="683" dur="80"/>
                                        <p:tgtEl>
                                          <p:spTgt spid="256"/>
                                        </p:tgtEl>
                                        <p:attrNameLst>
                                          <p:attrName>fill.type</p:attrName>
                                        </p:attrNameLst>
                                      </p:cBhvr>
                                      <p:to>
                                        <p:strVal val="solid"/>
                                      </p:to>
                                    </p:set>
                                    <p:set>
                                      <p:cBhvr>
                                        <p:cTn id="684" dur="1" fill="hold">
                                          <p:stCondLst>
                                            <p:cond delay="79"/>
                                          </p:stCondLst>
                                        </p:cTn>
                                        <p:tgtEl>
                                          <p:spTgt spid="25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57" name="" descr=""/>
          <p:cNvPicPr/>
          <p:nvPr/>
        </p:nvPicPr>
        <p:blipFill>
          <a:blip r:embed="rId1"/>
          <a:stretch/>
        </p:blipFill>
        <p:spPr>
          <a:xfrm>
            <a:off x="0" y="0"/>
            <a:ext cx="9144000" cy="6858000"/>
          </a:xfrm>
          <a:prstGeom prst="rect">
            <a:avLst/>
          </a:prstGeom>
          <a:ln w="0">
            <a:noFill/>
          </a:ln>
        </p:spPr>
      </p:pic>
      <p:sp>
        <p:nvSpPr>
          <p:cNvPr id="258" name=""/>
          <p:cNvSpPr/>
          <p:nvPr/>
        </p:nvSpPr>
        <p:spPr>
          <a:xfrm>
            <a:off x="7848720" y="1143000"/>
            <a:ext cx="68580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0</a:t>
            </a:r>
            <a:endParaRPr b="0" lang="en-US" sz="1200" spc="-1" strike="noStrike">
              <a:solidFill>
                <a:srgbClr val="000000"/>
              </a:solidFill>
              <a:latin typeface="Arial"/>
            </a:endParaRPr>
          </a:p>
        </p:txBody>
      </p:sp>
      <p:sp>
        <p:nvSpPr>
          <p:cNvPr id="259" name=""/>
          <p:cNvSpPr/>
          <p:nvPr/>
        </p:nvSpPr>
        <p:spPr>
          <a:xfrm>
            <a:off x="7696080" y="1447920"/>
            <a:ext cx="53352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5</a:t>
            </a:r>
            <a:endParaRPr b="0" lang="en-US" sz="1200" spc="-1" strike="noStrike">
              <a:solidFill>
                <a:srgbClr val="000000"/>
              </a:solidFill>
              <a:latin typeface="Arial"/>
            </a:endParaRPr>
          </a:p>
        </p:txBody>
      </p:sp>
      <p:sp>
        <p:nvSpPr>
          <p:cNvPr id="260" name=""/>
          <p:cNvSpPr/>
          <p:nvPr/>
        </p:nvSpPr>
        <p:spPr>
          <a:xfrm>
            <a:off x="7467480" y="220968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u="sng">
                <a:solidFill>
                  <a:srgbClr val="009999"/>
                </a:solidFill>
                <a:uFillTx/>
                <a:latin typeface="Arial"/>
                <a:hlinkClick r:id="rId2" action="ppaction://hlinksldjump"/>
              </a:rPr>
              <a:t>-shot</a:t>
            </a:r>
            <a:endParaRPr b="0" lang="en-US" sz="1800" spc="-1" strike="noStrike">
              <a:solidFill>
                <a:srgbClr val="000000"/>
              </a:solidFill>
              <a:latin typeface="Arial"/>
            </a:endParaRPr>
          </a:p>
        </p:txBody>
      </p:sp>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262"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pic>
        <p:nvPicPr>
          <p:cNvPr id="263" name="" descr=""/>
          <p:cNvPicPr/>
          <p:nvPr/>
        </p:nvPicPr>
        <p:blipFill>
          <a:blip r:embed="rId1"/>
          <a:stretch/>
        </p:blipFill>
        <p:spPr>
          <a:xfrm>
            <a:off x="0" y="0"/>
            <a:ext cx="9144000" cy="6861240"/>
          </a:xfrm>
          <a:prstGeom prst="rect">
            <a:avLst/>
          </a:prstGeom>
          <a:ln w="0">
            <a:noFill/>
          </a:ln>
        </p:spPr>
      </p:pic>
      <p:sp>
        <p:nvSpPr>
          <p:cNvPr id="264" name=""/>
          <p:cNvSpPr/>
          <p:nvPr/>
        </p:nvSpPr>
        <p:spPr>
          <a:xfrm>
            <a:off x="7162920" y="685800"/>
            <a:ext cx="1981080" cy="29718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65"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66"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67"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68"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69"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70"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71"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72"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73"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74"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75" name=""/>
          <p:cNvSpPr/>
          <p:nvPr/>
        </p:nvSpPr>
        <p:spPr>
          <a:xfrm>
            <a:off x="6019920" y="30481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76" name=""/>
          <p:cNvSpPr/>
          <p:nvPr/>
        </p:nvSpPr>
        <p:spPr>
          <a:xfrm>
            <a:off x="6629400" y="32004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77" name=""/>
          <p:cNvSpPr/>
          <p:nvPr/>
        </p:nvSpPr>
        <p:spPr>
          <a:xfrm>
            <a:off x="2438280" y="243828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15</a:t>
            </a:r>
            <a:endParaRPr b="0" lang="en-US" sz="1800" spc="-1" strike="noStrike">
              <a:solidFill>
                <a:srgbClr val="000000"/>
              </a:solidFill>
              <a:latin typeface="Arial"/>
            </a:endParaRPr>
          </a:p>
        </p:txBody>
      </p:sp>
    </p:spTree>
  </p:cSld>
  <p:timing>
    <p:tnLst>
      <p:par>
        <p:cTn id="685" dur="indefinite" restart="never" nodeType="tmRoot">
          <p:childTnLst>
            <p:seq>
              <p:cTn id="686" dur="indefinite" nodeType="mainSeq">
                <p:childTnLst>
                  <p:par>
                    <p:cTn id="687" fill="hold">
                      <p:stCondLst>
                        <p:cond delay="0"/>
                      </p:stCondLst>
                      <p:childTnLst>
                        <p:par>
                          <p:cTn id="688" fill="hold">
                            <p:stCondLst>
                              <p:cond delay="0"/>
                            </p:stCondLst>
                            <p:childTnLst>
                              <p:par>
                                <p:cTn id="689" nodeType="afterEffect" fill="hold" presetClass="entr" presetID="1">
                                  <p:stCondLst>
                                    <p:cond delay="500"/>
                                  </p:stCondLst>
                                  <p:childTnLst>
                                    <p:set>
                                      <p:cBhvr>
                                        <p:cTn id="690" dur="1" fill="hold">
                                          <p:stCondLst>
                                            <p:cond delay="0"/>
                                          </p:stCondLst>
                                        </p:cTn>
                                        <p:tgtEl>
                                          <p:spTgt spid="275"/>
                                        </p:tgtEl>
                                        <p:attrNameLst>
                                          <p:attrName>style.visibility</p:attrName>
                                        </p:attrNameLst>
                                      </p:cBhvr>
                                      <p:to>
                                        <p:strVal val="visible"/>
                                      </p:to>
                                    </p:set>
                                  </p:childTnLst>
                                </p:cTn>
                              </p:par>
                            </p:childTnLst>
                          </p:cTn>
                        </p:par>
                        <p:par>
                          <p:cTn id="691" fill="hold">
                            <p:stCondLst>
                              <p:cond delay="500"/>
                            </p:stCondLst>
                            <p:childTnLst>
                              <p:par>
                                <p:cTn id="692" nodeType="afterEffect" fill="hold" presetClass="exit" presetID="1">
                                  <p:stCondLst>
                                    <p:cond delay="1500"/>
                                  </p:stCondLst>
                                  <p:childTnLst>
                                    <p:set>
                                      <p:cBhvr>
                                        <p:cTn id="693" dur="1" fill="hold">
                                          <p:stCondLst>
                                            <p:cond delay="0"/>
                                          </p:stCondLst>
                                        </p:cTn>
                                        <p:tgtEl>
                                          <p:spTgt spid="275"/>
                                        </p:tgtEl>
                                        <p:attrNameLst>
                                          <p:attrName>style.visibility</p:attrName>
                                        </p:attrNameLst>
                                      </p:cBhvr>
                                      <p:to>
                                        <p:strVal val="hidden"/>
                                      </p:to>
                                    </p:set>
                                  </p:childTnLst>
                                </p:cTn>
                              </p:par>
                            </p:childTnLst>
                          </p:cTn>
                        </p:par>
                        <p:par>
                          <p:cTn id="694" fill="hold">
                            <p:stCondLst>
                              <p:cond delay="2000"/>
                            </p:stCondLst>
                            <p:childTnLst>
                              <p:par>
                                <p:cTn id="695" nodeType="afterEffect" fill="hold" presetClass="path" presetID="0">
                                  <p:stCondLst>
                                    <p:cond delay="0"/>
                                  </p:stCondLst>
                                  <p:childTnLst>
                                    <p:animMotion origin="layout" path="M -0.30833 -0.02219 L -0.73333 -0.02219 E">
                                      <p:cBhvr>
                                        <p:cTn id="696" dur="500" fill="hold"/>
                                        <p:tgtEl>
                                          <p:spTgt spid="265"/>
                                        </p:tgtEl>
                                      </p:cBhvr>
                                    </p:animMotion>
                                  </p:childTnLst>
                                </p:cTn>
                              </p:par>
                              <p:set>
                                <p:cBhvr>
                                  <p:cTn id="697" dur="1" fill="hold">
                                    <p:stCondLst>
                                      <p:cond evt="end">
                                        <p:tn val="695"/>
                                      </p:cond>
                                    </p:stCondLst>
                                  </p:cTn>
                                  <p:tgtEl>
                                    <p:spTgt spid="265"/>
                                  </p:tgtEl>
                                  <p:attrNameLst>
                                    <p:attrName>style.visibility</p:attrName>
                                  </p:attrNameLst>
                                </p:cBhvr>
                                <p:to>
                                  <p:strVal val="hidden"/>
                                </p:to>
                              </p:set>
                              <p:par>
                                <p:cTn id="698" nodeType="withEffect" fill="hold" presetClass="path" presetID="0">
                                  <p:stCondLst>
                                    <p:cond delay="0"/>
                                  </p:stCondLst>
                                  <p:childTnLst>
                                    <p:animMotion origin="layout" path="M -0.30833 -0.02219 L -0.73333 -0.02219 E">
                                      <p:cBhvr>
                                        <p:cTn id="699" dur="500" fill="hold"/>
                                        <p:tgtEl>
                                          <p:spTgt spid="266"/>
                                        </p:tgtEl>
                                      </p:cBhvr>
                                    </p:animMotion>
                                  </p:childTnLst>
                                </p:cTn>
                              </p:par>
                              <p:set>
                                <p:cBhvr>
                                  <p:cTn id="700" dur="1" fill="hold">
                                    <p:stCondLst>
                                      <p:cond evt="end">
                                        <p:tn val="698"/>
                                      </p:cond>
                                    </p:stCondLst>
                                  </p:cTn>
                                  <p:tgtEl>
                                    <p:spTgt spid="266"/>
                                  </p:tgtEl>
                                  <p:attrNameLst>
                                    <p:attrName>style.visibility</p:attrName>
                                  </p:attrNameLst>
                                </p:cBhvr>
                                <p:to>
                                  <p:strVal val="hidden"/>
                                </p:to>
                              </p:set>
                            </p:childTnLst>
                          </p:cTn>
                        </p:par>
                        <p:par>
                          <p:cTn id="701" fill="hold">
                            <p:stCondLst>
                              <p:cond delay="2500"/>
                            </p:stCondLst>
                            <p:childTnLst>
                              <p:par>
                                <p:cTn id="702" nodeType="afterEffect" fill="hold" presetClass="path" presetID="0">
                                  <p:stCondLst>
                                    <p:cond delay="0"/>
                                  </p:stCondLst>
                                  <p:childTnLst>
                                    <p:animMotion origin="layout" path="M -0.475 -0.02219 L -0.9 -0.02219 E">
                                      <p:cBhvr>
                                        <p:cTn id="703" dur="500" fill="hold"/>
                                        <p:tgtEl>
                                          <p:spTgt spid="267"/>
                                        </p:tgtEl>
                                      </p:cBhvr>
                                    </p:animMotion>
                                  </p:childTnLst>
                                </p:cTn>
                              </p:par>
                              <p:set>
                                <p:cBhvr>
                                  <p:cTn id="704" dur="1" fill="hold">
                                    <p:stCondLst>
                                      <p:cond evt="end">
                                        <p:tn val="702"/>
                                      </p:cond>
                                    </p:stCondLst>
                                  </p:cTn>
                                  <p:tgtEl>
                                    <p:spTgt spid="267"/>
                                  </p:tgtEl>
                                  <p:attrNameLst>
                                    <p:attrName>style.visibility</p:attrName>
                                  </p:attrNameLst>
                                </p:cBhvr>
                                <p:to>
                                  <p:strVal val="hidden"/>
                                </p:to>
                              </p:set>
                              <p:par>
                                <p:cTn id="705" nodeType="withEffect" fill="hold" presetClass="path" presetID="0">
                                  <p:stCondLst>
                                    <p:cond delay="0"/>
                                  </p:stCondLst>
                                  <p:childTnLst>
                                    <p:animMotion origin="layout" path="M -0.475 -0.02219 L -0.9 -0.02219 E">
                                      <p:cBhvr>
                                        <p:cTn id="706" dur="500" fill="hold"/>
                                        <p:tgtEl>
                                          <p:spTgt spid="268"/>
                                        </p:tgtEl>
                                      </p:cBhvr>
                                    </p:animMotion>
                                  </p:childTnLst>
                                </p:cTn>
                              </p:par>
                              <p:set>
                                <p:cBhvr>
                                  <p:cTn id="707" dur="1" fill="hold">
                                    <p:stCondLst>
                                      <p:cond evt="end">
                                        <p:tn val="705"/>
                                      </p:cond>
                                    </p:stCondLst>
                                  </p:cTn>
                                  <p:tgtEl>
                                    <p:spTgt spid="268"/>
                                  </p:tgtEl>
                                  <p:attrNameLst>
                                    <p:attrName>style.visibility</p:attrName>
                                  </p:attrNameLst>
                                </p:cBhvr>
                                <p:to>
                                  <p:strVal val="hidden"/>
                                </p:to>
                              </p:set>
                            </p:childTnLst>
                          </p:cTn>
                        </p:par>
                        <p:par>
                          <p:cTn id="708" fill="hold">
                            <p:stCondLst>
                              <p:cond delay="3000"/>
                            </p:stCondLst>
                            <p:childTnLst>
                              <p:par>
                                <p:cTn id="709" nodeType="afterEffect" fill="hold" presetClass="path" presetID="0">
                                  <p:stCondLst>
                                    <p:cond delay="0"/>
                                  </p:stCondLst>
                                  <p:childTnLst>
                                    <p:animMotion origin="layout" path="M -0.30833 -0.02219 L -0.73333 -0.02219 E">
                                      <p:cBhvr>
                                        <p:cTn id="710" dur="500" fill="hold"/>
                                        <p:tgtEl>
                                          <p:spTgt spid="269"/>
                                        </p:tgtEl>
                                      </p:cBhvr>
                                    </p:animMotion>
                                  </p:childTnLst>
                                </p:cTn>
                              </p:par>
                              <p:set>
                                <p:cBhvr>
                                  <p:cTn id="711" dur="1" fill="hold">
                                    <p:stCondLst>
                                      <p:cond evt="end">
                                        <p:tn val="709"/>
                                      </p:cond>
                                    </p:stCondLst>
                                  </p:cTn>
                                  <p:tgtEl>
                                    <p:spTgt spid="269"/>
                                  </p:tgtEl>
                                  <p:attrNameLst>
                                    <p:attrName>style.visibility</p:attrName>
                                  </p:attrNameLst>
                                </p:cBhvr>
                                <p:to>
                                  <p:strVal val="hidden"/>
                                </p:to>
                              </p:set>
                              <p:par>
                                <p:cTn id="712" nodeType="withEffect" fill="hold" presetClass="path" presetID="0">
                                  <p:stCondLst>
                                    <p:cond delay="0"/>
                                  </p:stCondLst>
                                  <p:childTnLst>
                                    <p:animMotion origin="layout" path="M -0.30833 -0.02219 L -0.73333 -0.02219 E">
                                      <p:cBhvr>
                                        <p:cTn id="713" dur="500" fill="hold"/>
                                        <p:tgtEl>
                                          <p:spTgt spid="270"/>
                                        </p:tgtEl>
                                      </p:cBhvr>
                                    </p:animMotion>
                                  </p:childTnLst>
                                </p:cTn>
                              </p:par>
                              <p:set>
                                <p:cBhvr>
                                  <p:cTn id="714" dur="1" fill="hold">
                                    <p:stCondLst>
                                      <p:cond evt="end">
                                        <p:tn val="712"/>
                                      </p:cond>
                                    </p:stCondLst>
                                  </p:cTn>
                                  <p:tgtEl>
                                    <p:spTgt spid="270"/>
                                  </p:tgtEl>
                                  <p:attrNameLst>
                                    <p:attrName>style.visibility</p:attrName>
                                  </p:attrNameLst>
                                </p:cBhvr>
                                <p:to>
                                  <p:strVal val="hidden"/>
                                </p:to>
                              </p:set>
                            </p:childTnLst>
                          </p:cTn>
                        </p:par>
                        <p:par>
                          <p:cTn id="715" fill="hold">
                            <p:stCondLst>
                              <p:cond delay="3500"/>
                            </p:stCondLst>
                            <p:childTnLst>
                              <p:par>
                                <p:cTn id="716" nodeType="afterEffect" fill="hold" presetClass="path" presetID="0">
                                  <p:stCondLst>
                                    <p:cond delay="0"/>
                                  </p:stCondLst>
                                  <p:childTnLst>
                                    <p:animMotion origin="layout" path="M -0.3 -0.02219 L -0.73333 -0.02219 E">
                                      <p:cBhvr>
                                        <p:cTn id="717" dur="500" fill="hold"/>
                                        <p:tgtEl>
                                          <p:spTgt spid="271"/>
                                        </p:tgtEl>
                                      </p:cBhvr>
                                    </p:animMotion>
                                  </p:childTnLst>
                                </p:cTn>
                              </p:par>
                              <p:set>
                                <p:cBhvr>
                                  <p:cTn id="718" dur="1" fill="hold">
                                    <p:stCondLst>
                                      <p:cond evt="end">
                                        <p:tn val="716"/>
                                      </p:cond>
                                    </p:stCondLst>
                                  </p:cTn>
                                  <p:tgtEl>
                                    <p:spTgt spid="271"/>
                                  </p:tgtEl>
                                  <p:attrNameLst>
                                    <p:attrName>style.visibility</p:attrName>
                                  </p:attrNameLst>
                                </p:cBhvr>
                                <p:to>
                                  <p:strVal val="hidden"/>
                                </p:to>
                              </p:set>
                              <p:par>
                                <p:cTn id="719" nodeType="withEffect" fill="hold" presetClass="path" presetID="0">
                                  <p:stCondLst>
                                    <p:cond delay="0"/>
                                  </p:stCondLst>
                                  <p:childTnLst>
                                    <p:animMotion origin="layout" path="M -0.3 -0.02219 L -0.73333 -0.02219 E">
                                      <p:cBhvr>
                                        <p:cTn id="720" dur="500" fill="hold"/>
                                        <p:tgtEl>
                                          <p:spTgt spid="272"/>
                                        </p:tgtEl>
                                      </p:cBhvr>
                                    </p:animMotion>
                                  </p:childTnLst>
                                </p:cTn>
                              </p:par>
                              <p:set>
                                <p:cBhvr>
                                  <p:cTn id="721" dur="1" fill="hold">
                                    <p:stCondLst>
                                      <p:cond evt="end">
                                        <p:tn val="719"/>
                                      </p:cond>
                                    </p:stCondLst>
                                  </p:cTn>
                                  <p:tgtEl>
                                    <p:spTgt spid="272"/>
                                  </p:tgtEl>
                                  <p:attrNameLst>
                                    <p:attrName>style.visibility</p:attrName>
                                  </p:attrNameLst>
                                </p:cBhvr>
                                <p:to>
                                  <p:strVal val="hidden"/>
                                </p:to>
                              </p:set>
                            </p:childTnLst>
                          </p:cTn>
                        </p:par>
                        <p:par>
                          <p:cTn id="722" fill="hold">
                            <p:stCondLst>
                              <p:cond delay="4000"/>
                            </p:stCondLst>
                            <p:childTnLst>
                              <p:par>
                                <p:cTn id="723" nodeType="afterEffect" fill="hold" presetClass="path" presetID="0">
                                  <p:stCondLst>
                                    <p:cond delay="0"/>
                                  </p:stCondLst>
                                  <p:childTnLst>
                                    <p:animMotion origin="layout" path="M -0.30833 -0.02219 L -0.73333 -0.02219 E">
                                      <p:cBhvr>
                                        <p:cTn id="724" dur="500" fill="hold"/>
                                        <p:tgtEl>
                                          <p:spTgt spid="273"/>
                                        </p:tgtEl>
                                      </p:cBhvr>
                                    </p:animMotion>
                                  </p:childTnLst>
                                </p:cTn>
                              </p:par>
                              <p:set>
                                <p:cBhvr>
                                  <p:cTn id="725" dur="1" fill="hold">
                                    <p:stCondLst>
                                      <p:cond evt="end">
                                        <p:tn val="723"/>
                                      </p:cond>
                                    </p:stCondLst>
                                  </p:cTn>
                                  <p:tgtEl>
                                    <p:spTgt spid="273"/>
                                  </p:tgtEl>
                                  <p:attrNameLst>
                                    <p:attrName>style.visibility</p:attrName>
                                  </p:attrNameLst>
                                </p:cBhvr>
                                <p:to>
                                  <p:strVal val="hidden"/>
                                </p:to>
                              </p:set>
                              <p:par>
                                <p:cTn id="726" nodeType="withEffect" fill="hold" presetClass="path" presetID="0">
                                  <p:stCondLst>
                                    <p:cond delay="0"/>
                                  </p:stCondLst>
                                  <p:childTnLst>
                                    <p:animMotion origin="layout" path="M -0.30833 -0.02219 L -0.73333 -0.02219 E">
                                      <p:cBhvr>
                                        <p:cTn id="727" dur="500" fill="hold"/>
                                        <p:tgtEl>
                                          <p:spTgt spid="274"/>
                                        </p:tgtEl>
                                      </p:cBhvr>
                                    </p:animMotion>
                                  </p:childTnLst>
                                </p:cTn>
                              </p:par>
                              <p:set>
                                <p:cBhvr>
                                  <p:cTn id="728" dur="1" fill="hold">
                                    <p:stCondLst>
                                      <p:cond evt="end">
                                        <p:tn val="726"/>
                                      </p:cond>
                                    </p:stCondLst>
                                  </p:cTn>
                                  <p:tgtEl>
                                    <p:spTgt spid="274"/>
                                  </p:tgtEl>
                                  <p:attrNameLst>
                                    <p:attrName>style.visibility</p:attrName>
                                  </p:attrNameLst>
                                </p:cBhvr>
                                <p:to>
                                  <p:strVal val="hidden"/>
                                </p:to>
                              </p:set>
                            </p:childTnLst>
                          </p:cTn>
                        </p:par>
                        <p:par>
                          <p:cTn id="729" fill="hold">
                            <p:stCondLst>
                              <p:cond delay="4500"/>
                            </p:stCondLst>
                            <p:childTnLst>
                              <p:par>
                                <p:cTn id="730" nodeType="afterEffect" fill="hold" presetClass="entr" presetID="27">
                                  <p:stCondLst>
                                    <p:cond delay="0"/>
                                  </p:stCondLst>
                                  <p:iterate type="lt">
                                    <p:tmAbs val="40"/>
                                  </p:iterate>
                                  <p:childTnLst>
                                    <p:set>
                                      <p:cBhvr>
                                        <p:cTn id="731" dur="1" fill="hold">
                                          <p:stCondLst>
                                            <p:cond delay="0"/>
                                          </p:stCondLst>
                                        </p:cTn>
                                        <p:tgtEl>
                                          <p:spTgt spid="277"/>
                                        </p:tgtEl>
                                        <p:attrNameLst>
                                          <p:attrName>style.visibility</p:attrName>
                                        </p:attrNameLst>
                                      </p:cBhvr>
                                      <p:to>
                                        <p:strVal val="visible"/>
                                      </p:to>
                                    </p:set>
                                    <p:anim calcmode="discrete" valueType="clr">
                                      <p:cBhvr additive="repl">
                                        <p:cTn id="732" dur="80"/>
                                        <p:tgtEl>
                                          <p:spTgt spid="277"/>
                                        </p:tgtEl>
                                        <p:attrNameLst>
                                          <p:attrName>style.color</p:attrName>
                                        </p:attrNameLst>
                                      </p:cBhvr>
                                      <p:tavLst>
                                        <p:tav tm="0">
                                          <p:val>
                                            <p:strVal val="rgb(-103,51,51)"/>
                                          </p:val>
                                        </p:tav>
                                        <p:tav tm="50000">
                                          <p:val>
                                            <p:strVal val="rgb(-103,-103,0)"/>
                                          </p:val>
                                        </p:tav>
                                      </p:tavLst>
                                    </p:anim>
                                    <p:anim calcmode="discrete" valueType="clr">
                                      <p:cBhvr additive="repl">
                                        <p:cTn id="733" dur="80"/>
                                        <p:tgtEl>
                                          <p:spTgt spid="277"/>
                                        </p:tgtEl>
                                        <p:attrNameLst>
                                          <p:attrName>fillcolor</p:attrName>
                                        </p:attrNameLst>
                                      </p:cBhvr>
                                      <p:tavLst>
                                        <p:tav tm="0">
                                          <p:val>
                                            <p:strVal val="rgb(-103,51,51)"/>
                                          </p:val>
                                        </p:tav>
                                        <p:tav tm="50000">
                                          <p:val>
                                            <p:strVal val="rgb(-103,-103,0)"/>
                                          </p:val>
                                        </p:tav>
                                      </p:tavLst>
                                    </p:anim>
                                    <p:set>
                                      <p:cBhvr>
                                        <p:cTn id="734" dur="80"/>
                                        <p:tgtEl>
                                          <p:spTgt spid="277"/>
                                        </p:tgtEl>
                                        <p:attrNameLst>
                                          <p:attrName>fill.type</p:attrName>
                                        </p:attrNameLst>
                                      </p:cBhvr>
                                      <p:to>
                                        <p:strVal val="solid"/>
                                      </p:to>
                                    </p:set>
                                  </p:childTnLst>
                                </p:cTn>
                              </p:par>
                            </p:childTnLst>
                          </p:cTn>
                        </p:par>
                        <p:par>
                          <p:cTn id="735" fill="hold">
                            <p:stCondLst>
                              <p:cond delay="5100"/>
                            </p:stCondLst>
                            <p:childTnLst>
                              <p:par>
                                <p:cTn id="736" nodeType="afterEffect" fill="hold" presetClass="exit" presetID="27">
                                  <p:stCondLst>
                                    <p:cond delay="500"/>
                                  </p:stCondLst>
                                  <p:iterate type="lt">
                                    <p:tmAbs val="40"/>
                                  </p:iterate>
                                  <p:childTnLst>
                                    <p:anim calcmode="discrete" valueType="clr">
                                      <p:cBhvr additive="repl">
                                        <p:cTn id="737" dur="80"/>
                                        <p:tgtEl>
                                          <p:spTgt spid="277"/>
                                        </p:tgtEl>
                                        <p:attrNameLst>
                                          <p:attrName>style.color</p:attrName>
                                        </p:attrNameLst>
                                      </p:cBhvr>
                                      <p:tavLst>
                                        <p:tav tm="0">
                                          <p:val>
                                            <p:strVal val="rgb(-103,-103,0)"/>
                                          </p:val>
                                        </p:tav>
                                        <p:tav tm="50000">
                                          <p:val>
                                            <p:strVal val="rgb(-103,51,51)"/>
                                          </p:val>
                                        </p:tav>
                                      </p:tavLst>
                                    </p:anim>
                                    <p:anim calcmode="discrete" valueType="clr">
                                      <p:cBhvr additive="repl">
                                        <p:cTn id="738" dur="80"/>
                                        <p:tgtEl>
                                          <p:spTgt spid="277"/>
                                        </p:tgtEl>
                                        <p:attrNameLst>
                                          <p:attrName>fillcolor</p:attrName>
                                        </p:attrNameLst>
                                      </p:cBhvr>
                                      <p:tavLst>
                                        <p:tav tm="0">
                                          <p:val>
                                            <p:strVal val="rgb(-103,-103,0)"/>
                                          </p:val>
                                        </p:tav>
                                        <p:tav tm="50000">
                                          <p:val>
                                            <p:strVal val="rgb(-103,51,51)"/>
                                          </p:val>
                                        </p:tav>
                                      </p:tavLst>
                                    </p:anim>
                                    <p:set>
                                      <p:cBhvr>
                                        <p:cTn id="739" dur="80"/>
                                        <p:tgtEl>
                                          <p:spTgt spid="277"/>
                                        </p:tgtEl>
                                        <p:attrNameLst>
                                          <p:attrName>fill.type</p:attrName>
                                        </p:attrNameLst>
                                      </p:cBhvr>
                                      <p:to>
                                        <p:strVal val="solid"/>
                                      </p:to>
                                    </p:set>
                                    <p:set>
                                      <p:cBhvr>
                                        <p:cTn id="740" dur="1" fill="hold">
                                          <p:stCondLst>
                                            <p:cond delay="79"/>
                                          </p:stCondLst>
                                        </p:cTn>
                                        <p:tgtEl>
                                          <p:spTgt spid="27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78" name="" descr=""/>
          <p:cNvPicPr/>
          <p:nvPr/>
        </p:nvPicPr>
        <p:blipFill>
          <a:blip r:embed="rId1"/>
          <a:stretch/>
        </p:blipFill>
        <p:spPr>
          <a:xfrm>
            <a:off x="0" y="0"/>
            <a:ext cx="9144000" cy="6858000"/>
          </a:xfrm>
          <a:prstGeom prst="rect">
            <a:avLst/>
          </a:prstGeom>
          <a:ln w="0">
            <a:noFill/>
          </a:ln>
        </p:spPr>
      </p:pic>
      <p:sp>
        <p:nvSpPr>
          <p:cNvPr id="279" name=""/>
          <p:cNvSpPr/>
          <p:nvPr/>
        </p:nvSpPr>
        <p:spPr>
          <a:xfrm>
            <a:off x="7848720" y="1143000"/>
            <a:ext cx="68580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0</a:t>
            </a:r>
            <a:endParaRPr b="0" lang="en-US" sz="1200" spc="-1" strike="noStrike">
              <a:solidFill>
                <a:srgbClr val="000000"/>
              </a:solidFill>
              <a:latin typeface="Arial"/>
            </a:endParaRPr>
          </a:p>
        </p:txBody>
      </p:sp>
      <p:sp>
        <p:nvSpPr>
          <p:cNvPr id="280" name=""/>
          <p:cNvSpPr/>
          <p:nvPr/>
        </p:nvSpPr>
        <p:spPr>
          <a:xfrm>
            <a:off x="1676520" y="160020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81" name=""/>
          <p:cNvSpPr/>
          <p:nvPr/>
        </p:nvSpPr>
        <p:spPr>
          <a:xfrm>
            <a:off x="1981080" y="1752480"/>
            <a:ext cx="20574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Flare cannon</a:t>
            </a:r>
            <a:endParaRPr b="0" lang="en-US" sz="1800" spc="-1" strike="noStrike">
              <a:solidFill>
                <a:srgbClr val="000000"/>
              </a:solidFill>
              <a:latin typeface="Arial"/>
            </a:endParaRPr>
          </a:p>
        </p:txBody>
      </p:sp>
      <p:sp>
        <p:nvSpPr>
          <p:cNvPr id="282" name=""/>
          <p:cNvSpPr/>
          <p:nvPr/>
        </p:nvSpPr>
        <p:spPr>
          <a:xfrm>
            <a:off x="3048120" y="3962520"/>
            <a:ext cx="7086600" cy="228600"/>
          </a:xfrm>
          <a:custGeom>
            <a:avLst/>
            <a:gdLst>
              <a:gd name="textAreaLeft" fmla="*/ 0 w 7086600"/>
              <a:gd name="textAreaRight" fmla="*/ 7086960 w 7086600"/>
              <a:gd name="textAreaTop" fmla="*/ 0 h 228600"/>
              <a:gd name="textAreaBottom" fmla="*/ 228960 h 2286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33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83" name=""/>
          <p:cNvSpPr/>
          <p:nvPr/>
        </p:nvSpPr>
        <p:spPr>
          <a:xfrm>
            <a:off x="7620120" y="4724280"/>
            <a:ext cx="1981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ff00"/>
                </a:solidFill>
                <a:latin typeface="Arial"/>
              </a:rPr>
              <a:t>MISS</a:t>
            </a:r>
            <a:endParaRPr b="0" lang="en-US" sz="1800" spc="-1" strike="noStrike">
              <a:solidFill>
                <a:srgbClr val="000000"/>
              </a:solidFill>
              <a:latin typeface="Arial"/>
            </a:endParaRPr>
          </a:p>
        </p:txBody>
      </p:sp>
      <p:sp>
        <p:nvSpPr>
          <p:cNvPr id="284" name=""/>
          <p:cNvSpPr/>
          <p:nvPr/>
        </p:nvSpPr>
        <p:spPr>
          <a:xfrm>
            <a:off x="7696080" y="1447920"/>
            <a:ext cx="53352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5</a:t>
            </a:r>
            <a:endParaRPr b="0" lang="en-US" sz="1200" spc="-1" strike="noStrike">
              <a:solidFill>
                <a:srgbClr val="000000"/>
              </a:solidFill>
              <a:latin typeface="Arial"/>
            </a:endParaRPr>
          </a:p>
        </p:txBody>
      </p:sp>
      <p:sp>
        <p:nvSpPr>
          <p:cNvPr id="285" name=""/>
          <p:cNvSpPr/>
          <p:nvPr/>
        </p:nvSpPr>
        <p:spPr>
          <a:xfrm>
            <a:off x="7467480" y="220968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Tree>
  </p:cSld>
  <p:timing>
    <p:tnLst>
      <p:par>
        <p:cTn id="741" dur="indefinite" restart="never" nodeType="tmRoot">
          <p:childTnLst>
            <p:seq>
              <p:cTn id="742" dur="indefinite" nodeType="mainSeq">
                <p:childTnLst>
                  <p:par>
                    <p:cTn id="743" fill="hold">
                      <p:stCondLst>
                        <p:cond delay="0"/>
                      </p:stCondLst>
                      <p:childTnLst>
                        <p:par>
                          <p:cTn id="744" fill="hold">
                            <p:stCondLst>
                              <p:cond delay="0"/>
                            </p:stCondLst>
                            <p:childTnLst>
                              <p:par>
                                <p:cTn id="745" nodeType="afterEffect" fill="hold" presetClass="entr" presetID="1">
                                  <p:stCondLst>
                                    <p:cond delay="500"/>
                                  </p:stCondLst>
                                  <p:childTnLst>
                                    <p:set>
                                      <p:cBhvr>
                                        <p:cTn id="746" dur="1" fill="hold">
                                          <p:stCondLst>
                                            <p:cond delay="0"/>
                                          </p:stCondLst>
                                        </p:cTn>
                                        <p:tgtEl>
                                          <p:spTgt spid="280"/>
                                        </p:tgtEl>
                                        <p:attrNameLst>
                                          <p:attrName>style.visibility</p:attrName>
                                        </p:attrNameLst>
                                      </p:cBhvr>
                                      <p:to>
                                        <p:strVal val="visible"/>
                                      </p:to>
                                    </p:set>
                                  </p:childTnLst>
                                </p:cTn>
                              </p:par>
                            </p:childTnLst>
                          </p:cTn>
                        </p:par>
                        <p:par>
                          <p:cTn id="747" fill="hold">
                            <p:stCondLst>
                              <p:cond delay="500"/>
                            </p:stCondLst>
                            <p:childTnLst>
                              <p:par>
                                <p:cTn id="748" nodeType="afterEffect" fill="hold" presetClass="exit" presetID="1">
                                  <p:stCondLst>
                                    <p:cond delay="1500"/>
                                  </p:stCondLst>
                                  <p:childTnLst>
                                    <p:set>
                                      <p:cBhvr>
                                        <p:cTn id="749" dur="1" fill="hold">
                                          <p:stCondLst>
                                            <p:cond delay="0"/>
                                          </p:stCondLst>
                                        </p:cTn>
                                        <p:tgtEl>
                                          <p:spTgt spid="280"/>
                                        </p:tgtEl>
                                        <p:attrNameLst>
                                          <p:attrName>style.visibility</p:attrName>
                                        </p:attrNameLst>
                                      </p:cBhvr>
                                      <p:to>
                                        <p:strVal val="hidden"/>
                                      </p:to>
                                    </p:set>
                                  </p:childTnLst>
                                </p:cTn>
                              </p:par>
                            </p:childTnLst>
                          </p:cTn>
                        </p:par>
                        <p:par>
                          <p:cTn id="750" fill="hold">
                            <p:stCondLst>
                              <p:cond delay="2000"/>
                            </p:stCondLst>
                            <p:childTnLst>
                              <p:par>
                                <p:cTn id="751" nodeType="afterEffect" fill="hold" presetClass="entr" presetID="9">
                                  <p:stCondLst>
                                    <p:cond delay="0"/>
                                  </p:stCondLst>
                                  <p:childTnLst>
                                    <p:set>
                                      <p:cBhvr>
                                        <p:cTn id="752" dur="1" fill="hold">
                                          <p:stCondLst>
                                            <p:cond delay="0"/>
                                          </p:stCondLst>
                                        </p:cTn>
                                        <p:tgtEl>
                                          <p:spTgt spid="282"/>
                                        </p:tgtEl>
                                        <p:attrNameLst>
                                          <p:attrName>style.visibility</p:attrName>
                                        </p:attrNameLst>
                                      </p:cBhvr>
                                      <p:to>
                                        <p:strVal val="visible"/>
                                      </p:to>
                                    </p:set>
                                    <p:animEffect filter="dissolve" transition="in">
                                      <p:cBhvr additive="repl">
                                        <p:cTn id="753" dur="500"/>
                                        <p:tgtEl>
                                          <p:spTgt spid="282"/>
                                        </p:tgtEl>
                                      </p:cBhvr>
                                    </p:animEffect>
                                  </p:childTnLst>
                                </p:cTn>
                              </p:par>
                            </p:childTnLst>
                          </p:cTn>
                        </p:par>
                        <p:par>
                          <p:cTn id="754" fill="hold">
                            <p:stCondLst>
                              <p:cond delay="2500"/>
                            </p:stCondLst>
                            <p:childTnLst>
                              <p:par>
                                <p:cTn id="755" nodeType="afterEffect" fill="hold" presetClass="emph" presetID="6">
                                  <p:stCondLst>
                                    <p:cond delay="0"/>
                                  </p:stCondLst>
                                  <p:childTnLst>
                                    <p:animScale>
                                      <p:cBhvr>
                                        <p:cTn id="756" dur="2000" fill="hold"/>
                                        <p:tgtEl>
                                          <p:spTgt spid="282"/>
                                        </p:tgtEl>
                                      </p:cBhvr>
                                      <p:to x="100000" y="400000"/>
                                    </p:animScale>
                                  </p:childTnLst>
                                </p:cTn>
                              </p:par>
                            </p:childTnLst>
                          </p:cTn>
                        </p:par>
                        <p:par>
                          <p:cTn id="757" fill="hold">
                            <p:stCondLst>
                              <p:cond delay="4500"/>
                            </p:stCondLst>
                            <p:childTnLst>
                              <p:par>
                                <p:cTn id="758" nodeType="afterEffect" fill="hold" presetClass="exit" presetID="9">
                                  <p:stCondLst>
                                    <p:cond delay="2000"/>
                                  </p:stCondLst>
                                  <p:childTnLst>
                                    <p:animEffect filter="dissolve" transition="out">
                                      <p:cBhvr additive="repl">
                                        <p:cTn id="759" dur="500"/>
                                        <p:tgtEl>
                                          <p:spTgt spid="282"/>
                                        </p:tgtEl>
                                      </p:cBhvr>
                                    </p:animEffect>
                                    <p:set>
                                      <p:cBhvr>
                                        <p:cTn id="760" dur="1" fill="hold">
                                          <p:stCondLst>
                                            <p:cond delay="499"/>
                                          </p:stCondLst>
                                        </p:cTn>
                                        <p:tgtEl>
                                          <p:spTgt spid="282"/>
                                        </p:tgtEl>
                                        <p:attrNameLst>
                                          <p:attrName>style.visibility</p:attrName>
                                        </p:attrNameLst>
                                      </p:cBhvr>
                                      <p:to>
                                        <p:strVal val="hidden"/>
                                      </p:to>
                                    </p:set>
                                  </p:childTnLst>
                                </p:cTn>
                              </p:par>
                            </p:childTnLst>
                          </p:cTn>
                        </p:par>
                        <p:par>
                          <p:cTn id="761" fill="hold">
                            <p:stCondLst>
                              <p:cond delay="7000"/>
                            </p:stCondLst>
                            <p:childTnLst>
                              <p:par>
                                <p:cTn id="762" nodeType="afterEffect" fill="hold" presetClass="entr" presetID="27">
                                  <p:stCondLst>
                                    <p:cond delay="0"/>
                                  </p:stCondLst>
                                  <p:iterate type="lt">
                                    <p:tmAbs val="40"/>
                                  </p:iterate>
                                  <p:childTnLst>
                                    <p:set>
                                      <p:cBhvr>
                                        <p:cTn id="763" dur="1" fill="hold">
                                          <p:stCondLst>
                                            <p:cond delay="0"/>
                                          </p:stCondLst>
                                        </p:cTn>
                                        <p:tgtEl>
                                          <p:spTgt spid="283"/>
                                        </p:tgtEl>
                                        <p:attrNameLst>
                                          <p:attrName>style.visibility</p:attrName>
                                        </p:attrNameLst>
                                      </p:cBhvr>
                                      <p:to>
                                        <p:strVal val="visible"/>
                                      </p:to>
                                    </p:set>
                                    <p:anim calcmode="discrete" valueType="clr">
                                      <p:cBhvr additive="repl">
                                        <p:cTn id="764" dur="80"/>
                                        <p:tgtEl>
                                          <p:spTgt spid="283"/>
                                        </p:tgtEl>
                                        <p:attrNameLst>
                                          <p:attrName>style.color</p:attrName>
                                        </p:attrNameLst>
                                      </p:cBhvr>
                                      <p:tavLst>
                                        <p:tav tm="0">
                                          <p:val>
                                            <p:strVal val="rgb(-103,51,51)"/>
                                          </p:val>
                                        </p:tav>
                                        <p:tav tm="50000">
                                          <p:val>
                                            <p:strVal val="rgb(-103,-103,0)"/>
                                          </p:val>
                                        </p:tav>
                                      </p:tavLst>
                                    </p:anim>
                                    <p:anim calcmode="discrete" valueType="clr">
                                      <p:cBhvr additive="repl">
                                        <p:cTn id="765" dur="80"/>
                                        <p:tgtEl>
                                          <p:spTgt spid="283"/>
                                        </p:tgtEl>
                                        <p:attrNameLst>
                                          <p:attrName>fillcolor</p:attrName>
                                        </p:attrNameLst>
                                      </p:cBhvr>
                                      <p:tavLst>
                                        <p:tav tm="0">
                                          <p:val>
                                            <p:strVal val="rgb(-103,51,51)"/>
                                          </p:val>
                                        </p:tav>
                                        <p:tav tm="50000">
                                          <p:val>
                                            <p:strVal val="rgb(-103,-103,0)"/>
                                          </p:val>
                                        </p:tav>
                                      </p:tavLst>
                                    </p:anim>
                                    <p:set>
                                      <p:cBhvr>
                                        <p:cTn id="766" dur="80"/>
                                        <p:tgtEl>
                                          <p:spTgt spid="283"/>
                                        </p:tgtEl>
                                        <p:attrNameLst>
                                          <p:attrName>fill.type</p:attrName>
                                        </p:attrNameLst>
                                      </p:cBhvr>
                                      <p:to>
                                        <p:strVal val="solid"/>
                                      </p:to>
                                    </p:set>
                                  </p:childTnLst>
                                </p:cTn>
                              </p:par>
                            </p:childTnLst>
                          </p:cTn>
                        </p:par>
                        <p:par>
                          <p:cTn id="767" fill="hold">
                            <p:stCondLst>
                              <p:cond delay="7200"/>
                            </p:stCondLst>
                            <p:childTnLst>
                              <p:par>
                                <p:cTn id="768" nodeType="afterEffect" fill="hold" presetClass="exit" presetID="27">
                                  <p:stCondLst>
                                    <p:cond delay="500"/>
                                  </p:stCondLst>
                                  <p:iterate type="lt">
                                    <p:tmAbs val="40"/>
                                  </p:iterate>
                                  <p:childTnLst>
                                    <p:anim calcmode="discrete" valueType="clr">
                                      <p:cBhvr additive="repl">
                                        <p:cTn id="769" dur="80"/>
                                        <p:tgtEl>
                                          <p:spTgt spid="283"/>
                                        </p:tgtEl>
                                        <p:attrNameLst>
                                          <p:attrName>style.color</p:attrName>
                                        </p:attrNameLst>
                                      </p:cBhvr>
                                      <p:tavLst>
                                        <p:tav tm="0">
                                          <p:val>
                                            <p:strVal val="rgb(-103,-103,0)"/>
                                          </p:val>
                                        </p:tav>
                                        <p:tav tm="50000">
                                          <p:val>
                                            <p:strVal val="rgb(-103,51,51)"/>
                                          </p:val>
                                        </p:tav>
                                      </p:tavLst>
                                    </p:anim>
                                    <p:anim calcmode="discrete" valueType="clr">
                                      <p:cBhvr additive="repl">
                                        <p:cTn id="770" dur="80"/>
                                        <p:tgtEl>
                                          <p:spTgt spid="283"/>
                                        </p:tgtEl>
                                        <p:attrNameLst>
                                          <p:attrName>fillcolor</p:attrName>
                                        </p:attrNameLst>
                                      </p:cBhvr>
                                      <p:tavLst>
                                        <p:tav tm="0">
                                          <p:val>
                                            <p:strVal val="rgb(-103,-103,0)"/>
                                          </p:val>
                                        </p:tav>
                                        <p:tav tm="50000">
                                          <p:val>
                                            <p:strVal val="rgb(-103,51,51)"/>
                                          </p:val>
                                        </p:tav>
                                      </p:tavLst>
                                    </p:anim>
                                    <p:set>
                                      <p:cBhvr>
                                        <p:cTn id="771" dur="80"/>
                                        <p:tgtEl>
                                          <p:spTgt spid="283"/>
                                        </p:tgtEl>
                                        <p:attrNameLst>
                                          <p:attrName>fill.type</p:attrName>
                                        </p:attrNameLst>
                                      </p:cBhvr>
                                      <p:to>
                                        <p:strVal val="solid"/>
                                      </p:to>
                                    </p:set>
                                    <p:set>
                                      <p:cBhvr>
                                        <p:cTn id="772" dur="1" fill="hold">
                                          <p:stCondLst>
                                            <p:cond delay="79"/>
                                          </p:stCondLst>
                                        </p:cTn>
                                        <p:tgtEl>
                                          <p:spTgt spid="2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86" name="" descr=""/>
          <p:cNvPicPr/>
          <p:nvPr/>
        </p:nvPicPr>
        <p:blipFill>
          <a:blip r:embed="rId1"/>
          <a:stretch/>
        </p:blipFill>
        <p:spPr>
          <a:xfrm>
            <a:off x="0" y="0"/>
            <a:ext cx="9144000" cy="6858000"/>
          </a:xfrm>
          <a:prstGeom prst="rect">
            <a:avLst/>
          </a:prstGeom>
          <a:ln w="0">
            <a:noFill/>
          </a:ln>
        </p:spPr>
      </p:pic>
      <p:sp>
        <p:nvSpPr>
          <p:cNvPr id="287" name=""/>
          <p:cNvSpPr/>
          <p:nvPr/>
        </p:nvSpPr>
        <p:spPr>
          <a:xfrm>
            <a:off x="7848720" y="1143000"/>
            <a:ext cx="68580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0</a:t>
            </a:r>
            <a:endParaRPr b="0" lang="en-US" sz="1200" spc="-1" strike="noStrike">
              <a:solidFill>
                <a:srgbClr val="000000"/>
              </a:solidFill>
              <a:latin typeface="Arial"/>
            </a:endParaRPr>
          </a:p>
        </p:txBody>
      </p:sp>
      <p:sp>
        <p:nvSpPr>
          <p:cNvPr id="288" name=""/>
          <p:cNvSpPr/>
          <p:nvPr/>
        </p:nvSpPr>
        <p:spPr>
          <a:xfrm>
            <a:off x="7696080" y="1447920"/>
            <a:ext cx="53352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5</a:t>
            </a:r>
            <a:endParaRPr b="0" lang="en-US" sz="1200" spc="-1" strike="noStrike">
              <a:solidFill>
                <a:srgbClr val="000000"/>
              </a:solidFill>
              <a:latin typeface="Arial"/>
            </a:endParaRPr>
          </a:p>
        </p:txBody>
      </p:sp>
      <p:sp>
        <p:nvSpPr>
          <p:cNvPr id="289" name=""/>
          <p:cNvSpPr/>
          <p:nvPr/>
        </p:nvSpPr>
        <p:spPr>
          <a:xfrm>
            <a:off x="7467480" y="213372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u="sng">
                <a:solidFill>
                  <a:srgbClr val="009999"/>
                </a:solidFill>
                <a:uFillTx/>
                <a:latin typeface="Arial"/>
                <a:hlinkClick r:id="rId2" action="ppaction://hlinksldjump"/>
              </a:rPr>
              <a:t>-shot</a:t>
            </a:r>
            <a:endParaRPr b="0" lang="en-US" sz="1800" spc="-1" strike="noStrike">
              <a:solidFill>
                <a:srgbClr val="000000"/>
              </a:solidFill>
              <a:latin typeface="Arial"/>
            </a:endParaRPr>
          </a:p>
        </p:txBody>
      </p:sp>
      <p:sp>
        <p:nvSpPr>
          <p:cNvPr id="290" name=""/>
          <p:cNvSpPr/>
          <p:nvPr/>
        </p:nvSpPr>
        <p:spPr>
          <a:xfrm>
            <a:off x="7467480" y="243828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u="sng">
                <a:solidFill>
                  <a:srgbClr val="009999"/>
                </a:solidFill>
                <a:uFillTx/>
                <a:latin typeface="Arial"/>
                <a:hlinkClick r:id="rId3" action="ppaction://hlinksldjump"/>
              </a:rPr>
              <a:t>-missile</a:t>
            </a:r>
            <a:endParaRPr b="0" lang="en-US" sz="1800" spc="-1" strike="noStrike">
              <a:solidFill>
                <a:srgbClr val="000000"/>
              </a:solidFill>
              <a:latin typeface="Arial"/>
            </a:endParaRPr>
          </a:p>
        </p:txBody>
      </p:sp>
      <p:pic>
        <p:nvPicPr>
          <p:cNvPr id="291" name="" descr=""/>
          <p:cNvPicPr/>
          <p:nvPr/>
        </p:nvPicPr>
        <p:blipFill>
          <a:blip r:embed="rId4"/>
          <a:stretch/>
        </p:blipFill>
        <p:spPr>
          <a:xfrm>
            <a:off x="4495680" y="4648320"/>
            <a:ext cx="4648320" cy="1473120"/>
          </a:xfrm>
          <a:prstGeom prst="rect">
            <a:avLst/>
          </a:prstGeom>
          <a:ln w="0">
            <a:noFill/>
          </a:ln>
        </p:spPr>
      </p:pic>
      <p:sp>
        <p:nvSpPr>
          <p:cNvPr id="292" name=""/>
          <p:cNvSpPr/>
          <p:nvPr/>
        </p:nvSpPr>
        <p:spPr>
          <a:xfrm>
            <a:off x="6324480" y="5029200"/>
            <a:ext cx="2057400" cy="9208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 was a close one… I better finish this quick.</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 round of missiles will do him in.</a:t>
            </a:r>
            <a:endParaRPr b="0" lang="en-US" sz="1200" spc="-1" strike="noStrike">
              <a:solidFill>
                <a:srgbClr val="000000"/>
              </a:solidFill>
              <a:latin typeface="Arial"/>
            </a:endParaRPr>
          </a:p>
        </p:txBody>
      </p:sp>
    </p:spTree>
  </p:cSld>
  <p:timing>
    <p:tnLst>
      <p:par>
        <p:cTn id="773" dur="indefinite" restart="never" nodeType="tmRoot">
          <p:childTnLst>
            <p:seq>
              <p:cTn id="774" dur="indefinite" nodeType="mainSeq">
                <p:childTnLst>
                  <p:par>
                    <p:cTn id="775" fill="hold">
                      <p:stCondLst>
                        <p:cond delay="0"/>
                      </p:stCondLst>
                      <p:childTnLst>
                        <p:par>
                          <p:cTn id="776" fill="hold">
                            <p:stCondLst>
                              <p:cond delay="0"/>
                            </p:stCondLst>
                            <p:childTnLst>
                              <p:par>
                                <p:cTn id="777" nodeType="afterEffect" fill="hold" presetClass="entr" presetID="9">
                                  <p:stCondLst>
                                    <p:cond delay="0"/>
                                  </p:stCondLst>
                                  <p:childTnLst>
                                    <p:set>
                                      <p:cBhvr>
                                        <p:cTn id="778" dur="1" fill="hold">
                                          <p:stCondLst>
                                            <p:cond delay="0"/>
                                          </p:stCondLst>
                                        </p:cTn>
                                        <p:tgtEl>
                                          <p:spTgt spid="290"/>
                                        </p:tgtEl>
                                        <p:attrNameLst>
                                          <p:attrName>style.visibility</p:attrName>
                                        </p:attrNameLst>
                                      </p:cBhvr>
                                      <p:to>
                                        <p:strVal val="visible"/>
                                      </p:to>
                                    </p:set>
                                    <p:animEffect filter="dissolve" transition="in">
                                      <p:cBhvr additive="repl">
                                        <p:cTn id="779" dur="500"/>
                                        <p:tgtEl>
                                          <p:spTgt spid="290"/>
                                        </p:tgtEl>
                                      </p:cBhvr>
                                    </p:animEffect>
                                  </p:childTnLst>
                                </p:cTn>
                              </p:par>
                            </p:childTnLst>
                          </p:cTn>
                        </p:par>
                        <p:par>
                          <p:cTn id="780" fill="hold">
                            <p:stCondLst>
                              <p:cond delay="500"/>
                            </p:stCondLst>
                            <p:childTnLst>
                              <p:par>
                                <p:cTn id="781" nodeType="afterEffect" fill="hold" presetClass="entr" presetID="9">
                                  <p:stCondLst>
                                    <p:cond delay="500"/>
                                  </p:stCondLst>
                                  <p:childTnLst>
                                    <p:set>
                                      <p:cBhvr>
                                        <p:cTn id="782" dur="1" fill="hold">
                                          <p:stCondLst>
                                            <p:cond delay="0"/>
                                          </p:stCondLst>
                                        </p:cTn>
                                        <p:tgtEl>
                                          <p:spTgt spid="291"/>
                                        </p:tgtEl>
                                        <p:attrNameLst>
                                          <p:attrName>style.visibility</p:attrName>
                                        </p:attrNameLst>
                                      </p:cBhvr>
                                      <p:to>
                                        <p:strVal val="visible"/>
                                      </p:to>
                                    </p:set>
                                    <p:animEffect filter="dissolve" transition="in">
                                      <p:cBhvr additive="repl">
                                        <p:cTn id="783" dur="500"/>
                                        <p:tgtEl>
                                          <p:spTgt spid="291"/>
                                        </p:tgtEl>
                                      </p:cBhvr>
                                    </p:animEffect>
                                  </p:childTnLst>
                                </p:cTn>
                              </p:par>
                            </p:childTnLst>
                          </p:cTn>
                        </p:par>
                        <p:par>
                          <p:cTn id="784" fill="hold">
                            <p:stCondLst>
                              <p:cond delay="1500"/>
                            </p:stCondLst>
                            <p:childTnLst>
                              <p:par>
                                <p:cTn id="785" nodeType="afterEffect" fill="hold" presetClass="entr" presetID="27">
                                  <p:stCondLst>
                                    <p:cond delay="0"/>
                                  </p:stCondLst>
                                  <p:iterate type="lt">
                                    <p:tmAbs val="40"/>
                                  </p:iterate>
                                  <p:childTnLst>
                                    <p:set>
                                      <p:cBhvr>
                                        <p:cTn id="786" dur="1" fill="hold">
                                          <p:stCondLst>
                                            <p:cond delay="0"/>
                                          </p:stCondLst>
                                        </p:cTn>
                                        <p:tgtEl>
                                          <p:spTgt spid="292"/>
                                        </p:tgtEl>
                                        <p:attrNameLst>
                                          <p:attrName>style.visibility</p:attrName>
                                        </p:attrNameLst>
                                      </p:cBhvr>
                                      <p:to>
                                        <p:strVal val="visible"/>
                                      </p:to>
                                    </p:set>
                                    <p:anim calcmode="discrete" valueType="clr">
                                      <p:cBhvr additive="repl">
                                        <p:cTn id="787" dur="80"/>
                                        <p:tgtEl>
                                          <p:spTgt spid="292"/>
                                        </p:tgtEl>
                                        <p:attrNameLst>
                                          <p:attrName>style.color</p:attrName>
                                        </p:attrNameLst>
                                      </p:cBhvr>
                                      <p:tavLst>
                                        <p:tav tm="0">
                                          <p:val>
                                            <p:strVal val="rgb(-103,51,51)"/>
                                          </p:val>
                                        </p:tav>
                                        <p:tav tm="50000">
                                          <p:val>
                                            <p:strVal val="rgb(-103,-103,0)"/>
                                          </p:val>
                                        </p:tav>
                                      </p:tavLst>
                                    </p:anim>
                                    <p:anim calcmode="discrete" valueType="clr">
                                      <p:cBhvr additive="repl">
                                        <p:cTn id="788" dur="80"/>
                                        <p:tgtEl>
                                          <p:spTgt spid="292"/>
                                        </p:tgtEl>
                                        <p:attrNameLst>
                                          <p:attrName>fillcolor</p:attrName>
                                        </p:attrNameLst>
                                      </p:cBhvr>
                                      <p:tavLst>
                                        <p:tav tm="0">
                                          <p:val>
                                            <p:strVal val="rgb(-103,51,51)"/>
                                          </p:val>
                                        </p:tav>
                                        <p:tav tm="50000">
                                          <p:val>
                                            <p:strVal val="rgb(-103,-103,0)"/>
                                          </p:val>
                                        </p:tav>
                                      </p:tavLst>
                                    </p:anim>
                                    <p:set>
                                      <p:cBhvr>
                                        <p:cTn id="789" dur="80"/>
                                        <p:tgtEl>
                                          <p:spTgt spid="292"/>
                                        </p:tgtEl>
                                        <p:attrNameLst>
                                          <p:attrName>fill.type</p:attrName>
                                        </p:attrNameLst>
                                      </p:cBhvr>
                                      <p:to>
                                        <p:strVal val="solid"/>
                                      </p:to>
                                    </p:set>
                                  </p:childTnLst>
                                </p:cTn>
                              </p:par>
                            </p:childTnLst>
                          </p:cTn>
                        </p:par>
                        <p:par>
                          <p:cTn id="790" fill="hold">
                            <p:stCondLst>
                              <p:cond delay="4260"/>
                            </p:stCondLst>
                            <p:childTnLst>
                              <p:par>
                                <p:cTn id="791" nodeType="afterEffect" fill="hold" presetClass="exit" presetID="9">
                                  <p:stCondLst>
                                    <p:cond delay="2000"/>
                                  </p:stCondLst>
                                  <p:childTnLst>
                                    <p:animEffect filter="dissolve" transition="out">
                                      <p:cBhvr additive="repl">
                                        <p:cTn id="792" dur="500"/>
                                        <p:tgtEl>
                                          <p:spTgt spid="291"/>
                                        </p:tgtEl>
                                      </p:cBhvr>
                                    </p:animEffect>
                                    <p:set>
                                      <p:cBhvr>
                                        <p:cTn id="793" dur="1" fill="hold">
                                          <p:stCondLst>
                                            <p:cond delay="499"/>
                                          </p:stCondLst>
                                        </p:cTn>
                                        <p:tgtEl>
                                          <p:spTgt spid="29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294"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pic>
        <p:nvPicPr>
          <p:cNvPr id="295" name="" descr=""/>
          <p:cNvPicPr/>
          <p:nvPr/>
        </p:nvPicPr>
        <p:blipFill>
          <a:blip r:embed="rId1"/>
          <a:stretch/>
        </p:blipFill>
        <p:spPr>
          <a:xfrm>
            <a:off x="0" y="0"/>
            <a:ext cx="9144000" cy="6861240"/>
          </a:xfrm>
          <a:prstGeom prst="rect">
            <a:avLst/>
          </a:prstGeom>
          <a:ln w="0">
            <a:noFill/>
          </a:ln>
        </p:spPr>
      </p:pic>
      <p:sp>
        <p:nvSpPr>
          <p:cNvPr id="296" name=""/>
          <p:cNvSpPr/>
          <p:nvPr/>
        </p:nvSpPr>
        <p:spPr>
          <a:xfrm>
            <a:off x="7162920" y="685800"/>
            <a:ext cx="1981080" cy="29718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97"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98"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99"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00"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01"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02"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03"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04"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05"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06"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07" name=""/>
          <p:cNvSpPr/>
          <p:nvPr/>
        </p:nvSpPr>
        <p:spPr>
          <a:xfrm>
            <a:off x="6019920" y="30481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08" name=""/>
          <p:cNvSpPr/>
          <p:nvPr/>
        </p:nvSpPr>
        <p:spPr>
          <a:xfrm>
            <a:off x="6629400" y="32004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309" name=""/>
          <p:cNvSpPr/>
          <p:nvPr/>
        </p:nvSpPr>
        <p:spPr>
          <a:xfrm>
            <a:off x="2438280" y="243828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3300"/>
                </a:solidFill>
                <a:latin typeface="Arial"/>
              </a:rPr>
              <a:t>Hull Damage 15</a:t>
            </a:r>
            <a:endParaRPr b="0" lang="en-US" sz="1800" spc="-1" strike="noStrike">
              <a:solidFill>
                <a:srgbClr val="000000"/>
              </a:solidFill>
              <a:latin typeface="Arial"/>
            </a:endParaRPr>
          </a:p>
        </p:txBody>
      </p:sp>
    </p:spTree>
  </p:cSld>
  <p:timing>
    <p:tnLst>
      <p:par>
        <p:cTn id="794" dur="indefinite" restart="never" nodeType="tmRoot">
          <p:childTnLst>
            <p:seq>
              <p:cTn id="795" dur="indefinite" nodeType="mainSeq">
                <p:childTnLst>
                  <p:par>
                    <p:cTn id="796" fill="hold">
                      <p:stCondLst>
                        <p:cond delay="0"/>
                      </p:stCondLst>
                      <p:childTnLst>
                        <p:par>
                          <p:cTn id="797" fill="hold">
                            <p:stCondLst>
                              <p:cond delay="0"/>
                            </p:stCondLst>
                            <p:childTnLst>
                              <p:par>
                                <p:cTn id="798" nodeType="afterEffect" fill="hold" presetClass="entr" presetID="1">
                                  <p:stCondLst>
                                    <p:cond delay="500"/>
                                  </p:stCondLst>
                                  <p:childTnLst>
                                    <p:set>
                                      <p:cBhvr>
                                        <p:cTn id="799" dur="1" fill="hold">
                                          <p:stCondLst>
                                            <p:cond delay="0"/>
                                          </p:stCondLst>
                                        </p:cTn>
                                        <p:tgtEl>
                                          <p:spTgt spid="307"/>
                                        </p:tgtEl>
                                        <p:attrNameLst>
                                          <p:attrName>style.visibility</p:attrName>
                                        </p:attrNameLst>
                                      </p:cBhvr>
                                      <p:to>
                                        <p:strVal val="visible"/>
                                      </p:to>
                                    </p:set>
                                  </p:childTnLst>
                                </p:cTn>
                              </p:par>
                            </p:childTnLst>
                          </p:cTn>
                        </p:par>
                        <p:par>
                          <p:cTn id="800" fill="hold">
                            <p:stCondLst>
                              <p:cond delay="500"/>
                            </p:stCondLst>
                            <p:childTnLst>
                              <p:par>
                                <p:cTn id="801" nodeType="afterEffect" fill="hold" presetClass="exit" presetID="1">
                                  <p:stCondLst>
                                    <p:cond delay="1500"/>
                                  </p:stCondLst>
                                  <p:childTnLst>
                                    <p:set>
                                      <p:cBhvr>
                                        <p:cTn id="802" dur="1" fill="hold">
                                          <p:stCondLst>
                                            <p:cond delay="0"/>
                                          </p:stCondLst>
                                        </p:cTn>
                                        <p:tgtEl>
                                          <p:spTgt spid="307"/>
                                        </p:tgtEl>
                                        <p:attrNameLst>
                                          <p:attrName>style.visibility</p:attrName>
                                        </p:attrNameLst>
                                      </p:cBhvr>
                                      <p:to>
                                        <p:strVal val="hidden"/>
                                      </p:to>
                                    </p:set>
                                  </p:childTnLst>
                                </p:cTn>
                              </p:par>
                            </p:childTnLst>
                          </p:cTn>
                        </p:par>
                        <p:par>
                          <p:cTn id="803" fill="hold">
                            <p:stCondLst>
                              <p:cond delay="2000"/>
                            </p:stCondLst>
                            <p:childTnLst>
                              <p:par>
                                <p:cTn id="804" nodeType="afterEffect" fill="hold" presetClass="path" presetID="0">
                                  <p:stCondLst>
                                    <p:cond delay="0"/>
                                  </p:stCondLst>
                                  <p:childTnLst>
                                    <p:animMotion origin="layout" path="M -0.30833 -0.02219 L -0.73333 -0.02219 E">
                                      <p:cBhvr>
                                        <p:cTn id="805" dur="500" fill="hold"/>
                                        <p:tgtEl>
                                          <p:spTgt spid="297"/>
                                        </p:tgtEl>
                                      </p:cBhvr>
                                    </p:animMotion>
                                  </p:childTnLst>
                                </p:cTn>
                              </p:par>
                              <p:set>
                                <p:cBhvr>
                                  <p:cTn id="806" dur="1" fill="hold">
                                    <p:stCondLst>
                                      <p:cond evt="end">
                                        <p:tn val="804"/>
                                      </p:cond>
                                    </p:stCondLst>
                                  </p:cTn>
                                  <p:tgtEl>
                                    <p:spTgt spid="297"/>
                                  </p:tgtEl>
                                  <p:attrNameLst>
                                    <p:attrName>style.visibility</p:attrName>
                                  </p:attrNameLst>
                                </p:cBhvr>
                                <p:to>
                                  <p:strVal val="hidden"/>
                                </p:to>
                              </p:set>
                              <p:par>
                                <p:cTn id="807" nodeType="withEffect" fill="hold" presetClass="path" presetID="0">
                                  <p:stCondLst>
                                    <p:cond delay="0"/>
                                  </p:stCondLst>
                                  <p:childTnLst>
                                    <p:animMotion origin="layout" path="M -0.30833 -0.02219 L -0.73333 -0.02219 E">
                                      <p:cBhvr>
                                        <p:cTn id="808" dur="500" fill="hold"/>
                                        <p:tgtEl>
                                          <p:spTgt spid="298"/>
                                        </p:tgtEl>
                                      </p:cBhvr>
                                    </p:animMotion>
                                  </p:childTnLst>
                                </p:cTn>
                              </p:par>
                              <p:set>
                                <p:cBhvr>
                                  <p:cTn id="809" dur="1" fill="hold">
                                    <p:stCondLst>
                                      <p:cond evt="end">
                                        <p:tn val="807"/>
                                      </p:cond>
                                    </p:stCondLst>
                                  </p:cTn>
                                  <p:tgtEl>
                                    <p:spTgt spid="298"/>
                                  </p:tgtEl>
                                  <p:attrNameLst>
                                    <p:attrName>style.visibility</p:attrName>
                                  </p:attrNameLst>
                                </p:cBhvr>
                                <p:to>
                                  <p:strVal val="hidden"/>
                                </p:to>
                              </p:set>
                            </p:childTnLst>
                          </p:cTn>
                        </p:par>
                        <p:par>
                          <p:cTn id="810" fill="hold">
                            <p:stCondLst>
                              <p:cond delay="2500"/>
                            </p:stCondLst>
                            <p:childTnLst>
                              <p:par>
                                <p:cTn id="811" nodeType="afterEffect" fill="hold" presetClass="path" presetID="0">
                                  <p:stCondLst>
                                    <p:cond delay="0"/>
                                  </p:stCondLst>
                                  <p:childTnLst>
                                    <p:animMotion origin="layout" path="M -0.475 -0.02219 L -0.9 -0.02219 E">
                                      <p:cBhvr>
                                        <p:cTn id="812" dur="500" fill="hold"/>
                                        <p:tgtEl>
                                          <p:spTgt spid="299"/>
                                        </p:tgtEl>
                                      </p:cBhvr>
                                    </p:animMotion>
                                  </p:childTnLst>
                                </p:cTn>
                              </p:par>
                              <p:set>
                                <p:cBhvr>
                                  <p:cTn id="813" dur="1" fill="hold">
                                    <p:stCondLst>
                                      <p:cond evt="end">
                                        <p:tn val="811"/>
                                      </p:cond>
                                    </p:stCondLst>
                                  </p:cTn>
                                  <p:tgtEl>
                                    <p:spTgt spid="299"/>
                                  </p:tgtEl>
                                  <p:attrNameLst>
                                    <p:attrName>style.visibility</p:attrName>
                                  </p:attrNameLst>
                                </p:cBhvr>
                                <p:to>
                                  <p:strVal val="hidden"/>
                                </p:to>
                              </p:set>
                              <p:par>
                                <p:cTn id="814" nodeType="withEffect" fill="hold" presetClass="path" presetID="0">
                                  <p:stCondLst>
                                    <p:cond delay="0"/>
                                  </p:stCondLst>
                                  <p:childTnLst>
                                    <p:animMotion origin="layout" path="M -0.475 -0.02219 L -0.9 -0.02219 E">
                                      <p:cBhvr>
                                        <p:cTn id="815" dur="500" fill="hold"/>
                                        <p:tgtEl>
                                          <p:spTgt spid="300"/>
                                        </p:tgtEl>
                                      </p:cBhvr>
                                    </p:animMotion>
                                  </p:childTnLst>
                                </p:cTn>
                              </p:par>
                              <p:set>
                                <p:cBhvr>
                                  <p:cTn id="816" dur="1" fill="hold">
                                    <p:stCondLst>
                                      <p:cond evt="end">
                                        <p:tn val="814"/>
                                      </p:cond>
                                    </p:stCondLst>
                                  </p:cTn>
                                  <p:tgtEl>
                                    <p:spTgt spid="300"/>
                                  </p:tgtEl>
                                  <p:attrNameLst>
                                    <p:attrName>style.visibility</p:attrName>
                                  </p:attrNameLst>
                                </p:cBhvr>
                                <p:to>
                                  <p:strVal val="hidden"/>
                                </p:to>
                              </p:set>
                            </p:childTnLst>
                          </p:cTn>
                        </p:par>
                        <p:par>
                          <p:cTn id="817" fill="hold">
                            <p:stCondLst>
                              <p:cond delay="3000"/>
                            </p:stCondLst>
                            <p:childTnLst>
                              <p:par>
                                <p:cTn id="818" nodeType="afterEffect" fill="hold" presetClass="path" presetID="0">
                                  <p:stCondLst>
                                    <p:cond delay="0"/>
                                  </p:stCondLst>
                                  <p:childTnLst>
                                    <p:animMotion origin="layout" path="M -0.30833 -0.02219 L -0.73333 -0.02219 E">
                                      <p:cBhvr>
                                        <p:cTn id="819" dur="500" fill="hold"/>
                                        <p:tgtEl>
                                          <p:spTgt spid="301"/>
                                        </p:tgtEl>
                                      </p:cBhvr>
                                    </p:animMotion>
                                  </p:childTnLst>
                                </p:cTn>
                              </p:par>
                              <p:set>
                                <p:cBhvr>
                                  <p:cTn id="820" dur="1" fill="hold">
                                    <p:stCondLst>
                                      <p:cond evt="end">
                                        <p:tn val="818"/>
                                      </p:cond>
                                    </p:stCondLst>
                                  </p:cTn>
                                  <p:tgtEl>
                                    <p:spTgt spid="301"/>
                                  </p:tgtEl>
                                  <p:attrNameLst>
                                    <p:attrName>style.visibility</p:attrName>
                                  </p:attrNameLst>
                                </p:cBhvr>
                                <p:to>
                                  <p:strVal val="hidden"/>
                                </p:to>
                              </p:set>
                              <p:par>
                                <p:cTn id="821" nodeType="withEffect" fill="hold" presetClass="path" presetID="0">
                                  <p:stCondLst>
                                    <p:cond delay="0"/>
                                  </p:stCondLst>
                                  <p:childTnLst>
                                    <p:animMotion origin="layout" path="M -0.30833 -0.02219 L -0.73333 -0.02219 E">
                                      <p:cBhvr>
                                        <p:cTn id="822" dur="500" fill="hold"/>
                                        <p:tgtEl>
                                          <p:spTgt spid="302"/>
                                        </p:tgtEl>
                                      </p:cBhvr>
                                    </p:animMotion>
                                  </p:childTnLst>
                                </p:cTn>
                              </p:par>
                              <p:set>
                                <p:cBhvr>
                                  <p:cTn id="823" dur="1" fill="hold">
                                    <p:stCondLst>
                                      <p:cond evt="end">
                                        <p:tn val="821"/>
                                      </p:cond>
                                    </p:stCondLst>
                                  </p:cTn>
                                  <p:tgtEl>
                                    <p:spTgt spid="302"/>
                                  </p:tgtEl>
                                  <p:attrNameLst>
                                    <p:attrName>style.visibility</p:attrName>
                                  </p:attrNameLst>
                                </p:cBhvr>
                                <p:to>
                                  <p:strVal val="hidden"/>
                                </p:to>
                              </p:set>
                            </p:childTnLst>
                          </p:cTn>
                        </p:par>
                        <p:par>
                          <p:cTn id="824" fill="hold">
                            <p:stCondLst>
                              <p:cond delay="3500"/>
                            </p:stCondLst>
                            <p:childTnLst>
                              <p:par>
                                <p:cTn id="825" nodeType="afterEffect" fill="hold" presetClass="path" presetID="0">
                                  <p:stCondLst>
                                    <p:cond delay="0"/>
                                  </p:stCondLst>
                                  <p:childTnLst>
                                    <p:animMotion origin="layout" path="M -0.3 -0.02219 L -0.73333 -0.02219 E">
                                      <p:cBhvr>
                                        <p:cTn id="826" dur="500" fill="hold"/>
                                        <p:tgtEl>
                                          <p:spTgt spid="303"/>
                                        </p:tgtEl>
                                      </p:cBhvr>
                                    </p:animMotion>
                                  </p:childTnLst>
                                </p:cTn>
                              </p:par>
                              <p:set>
                                <p:cBhvr>
                                  <p:cTn id="827" dur="1" fill="hold">
                                    <p:stCondLst>
                                      <p:cond evt="end">
                                        <p:tn val="825"/>
                                      </p:cond>
                                    </p:stCondLst>
                                  </p:cTn>
                                  <p:tgtEl>
                                    <p:spTgt spid="303"/>
                                  </p:tgtEl>
                                  <p:attrNameLst>
                                    <p:attrName>style.visibility</p:attrName>
                                  </p:attrNameLst>
                                </p:cBhvr>
                                <p:to>
                                  <p:strVal val="hidden"/>
                                </p:to>
                              </p:set>
                              <p:par>
                                <p:cTn id="828" nodeType="withEffect" fill="hold" presetClass="path" presetID="0">
                                  <p:stCondLst>
                                    <p:cond delay="0"/>
                                  </p:stCondLst>
                                  <p:childTnLst>
                                    <p:animMotion origin="layout" path="M -0.3 -0.02219 L -0.73333 -0.02219 E">
                                      <p:cBhvr>
                                        <p:cTn id="829" dur="500" fill="hold"/>
                                        <p:tgtEl>
                                          <p:spTgt spid="304"/>
                                        </p:tgtEl>
                                      </p:cBhvr>
                                    </p:animMotion>
                                  </p:childTnLst>
                                </p:cTn>
                              </p:par>
                              <p:set>
                                <p:cBhvr>
                                  <p:cTn id="830" dur="1" fill="hold">
                                    <p:stCondLst>
                                      <p:cond evt="end">
                                        <p:tn val="828"/>
                                      </p:cond>
                                    </p:stCondLst>
                                  </p:cTn>
                                  <p:tgtEl>
                                    <p:spTgt spid="304"/>
                                  </p:tgtEl>
                                  <p:attrNameLst>
                                    <p:attrName>style.visibility</p:attrName>
                                  </p:attrNameLst>
                                </p:cBhvr>
                                <p:to>
                                  <p:strVal val="hidden"/>
                                </p:to>
                              </p:set>
                            </p:childTnLst>
                          </p:cTn>
                        </p:par>
                        <p:par>
                          <p:cTn id="831" fill="hold">
                            <p:stCondLst>
                              <p:cond delay="4000"/>
                            </p:stCondLst>
                            <p:childTnLst>
                              <p:par>
                                <p:cTn id="832" nodeType="afterEffect" fill="hold" presetClass="path" presetID="0">
                                  <p:stCondLst>
                                    <p:cond delay="0"/>
                                  </p:stCondLst>
                                  <p:childTnLst>
                                    <p:animMotion origin="layout" path="M -0.30833 -0.02219 L -0.73333 -0.02219 E">
                                      <p:cBhvr>
                                        <p:cTn id="833" dur="500" fill="hold"/>
                                        <p:tgtEl>
                                          <p:spTgt spid="305"/>
                                        </p:tgtEl>
                                      </p:cBhvr>
                                    </p:animMotion>
                                  </p:childTnLst>
                                </p:cTn>
                              </p:par>
                              <p:set>
                                <p:cBhvr>
                                  <p:cTn id="834" dur="1" fill="hold">
                                    <p:stCondLst>
                                      <p:cond evt="end">
                                        <p:tn val="832"/>
                                      </p:cond>
                                    </p:stCondLst>
                                  </p:cTn>
                                  <p:tgtEl>
                                    <p:spTgt spid="305"/>
                                  </p:tgtEl>
                                  <p:attrNameLst>
                                    <p:attrName>style.visibility</p:attrName>
                                  </p:attrNameLst>
                                </p:cBhvr>
                                <p:to>
                                  <p:strVal val="hidden"/>
                                </p:to>
                              </p:set>
                              <p:par>
                                <p:cTn id="835" nodeType="withEffect" fill="hold" presetClass="path" presetID="0">
                                  <p:stCondLst>
                                    <p:cond delay="0"/>
                                  </p:stCondLst>
                                  <p:childTnLst>
                                    <p:animMotion origin="layout" path="M -0.30833 -0.02219 L -0.73333 -0.02219 E">
                                      <p:cBhvr>
                                        <p:cTn id="836" dur="500" fill="hold"/>
                                        <p:tgtEl>
                                          <p:spTgt spid="306"/>
                                        </p:tgtEl>
                                      </p:cBhvr>
                                    </p:animMotion>
                                  </p:childTnLst>
                                </p:cTn>
                              </p:par>
                              <p:set>
                                <p:cBhvr>
                                  <p:cTn id="837" dur="1" fill="hold">
                                    <p:stCondLst>
                                      <p:cond evt="end">
                                        <p:tn val="835"/>
                                      </p:cond>
                                    </p:stCondLst>
                                  </p:cTn>
                                  <p:tgtEl>
                                    <p:spTgt spid="306"/>
                                  </p:tgtEl>
                                  <p:attrNameLst>
                                    <p:attrName>style.visibility</p:attrName>
                                  </p:attrNameLst>
                                </p:cBhvr>
                                <p:to>
                                  <p:strVal val="hidden"/>
                                </p:to>
                              </p:set>
                            </p:childTnLst>
                          </p:cTn>
                        </p:par>
                        <p:par>
                          <p:cTn id="838" fill="hold">
                            <p:stCondLst>
                              <p:cond delay="4500"/>
                            </p:stCondLst>
                            <p:childTnLst>
                              <p:par>
                                <p:cTn id="839" nodeType="afterEffect" fill="hold" presetClass="entr" presetID="27">
                                  <p:stCondLst>
                                    <p:cond delay="0"/>
                                  </p:stCondLst>
                                  <p:iterate type="lt">
                                    <p:tmAbs val="40"/>
                                  </p:iterate>
                                  <p:childTnLst>
                                    <p:set>
                                      <p:cBhvr>
                                        <p:cTn id="840" dur="1" fill="hold">
                                          <p:stCondLst>
                                            <p:cond delay="0"/>
                                          </p:stCondLst>
                                        </p:cTn>
                                        <p:tgtEl>
                                          <p:spTgt spid="309"/>
                                        </p:tgtEl>
                                        <p:attrNameLst>
                                          <p:attrName>style.visibility</p:attrName>
                                        </p:attrNameLst>
                                      </p:cBhvr>
                                      <p:to>
                                        <p:strVal val="visible"/>
                                      </p:to>
                                    </p:set>
                                    <p:anim calcmode="discrete" valueType="clr">
                                      <p:cBhvr additive="repl">
                                        <p:cTn id="841" dur="80"/>
                                        <p:tgtEl>
                                          <p:spTgt spid="309"/>
                                        </p:tgtEl>
                                        <p:attrNameLst>
                                          <p:attrName>style.color</p:attrName>
                                        </p:attrNameLst>
                                      </p:cBhvr>
                                      <p:tavLst>
                                        <p:tav tm="0">
                                          <p:val>
                                            <p:strVal val="rgb(-103,51,51)"/>
                                          </p:val>
                                        </p:tav>
                                        <p:tav tm="50000">
                                          <p:val>
                                            <p:strVal val="rgb(-103,-103,0)"/>
                                          </p:val>
                                        </p:tav>
                                      </p:tavLst>
                                    </p:anim>
                                    <p:anim calcmode="discrete" valueType="clr">
                                      <p:cBhvr additive="repl">
                                        <p:cTn id="842" dur="80"/>
                                        <p:tgtEl>
                                          <p:spTgt spid="309"/>
                                        </p:tgtEl>
                                        <p:attrNameLst>
                                          <p:attrName>fillcolor</p:attrName>
                                        </p:attrNameLst>
                                      </p:cBhvr>
                                      <p:tavLst>
                                        <p:tav tm="0">
                                          <p:val>
                                            <p:strVal val="rgb(-103,51,51)"/>
                                          </p:val>
                                        </p:tav>
                                        <p:tav tm="50000">
                                          <p:val>
                                            <p:strVal val="rgb(-103,-103,0)"/>
                                          </p:val>
                                        </p:tav>
                                      </p:tavLst>
                                    </p:anim>
                                    <p:set>
                                      <p:cBhvr>
                                        <p:cTn id="843" dur="80"/>
                                        <p:tgtEl>
                                          <p:spTgt spid="309"/>
                                        </p:tgtEl>
                                        <p:attrNameLst>
                                          <p:attrName>fill.type</p:attrName>
                                        </p:attrNameLst>
                                      </p:cBhvr>
                                      <p:to>
                                        <p:strVal val="solid"/>
                                      </p:to>
                                    </p:set>
                                  </p:childTnLst>
                                </p:cTn>
                              </p:par>
                            </p:childTnLst>
                          </p:cTn>
                        </p:par>
                        <p:par>
                          <p:cTn id="844" fill="hold">
                            <p:stCondLst>
                              <p:cond delay="5020"/>
                            </p:stCondLst>
                            <p:childTnLst>
                              <p:par>
                                <p:cTn id="845" nodeType="afterEffect" fill="hold" presetClass="exit" presetID="27">
                                  <p:stCondLst>
                                    <p:cond delay="500"/>
                                  </p:stCondLst>
                                  <p:iterate type="lt">
                                    <p:tmAbs val="40"/>
                                  </p:iterate>
                                  <p:childTnLst>
                                    <p:anim calcmode="discrete" valueType="clr">
                                      <p:cBhvr additive="repl">
                                        <p:cTn id="846" dur="80"/>
                                        <p:tgtEl>
                                          <p:spTgt spid="309"/>
                                        </p:tgtEl>
                                        <p:attrNameLst>
                                          <p:attrName>style.color</p:attrName>
                                        </p:attrNameLst>
                                      </p:cBhvr>
                                      <p:tavLst>
                                        <p:tav tm="0">
                                          <p:val>
                                            <p:strVal val="rgb(-103,-103,0)"/>
                                          </p:val>
                                        </p:tav>
                                        <p:tav tm="50000">
                                          <p:val>
                                            <p:strVal val="rgb(-103,51,51)"/>
                                          </p:val>
                                        </p:tav>
                                      </p:tavLst>
                                    </p:anim>
                                    <p:anim calcmode="discrete" valueType="clr">
                                      <p:cBhvr additive="repl">
                                        <p:cTn id="847" dur="80"/>
                                        <p:tgtEl>
                                          <p:spTgt spid="309"/>
                                        </p:tgtEl>
                                        <p:attrNameLst>
                                          <p:attrName>fillcolor</p:attrName>
                                        </p:attrNameLst>
                                      </p:cBhvr>
                                      <p:tavLst>
                                        <p:tav tm="0">
                                          <p:val>
                                            <p:strVal val="rgb(-103,-103,0)"/>
                                          </p:val>
                                        </p:tav>
                                        <p:tav tm="50000">
                                          <p:val>
                                            <p:strVal val="rgb(-103,51,51)"/>
                                          </p:val>
                                        </p:tav>
                                      </p:tavLst>
                                    </p:anim>
                                    <p:set>
                                      <p:cBhvr>
                                        <p:cTn id="848" dur="80"/>
                                        <p:tgtEl>
                                          <p:spTgt spid="309"/>
                                        </p:tgtEl>
                                        <p:attrNameLst>
                                          <p:attrName>fill.type</p:attrName>
                                        </p:attrNameLst>
                                      </p:cBhvr>
                                      <p:to>
                                        <p:strVal val="solid"/>
                                      </p:to>
                                    </p:set>
                                    <p:set>
                                      <p:cBhvr>
                                        <p:cTn id="849" dur="1" fill="hold">
                                          <p:stCondLst>
                                            <p:cond delay="79"/>
                                          </p:stCondLst>
                                        </p:cTn>
                                        <p:tgtEl>
                                          <p:spTgt spid="3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10" name="" descr=""/>
          <p:cNvPicPr/>
          <p:nvPr/>
        </p:nvPicPr>
        <p:blipFill>
          <a:blip r:embed="rId1"/>
          <a:stretch/>
        </p:blipFill>
        <p:spPr>
          <a:xfrm>
            <a:off x="0" y="0"/>
            <a:ext cx="9144000" cy="6858000"/>
          </a:xfrm>
          <a:prstGeom prst="rect">
            <a:avLst/>
          </a:prstGeom>
          <a:ln w="0">
            <a:noFill/>
          </a:ln>
        </p:spPr>
      </p:pic>
      <p:sp>
        <p:nvSpPr>
          <p:cNvPr id="311" name=""/>
          <p:cNvSpPr/>
          <p:nvPr/>
        </p:nvSpPr>
        <p:spPr>
          <a:xfrm>
            <a:off x="7848720" y="1143000"/>
            <a:ext cx="68580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0</a:t>
            </a:r>
            <a:endParaRPr b="0" lang="en-US" sz="1200" spc="-1" strike="noStrike">
              <a:solidFill>
                <a:srgbClr val="000000"/>
              </a:solidFill>
              <a:latin typeface="Arial"/>
            </a:endParaRPr>
          </a:p>
        </p:txBody>
      </p:sp>
      <p:sp>
        <p:nvSpPr>
          <p:cNvPr id="312" name=""/>
          <p:cNvSpPr/>
          <p:nvPr/>
        </p:nvSpPr>
        <p:spPr>
          <a:xfrm>
            <a:off x="7696080" y="1447920"/>
            <a:ext cx="533520" cy="2768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5</a:t>
            </a:r>
            <a:endParaRPr b="0" lang="en-US" sz="1200" spc="-1" strike="noStrike">
              <a:solidFill>
                <a:srgbClr val="000000"/>
              </a:solidFill>
              <a:latin typeface="Arial"/>
            </a:endParaRPr>
          </a:p>
        </p:txBody>
      </p:sp>
      <p:sp>
        <p:nvSpPr>
          <p:cNvPr id="313" name=""/>
          <p:cNvSpPr/>
          <p:nvPr/>
        </p:nvSpPr>
        <p:spPr>
          <a:xfrm>
            <a:off x="7467480" y="243828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-missile</a:t>
            </a:r>
            <a:endParaRPr b="0" lang="en-US" sz="1800" spc="-1" strike="noStrike">
              <a:solidFill>
                <a:srgbClr val="000000"/>
              </a:solidFill>
              <a:latin typeface="Arial"/>
            </a:endParaRPr>
          </a:p>
        </p:txBody>
      </p:sp>
      <p:sp>
        <p:nvSpPr>
          <p:cNvPr id="314" name=""/>
          <p:cNvSpPr/>
          <p:nvPr/>
        </p:nvSpPr>
        <p:spPr>
          <a:xfrm>
            <a:off x="7467480" y="213372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315" name=""/>
          <p:cNvSpPr/>
          <p:nvPr/>
        </p:nvSpPr>
        <p:spPr>
          <a:xfrm>
            <a:off x="1676520" y="160020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16" name=""/>
          <p:cNvSpPr/>
          <p:nvPr/>
        </p:nvSpPr>
        <p:spPr>
          <a:xfrm>
            <a:off x="1981080" y="1752480"/>
            <a:ext cx="20574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Flare cannon</a:t>
            </a:r>
            <a:endParaRPr b="0" lang="en-US" sz="1800" spc="-1" strike="noStrike">
              <a:solidFill>
                <a:srgbClr val="000000"/>
              </a:solidFill>
              <a:latin typeface="Arial"/>
            </a:endParaRPr>
          </a:p>
        </p:txBody>
      </p:sp>
      <p:sp>
        <p:nvSpPr>
          <p:cNvPr id="317" name=""/>
          <p:cNvSpPr/>
          <p:nvPr/>
        </p:nvSpPr>
        <p:spPr>
          <a:xfrm>
            <a:off x="3048120" y="3962520"/>
            <a:ext cx="7086600" cy="228600"/>
          </a:xfrm>
          <a:custGeom>
            <a:avLst/>
            <a:gdLst>
              <a:gd name="textAreaLeft" fmla="*/ 0 w 7086600"/>
              <a:gd name="textAreaRight" fmla="*/ 7086960 w 7086600"/>
              <a:gd name="textAreaTop" fmla="*/ 0 h 228600"/>
              <a:gd name="textAreaBottom" fmla="*/ 228960 h 2286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33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18" name=""/>
          <p:cNvSpPr/>
          <p:nvPr/>
        </p:nvSpPr>
        <p:spPr>
          <a:xfrm>
            <a:off x="7162920" y="4724280"/>
            <a:ext cx="1981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3300"/>
                </a:solidFill>
                <a:latin typeface="Arial"/>
              </a:rPr>
              <a:t>Hull damage 10</a:t>
            </a:r>
            <a:endParaRPr b="0" lang="en-US" sz="1800" spc="-1" strike="noStrike">
              <a:solidFill>
                <a:srgbClr val="000000"/>
              </a:solidFill>
              <a:latin typeface="Arial"/>
            </a:endParaRPr>
          </a:p>
        </p:txBody>
      </p:sp>
    </p:spTree>
  </p:cSld>
  <p:timing>
    <p:tnLst>
      <p:par>
        <p:cTn id="850" dur="indefinite" restart="never" nodeType="tmRoot">
          <p:childTnLst>
            <p:seq>
              <p:cTn id="851" dur="indefinite" nodeType="mainSeq">
                <p:childTnLst>
                  <p:par>
                    <p:cTn id="852" fill="hold">
                      <p:stCondLst>
                        <p:cond delay="0"/>
                      </p:stCondLst>
                      <p:childTnLst>
                        <p:par>
                          <p:cTn id="853" fill="hold">
                            <p:stCondLst>
                              <p:cond delay="0"/>
                            </p:stCondLst>
                            <p:childTnLst>
                              <p:par>
                                <p:cTn id="854" nodeType="afterEffect" fill="hold" presetClass="entr" presetID="1">
                                  <p:stCondLst>
                                    <p:cond delay="500"/>
                                  </p:stCondLst>
                                  <p:childTnLst>
                                    <p:set>
                                      <p:cBhvr>
                                        <p:cTn id="855" dur="1" fill="hold">
                                          <p:stCondLst>
                                            <p:cond delay="0"/>
                                          </p:stCondLst>
                                        </p:cTn>
                                        <p:tgtEl>
                                          <p:spTgt spid="315"/>
                                        </p:tgtEl>
                                        <p:attrNameLst>
                                          <p:attrName>style.visibility</p:attrName>
                                        </p:attrNameLst>
                                      </p:cBhvr>
                                      <p:to>
                                        <p:strVal val="visible"/>
                                      </p:to>
                                    </p:set>
                                  </p:childTnLst>
                                </p:cTn>
                              </p:par>
                            </p:childTnLst>
                          </p:cTn>
                        </p:par>
                        <p:par>
                          <p:cTn id="856" fill="hold">
                            <p:stCondLst>
                              <p:cond delay="500"/>
                            </p:stCondLst>
                            <p:childTnLst>
                              <p:par>
                                <p:cTn id="857" nodeType="afterEffect" fill="hold" presetClass="exit" presetID="1">
                                  <p:stCondLst>
                                    <p:cond delay="1500"/>
                                  </p:stCondLst>
                                  <p:childTnLst>
                                    <p:set>
                                      <p:cBhvr>
                                        <p:cTn id="858" dur="1" fill="hold">
                                          <p:stCondLst>
                                            <p:cond delay="0"/>
                                          </p:stCondLst>
                                        </p:cTn>
                                        <p:tgtEl>
                                          <p:spTgt spid="315"/>
                                        </p:tgtEl>
                                        <p:attrNameLst>
                                          <p:attrName>style.visibility</p:attrName>
                                        </p:attrNameLst>
                                      </p:cBhvr>
                                      <p:to>
                                        <p:strVal val="hidden"/>
                                      </p:to>
                                    </p:set>
                                  </p:childTnLst>
                                </p:cTn>
                              </p:par>
                            </p:childTnLst>
                          </p:cTn>
                        </p:par>
                        <p:par>
                          <p:cTn id="859" fill="hold">
                            <p:stCondLst>
                              <p:cond delay="2000"/>
                            </p:stCondLst>
                            <p:childTnLst>
                              <p:par>
                                <p:cTn id="860" nodeType="afterEffect" fill="hold" presetClass="entr" presetID="9">
                                  <p:stCondLst>
                                    <p:cond delay="0"/>
                                  </p:stCondLst>
                                  <p:childTnLst>
                                    <p:set>
                                      <p:cBhvr>
                                        <p:cTn id="861" dur="1" fill="hold">
                                          <p:stCondLst>
                                            <p:cond delay="0"/>
                                          </p:stCondLst>
                                        </p:cTn>
                                        <p:tgtEl>
                                          <p:spTgt spid="317"/>
                                        </p:tgtEl>
                                        <p:attrNameLst>
                                          <p:attrName>style.visibility</p:attrName>
                                        </p:attrNameLst>
                                      </p:cBhvr>
                                      <p:to>
                                        <p:strVal val="visible"/>
                                      </p:to>
                                    </p:set>
                                    <p:animEffect filter="dissolve" transition="in">
                                      <p:cBhvr additive="repl">
                                        <p:cTn id="862" dur="500"/>
                                        <p:tgtEl>
                                          <p:spTgt spid="317"/>
                                        </p:tgtEl>
                                      </p:cBhvr>
                                    </p:animEffect>
                                  </p:childTnLst>
                                </p:cTn>
                              </p:par>
                            </p:childTnLst>
                          </p:cTn>
                        </p:par>
                        <p:par>
                          <p:cTn id="863" fill="hold">
                            <p:stCondLst>
                              <p:cond delay="2500"/>
                            </p:stCondLst>
                            <p:childTnLst>
                              <p:par>
                                <p:cTn id="864" nodeType="afterEffect" fill="hold" presetClass="emph" presetID="6">
                                  <p:stCondLst>
                                    <p:cond delay="0"/>
                                  </p:stCondLst>
                                  <p:childTnLst>
                                    <p:animScale>
                                      <p:cBhvr>
                                        <p:cTn id="865" dur="2000" fill="hold"/>
                                        <p:tgtEl>
                                          <p:spTgt spid="317"/>
                                        </p:tgtEl>
                                      </p:cBhvr>
                                      <p:to x="100000" y="400000"/>
                                    </p:animScale>
                                  </p:childTnLst>
                                </p:cTn>
                              </p:par>
                            </p:childTnLst>
                          </p:cTn>
                        </p:par>
                        <p:par>
                          <p:cTn id="866" fill="hold">
                            <p:stCondLst>
                              <p:cond delay="4500"/>
                            </p:stCondLst>
                            <p:childTnLst>
                              <p:par>
                                <p:cTn id="867" nodeType="afterEffect" fill="hold" presetClass="exit" presetID="9">
                                  <p:stCondLst>
                                    <p:cond delay="2000"/>
                                  </p:stCondLst>
                                  <p:childTnLst>
                                    <p:animEffect filter="dissolve" transition="out">
                                      <p:cBhvr additive="repl">
                                        <p:cTn id="868" dur="500"/>
                                        <p:tgtEl>
                                          <p:spTgt spid="317"/>
                                        </p:tgtEl>
                                      </p:cBhvr>
                                    </p:animEffect>
                                    <p:set>
                                      <p:cBhvr>
                                        <p:cTn id="869" dur="1" fill="hold">
                                          <p:stCondLst>
                                            <p:cond delay="499"/>
                                          </p:stCondLst>
                                        </p:cTn>
                                        <p:tgtEl>
                                          <p:spTgt spid="317"/>
                                        </p:tgtEl>
                                        <p:attrNameLst>
                                          <p:attrName>style.visibility</p:attrName>
                                        </p:attrNameLst>
                                      </p:cBhvr>
                                      <p:to>
                                        <p:strVal val="hidden"/>
                                      </p:to>
                                    </p:set>
                                  </p:childTnLst>
                                </p:cTn>
                              </p:par>
                            </p:childTnLst>
                          </p:cTn>
                        </p:par>
                        <p:par>
                          <p:cTn id="870" fill="hold">
                            <p:stCondLst>
                              <p:cond delay="7000"/>
                            </p:stCondLst>
                            <p:childTnLst>
                              <p:par>
                                <p:cTn id="871" nodeType="afterEffect" fill="hold" presetClass="entr" presetID="27">
                                  <p:stCondLst>
                                    <p:cond delay="0"/>
                                  </p:stCondLst>
                                  <p:iterate type="lt">
                                    <p:tmAbs val="40"/>
                                  </p:iterate>
                                  <p:childTnLst>
                                    <p:set>
                                      <p:cBhvr>
                                        <p:cTn id="872" dur="1" fill="hold">
                                          <p:stCondLst>
                                            <p:cond delay="0"/>
                                          </p:stCondLst>
                                        </p:cTn>
                                        <p:tgtEl>
                                          <p:spTgt spid="318"/>
                                        </p:tgtEl>
                                        <p:attrNameLst>
                                          <p:attrName>style.visibility</p:attrName>
                                        </p:attrNameLst>
                                      </p:cBhvr>
                                      <p:to>
                                        <p:strVal val="visible"/>
                                      </p:to>
                                    </p:set>
                                    <p:anim calcmode="discrete" valueType="clr">
                                      <p:cBhvr additive="repl">
                                        <p:cTn id="873" dur="80"/>
                                        <p:tgtEl>
                                          <p:spTgt spid="318"/>
                                        </p:tgtEl>
                                        <p:attrNameLst>
                                          <p:attrName>style.color</p:attrName>
                                        </p:attrNameLst>
                                      </p:cBhvr>
                                      <p:tavLst>
                                        <p:tav tm="0">
                                          <p:val>
                                            <p:strVal val="rgb(-103,51,51)"/>
                                          </p:val>
                                        </p:tav>
                                        <p:tav tm="50000">
                                          <p:val>
                                            <p:strVal val="rgb(-103,-103,0)"/>
                                          </p:val>
                                        </p:tav>
                                      </p:tavLst>
                                    </p:anim>
                                    <p:anim calcmode="discrete" valueType="clr">
                                      <p:cBhvr additive="repl">
                                        <p:cTn id="874" dur="80"/>
                                        <p:tgtEl>
                                          <p:spTgt spid="318"/>
                                        </p:tgtEl>
                                        <p:attrNameLst>
                                          <p:attrName>fillcolor</p:attrName>
                                        </p:attrNameLst>
                                      </p:cBhvr>
                                      <p:tavLst>
                                        <p:tav tm="0">
                                          <p:val>
                                            <p:strVal val="rgb(-103,51,51)"/>
                                          </p:val>
                                        </p:tav>
                                        <p:tav tm="50000">
                                          <p:val>
                                            <p:strVal val="rgb(-103,-103,0)"/>
                                          </p:val>
                                        </p:tav>
                                      </p:tavLst>
                                    </p:anim>
                                    <p:set>
                                      <p:cBhvr>
                                        <p:cTn id="875" dur="80"/>
                                        <p:tgtEl>
                                          <p:spTgt spid="318"/>
                                        </p:tgtEl>
                                        <p:attrNameLst>
                                          <p:attrName>fill.type</p:attrName>
                                        </p:attrNameLst>
                                      </p:cBhvr>
                                      <p:to>
                                        <p:strVal val="solid"/>
                                      </p:to>
                                    </p:set>
                                  </p:childTnLst>
                                </p:cTn>
                              </p:par>
                            </p:childTnLst>
                          </p:cTn>
                        </p:par>
                        <p:par>
                          <p:cTn id="876" fill="hold">
                            <p:stCondLst>
                              <p:cond delay="7520"/>
                            </p:stCondLst>
                            <p:childTnLst>
                              <p:par>
                                <p:cTn id="877" nodeType="afterEffect" fill="hold" presetClass="exit" presetID="27">
                                  <p:stCondLst>
                                    <p:cond delay="500"/>
                                  </p:stCondLst>
                                  <p:iterate type="lt">
                                    <p:tmAbs val="40"/>
                                  </p:iterate>
                                  <p:childTnLst>
                                    <p:anim calcmode="discrete" valueType="clr">
                                      <p:cBhvr additive="repl">
                                        <p:cTn id="878" dur="80"/>
                                        <p:tgtEl>
                                          <p:spTgt spid="318"/>
                                        </p:tgtEl>
                                        <p:attrNameLst>
                                          <p:attrName>style.color</p:attrName>
                                        </p:attrNameLst>
                                      </p:cBhvr>
                                      <p:tavLst>
                                        <p:tav tm="0">
                                          <p:val>
                                            <p:strVal val="rgb(-103,-103,0)"/>
                                          </p:val>
                                        </p:tav>
                                        <p:tav tm="50000">
                                          <p:val>
                                            <p:strVal val="rgb(-103,51,51)"/>
                                          </p:val>
                                        </p:tav>
                                      </p:tavLst>
                                    </p:anim>
                                    <p:anim calcmode="discrete" valueType="clr">
                                      <p:cBhvr additive="repl">
                                        <p:cTn id="879" dur="80"/>
                                        <p:tgtEl>
                                          <p:spTgt spid="318"/>
                                        </p:tgtEl>
                                        <p:attrNameLst>
                                          <p:attrName>fillcolor</p:attrName>
                                        </p:attrNameLst>
                                      </p:cBhvr>
                                      <p:tavLst>
                                        <p:tav tm="0">
                                          <p:val>
                                            <p:strVal val="rgb(-103,-103,0)"/>
                                          </p:val>
                                        </p:tav>
                                        <p:tav tm="50000">
                                          <p:val>
                                            <p:strVal val="rgb(-103,51,51)"/>
                                          </p:val>
                                        </p:tav>
                                      </p:tavLst>
                                    </p:anim>
                                    <p:set>
                                      <p:cBhvr>
                                        <p:cTn id="880" dur="80"/>
                                        <p:tgtEl>
                                          <p:spTgt spid="318"/>
                                        </p:tgtEl>
                                        <p:attrNameLst>
                                          <p:attrName>fill.type</p:attrName>
                                        </p:attrNameLst>
                                      </p:cBhvr>
                                      <p:to>
                                        <p:strVal val="solid"/>
                                      </p:to>
                                    </p:set>
                                    <p:set>
                                      <p:cBhvr>
                                        <p:cTn id="881" dur="1" fill="hold">
                                          <p:stCondLst>
                                            <p:cond delay="79"/>
                                          </p:stCondLst>
                                        </p:cTn>
                                        <p:tgtEl>
                                          <p:spTgt spid="3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19" name="" descr=""/>
          <p:cNvPicPr/>
          <p:nvPr/>
        </p:nvPicPr>
        <p:blipFill>
          <a:blip r:embed="rId1"/>
          <a:stretch/>
        </p:blipFill>
        <p:spPr>
          <a:xfrm>
            <a:off x="0" y="0"/>
            <a:ext cx="9144000" cy="4275000"/>
          </a:xfrm>
          <a:prstGeom prst="rect">
            <a:avLst/>
          </a:prstGeom>
          <a:ln w="0">
            <a:noFill/>
          </a:ln>
        </p:spPr>
      </p:pic>
      <p:sp>
        <p:nvSpPr>
          <p:cNvPr id="320" name=""/>
          <p:cNvSpPr/>
          <p:nvPr/>
        </p:nvSpPr>
        <p:spPr>
          <a:xfrm>
            <a:off x="0" y="4038480"/>
            <a:ext cx="9144000" cy="28195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321" name="" descr=""/>
          <p:cNvPicPr/>
          <p:nvPr/>
        </p:nvPicPr>
        <p:blipFill>
          <a:blip r:embed="rId2"/>
          <a:stretch/>
        </p:blipFill>
        <p:spPr>
          <a:xfrm>
            <a:off x="3962520" y="3505320"/>
            <a:ext cx="5181480" cy="1643040"/>
          </a:xfrm>
          <a:prstGeom prst="rect">
            <a:avLst/>
          </a:prstGeom>
          <a:ln w="0">
            <a:noFill/>
          </a:ln>
        </p:spPr>
      </p:pic>
      <p:sp>
        <p:nvSpPr>
          <p:cNvPr id="322" name=""/>
          <p:cNvSpPr/>
          <p:nvPr/>
        </p:nvSpPr>
        <p:spPr>
          <a:xfrm>
            <a:off x="6019920" y="3962520"/>
            <a:ext cx="2666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a:t>
            </a:r>
            <a:endParaRPr b="0" lang="en-US" sz="1200" spc="-1" strike="noStrike">
              <a:solidFill>
                <a:srgbClr val="000000"/>
              </a:solidFill>
              <a:latin typeface="Arial"/>
            </a:endParaRPr>
          </a:p>
        </p:txBody>
      </p:sp>
      <p:sp>
        <p:nvSpPr>
          <p:cNvPr id="323" name=""/>
          <p:cNvSpPr/>
          <p:nvPr/>
        </p:nvSpPr>
        <p:spPr>
          <a:xfrm>
            <a:off x="-457200" y="3962520"/>
            <a:ext cx="304920" cy="30456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882" dur="indefinite" restart="never" nodeType="tmRoot">
          <p:childTnLst>
            <p:seq>
              <p:cTn id="883" dur="indefinite" nodeType="mainSeq">
                <p:childTnLst>
                  <p:par>
                    <p:cTn id="884" fill="hold">
                      <p:stCondLst>
                        <p:cond delay="0"/>
                      </p:stCondLst>
                      <p:childTnLst>
                        <p:par>
                          <p:cTn id="885" fill="hold">
                            <p:stCondLst>
                              <p:cond delay="0"/>
                            </p:stCondLst>
                            <p:childTnLst>
                              <p:par>
                                <p:cTn id="886" nodeType="afterEffect" fill="hold" presetClass="entr" presetID="1">
                                  <p:stCondLst>
                                    <p:cond delay="0"/>
                                  </p:stCondLst>
                                  <p:childTnLst>
                                    <p:set>
                                      <p:cBhvr>
                                        <p:cTn id="887" dur="1" fill="hold">
                                          <p:stCondLst>
                                            <p:cond delay="0"/>
                                          </p:stCondLst>
                                        </p:cTn>
                                        <p:tgtEl>
                                          <p:spTgt spid="323"/>
                                        </p:tgtEl>
                                        <p:attrNameLst>
                                          <p:attrName>style.visibility</p:attrName>
                                        </p:attrNameLst>
                                      </p:cBhvr>
                                      <p:to>
                                        <p:strVal val="visible"/>
                                      </p:to>
                                    </p:set>
                                  </p:childTnLst>
                                </p:cTn>
                              </p:par>
                            </p:childTnLst>
                          </p:cTn>
                        </p:par>
                        <p:par>
                          <p:cTn id="888" fill="hold">
                            <p:stCondLst>
                              <p:cond delay="0"/>
                            </p:stCondLst>
                            <p:childTnLst>
                              <p:par>
                                <p:cTn id="889" nodeType="afterEffect" fill="hold" presetClass="entr" presetID="9">
                                  <p:stCondLst>
                                    <p:cond delay="0"/>
                                  </p:stCondLst>
                                  <p:childTnLst>
                                    <p:set>
                                      <p:cBhvr>
                                        <p:cTn id="890" dur="1" fill="hold">
                                          <p:stCondLst>
                                            <p:cond delay="0"/>
                                          </p:stCondLst>
                                        </p:cTn>
                                        <p:tgtEl>
                                          <p:spTgt spid="321"/>
                                        </p:tgtEl>
                                        <p:attrNameLst>
                                          <p:attrName>style.visibility</p:attrName>
                                        </p:attrNameLst>
                                      </p:cBhvr>
                                      <p:to>
                                        <p:strVal val="visible"/>
                                      </p:to>
                                    </p:set>
                                    <p:animEffect filter="dissolve" transition="in">
                                      <p:cBhvr additive="repl">
                                        <p:cTn id="891" dur="500"/>
                                        <p:tgtEl>
                                          <p:spTgt spid="321"/>
                                        </p:tgtEl>
                                      </p:cBhvr>
                                    </p:animEffect>
                                  </p:childTnLst>
                                </p:cTn>
                              </p:par>
                            </p:childTnLst>
                          </p:cTn>
                        </p:par>
                        <p:par>
                          <p:cTn id="892" fill="hold">
                            <p:stCondLst>
                              <p:cond delay="500"/>
                            </p:stCondLst>
                            <p:childTnLst>
                              <p:par>
                                <p:cTn id="893" nodeType="afterEffect" fill="hold" presetClass="entr" presetID="27">
                                  <p:stCondLst>
                                    <p:cond delay="0"/>
                                  </p:stCondLst>
                                  <p:iterate type="lt">
                                    <p:tmAbs val="40"/>
                                  </p:iterate>
                                  <p:childTnLst>
                                    <p:set>
                                      <p:cBhvr>
                                        <p:cTn id="894" dur="1" fill="hold">
                                          <p:stCondLst>
                                            <p:cond delay="0"/>
                                          </p:stCondLst>
                                        </p:cTn>
                                        <p:tgtEl>
                                          <p:spTgt spid="322"/>
                                        </p:tgtEl>
                                        <p:attrNameLst>
                                          <p:attrName>style.visibility</p:attrName>
                                        </p:attrNameLst>
                                      </p:cBhvr>
                                      <p:to>
                                        <p:strVal val="visible"/>
                                      </p:to>
                                    </p:set>
                                    <p:anim calcmode="discrete" valueType="clr">
                                      <p:cBhvr additive="repl">
                                        <p:cTn id="895" dur="80"/>
                                        <p:tgtEl>
                                          <p:spTgt spid="322"/>
                                        </p:tgtEl>
                                        <p:attrNameLst>
                                          <p:attrName>style.color</p:attrName>
                                        </p:attrNameLst>
                                      </p:cBhvr>
                                      <p:tavLst>
                                        <p:tav tm="0">
                                          <p:val>
                                            <p:strVal val="rgb(-103,51,51)"/>
                                          </p:val>
                                        </p:tav>
                                        <p:tav tm="50000">
                                          <p:val>
                                            <p:strVal val="rgb(-103,-103,0)"/>
                                          </p:val>
                                        </p:tav>
                                      </p:tavLst>
                                    </p:anim>
                                    <p:anim calcmode="discrete" valueType="clr">
                                      <p:cBhvr additive="repl">
                                        <p:cTn id="896" dur="80"/>
                                        <p:tgtEl>
                                          <p:spTgt spid="322"/>
                                        </p:tgtEl>
                                        <p:attrNameLst>
                                          <p:attrName>fillcolor</p:attrName>
                                        </p:attrNameLst>
                                      </p:cBhvr>
                                      <p:tavLst>
                                        <p:tav tm="0">
                                          <p:val>
                                            <p:strVal val="rgb(-103,51,51)"/>
                                          </p:val>
                                        </p:tav>
                                        <p:tav tm="50000">
                                          <p:val>
                                            <p:strVal val="rgb(-103,-103,0)"/>
                                          </p:val>
                                        </p:tav>
                                      </p:tavLst>
                                    </p:anim>
                                    <p:set>
                                      <p:cBhvr>
                                        <p:cTn id="897" dur="80"/>
                                        <p:tgtEl>
                                          <p:spTgt spid="322"/>
                                        </p:tgtEl>
                                        <p:attrNameLst>
                                          <p:attrName>fill.type</p:attrName>
                                        </p:attrNameLst>
                                      </p:cBhvr>
                                      <p:to>
                                        <p:strVal val="solid"/>
                                      </p:to>
                                    </p:set>
                                  </p:childTnLst>
                                </p:cTn>
                              </p:par>
                            </p:childTnLst>
                          </p:cTn>
                        </p:par>
                        <p:par>
                          <p:cTn id="898" fill="hold">
                            <p:stCondLst>
                              <p:cond delay="700"/>
                            </p:stCondLst>
                            <p:childTnLst>
                              <p:par>
                                <p:cTn id="899" nodeType="afterEffect" fill="hold" presetClass="exit" presetID="9">
                                  <p:stCondLst>
                                    <p:cond delay="2000"/>
                                  </p:stCondLst>
                                  <p:childTnLst>
                                    <p:animEffect filter="dissolve" transition="out">
                                      <p:cBhvr additive="repl">
                                        <p:cTn id="900" dur="500"/>
                                        <p:tgtEl>
                                          <p:spTgt spid="321"/>
                                        </p:tgtEl>
                                      </p:cBhvr>
                                    </p:animEffect>
                                    <p:set>
                                      <p:cBhvr>
                                        <p:cTn id="901" dur="1" fill="hold">
                                          <p:stCondLst>
                                            <p:cond delay="499"/>
                                          </p:stCondLst>
                                        </p:cTn>
                                        <p:tgtEl>
                                          <p:spTgt spid="32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4" name=""/>
          <p:cNvSpPr/>
          <p:nvPr/>
        </p:nvSpPr>
        <p:spPr>
          <a:xfrm>
            <a:off x="-380880" y="-304920"/>
            <a:ext cx="10058400" cy="73915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325" name="" descr=""/>
          <p:cNvPicPr/>
          <p:nvPr/>
        </p:nvPicPr>
        <p:blipFill>
          <a:blip r:embed="rId1"/>
          <a:stretch/>
        </p:blipFill>
        <p:spPr>
          <a:xfrm>
            <a:off x="0" y="0"/>
            <a:ext cx="9144000" cy="4275000"/>
          </a:xfrm>
          <a:prstGeom prst="rect">
            <a:avLst/>
          </a:prstGeom>
          <a:ln w="0">
            <a:noFill/>
          </a:ln>
        </p:spPr>
      </p:pic>
      <p:sp>
        <p:nvSpPr>
          <p:cNvPr id="326" name=""/>
          <p:cNvSpPr/>
          <p:nvPr/>
        </p:nvSpPr>
        <p:spPr>
          <a:xfrm>
            <a:off x="4495680" y="45720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27" name=""/>
          <p:cNvSpPr/>
          <p:nvPr/>
        </p:nvSpPr>
        <p:spPr>
          <a:xfrm>
            <a:off x="2590920" y="762120"/>
            <a:ext cx="2971800" cy="236196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28" name=""/>
          <p:cNvSpPr/>
          <p:nvPr/>
        </p:nvSpPr>
        <p:spPr>
          <a:xfrm>
            <a:off x="4419720" y="129528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29" name=""/>
          <p:cNvSpPr/>
          <p:nvPr/>
        </p:nvSpPr>
        <p:spPr>
          <a:xfrm>
            <a:off x="2743200" y="137160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30" name=""/>
          <p:cNvSpPr/>
          <p:nvPr/>
        </p:nvSpPr>
        <p:spPr>
          <a:xfrm>
            <a:off x="1600200" y="114300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902" dur="indefinite" restart="never" nodeType="tmRoot">
          <p:childTnLst>
            <p:seq>
              <p:cTn id="903" dur="indefinite" nodeType="mainSeq">
                <p:childTnLst>
                  <p:par>
                    <p:cTn id="904" fill="hold">
                      <p:stCondLst>
                        <p:cond delay="0"/>
                      </p:stCondLst>
                      <p:childTnLst>
                        <p:par>
                          <p:cTn id="905" fill="hold">
                            <p:stCondLst>
                              <p:cond delay="0"/>
                            </p:stCondLst>
                            <p:childTnLst>
                              <p:par>
                                <p:cTn id="906" nodeType="afterEffect" fill="hold" presetClass="entr" presetID="1" repeatCount="1000">
                                  <p:stCondLst>
                                    <p:cond delay="0"/>
                                  </p:stCondLst>
                                  <p:childTnLst>
                                    <p:audio isNarration="0">
                                      <p:cMediaNode showWhenStopped="1">
                                        <p:cTn/>
                                        <p:tgtEl>
                                          <p:sndTgt r:embed="rId2" name="explode.wav"/>
                                        </p:tgtEl>
                                      </p:cMediaNode>
                                    </p:audio>
                                    <p:set>
                                      <p:cBhvr>
                                        <p:cTn id="907" dur="1" fill="hold">
                                          <p:stCondLst>
                                            <p:cond delay="0"/>
                                          </p:stCondLst>
                                        </p:cTn>
                                        <p:tgtEl>
                                          <p:spTgt spid="326"/>
                                        </p:tgtEl>
                                        <p:attrNameLst>
                                          <p:attrName>style.visibility</p:attrName>
                                        </p:attrNameLst>
                                      </p:cBhvr>
                                      <p:to>
                                        <p:strVal val="visible"/>
                                      </p:to>
                                    </p:set>
                                  </p:childTnLst>
                                </p:cTn>
                              </p:par>
                            </p:childTnLst>
                          </p:cTn>
                        </p:par>
                        <p:par>
                          <p:cTn id="908" fill="hold">
                            <p:stCondLst>
                              <p:cond delay="0"/>
                            </p:stCondLst>
                            <p:childTnLst>
                              <p:par>
                                <p:cTn id="909" nodeType="afterEffect" fill="hold" presetClass="exit" presetID="9">
                                  <p:stCondLst>
                                    <p:cond delay="0"/>
                                  </p:stCondLst>
                                  <p:childTnLst>
                                    <p:animEffect filter="dissolve" transition="out">
                                      <p:cBhvr additive="repl">
                                        <p:cTn id="910" dur="500"/>
                                        <p:tgtEl>
                                          <p:spTgt spid="326"/>
                                        </p:tgtEl>
                                      </p:cBhvr>
                                    </p:animEffect>
                                    <p:set>
                                      <p:cBhvr>
                                        <p:cTn id="911" dur="1" fill="hold">
                                          <p:stCondLst>
                                            <p:cond delay="499"/>
                                          </p:stCondLst>
                                        </p:cTn>
                                        <p:tgtEl>
                                          <p:spTgt spid="326"/>
                                        </p:tgtEl>
                                        <p:attrNameLst>
                                          <p:attrName>style.visibility</p:attrName>
                                        </p:attrNameLst>
                                      </p:cBhvr>
                                      <p:to>
                                        <p:strVal val="hidden"/>
                                      </p:to>
                                    </p:set>
                                  </p:childTnLst>
                                </p:cTn>
                              </p:par>
                            </p:childTnLst>
                          </p:cTn>
                        </p:par>
                        <p:par>
                          <p:cTn id="912" fill="hold">
                            <p:stCondLst>
                              <p:cond delay="500"/>
                            </p:stCondLst>
                            <p:childTnLst>
                              <p:par>
                                <p:cTn id="913" nodeType="afterEffect" fill="hold" presetClass="entr" presetID="1" repeatCount="1000">
                                  <p:stCondLst>
                                    <p:cond delay="0"/>
                                  </p:stCondLst>
                                  <p:childTnLst>
                                    <p:audio isNarration="0">
                                      <p:cMediaNode showWhenStopped="1">
                                        <p:cTn/>
                                        <p:tgtEl>
                                          <p:sndTgt r:embed="rId3" name="explode.wav"/>
                                        </p:tgtEl>
                                      </p:cMediaNode>
                                    </p:audio>
                                    <p:set>
                                      <p:cBhvr>
                                        <p:cTn id="914" dur="1" fill="hold">
                                          <p:stCondLst>
                                            <p:cond delay="0"/>
                                          </p:stCondLst>
                                        </p:cTn>
                                        <p:tgtEl>
                                          <p:spTgt spid="327"/>
                                        </p:tgtEl>
                                        <p:attrNameLst>
                                          <p:attrName>style.visibility</p:attrName>
                                        </p:attrNameLst>
                                      </p:cBhvr>
                                      <p:to>
                                        <p:strVal val="visible"/>
                                      </p:to>
                                    </p:set>
                                  </p:childTnLst>
                                </p:cTn>
                              </p:par>
                            </p:childTnLst>
                          </p:cTn>
                        </p:par>
                        <p:par>
                          <p:cTn id="915" fill="hold">
                            <p:stCondLst>
                              <p:cond delay="500"/>
                            </p:stCondLst>
                            <p:childTnLst>
                              <p:par>
                                <p:cTn id="916" nodeType="afterEffect" fill="hold" presetClass="exit" presetID="9">
                                  <p:stCondLst>
                                    <p:cond delay="0"/>
                                  </p:stCondLst>
                                  <p:childTnLst>
                                    <p:animEffect filter="dissolve" transition="out">
                                      <p:cBhvr additive="repl">
                                        <p:cTn id="917" dur="500"/>
                                        <p:tgtEl>
                                          <p:spTgt spid="327"/>
                                        </p:tgtEl>
                                      </p:cBhvr>
                                    </p:animEffect>
                                    <p:set>
                                      <p:cBhvr>
                                        <p:cTn id="918" dur="1" fill="hold">
                                          <p:stCondLst>
                                            <p:cond delay="499"/>
                                          </p:stCondLst>
                                        </p:cTn>
                                        <p:tgtEl>
                                          <p:spTgt spid="327"/>
                                        </p:tgtEl>
                                        <p:attrNameLst>
                                          <p:attrName>style.visibility</p:attrName>
                                        </p:attrNameLst>
                                      </p:cBhvr>
                                      <p:to>
                                        <p:strVal val="hidden"/>
                                      </p:to>
                                    </p:set>
                                  </p:childTnLst>
                                </p:cTn>
                              </p:par>
                            </p:childTnLst>
                          </p:cTn>
                        </p:par>
                        <p:par>
                          <p:cTn id="919" fill="hold">
                            <p:stCondLst>
                              <p:cond delay="1000"/>
                            </p:stCondLst>
                            <p:childTnLst>
                              <p:par>
                                <p:cTn id="920" nodeType="afterEffect" fill="hold" presetClass="entr" presetID="1" repeatCount="1000">
                                  <p:stCondLst>
                                    <p:cond delay="0"/>
                                  </p:stCondLst>
                                  <p:childTnLst>
                                    <p:audio isNarration="0">
                                      <p:cMediaNode showWhenStopped="1">
                                        <p:cTn/>
                                        <p:tgtEl>
                                          <p:sndTgt r:embed="rId4" name="explode.wav"/>
                                        </p:tgtEl>
                                      </p:cMediaNode>
                                    </p:audio>
                                    <p:set>
                                      <p:cBhvr>
                                        <p:cTn id="921" dur="1" fill="hold">
                                          <p:stCondLst>
                                            <p:cond delay="0"/>
                                          </p:stCondLst>
                                        </p:cTn>
                                        <p:tgtEl>
                                          <p:spTgt spid="328"/>
                                        </p:tgtEl>
                                        <p:attrNameLst>
                                          <p:attrName>style.visibility</p:attrName>
                                        </p:attrNameLst>
                                      </p:cBhvr>
                                      <p:to>
                                        <p:strVal val="visible"/>
                                      </p:to>
                                    </p:set>
                                  </p:childTnLst>
                                </p:cTn>
                              </p:par>
                            </p:childTnLst>
                          </p:cTn>
                        </p:par>
                        <p:par>
                          <p:cTn id="922" fill="hold">
                            <p:stCondLst>
                              <p:cond delay="1000"/>
                            </p:stCondLst>
                            <p:childTnLst>
                              <p:par>
                                <p:cTn id="923" nodeType="afterEffect" fill="hold" presetClass="exit" presetID="9">
                                  <p:stCondLst>
                                    <p:cond delay="0"/>
                                  </p:stCondLst>
                                  <p:childTnLst>
                                    <p:animEffect filter="dissolve" transition="out">
                                      <p:cBhvr additive="repl">
                                        <p:cTn id="924" dur="500"/>
                                        <p:tgtEl>
                                          <p:spTgt spid="328"/>
                                        </p:tgtEl>
                                      </p:cBhvr>
                                    </p:animEffect>
                                    <p:set>
                                      <p:cBhvr>
                                        <p:cTn id="925" dur="1" fill="hold">
                                          <p:stCondLst>
                                            <p:cond delay="499"/>
                                          </p:stCondLst>
                                        </p:cTn>
                                        <p:tgtEl>
                                          <p:spTgt spid="328"/>
                                        </p:tgtEl>
                                        <p:attrNameLst>
                                          <p:attrName>style.visibility</p:attrName>
                                        </p:attrNameLst>
                                      </p:cBhvr>
                                      <p:to>
                                        <p:strVal val="hidden"/>
                                      </p:to>
                                    </p:set>
                                  </p:childTnLst>
                                </p:cTn>
                              </p:par>
                            </p:childTnLst>
                          </p:cTn>
                        </p:par>
                        <p:par>
                          <p:cTn id="926" fill="hold">
                            <p:stCondLst>
                              <p:cond delay="1500"/>
                            </p:stCondLst>
                            <p:childTnLst>
                              <p:par>
                                <p:cTn id="927" nodeType="afterEffect" fill="hold" presetClass="entr" presetID="1" repeatCount="1000">
                                  <p:stCondLst>
                                    <p:cond delay="0"/>
                                  </p:stCondLst>
                                  <p:childTnLst>
                                    <p:audio isNarration="0">
                                      <p:cMediaNode showWhenStopped="1">
                                        <p:cTn/>
                                        <p:tgtEl>
                                          <p:sndTgt r:embed="rId5" name="explode.wav"/>
                                        </p:tgtEl>
                                      </p:cMediaNode>
                                    </p:audio>
                                    <p:set>
                                      <p:cBhvr>
                                        <p:cTn id="928" dur="1" fill="hold">
                                          <p:stCondLst>
                                            <p:cond delay="0"/>
                                          </p:stCondLst>
                                        </p:cTn>
                                        <p:tgtEl>
                                          <p:spTgt spid="329"/>
                                        </p:tgtEl>
                                        <p:attrNameLst>
                                          <p:attrName>style.visibility</p:attrName>
                                        </p:attrNameLst>
                                      </p:cBhvr>
                                      <p:to>
                                        <p:strVal val="visible"/>
                                      </p:to>
                                    </p:set>
                                  </p:childTnLst>
                                </p:cTn>
                              </p:par>
                            </p:childTnLst>
                          </p:cTn>
                        </p:par>
                        <p:par>
                          <p:cTn id="929" fill="hold">
                            <p:stCondLst>
                              <p:cond delay="1500"/>
                            </p:stCondLst>
                            <p:childTnLst>
                              <p:par>
                                <p:cTn id="930" nodeType="afterEffect" fill="hold" presetClass="exit" presetID="9">
                                  <p:stCondLst>
                                    <p:cond delay="0"/>
                                  </p:stCondLst>
                                  <p:childTnLst>
                                    <p:animEffect filter="dissolve" transition="out">
                                      <p:cBhvr additive="repl">
                                        <p:cTn id="931" dur="500"/>
                                        <p:tgtEl>
                                          <p:spTgt spid="329"/>
                                        </p:tgtEl>
                                      </p:cBhvr>
                                    </p:animEffect>
                                    <p:set>
                                      <p:cBhvr>
                                        <p:cTn id="932" dur="1" fill="hold">
                                          <p:stCondLst>
                                            <p:cond delay="499"/>
                                          </p:stCondLst>
                                        </p:cTn>
                                        <p:tgtEl>
                                          <p:spTgt spid="329"/>
                                        </p:tgtEl>
                                        <p:attrNameLst>
                                          <p:attrName>style.visibility</p:attrName>
                                        </p:attrNameLst>
                                      </p:cBhvr>
                                      <p:to>
                                        <p:strVal val="hidden"/>
                                      </p:to>
                                    </p:set>
                                  </p:childTnLst>
                                </p:cTn>
                              </p:par>
                            </p:childTnLst>
                          </p:cTn>
                        </p:par>
                        <p:par>
                          <p:cTn id="933" fill="hold">
                            <p:stCondLst>
                              <p:cond delay="2000"/>
                            </p:stCondLst>
                            <p:childTnLst>
                              <p:par>
                                <p:cTn id="934" nodeType="afterEffect" fill="hold" presetClass="entr" presetID="1" repeatCount="1000">
                                  <p:stCondLst>
                                    <p:cond delay="0"/>
                                  </p:stCondLst>
                                  <p:childTnLst>
                                    <p:audio isNarration="0">
                                      <p:cMediaNode showWhenStopped="1">
                                        <p:cTn/>
                                        <p:tgtEl>
                                          <p:sndTgt r:embed="rId6" name="explode.wav"/>
                                        </p:tgtEl>
                                      </p:cMediaNode>
                                    </p:audio>
                                    <p:set>
                                      <p:cBhvr>
                                        <p:cTn id="935" dur="1" fill="hold">
                                          <p:stCondLst>
                                            <p:cond delay="0"/>
                                          </p:stCondLst>
                                        </p:cTn>
                                        <p:tgtEl>
                                          <p:spTgt spid="330"/>
                                        </p:tgtEl>
                                        <p:attrNameLst>
                                          <p:attrName>style.visibility</p:attrName>
                                        </p:attrNameLst>
                                      </p:cBhvr>
                                      <p:to>
                                        <p:strVal val="visible"/>
                                      </p:to>
                                    </p:set>
                                  </p:childTnLst>
                                </p:cTn>
                              </p:par>
                            </p:childTnLst>
                          </p:cTn>
                        </p:par>
                        <p:par>
                          <p:cTn id="936" fill="hold">
                            <p:stCondLst>
                              <p:cond delay="2000"/>
                            </p:stCondLst>
                            <p:childTnLst>
                              <p:par>
                                <p:cTn id="937" nodeType="afterEffect" fill="hold" presetClass="exit" presetID="9">
                                  <p:stCondLst>
                                    <p:cond delay="0"/>
                                  </p:stCondLst>
                                  <p:childTnLst>
                                    <p:animEffect filter="dissolve" transition="out">
                                      <p:cBhvr additive="repl">
                                        <p:cTn id="938" dur="500"/>
                                        <p:tgtEl>
                                          <p:spTgt spid="330"/>
                                        </p:tgtEl>
                                      </p:cBhvr>
                                    </p:animEffect>
                                    <p:set>
                                      <p:cBhvr>
                                        <p:cTn id="939" dur="1" fill="hold">
                                          <p:stCondLst>
                                            <p:cond delay="499"/>
                                          </p:stCondLst>
                                        </p:cTn>
                                        <p:tgtEl>
                                          <p:spTgt spid="330"/>
                                        </p:tgtEl>
                                        <p:attrNameLst>
                                          <p:attrName>style.visibility</p:attrName>
                                        </p:attrNameLst>
                                      </p:cBhvr>
                                      <p:to>
                                        <p:strVal val="hidden"/>
                                      </p:to>
                                    </p:set>
                                  </p:childTnLst>
                                </p:cTn>
                              </p:par>
                            </p:childTnLst>
                          </p:cTn>
                        </p:par>
                        <p:par>
                          <p:cTn id="940" fill="hold">
                            <p:stCondLst>
                              <p:cond delay="2500"/>
                            </p:stCondLst>
                            <p:childTnLst>
                              <p:par>
                                <p:cTn id="941" nodeType="afterEffect" fill="hold" presetClass="exit" presetID="9">
                                  <p:stCondLst>
                                    <p:cond delay="0"/>
                                  </p:stCondLst>
                                  <p:childTnLst>
                                    <p:animEffect filter="dissolve" transition="out">
                                      <p:cBhvr additive="repl">
                                        <p:cTn id="942" dur="500"/>
                                        <p:tgtEl>
                                          <p:spTgt spid="325"/>
                                        </p:tgtEl>
                                      </p:cBhvr>
                                    </p:animEffect>
                                    <p:set>
                                      <p:cBhvr>
                                        <p:cTn id="943" dur="1" fill="hold">
                                          <p:stCondLst>
                                            <p:cond delay="499"/>
                                          </p:stCondLst>
                                        </p:cTn>
                                        <p:tgtEl>
                                          <p:spTgt spid="3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31" name="" descr=""/>
          <p:cNvPicPr/>
          <p:nvPr/>
        </p:nvPicPr>
        <p:blipFill>
          <a:blip r:embed="rId1"/>
          <a:stretch/>
        </p:blipFill>
        <p:spPr>
          <a:xfrm>
            <a:off x="0" y="0"/>
            <a:ext cx="9144000" cy="7086600"/>
          </a:xfrm>
          <a:prstGeom prst="rect">
            <a:avLst/>
          </a:prstGeom>
          <a:ln w="0">
            <a:noFill/>
          </a:ln>
        </p:spPr>
      </p:pic>
      <p:sp>
        <p:nvSpPr>
          <p:cNvPr id="332" name=""/>
          <p:cNvSpPr/>
          <p:nvPr/>
        </p:nvSpPr>
        <p:spPr>
          <a:xfrm>
            <a:off x="2819520" y="1371600"/>
            <a:ext cx="5638680" cy="764280"/>
          </a:xfrm>
          <a:prstGeom prst="rect">
            <a:avLst/>
          </a:prstGeom>
          <a:noFill/>
          <a:ln w="0">
            <a:noFill/>
          </a:ln>
        </p:spPr>
        <p:style>
          <a:lnRef idx="0"/>
          <a:fillRef idx="0"/>
          <a:effectRef idx="0"/>
          <a:fontRef idx="minor"/>
        </p:style>
        <p:txBody>
          <a:bodyPr lIns="90000" rIns="90000" tIns="46800" bIns="46800" anchor="t">
            <a:spAutoFit/>
          </a:bodyPr>
          <a:p>
            <a:pPr>
              <a:spcBef>
                <a:spcPts val="2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ffffff"/>
                </a:solidFill>
                <a:latin typeface="Arial"/>
              </a:rPr>
              <a:t>Game Over</a:t>
            </a:r>
            <a:endParaRPr b="0" lang="en-US" sz="4400" spc="-1" strike="noStrike">
              <a:solidFill>
                <a:srgbClr val="000000"/>
              </a:solidFill>
              <a:latin typeface="Arial"/>
            </a:endParaRPr>
          </a:p>
        </p:txBody>
      </p:sp>
      <p:pic>
        <p:nvPicPr>
          <p:cNvPr id="333" name="" descr=""/>
          <p:cNvPicPr/>
          <p:nvPr/>
        </p:nvPicPr>
        <p:blipFill>
          <a:blip r:embed="rId2"/>
          <a:stretch/>
        </p:blipFill>
        <p:spPr>
          <a:xfrm>
            <a:off x="5715000" y="-704880"/>
            <a:ext cx="555480" cy="704880"/>
          </a:xfrm>
          <a:prstGeom prst="rect">
            <a:avLst/>
          </a:prstGeom>
          <a:ln w="0">
            <a:noFill/>
          </a:ln>
        </p:spPr>
      </p:pic>
      <p:sp>
        <p:nvSpPr>
          <p:cNvPr id="334" name=""/>
          <p:cNvSpPr/>
          <p:nvPr/>
        </p:nvSpPr>
        <p:spPr>
          <a:xfrm>
            <a:off x="3581280" y="22860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Press ESC to exit</a:t>
            </a:r>
            <a:endParaRPr b="0" lang="en-US" sz="1200" spc="-1" strike="noStrike">
              <a:solidFill>
                <a:srgbClr val="000000"/>
              </a:solidFill>
              <a:latin typeface="Arial"/>
            </a:endParaRPr>
          </a:p>
        </p:txBody>
      </p:sp>
      <p:sp>
        <p:nvSpPr>
          <p:cNvPr id="335" name=""/>
          <p:cNvSpPr/>
          <p:nvPr/>
        </p:nvSpPr>
        <p:spPr>
          <a:xfrm>
            <a:off x="2971800" y="3886200"/>
            <a:ext cx="5410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ffff00"/>
                </a:solidFill>
                <a:latin typeface="Arial"/>
              </a:rPr>
              <a:t>You do not DESERVE a hidden secret!</a:t>
            </a:r>
            <a:endParaRPr b="0" lang="en-US" sz="1200" spc="-1" strike="noStrike">
              <a:solidFill>
                <a:srgbClr val="000000"/>
              </a:solidFill>
              <a:latin typeface="Arial"/>
            </a:endParaRPr>
          </a:p>
        </p:txBody>
      </p:sp>
    </p:spTree>
  </p:cSld>
  <p:timing>
    <p:tnLst>
      <p:par>
        <p:cTn id="944" dur="indefinite" restart="never" nodeType="tmRoot">
          <p:childTnLst>
            <p:seq>
              <p:cTn id="945" dur="indefinite" nodeType="mainSeq">
                <p:childTnLst>
                  <p:par>
                    <p:cTn id="946" fill="hold">
                      <p:stCondLst>
                        <p:cond delay="0"/>
                      </p:stCondLst>
                      <p:childTnLst>
                        <p:par>
                          <p:cTn id="947" fill="hold">
                            <p:stCondLst>
                              <p:cond delay="0"/>
                            </p:stCondLst>
                            <p:childTnLst>
                              <p:par>
                                <p:cTn id="948" nodeType="afterEffect" fill="hold" presetClass="path" presetID="0">
                                  <p:stCondLst>
                                    <p:cond delay="500"/>
                                  </p:stCondLst>
                                  <p:childTnLst>
                                    <p:animMotion origin="layout" path="M -0.09166 0.14012 L -0.47205 0.64647 E">
                                      <p:cBhvr>
                                        <p:cTn id="949" dur="1000" fill="hold"/>
                                        <p:tgtEl>
                                          <p:spTgt spid="333"/>
                                        </p:tgtEl>
                                      </p:cBhvr>
                                    </p:animMotion>
                                  </p:childTnLst>
                                </p:cTn>
                              </p:par>
                              <p:set>
                                <p:cBhvr>
                                  <p:cTn id="950" dur="1" fill="hold">
                                    <p:stCondLst>
                                      <p:cond evt="end">
                                        <p:tn val="948"/>
                                      </p:cond>
                                    </p:stCondLst>
                                  </p:cTn>
                                  <p:tgtEl>
                                    <p:spTgt spid="333"/>
                                  </p:tgtEl>
                                  <p:attrNameLst>
                                    <p:attrName>style.visibility</p:attrName>
                                  </p:attrNameLst>
                                </p:cBhvr>
                                <p:to>
                                  <p:strVal val="hidden"/>
                                </p:to>
                              </p:set>
                            </p:childTnLst>
                          </p:cTn>
                        </p:par>
                        <p:par>
                          <p:cTn id="951" fill="hold">
                            <p:stCondLst>
                              <p:cond delay="1500"/>
                            </p:stCondLst>
                            <p:childTnLst>
                              <p:par>
                                <p:cTn id="952" nodeType="afterEffect" fill="hold" presetClass="entr" presetID="9">
                                  <p:stCondLst>
                                    <p:cond delay="500"/>
                                  </p:stCondLst>
                                  <p:childTnLst>
                                    <p:set>
                                      <p:cBhvr>
                                        <p:cTn id="953" dur="1" fill="hold">
                                          <p:stCondLst>
                                            <p:cond delay="0"/>
                                          </p:stCondLst>
                                        </p:cTn>
                                        <p:tgtEl>
                                          <p:spTgt spid="332"/>
                                        </p:tgtEl>
                                        <p:attrNameLst>
                                          <p:attrName>style.visibility</p:attrName>
                                        </p:attrNameLst>
                                      </p:cBhvr>
                                      <p:to>
                                        <p:strVal val="visible"/>
                                      </p:to>
                                    </p:set>
                                    <p:animEffect filter="dissolve" transition="in">
                                      <p:cBhvr additive="repl">
                                        <p:cTn id="954" dur="500"/>
                                        <p:tgtEl>
                                          <p:spTgt spid="332"/>
                                        </p:tgtEl>
                                      </p:cBhvr>
                                    </p:animEffect>
                                  </p:childTnLst>
                                </p:cTn>
                              </p:par>
                            </p:childTnLst>
                          </p:cTn>
                        </p:par>
                        <p:par>
                          <p:cTn id="955" fill="hold">
                            <p:stCondLst>
                              <p:cond delay="2500"/>
                            </p:stCondLst>
                            <p:childTnLst>
                              <p:par>
                                <p:cTn id="956" nodeType="afterEffect" fill="hold" presetClass="entr" presetID="9">
                                  <p:stCondLst>
                                    <p:cond delay="0"/>
                                  </p:stCondLst>
                                  <p:childTnLst>
                                    <p:set>
                                      <p:cBhvr>
                                        <p:cTn id="957" dur="1" fill="hold">
                                          <p:stCondLst>
                                            <p:cond delay="0"/>
                                          </p:stCondLst>
                                        </p:cTn>
                                        <p:tgtEl>
                                          <p:spTgt spid="334"/>
                                        </p:tgtEl>
                                        <p:attrNameLst>
                                          <p:attrName>style.visibility</p:attrName>
                                        </p:attrNameLst>
                                      </p:cBhvr>
                                      <p:to>
                                        <p:strVal val="visible"/>
                                      </p:to>
                                    </p:set>
                                    <p:animEffect filter="dissolve" transition="in">
                                      <p:cBhvr additive="repl">
                                        <p:cTn id="958" dur="500"/>
                                        <p:tgtEl>
                                          <p:spTgt spid="334"/>
                                        </p:tgtEl>
                                      </p:cBhvr>
                                    </p:animEffect>
                                  </p:childTnLst>
                                </p:cTn>
                              </p:par>
                            </p:childTnLst>
                          </p:cTn>
                        </p:par>
                        <p:par>
                          <p:cTn id="959" fill="hold">
                            <p:stCondLst>
                              <p:cond delay="3000"/>
                            </p:stCondLst>
                            <p:childTnLst>
                              <p:par>
                                <p:cTn id="960" nodeType="afterEffect" fill="hold" presetClass="entr" presetID="9">
                                  <p:stCondLst>
                                    <p:cond delay="3500"/>
                                  </p:stCondLst>
                                  <p:childTnLst>
                                    <p:set>
                                      <p:cBhvr>
                                        <p:cTn id="961" dur="1" fill="hold">
                                          <p:stCondLst>
                                            <p:cond delay="0"/>
                                          </p:stCondLst>
                                        </p:cTn>
                                        <p:tgtEl>
                                          <p:spTgt spid="335"/>
                                        </p:tgtEl>
                                        <p:attrNameLst>
                                          <p:attrName>style.visibility</p:attrName>
                                        </p:attrNameLst>
                                      </p:cBhvr>
                                      <p:to>
                                        <p:strVal val="visible"/>
                                      </p:to>
                                    </p:set>
                                    <p:animEffect filter="dissolve" transition="in">
                                      <p:cBhvr additive="repl">
                                        <p:cTn id="962" dur="5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33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pic>
        <p:nvPicPr>
          <p:cNvPr id="338" name="" descr=""/>
          <p:cNvPicPr/>
          <p:nvPr/>
        </p:nvPicPr>
        <p:blipFill>
          <a:blip r:embed="rId1"/>
          <a:stretch/>
        </p:blipFill>
        <p:spPr>
          <a:xfrm>
            <a:off x="0" y="0"/>
            <a:ext cx="9144000" cy="6861240"/>
          </a:xfrm>
          <a:prstGeom prst="rect">
            <a:avLst/>
          </a:prstGeom>
          <a:ln w="0">
            <a:noFill/>
          </a:ln>
        </p:spPr>
      </p:pic>
      <p:sp>
        <p:nvSpPr>
          <p:cNvPr id="339" name=""/>
          <p:cNvSpPr/>
          <p:nvPr/>
        </p:nvSpPr>
        <p:spPr>
          <a:xfrm>
            <a:off x="7162920" y="685800"/>
            <a:ext cx="1981080" cy="29718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40" name=""/>
          <p:cNvSpPr/>
          <p:nvPr/>
        </p:nvSpPr>
        <p:spPr>
          <a:xfrm>
            <a:off x="6019920" y="30481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41" name=""/>
          <p:cNvSpPr/>
          <p:nvPr/>
        </p:nvSpPr>
        <p:spPr>
          <a:xfrm>
            <a:off x="6629400" y="32004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SWE-IV Missile</a:t>
            </a:r>
            <a:endParaRPr b="0" lang="en-US" sz="1800" spc="-1" strike="noStrike">
              <a:solidFill>
                <a:srgbClr val="000000"/>
              </a:solidFill>
              <a:latin typeface="Arial"/>
            </a:endParaRPr>
          </a:p>
        </p:txBody>
      </p:sp>
      <p:sp>
        <p:nvSpPr>
          <p:cNvPr id="342"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43"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44"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45"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46"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47"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48"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49"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0"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1"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2"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3"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4"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5"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6"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7" name=""/>
          <p:cNvSpPr/>
          <p:nvPr/>
        </p:nvSpPr>
        <p:spPr>
          <a:xfrm>
            <a:off x="3124080" y="2743200"/>
            <a:ext cx="1371600" cy="11430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8" name=""/>
          <p:cNvSpPr/>
          <p:nvPr/>
        </p:nvSpPr>
        <p:spPr>
          <a:xfrm>
            <a:off x="2438280" y="3276720"/>
            <a:ext cx="1371600" cy="11430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59" name=""/>
          <p:cNvSpPr/>
          <p:nvPr/>
        </p:nvSpPr>
        <p:spPr>
          <a:xfrm>
            <a:off x="2362320" y="2743200"/>
            <a:ext cx="1371600" cy="11430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60" name=""/>
          <p:cNvSpPr/>
          <p:nvPr/>
        </p:nvSpPr>
        <p:spPr>
          <a:xfrm>
            <a:off x="3048120" y="3276720"/>
            <a:ext cx="1371600" cy="11430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61" name=""/>
          <p:cNvSpPr/>
          <p:nvPr/>
        </p:nvSpPr>
        <p:spPr>
          <a:xfrm>
            <a:off x="2743200" y="2743200"/>
            <a:ext cx="1371600" cy="11430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62" name=""/>
          <p:cNvSpPr/>
          <p:nvPr/>
        </p:nvSpPr>
        <p:spPr>
          <a:xfrm>
            <a:off x="2666880" y="3276720"/>
            <a:ext cx="1371600" cy="11430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63" name=""/>
          <p:cNvSpPr/>
          <p:nvPr/>
        </p:nvSpPr>
        <p:spPr>
          <a:xfrm>
            <a:off x="2666880" y="2743200"/>
            <a:ext cx="1371600" cy="11430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64" name=""/>
          <p:cNvSpPr/>
          <p:nvPr/>
        </p:nvSpPr>
        <p:spPr>
          <a:xfrm>
            <a:off x="3276720" y="2895480"/>
            <a:ext cx="1371600" cy="11430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65" name=""/>
          <p:cNvSpPr/>
          <p:nvPr/>
        </p:nvSpPr>
        <p:spPr>
          <a:xfrm>
            <a:off x="2819520" y="2971800"/>
            <a:ext cx="1371600" cy="11430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66" name=""/>
          <p:cNvSpPr/>
          <p:nvPr/>
        </p:nvSpPr>
        <p:spPr>
          <a:xfrm>
            <a:off x="2590920" y="2286000"/>
            <a:ext cx="1981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3300"/>
                </a:solidFill>
                <a:latin typeface="Arial"/>
              </a:rPr>
              <a:t>Hull damage 45</a:t>
            </a:r>
            <a:endParaRPr b="0" lang="en-US" sz="1800" spc="-1" strike="noStrike">
              <a:solidFill>
                <a:srgbClr val="000000"/>
              </a:solidFill>
              <a:latin typeface="Arial"/>
            </a:endParaRPr>
          </a:p>
        </p:txBody>
      </p:sp>
    </p:spTree>
  </p:cSld>
  <p:timing>
    <p:tnLst>
      <p:par>
        <p:cTn id="963" dur="indefinite" restart="never" nodeType="tmRoot">
          <p:childTnLst>
            <p:seq>
              <p:cTn id="964" dur="indefinite" nodeType="mainSeq">
                <p:childTnLst>
                  <p:par>
                    <p:cTn id="965" fill="hold">
                      <p:stCondLst>
                        <p:cond delay="0"/>
                      </p:stCondLst>
                      <p:childTnLst>
                        <p:par>
                          <p:cTn id="966" fill="hold">
                            <p:stCondLst>
                              <p:cond delay="0"/>
                            </p:stCondLst>
                            <p:childTnLst>
                              <p:par>
                                <p:cTn id="967" nodeType="afterEffect" fill="hold" presetClass="entr" presetID="1" repeatCount="1000">
                                  <p:stCondLst>
                                    <p:cond delay="500"/>
                                  </p:stCondLst>
                                  <p:childTnLst>
                                    <p:set>
                                      <p:cBhvr>
                                        <p:cTn id="968" dur="1" fill="hold">
                                          <p:stCondLst>
                                            <p:cond delay="0"/>
                                          </p:stCondLst>
                                        </p:cTn>
                                        <p:tgtEl>
                                          <p:spTgt spid="340"/>
                                        </p:tgtEl>
                                        <p:attrNameLst>
                                          <p:attrName>style.visibility</p:attrName>
                                        </p:attrNameLst>
                                      </p:cBhvr>
                                      <p:to>
                                        <p:strVal val="visible"/>
                                      </p:to>
                                    </p:set>
                                  </p:childTnLst>
                                </p:cTn>
                              </p:par>
                            </p:childTnLst>
                          </p:cTn>
                        </p:par>
                        <p:par>
                          <p:cTn id="969" fill="hold">
                            <p:stCondLst>
                              <p:cond delay="500"/>
                            </p:stCondLst>
                            <p:childTnLst>
                              <p:par>
                                <p:cTn id="970" nodeType="afterEffect" fill="hold" presetClass="exit" presetID="1" repeatCount="1000">
                                  <p:stCondLst>
                                    <p:cond delay="2000"/>
                                  </p:stCondLst>
                                  <p:childTnLst>
                                    <p:set>
                                      <p:cBhvr>
                                        <p:cTn id="971" dur="1" fill="hold">
                                          <p:stCondLst>
                                            <p:cond delay="0"/>
                                          </p:stCondLst>
                                        </p:cTn>
                                        <p:tgtEl>
                                          <p:spTgt spid="340"/>
                                        </p:tgtEl>
                                        <p:attrNameLst>
                                          <p:attrName>style.visibility</p:attrName>
                                        </p:attrNameLst>
                                      </p:cBhvr>
                                      <p:to>
                                        <p:strVal val="hidden"/>
                                      </p:to>
                                    </p:set>
                                  </p:childTnLst>
                                </p:cTn>
                              </p:par>
                            </p:childTnLst>
                          </p:cTn>
                        </p:par>
                        <p:par>
                          <p:cTn id="972" fill="hold">
                            <p:stCondLst>
                              <p:cond delay="2500"/>
                            </p:stCondLst>
                            <p:childTnLst>
                              <p:par>
                                <p:cTn id="973" nodeType="afterEffect" fill="hold" presetClass="path" presetID="0">
                                  <p:stCondLst>
                                    <p:cond delay="0"/>
                                  </p:stCondLst>
                                  <p:childTnLst>
                                    <p:animMotion origin="layout" path="M -0.25 0.01109 L -0.70834 0.01109 E">
                                      <p:cBhvr>
                                        <p:cTn id="974" dur="500" fill="hold"/>
                                        <p:tgtEl>
                                          <p:spTgt spid="342"/>
                                        </p:tgtEl>
                                      </p:cBhvr>
                                    </p:animMotion>
                                  </p:childTnLst>
                                </p:cTn>
                              </p:par>
                              <p:set>
                                <p:cBhvr>
                                  <p:cTn id="975" dur="1" fill="hold">
                                    <p:stCondLst>
                                      <p:cond evt="end">
                                        <p:tn val="973"/>
                                      </p:cond>
                                    </p:stCondLst>
                                  </p:cTn>
                                  <p:tgtEl>
                                    <p:spTgt spid="342"/>
                                  </p:tgtEl>
                                  <p:attrNameLst>
                                    <p:attrName>style.visibility</p:attrName>
                                  </p:attrNameLst>
                                </p:cBhvr>
                                <p:to>
                                  <p:strVal val="hidden"/>
                                </p:to>
                              </p:set>
                              <p:par>
                                <p:cTn id="976" nodeType="withEffect" fill="hold" presetClass="path" presetID="0">
                                  <p:stCondLst>
                                    <p:cond delay="0"/>
                                  </p:stCondLst>
                                  <p:childTnLst>
                                    <p:animMotion origin="layout" path="M -0.25 0.01109 L -0.70834 0.01109 E">
                                      <p:cBhvr>
                                        <p:cTn id="977" dur="500" fill="hold"/>
                                        <p:tgtEl>
                                          <p:spTgt spid="343"/>
                                        </p:tgtEl>
                                      </p:cBhvr>
                                    </p:animMotion>
                                  </p:childTnLst>
                                </p:cTn>
                              </p:par>
                              <p:set>
                                <p:cBhvr>
                                  <p:cTn id="978" dur="1" fill="hold">
                                    <p:stCondLst>
                                      <p:cond evt="end">
                                        <p:tn val="976"/>
                                      </p:cond>
                                    </p:stCondLst>
                                  </p:cTn>
                                  <p:tgtEl>
                                    <p:spTgt spid="343"/>
                                  </p:tgtEl>
                                  <p:attrNameLst>
                                    <p:attrName>style.visibility</p:attrName>
                                  </p:attrNameLst>
                                </p:cBhvr>
                                <p:to>
                                  <p:strVal val="hidden"/>
                                </p:to>
                              </p:set>
                              <p:par>
                                <p:cTn id="979" nodeType="withEffect" fill="hold" presetClass="path" presetID="0">
                                  <p:stCondLst>
                                    <p:cond delay="0"/>
                                  </p:stCondLst>
                                  <p:childTnLst>
                                    <p:animMotion origin="layout" path="M -0.25 0.01109 L -0.70834 0.01109 E">
                                      <p:cBhvr>
                                        <p:cTn id="980" dur="500" fill="hold"/>
                                        <p:tgtEl>
                                          <p:spTgt spid="344"/>
                                        </p:tgtEl>
                                      </p:cBhvr>
                                    </p:animMotion>
                                  </p:childTnLst>
                                </p:cTn>
                              </p:par>
                              <p:set>
                                <p:cBhvr>
                                  <p:cTn id="981" dur="1" fill="hold">
                                    <p:stCondLst>
                                      <p:cond evt="end">
                                        <p:tn val="979"/>
                                      </p:cond>
                                    </p:stCondLst>
                                  </p:cTn>
                                  <p:tgtEl>
                                    <p:spTgt spid="344"/>
                                  </p:tgtEl>
                                  <p:attrNameLst>
                                    <p:attrName>style.visibility</p:attrName>
                                  </p:attrNameLst>
                                </p:cBhvr>
                                <p:to>
                                  <p:strVal val="hidden"/>
                                </p:to>
                              </p:set>
                            </p:childTnLst>
                          </p:cTn>
                        </p:par>
                        <p:par>
                          <p:cTn id="982" fill="hold">
                            <p:stCondLst>
                              <p:cond delay="3000"/>
                            </p:stCondLst>
                            <p:childTnLst>
                              <p:par>
                                <p:cTn id="983" nodeType="afterEffect" fill="hold" presetClass="entr" presetID="1" repeatCount="1000">
                                  <p:stCondLst>
                                    <p:cond delay="0"/>
                                  </p:stCondLst>
                                  <p:childTnLst>
                                    <p:set>
                                      <p:cBhvr>
                                        <p:cTn id="984" dur="1" fill="hold">
                                          <p:stCondLst>
                                            <p:cond delay="0"/>
                                          </p:stCondLst>
                                        </p:cTn>
                                        <p:tgtEl>
                                          <p:spTgt spid="357"/>
                                        </p:tgtEl>
                                        <p:attrNameLst>
                                          <p:attrName>style.visibility</p:attrName>
                                        </p:attrNameLst>
                                      </p:cBhvr>
                                      <p:to>
                                        <p:strVal val="visible"/>
                                      </p:to>
                                    </p:set>
                                  </p:childTnLst>
                                </p:cTn>
                              </p:par>
                            </p:childTnLst>
                          </p:cTn>
                        </p:par>
                        <p:par>
                          <p:cTn id="985" fill="hold">
                            <p:stCondLst>
                              <p:cond delay="3000"/>
                            </p:stCondLst>
                            <p:childTnLst>
                              <p:par>
                                <p:cTn id="986" nodeType="afterEffect" fill="hold" presetClass="exit" presetID="9">
                                  <p:stCondLst>
                                    <p:cond delay="0"/>
                                  </p:stCondLst>
                                  <p:childTnLst>
                                    <p:animEffect filter="dissolve" transition="out">
                                      <p:cBhvr additive="repl">
                                        <p:cTn id="987" dur="500"/>
                                        <p:tgtEl>
                                          <p:spTgt spid="357"/>
                                        </p:tgtEl>
                                      </p:cBhvr>
                                    </p:animEffect>
                                    <p:set>
                                      <p:cBhvr>
                                        <p:cTn id="988" dur="1" fill="hold">
                                          <p:stCondLst>
                                            <p:cond delay="499"/>
                                          </p:stCondLst>
                                        </p:cTn>
                                        <p:tgtEl>
                                          <p:spTgt spid="357"/>
                                        </p:tgtEl>
                                        <p:attrNameLst>
                                          <p:attrName>style.visibility</p:attrName>
                                        </p:attrNameLst>
                                      </p:cBhvr>
                                      <p:to>
                                        <p:strVal val="hidden"/>
                                      </p:to>
                                    </p:set>
                                  </p:childTnLst>
                                </p:cTn>
                              </p:par>
                            </p:childTnLst>
                          </p:cTn>
                        </p:par>
                        <p:par>
                          <p:cTn id="989" fill="hold">
                            <p:stCondLst>
                              <p:cond delay="3500"/>
                            </p:stCondLst>
                            <p:childTnLst>
                              <p:par>
                                <p:cTn id="990" nodeType="afterEffect" fill="hold" presetClass="path" presetID="0">
                                  <p:stCondLst>
                                    <p:cond delay="0"/>
                                  </p:stCondLst>
                                  <p:childTnLst>
                                    <p:animMotion origin="layout" path="M -0.25 0.01109 L -0.70834 0.01109 E">
                                      <p:cBhvr>
                                        <p:cTn id="991" dur="500" fill="hold"/>
                                        <p:tgtEl>
                                          <p:spTgt spid="345"/>
                                        </p:tgtEl>
                                      </p:cBhvr>
                                    </p:animMotion>
                                  </p:childTnLst>
                                </p:cTn>
                              </p:par>
                              <p:set>
                                <p:cBhvr>
                                  <p:cTn id="992" dur="1" fill="hold">
                                    <p:stCondLst>
                                      <p:cond evt="end">
                                        <p:tn val="990"/>
                                      </p:cond>
                                    </p:stCondLst>
                                  </p:cTn>
                                  <p:tgtEl>
                                    <p:spTgt spid="345"/>
                                  </p:tgtEl>
                                  <p:attrNameLst>
                                    <p:attrName>style.visibility</p:attrName>
                                  </p:attrNameLst>
                                </p:cBhvr>
                                <p:to>
                                  <p:strVal val="hidden"/>
                                </p:to>
                              </p:set>
                              <p:par>
                                <p:cTn id="993" nodeType="withEffect" fill="hold" presetClass="path" presetID="0">
                                  <p:stCondLst>
                                    <p:cond delay="0"/>
                                  </p:stCondLst>
                                  <p:childTnLst>
                                    <p:animMotion origin="layout" path="M -0.25 0.01109 L -0.70834 0.01109 E">
                                      <p:cBhvr>
                                        <p:cTn id="994" dur="500" fill="hold"/>
                                        <p:tgtEl>
                                          <p:spTgt spid="346"/>
                                        </p:tgtEl>
                                      </p:cBhvr>
                                    </p:animMotion>
                                  </p:childTnLst>
                                </p:cTn>
                              </p:par>
                              <p:set>
                                <p:cBhvr>
                                  <p:cTn id="995" dur="1" fill="hold">
                                    <p:stCondLst>
                                      <p:cond evt="end">
                                        <p:tn val="993"/>
                                      </p:cond>
                                    </p:stCondLst>
                                  </p:cTn>
                                  <p:tgtEl>
                                    <p:spTgt spid="346"/>
                                  </p:tgtEl>
                                  <p:attrNameLst>
                                    <p:attrName>style.visibility</p:attrName>
                                  </p:attrNameLst>
                                </p:cBhvr>
                                <p:to>
                                  <p:strVal val="hidden"/>
                                </p:to>
                              </p:set>
                              <p:par>
                                <p:cTn id="996" nodeType="withEffect" fill="hold" presetClass="path" presetID="0">
                                  <p:stCondLst>
                                    <p:cond delay="0"/>
                                  </p:stCondLst>
                                  <p:childTnLst>
                                    <p:animMotion origin="layout" path="M -0.25 0.01109 L -0.70834 0.01109 E">
                                      <p:cBhvr>
                                        <p:cTn id="997" dur="500" fill="hold"/>
                                        <p:tgtEl>
                                          <p:spTgt spid="347"/>
                                        </p:tgtEl>
                                      </p:cBhvr>
                                    </p:animMotion>
                                  </p:childTnLst>
                                </p:cTn>
                              </p:par>
                              <p:set>
                                <p:cBhvr>
                                  <p:cTn id="998" dur="1" fill="hold">
                                    <p:stCondLst>
                                      <p:cond evt="end">
                                        <p:tn val="996"/>
                                      </p:cond>
                                    </p:stCondLst>
                                  </p:cTn>
                                  <p:tgtEl>
                                    <p:spTgt spid="347"/>
                                  </p:tgtEl>
                                  <p:attrNameLst>
                                    <p:attrName>style.visibility</p:attrName>
                                  </p:attrNameLst>
                                </p:cBhvr>
                                <p:to>
                                  <p:strVal val="hidden"/>
                                </p:to>
                              </p:set>
                            </p:childTnLst>
                          </p:cTn>
                        </p:par>
                        <p:par>
                          <p:cTn id="999" fill="hold">
                            <p:stCondLst>
                              <p:cond delay="4000"/>
                            </p:stCondLst>
                            <p:childTnLst>
                              <p:par>
                                <p:cTn id="1000" nodeType="afterEffect" fill="hold" presetClass="entr" presetID="1" repeatCount="1000">
                                  <p:stCondLst>
                                    <p:cond delay="0"/>
                                  </p:stCondLst>
                                  <p:childTnLst>
                                    <p:set>
                                      <p:cBhvr>
                                        <p:cTn id="1001" dur="1" fill="hold">
                                          <p:stCondLst>
                                            <p:cond delay="0"/>
                                          </p:stCondLst>
                                        </p:cTn>
                                        <p:tgtEl>
                                          <p:spTgt spid="358"/>
                                        </p:tgtEl>
                                        <p:attrNameLst>
                                          <p:attrName>style.visibility</p:attrName>
                                        </p:attrNameLst>
                                      </p:cBhvr>
                                      <p:to>
                                        <p:strVal val="visible"/>
                                      </p:to>
                                    </p:set>
                                  </p:childTnLst>
                                </p:cTn>
                              </p:par>
                            </p:childTnLst>
                          </p:cTn>
                        </p:par>
                        <p:par>
                          <p:cTn id="1002" fill="hold">
                            <p:stCondLst>
                              <p:cond delay="4000"/>
                            </p:stCondLst>
                            <p:childTnLst>
                              <p:par>
                                <p:cTn id="1003" nodeType="afterEffect" fill="hold" presetClass="exit" presetID="9">
                                  <p:stCondLst>
                                    <p:cond delay="0"/>
                                  </p:stCondLst>
                                  <p:childTnLst>
                                    <p:animEffect filter="dissolve" transition="out">
                                      <p:cBhvr additive="repl">
                                        <p:cTn id="1004" dur="500"/>
                                        <p:tgtEl>
                                          <p:spTgt spid="358"/>
                                        </p:tgtEl>
                                      </p:cBhvr>
                                    </p:animEffect>
                                    <p:set>
                                      <p:cBhvr>
                                        <p:cTn id="1005" dur="1" fill="hold">
                                          <p:stCondLst>
                                            <p:cond delay="499"/>
                                          </p:stCondLst>
                                        </p:cTn>
                                        <p:tgtEl>
                                          <p:spTgt spid="358"/>
                                        </p:tgtEl>
                                        <p:attrNameLst>
                                          <p:attrName>style.visibility</p:attrName>
                                        </p:attrNameLst>
                                      </p:cBhvr>
                                      <p:to>
                                        <p:strVal val="hidden"/>
                                      </p:to>
                                    </p:set>
                                  </p:childTnLst>
                                </p:cTn>
                              </p:par>
                            </p:childTnLst>
                          </p:cTn>
                        </p:par>
                        <p:par>
                          <p:cTn id="1006" fill="hold">
                            <p:stCondLst>
                              <p:cond delay="4500"/>
                            </p:stCondLst>
                            <p:childTnLst>
                              <p:par>
                                <p:cTn id="1007" nodeType="afterEffect" fill="hold" presetClass="path" presetID="0">
                                  <p:stCondLst>
                                    <p:cond delay="0"/>
                                  </p:stCondLst>
                                  <p:childTnLst>
                                    <p:animMotion origin="layout" path="M -0.25 0.01109 L -0.70834 0.01109 E">
                                      <p:cBhvr>
                                        <p:cTn id="1008" dur="500" fill="hold"/>
                                        <p:tgtEl>
                                          <p:spTgt spid="348"/>
                                        </p:tgtEl>
                                      </p:cBhvr>
                                    </p:animMotion>
                                  </p:childTnLst>
                                </p:cTn>
                              </p:par>
                              <p:set>
                                <p:cBhvr>
                                  <p:cTn id="1009" dur="1" fill="hold">
                                    <p:stCondLst>
                                      <p:cond evt="end">
                                        <p:tn val="1007"/>
                                      </p:cond>
                                    </p:stCondLst>
                                  </p:cTn>
                                  <p:tgtEl>
                                    <p:spTgt spid="348"/>
                                  </p:tgtEl>
                                  <p:attrNameLst>
                                    <p:attrName>style.visibility</p:attrName>
                                  </p:attrNameLst>
                                </p:cBhvr>
                                <p:to>
                                  <p:strVal val="hidden"/>
                                </p:to>
                              </p:set>
                              <p:par>
                                <p:cTn id="1010" nodeType="withEffect" fill="hold" presetClass="path" presetID="0">
                                  <p:stCondLst>
                                    <p:cond delay="0"/>
                                  </p:stCondLst>
                                  <p:childTnLst>
                                    <p:animMotion origin="layout" path="M -0.25 0.01109 L -0.70834 0.01109 E">
                                      <p:cBhvr>
                                        <p:cTn id="1011" dur="500" fill="hold"/>
                                        <p:tgtEl>
                                          <p:spTgt spid="349"/>
                                        </p:tgtEl>
                                      </p:cBhvr>
                                    </p:animMotion>
                                  </p:childTnLst>
                                </p:cTn>
                              </p:par>
                              <p:set>
                                <p:cBhvr>
                                  <p:cTn id="1012" dur="1" fill="hold">
                                    <p:stCondLst>
                                      <p:cond evt="end">
                                        <p:tn val="1010"/>
                                      </p:cond>
                                    </p:stCondLst>
                                  </p:cTn>
                                  <p:tgtEl>
                                    <p:spTgt spid="349"/>
                                  </p:tgtEl>
                                  <p:attrNameLst>
                                    <p:attrName>style.visibility</p:attrName>
                                  </p:attrNameLst>
                                </p:cBhvr>
                                <p:to>
                                  <p:strVal val="hidden"/>
                                </p:to>
                              </p:set>
                              <p:par>
                                <p:cTn id="1013" nodeType="withEffect" fill="hold" presetClass="path" presetID="0">
                                  <p:stCondLst>
                                    <p:cond delay="0"/>
                                  </p:stCondLst>
                                  <p:childTnLst>
                                    <p:animMotion origin="layout" path="M -0.25 0.01109 L -0.70834 0.01109 E">
                                      <p:cBhvr>
                                        <p:cTn id="1014" dur="500" fill="hold"/>
                                        <p:tgtEl>
                                          <p:spTgt spid="350"/>
                                        </p:tgtEl>
                                      </p:cBhvr>
                                    </p:animMotion>
                                  </p:childTnLst>
                                </p:cTn>
                              </p:par>
                              <p:set>
                                <p:cBhvr>
                                  <p:cTn id="1015" dur="1" fill="hold">
                                    <p:stCondLst>
                                      <p:cond evt="end">
                                        <p:tn val="1013"/>
                                      </p:cond>
                                    </p:stCondLst>
                                  </p:cTn>
                                  <p:tgtEl>
                                    <p:spTgt spid="350"/>
                                  </p:tgtEl>
                                  <p:attrNameLst>
                                    <p:attrName>style.visibility</p:attrName>
                                  </p:attrNameLst>
                                </p:cBhvr>
                                <p:to>
                                  <p:strVal val="hidden"/>
                                </p:to>
                              </p:set>
                            </p:childTnLst>
                          </p:cTn>
                        </p:par>
                        <p:par>
                          <p:cTn id="1016" fill="hold">
                            <p:stCondLst>
                              <p:cond delay="5000"/>
                            </p:stCondLst>
                            <p:childTnLst>
                              <p:par>
                                <p:cTn id="1017" nodeType="afterEffect" fill="hold" presetClass="entr" presetID="1" repeatCount="1000">
                                  <p:stCondLst>
                                    <p:cond delay="0"/>
                                  </p:stCondLst>
                                  <p:childTnLst>
                                    <p:set>
                                      <p:cBhvr>
                                        <p:cTn id="1018" dur="1" fill="hold">
                                          <p:stCondLst>
                                            <p:cond delay="0"/>
                                          </p:stCondLst>
                                        </p:cTn>
                                        <p:tgtEl>
                                          <p:spTgt spid="359"/>
                                        </p:tgtEl>
                                        <p:attrNameLst>
                                          <p:attrName>style.visibility</p:attrName>
                                        </p:attrNameLst>
                                      </p:cBhvr>
                                      <p:to>
                                        <p:strVal val="visible"/>
                                      </p:to>
                                    </p:set>
                                  </p:childTnLst>
                                </p:cTn>
                              </p:par>
                            </p:childTnLst>
                          </p:cTn>
                        </p:par>
                        <p:par>
                          <p:cTn id="1019" fill="hold">
                            <p:stCondLst>
                              <p:cond delay="5000"/>
                            </p:stCondLst>
                            <p:childTnLst>
                              <p:par>
                                <p:cTn id="1020" nodeType="afterEffect" fill="hold" presetClass="exit" presetID="9">
                                  <p:stCondLst>
                                    <p:cond delay="0"/>
                                  </p:stCondLst>
                                  <p:childTnLst>
                                    <p:animEffect filter="dissolve" transition="out">
                                      <p:cBhvr additive="repl">
                                        <p:cTn id="1021" dur="500"/>
                                        <p:tgtEl>
                                          <p:spTgt spid="359"/>
                                        </p:tgtEl>
                                      </p:cBhvr>
                                    </p:animEffect>
                                    <p:set>
                                      <p:cBhvr>
                                        <p:cTn id="1022" dur="1" fill="hold">
                                          <p:stCondLst>
                                            <p:cond delay="499"/>
                                          </p:stCondLst>
                                        </p:cTn>
                                        <p:tgtEl>
                                          <p:spTgt spid="359"/>
                                        </p:tgtEl>
                                        <p:attrNameLst>
                                          <p:attrName>style.visibility</p:attrName>
                                        </p:attrNameLst>
                                      </p:cBhvr>
                                      <p:to>
                                        <p:strVal val="hidden"/>
                                      </p:to>
                                    </p:set>
                                  </p:childTnLst>
                                </p:cTn>
                              </p:par>
                            </p:childTnLst>
                          </p:cTn>
                        </p:par>
                        <p:par>
                          <p:cTn id="1023" fill="hold">
                            <p:stCondLst>
                              <p:cond delay="5500"/>
                            </p:stCondLst>
                            <p:childTnLst>
                              <p:par>
                                <p:cTn id="1024" nodeType="afterEffect" fill="hold" presetClass="path" presetID="0">
                                  <p:stCondLst>
                                    <p:cond delay="0"/>
                                  </p:stCondLst>
                                  <p:childTnLst>
                                    <p:animMotion origin="layout" path="M -0.25 0.01109 L -0.70834 0.01109 E">
                                      <p:cBhvr>
                                        <p:cTn id="1025" dur="500" fill="hold"/>
                                        <p:tgtEl>
                                          <p:spTgt spid="351"/>
                                        </p:tgtEl>
                                      </p:cBhvr>
                                    </p:animMotion>
                                  </p:childTnLst>
                                </p:cTn>
                              </p:par>
                              <p:set>
                                <p:cBhvr>
                                  <p:cTn id="1026" dur="1" fill="hold">
                                    <p:stCondLst>
                                      <p:cond evt="end">
                                        <p:tn val="1024"/>
                                      </p:cond>
                                    </p:stCondLst>
                                  </p:cTn>
                                  <p:tgtEl>
                                    <p:spTgt spid="351"/>
                                  </p:tgtEl>
                                  <p:attrNameLst>
                                    <p:attrName>style.visibility</p:attrName>
                                  </p:attrNameLst>
                                </p:cBhvr>
                                <p:to>
                                  <p:strVal val="hidden"/>
                                </p:to>
                              </p:set>
                              <p:par>
                                <p:cTn id="1027" nodeType="withEffect" fill="hold" presetClass="path" presetID="0">
                                  <p:stCondLst>
                                    <p:cond delay="0"/>
                                  </p:stCondLst>
                                  <p:childTnLst>
                                    <p:animMotion origin="layout" path="M -0.25 0.01109 L -0.70834 0.01109 E">
                                      <p:cBhvr>
                                        <p:cTn id="1028" dur="500" fill="hold"/>
                                        <p:tgtEl>
                                          <p:spTgt spid="352"/>
                                        </p:tgtEl>
                                      </p:cBhvr>
                                    </p:animMotion>
                                  </p:childTnLst>
                                </p:cTn>
                              </p:par>
                              <p:set>
                                <p:cBhvr>
                                  <p:cTn id="1029" dur="1" fill="hold">
                                    <p:stCondLst>
                                      <p:cond evt="end">
                                        <p:tn val="1027"/>
                                      </p:cond>
                                    </p:stCondLst>
                                  </p:cTn>
                                  <p:tgtEl>
                                    <p:spTgt spid="352"/>
                                  </p:tgtEl>
                                  <p:attrNameLst>
                                    <p:attrName>style.visibility</p:attrName>
                                  </p:attrNameLst>
                                </p:cBhvr>
                                <p:to>
                                  <p:strVal val="hidden"/>
                                </p:to>
                              </p:set>
                              <p:par>
                                <p:cTn id="1030" nodeType="withEffect" fill="hold" presetClass="path" presetID="0">
                                  <p:stCondLst>
                                    <p:cond delay="0"/>
                                  </p:stCondLst>
                                  <p:childTnLst>
                                    <p:animMotion origin="layout" path="M -0.25 0.01109 L -0.70834 0.01109 E">
                                      <p:cBhvr>
                                        <p:cTn id="1031" dur="500" fill="hold"/>
                                        <p:tgtEl>
                                          <p:spTgt spid="353"/>
                                        </p:tgtEl>
                                      </p:cBhvr>
                                    </p:animMotion>
                                  </p:childTnLst>
                                </p:cTn>
                              </p:par>
                              <p:set>
                                <p:cBhvr>
                                  <p:cTn id="1032" dur="1" fill="hold">
                                    <p:stCondLst>
                                      <p:cond evt="end">
                                        <p:tn val="1030"/>
                                      </p:cond>
                                    </p:stCondLst>
                                  </p:cTn>
                                  <p:tgtEl>
                                    <p:spTgt spid="353"/>
                                  </p:tgtEl>
                                  <p:attrNameLst>
                                    <p:attrName>style.visibility</p:attrName>
                                  </p:attrNameLst>
                                </p:cBhvr>
                                <p:to>
                                  <p:strVal val="hidden"/>
                                </p:to>
                              </p:set>
                            </p:childTnLst>
                          </p:cTn>
                        </p:par>
                        <p:par>
                          <p:cTn id="1033" fill="hold">
                            <p:stCondLst>
                              <p:cond delay="6000"/>
                            </p:stCondLst>
                            <p:childTnLst>
                              <p:par>
                                <p:cTn id="1034" nodeType="afterEffect" fill="hold" presetClass="entr" presetID="1" repeatCount="1000">
                                  <p:stCondLst>
                                    <p:cond delay="0"/>
                                  </p:stCondLst>
                                  <p:childTnLst>
                                    <p:set>
                                      <p:cBhvr>
                                        <p:cTn id="1035" dur="1" fill="hold">
                                          <p:stCondLst>
                                            <p:cond delay="0"/>
                                          </p:stCondLst>
                                        </p:cTn>
                                        <p:tgtEl>
                                          <p:spTgt spid="360"/>
                                        </p:tgtEl>
                                        <p:attrNameLst>
                                          <p:attrName>style.visibility</p:attrName>
                                        </p:attrNameLst>
                                      </p:cBhvr>
                                      <p:to>
                                        <p:strVal val="visible"/>
                                      </p:to>
                                    </p:set>
                                  </p:childTnLst>
                                </p:cTn>
                              </p:par>
                            </p:childTnLst>
                          </p:cTn>
                        </p:par>
                        <p:par>
                          <p:cTn id="1036" fill="hold">
                            <p:stCondLst>
                              <p:cond delay="6000"/>
                            </p:stCondLst>
                            <p:childTnLst>
                              <p:par>
                                <p:cTn id="1037" nodeType="afterEffect" fill="hold" presetClass="exit" presetID="9">
                                  <p:stCondLst>
                                    <p:cond delay="0"/>
                                  </p:stCondLst>
                                  <p:childTnLst>
                                    <p:animEffect filter="dissolve" transition="out">
                                      <p:cBhvr additive="repl">
                                        <p:cTn id="1038" dur="500"/>
                                        <p:tgtEl>
                                          <p:spTgt spid="360"/>
                                        </p:tgtEl>
                                      </p:cBhvr>
                                    </p:animEffect>
                                    <p:set>
                                      <p:cBhvr>
                                        <p:cTn id="1039" dur="1" fill="hold">
                                          <p:stCondLst>
                                            <p:cond delay="499"/>
                                          </p:stCondLst>
                                        </p:cTn>
                                        <p:tgtEl>
                                          <p:spTgt spid="360"/>
                                        </p:tgtEl>
                                        <p:attrNameLst>
                                          <p:attrName>style.visibility</p:attrName>
                                        </p:attrNameLst>
                                      </p:cBhvr>
                                      <p:to>
                                        <p:strVal val="hidden"/>
                                      </p:to>
                                    </p:set>
                                  </p:childTnLst>
                                </p:cTn>
                              </p:par>
                            </p:childTnLst>
                          </p:cTn>
                        </p:par>
                        <p:par>
                          <p:cTn id="1040" fill="hold">
                            <p:stCondLst>
                              <p:cond delay="6500"/>
                            </p:stCondLst>
                            <p:childTnLst>
                              <p:par>
                                <p:cTn id="1041" nodeType="afterEffect" fill="hold" presetClass="path" presetID="0">
                                  <p:stCondLst>
                                    <p:cond delay="0"/>
                                  </p:stCondLst>
                                  <p:childTnLst>
                                    <p:animMotion origin="layout" path="M -0.25 0.01109 L -0.70834 0.01109 E">
                                      <p:cBhvr>
                                        <p:cTn id="1042" dur="500" fill="hold"/>
                                        <p:tgtEl>
                                          <p:spTgt spid="354"/>
                                        </p:tgtEl>
                                      </p:cBhvr>
                                    </p:animMotion>
                                  </p:childTnLst>
                                </p:cTn>
                              </p:par>
                              <p:set>
                                <p:cBhvr>
                                  <p:cTn id="1043" dur="1" fill="hold">
                                    <p:stCondLst>
                                      <p:cond evt="end">
                                        <p:tn val="1041"/>
                                      </p:cond>
                                    </p:stCondLst>
                                  </p:cTn>
                                  <p:tgtEl>
                                    <p:spTgt spid="354"/>
                                  </p:tgtEl>
                                  <p:attrNameLst>
                                    <p:attrName>style.visibility</p:attrName>
                                  </p:attrNameLst>
                                </p:cBhvr>
                                <p:to>
                                  <p:strVal val="hidden"/>
                                </p:to>
                              </p:set>
                              <p:par>
                                <p:cTn id="1044" nodeType="withEffect" fill="hold" presetClass="path" presetID="0">
                                  <p:stCondLst>
                                    <p:cond delay="0"/>
                                  </p:stCondLst>
                                  <p:childTnLst>
                                    <p:animMotion origin="layout" path="M -0.25 0.01109 L -0.70834 0.01109 E">
                                      <p:cBhvr>
                                        <p:cTn id="1045" dur="500" fill="hold"/>
                                        <p:tgtEl>
                                          <p:spTgt spid="355"/>
                                        </p:tgtEl>
                                      </p:cBhvr>
                                    </p:animMotion>
                                  </p:childTnLst>
                                </p:cTn>
                              </p:par>
                              <p:set>
                                <p:cBhvr>
                                  <p:cTn id="1046" dur="1" fill="hold">
                                    <p:stCondLst>
                                      <p:cond evt="end">
                                        <p:tn val="1044"/>
                                      </p:cond>
                                    </p:stCondLst>
                                  </p:cTn>
                                  <p:tgtEl>
                                    <p:spTgt spid="355"/>
                                  </p:tgtEl>
                                  <p:attrNameLst>
                                    <p:attrName>style.visibility</p:attrName>
                                  </p:attrNameLst>
                                </p:cBhvr>
                                <p:to>
                                  <p:strVal val="hidden"/>
                                </p:to>
                              </p:set>
                              <p:par>
                                <p:cTn id="1047" nodeType="withEffect" fill="hold" presetClass="path" presetID="0">
                                  <p:stCondLst>
                                    <p:cond delay="0"/>
                                  </p:stCondLst>
                                  <p:childTnLst>
                                    <p:animMotion origin="layout" path="M -0.25 0.01109 L -0.70834 0.01109 E">
                                      <p:cBhvr>
                                        <p:cTn id="1048" dur="500" fill="hold"/>
                                        <p:tgtEl>
                                          <p:spTgt spid="356"/>
                                        </p:tgtEl>
                                      </p:cBhvr>
                                    </p:animMotion>
                                  </p:childTnLst>
                                </p:cTn>
                              </p:par>
                              <p:set>
                                <p:cBhvr>
                                  <p:cTn id="1049" dur="1" fill="hold">
                                    <p:stCondLst>
                                      <p:cond evt="end">
                                        <p:tn val="1047"/>
                                      </p:cond>
                                    </p:stCondLst>
                                  </p:cTn>
                                  <p:tgtEl>
                                    <p:spTgt spid="356"/>
                                  </p:tgtEl>
                                  <p:attrNameLst>
                                    <p:attrName>style.visibility</p:attrName>
                                  </p:attrNameLst>
                                </p:cBhvr>
                                <p:to>
                                  <p:strVal val="hidden"/>
                                </p:to>
                              </p:set>
                            </p:childTnLst>
                          </p:cTn>
                        </p:par>
                        <p:par>
                          <p:cTn id="1050" fill="hold">
                            <p:stCondLst>
                              <p:cond delay="7000"/>
                            </p:stCondLst>
                            <p:childTnLst>
                              <p:par>
                                <p:cTn id="1051" nodeType="afterEffect" fill="hold" presetClass="entr" presetID="1" repeatCount="1000">
                                  <p:stCondLst>
                                    <p:cond delay="0"/>
                                  </p:stCondLst>
                                  <p:childTnLst>
                                    <p:set>
                                      <p:cBhvr>
                                        <p:cTn id="1052" dur="1" fill="hold">
                                          <p:stCondLst>
                                            <p:cond delay="0"/>
                                          </p:stCondLst>
                                        </p:cTn>
                                        <p:tgtEl>
                                          <p:spTgt spid="361"/>
                                        </p:tgtEl>
                                        <p:attrNameLst>
                                          <p:attrName>style.visibility</p:attrName>
                                        </p:attrNameLst>
                                      </p:cBhvr>
                                      <p:to>
                                        <p:strVal val="visible"/>
                                      </p:to>
                                    </p:set>
                                  </p:childTnLst>
                                </p:cTn>
                              </p:par>
                            </p:childTnLst>
                          </p:cTn>
                        </p:par>
                        <p:par>
                          <p:cTn id="1053" fill="hold">
                            <p:stCondLst>
                              <p:cond delay="7000"/>
                            </p:stCondLst>
                            <p:childTnLst>
                              <p:par>
                                <p:cTn id="1054" nodeType="afterEffect" fill="hold" presetClass="exit" presetID="9">
                                  <p:stCondLst>
                                    <p:cond delay="0"/>
                                  </p:stCondLst>
                                  <p:childTnLst>
                                    <p:animEffect filter="dissolve" transition="out">
                                      <p:cBhvr additive="repl">
                                        <p:cTn id="1055" dur="500"/>
                                        <p:tgtEl>
                                          <p:spTgt spid="361"/>
                                        </p:tgtEl>
                                      </p:cBhvr>
                                    </p:animEffect>
                                    <p:set>
                                      <p:cBhvr>
                                        <p:cTn id="1056" dur="1" fill="hold">
                                          <p:stCondLst>
                                            <p:cond delay="499"/>
                                          </p:stCondLst>
                                        </p:cTn>
                                        <p:tgtEl>
                                          <p:spTgt spid="361"/>
                                        </p:tgtEl>
                                        <p:attrNameLst>
                                          <p:attrName>style.visibility</p:attrName>
                                        </p:attrNameLst>
                                      </p:cBhvr>
                                      <p:to>
                                        <p:strVal val="hidden"/>
                                      </p:to>
                                    </p:set>
                                  </p:childTnLst>
                                </p:cTn>
                              </p:par>
                            </p:childTnLst>
                          </p:cTn>
                        </p:par>
                        <p:par>
                          <p:cTn id="1057" fill="hold">
                            <p:stCondLst>
                              <p:cond delay="7500"/>
                            </p:stCondLst>
                            <p:childTnLst>
                              <p:par>
                                <p:cTn id="1058" nodeType="afterEffect" fill="hold" presetClass="entr" presetID="1" repeatCount="1000">
                                  <p:stCondLst>
                                    <p:cond delay="0"/>
                                  </p:stCondLst>
                                  <p:childTnLst>
                                    <p:set>
                                      <p:cBhvr>
                                        <p:cTn id="1059" dur="1" fill="hold">
                                          <p:stCondLst>
                                            <p:cond delay="0"/>
                                          </p:stCondLst>
                                        </p:cTn>
                                        <p:tgtEl>
                                          <p:spTgt spid="362"/>
                                        </p:tgtEl>
                                        <p:attrNameLst>
                                          <p:attrName>style.visibility</p:attrName>
                                        </p:attrNameLst>
                                      </p:cBhvr>
                                      <p:to>
                                        <p:strVal val="visible"/>
                                      </p:to>
                                    </p:set>
                                  </p:childTnLst>
                                </p:cTn>
                              </p:par>
                            </p:childTnLst>
                          </p:cTn>
                        </p:par>
                        <p:par>
                          <p:cTn id="1060" fill="hold">
                            <p:stCondLst>
                              <p:cond delay="7500"/>
                            </p:stCondLst>
                            <p:childTnLst>
                              <p:par>
                                <p:cTn id="1061" nodeType="afterEffect" fill="hold" presetClass="exit" presetID="9">
                                  <p:stCondLst>
                                    <p:cond delay="0"/>
                                  </p:stCondLst>
                                  <p:childTnLst>
                                    <p:animEffect filter="dissolve" transition="out">
                                      <p:cBhvr additive="repl">
                                        <p:cTn id="1062" dur="500"/>
                                        <p:tgtEl>
                                          <p:spTgt spid="362"/>
                                        </p:tgtEl>
                                      </p:cBhvr>
                                    </p:animEffect>
                                    <p:set>
                                      <p:cBhvr>
                                        <p:cTn id="1063" dur="1" fill="hold">
                                          <p:stCondLst>
                                            <p:cond delay="499"/>
                                          </p:stCondLst>
                                        </p:cTn>
                                        <p:tgtEl>
                                          <p:spTgt spid="362"/>
                                        </p:tgtEl>
                                        <p:attrNameLst>
                                          <p:attrName>style.visibility</p:attrName>
                                        </p:attrNameLst>
                                      </p:cBhvr>
                                      <p:to>
                                        <p:strVal val="hidden"/>
                                      </p:to>
                                    </p:set>
                                  </p:childTnLst>
                                </p:cTn>
                              </p:par>
                            </p:childTnLst>
                          </p:cTn>
                        </p:par>
                        <p:par>
                          <p:cTn id="1064" fill="hold">
                            <p:stCondLst>
                              <p:cond delay="8000"/>
                            </p:stCondLst>
                            <p:childTnLst>
                              <p:par>
                                <p:cTn id="1065" nodeType="afterEffect" fill="hold" presetClass="entr" presetID="1" repeatCount="1000">
                                  <p:stCondLst>
                                    <p:cond delay="0"/>
                                  </p:stCondLst>
                                  <p:childTnLst>
                                    <p:set>
                                      <p:cBhvr>
                                        <p:cTn id="1066" dur="1" fill="hold">
                                          <p:stCondLst>
                                            <p:cond delay="0"/>
                                          </p:stCondLst>
                                        </p:cTn>
                                        <p:tgtEl>
                                          <p:spTgt spid="363"/>
                                        </p:tgtEl>
                                        <p:attrNameLst>
                                          <p:attrName>style.visibility</p:attrName>
                                        </p:attrNameLst>
                                      </p:cBhvr>
                                      <p:to>
                                        <p:strVal val="visible"/>
                                      </p:to>
                                    </p:set>
                                  </p:childTnLst>
                                </p:cTn>
                              </p:par>
                            </p:childTnLst>
                          </p:cTn>
                        </p:par>
                        <p:par>
                          <p:cTn id="1067" fill="hold">
                            <p:stCondLst>
                              <p:cond delay="8000"/>
                            </p:stCondLst>
                            <p:childTnLst>
                              <p:par>
                                <p:cTn id="1068" nodeType="afterEffect" fill="hold" presetClass="exit" presetID="9">
                                  <p:stCondLst>
                                    <p:cond delay="0"/>
                                  </p:stCondLst>
                                  <p:childTnLst>
                                    <p:animEffect filter="dissolve" transition="out">
                                      <p:cBhvr additive="repl">
                                        <p:cTn id="1069" dur="500"/>
                                        <p:tgtEl>
                                          <p:spTgt spid="363"/>
                                        </p:tgtEl>
                                      </p:cBhvr>
                                    </p:animEffect>
                                    <p:set>
                                      <p:cBhvr>
                                        <p:cTn id="1070" dur="1" fill="hold">
                                          <p:stCondLst>
                                            <p:cond delay="499"/>
                                          </p:stCondLst>
                                        </p:cTn>
                                        <p:tgtEl>
                                          <p:spTgt spid="363"/>
                                        </p:tgtEl>
                                        <p:attrNameLst>
                                          <p:attrName>style.visibility</p:attrName>
                                        </p:attrNameLst>
                                      </p:cBhvr>
                                      <p:to>
                                        <p:strVal val="hidden"/>
                                      </p:to>
                                    </p:set>
                                  </p:childTnLst>
                                </p:cTn>
                              </p:par>
                            </p:childTnLst>
                          </p:cTn>
                        </p:par>
                        <p:par>
                          <p:cTn id="1071" fill="hold">
                            <p:stCondLst>
                              <p:cond delay="8500"/>
                            </p:stCondLst>
                            <p:childTnLst>
                              <p:par>
                                <p:cTn id="1072" nodeType="afterEffect" fill="hold" presetClass="entr" presetID="1" repeatCount="1000">
                                  <p:stCondLst>
                                    <p:cond delay="0"/>
                                  </p:stCondLst>
                                  <p:childTnLst>
                                    <p:set>
                                      <p:cBhvr>
                                        <p:cTn id="1073" dur="1" fill="hold">
                                          <p:stCondLst>
                                            <p:cond delay="0"/>
                                          </p:stCondLst>
                                        </p:cTn>
                                        <p:tgtEl>
                                          <p:spTgt spid="364"/>
                                        </p:tgtEl>
                                        <p:attrNameLst>
                                          <p:attrName>style.visibility</p:attrName>
                                        </p:attrNameLst>
                                      </p:cBhvr>
                                      <p:to>
                                        <p:strVal val="visible"/>
                                      </p:to>
                                    </p:set>
                                  </p:childTnLst>
                                </p:cTn>
                              </p:par>
                            </p:childTnLst>
                          </p:cTn>
                        </p:par>
                        <p:par>
                          <p:cTn id="1074" fill="hold">
                            <p:stCondLst>
                              <p:cond delay="8500"/>
                            </p:stCondLst>
                            <p:childTnLst>
                              <p:par>
                                <p:cTn id="1075" nodeType="afterEffect" fill="hold" presetClass="exit" presetID="9">
                                  <p:stCondLst>
                                    <p:cond delay="0"/>
                                  </p:stCondLst>
                                  <p:childTnLst>
                                    <p:animEffect filter="dissolve" transition="out">
                                      <p:cBhvr additive="repl">
                                        <p:cTn id="1076" dur="500"/>
                                        <p:tgtEl>
                                          <p:spTgt spid="364"/>
                                        </p:tgtEl>
                                      </p:cBhvr>
                                    </p:animEffect>
                                    <p:set>
                                      <p:cBhvr>
                                        <p:cTn id="1077" dur="1" fill="hold">
                                          <p:stCondLst>
                                            <p:cond delay="499"/>
                                          </p:stCondLst>
                                        </p:cTn>
                                        <p:tgtEl>
                                          <p:spTgt spid="364"/>
                                        </p:tgtEl>
                                        <p:attrNameLst>
                                          <p:attrName>style.visibility</p:attrName>
                                        </p:attrNameLst>
                                      </p:cBhvr>
                                      <p:to>
                                        <p:strVal val="hidden"/>
                                      </p:to>
                                    </p:set>
                                  </p:childTnLst>
                                </p:cTn>
                              </p:par>
                            </p:childTnLst>
                          </p:cTn>
                        </p:par>
                        <p:par>
                          <p:cTn id="1078" fill="hold">
                            <p:stCondLst>
                              <p:cond delay="9000"/>
                            </p:stCondLst>
                            <p:childTnLst>
                              <p:par>
                                <p:cTn id="1079" nodeType="afterEffect" fill="hold" presetClass="entr" presetID="1" repeatCount="1000">
                                  <p:stCondLst>
                                    <p:cond delay="0"/>
                                  </p:stCondLst>
                                  <p:childTnLst>
                                    <p:set>
                                      <p:cBhvr>
                                        <p:cTn id="1080" dur="1" fill="hold">
                                          <p:stCondLst>
                                            <p:cond delay="0"/>
                                          </p:stCondLst>
                                        </p:cTn>
                                        <p:tgtEl>
                                          <p:spTgt spid="365"/>
                                        </p:tgtEl>
                                        <p:attrNameLst>
                                          <p:attrName>style.visibility</p:attrName>
                                        </p:attrNameLst>
                                      </p:cBhvr>
                                      <p:to>
                                        <p:strVal val="visible"/>
                                      </p:to>
                                    </p:set>
                                  </p:childTnLst>
                                </p:cTn>
                              </p:par>
                            </p:childTnLst>
                          </p:cTn>
                        </p:par>
                        <p:par>
                          <p:cTn id="1081" fill="hold">
                            <p:stCondLst>
                              <p:cond delay="9000"/>
                            </p:stCondLst>
                            <p:childTnLst>
                              <p:par>
                                <p:cTn id="1082" nodeType="afterEffect" fill="hold" presetClass="exit" presetID="9">
                                  <p:stCondLst>
                                    <p:cond delay="0"/>
                                  </p:stCondLst>
                                  <p:childTnLst>
                                    <p:animEffect filter="dissolve" transition="out">
                                      <p:cBhvr additive="repl">
                                        <p:cTn id="1083" dur="500"/>
                                        <p:tgtEl>
                                          <p:spTgt spid="365"/>
                                        </p:tgtEl>
                                      </p:cBhvr>
                                    </p:animEffect>
                                    <p:set>
                                      <p:cBhvr>
                                        <p:cTn id="1084" dur="1" fill="hold">
                                          <p:stCondLst>
                                            <p:cond delay="499"/>
                                          </p:stCondLst>
                                        </p:cTn>
                                        <p:tgtEl>
                                          <p:spTgt spid="365"/>
                                        </p:tgtEl>
                                        <p:attrNameLst>
                                          <p:attrName>style.visibility</p:attrName>
                                        </p:attrNameLst>
                                      </p:cBhvr>
                                      <p:to>
                                        <p:strVal val="hidden"/>
                                      </p:to>
                                    </p:set>
                                  </p:childTnLst>
                                </p:cTn>
                              </p:par>
                            </p:childTnLst>
                          </p:cTn>
                        </p:par>
                        <p:par>
                          <p:cTn id="1085" fill="hold">
                            <p:stCondLst>
                              <p:cond delay="9500"/>
                            </p:stCondLst>
                            <p:childTnLst>
                              <p:par>
                                <p:cTn id="1086" nodeType="afterEffect" fill="hold" presetClass="entr" presetID="27">
                                  <p:stCondLst>
                                    <p:cond delay="0"/>
                                  </p:stCondLst>
                                  <p:iterate type="lt">
                                    <p:tmAbs val="40"/>
                                  </p:iterate>
                                  <p:childTnLst>
                                    <p:set>
                                      <p:cBhvr>
                                        <p:cTn id="1087" dur="1" fill="hold">
                                          <p:stCondLst>
                                            <p:cond delay="0"/>
                                          </p:stCondLst>
                                        </p:cTn>
                                        <p:tgtEl>
                                          <p:spTgt spid="366"/>
                                        </p:tgtEl>
                                        <p:attrNameLst>
                                          <p:attrName>style.visibility</p:attrName>
                                        </p:attrNameLst>
                                      </p:cBhvr>
                                      <p:to>
                                        <p:strVal val="visible"/>
                                      </p:to>
                                    </p:set>
                                    <p:anim calcmode="discrete" valueType="clr">
                                      <p:cBhvr additive="repl">
                                        <p:cTn id="1088" dur="80"/>
                                        <p:tgtEl>
                                          <p:spTgt spid="366"/>
                                        </p:tgtEl>
                                        <p:attrNameLst>
                                          <p:attrName>style.color</p:attrName>
                                        </p:attrNameLst>
                                      </p:cBhvr>
                                      <p:tavLst>
                                        <p:tav tm="0">
                                          <p:val>
                                            <p:strVal val="rgb(-103,51,51)"/>
                                          </p:val>
                                        </p:tav>
                                        <p:tav tm="50000">
                                          <p:val>
                                            <p:strVal val="rgb(-103,-103,0)"/>
                                          </p:val>
                                        </p:tav>
                                      </p:tavLst>
                                    </p:anim>
                                    <p:anim calcmode="discrete" valueType="clr">
                                      <p:cBhvr additive="repl">
                                        <p:cTn id="1089" dur="80"/>
                                        <p:tgtEl>
                                          <p:spTgt spid="366"/>
                                        </p:tgtEl>
                                        <p:attrNameLst>
                                          <p:attrName>fillcolor</p:attrName>
                                        </p:attrNameLst>
                                      </p:cBhvr>
                                      <p:tavLst>
                                        <p:tav tm="0">
                                          <p:val>
                                            <p:strVal val="rgb(-103,51,51)"/>
                                          </p:val>
                                        </p:tav>
                                        <p:tav tm="50000">
                                          <p:val>
                                            <p:strVal val="rgb(-103,-103,0)"/>
                                          </p:val>
                                        </p:tav>
                                      </p:tavLst>
                                    </p:anim>
                                    <p:set>
                                      <p:cBhvr>
                                        <p:cTn id="1090" dur="80"/>
                                        <p:tgtEl>
                                          <p:spTgt spid="366"/>
                                        </p:tgtEl>
                                        <p:attrNameLst>
                                          <p:attrName>fill.type</p:attrName>
                                        </p:attrNameLst>
                                      </p:cBhvr>
                                      <p:to>
                                        <p:strVal val="solid"/>
                                      </p:to>
                                    </p:set>
                                  </p:childTnLst>
                                </p:cTn>
                              </p:par>
                            </p:childTnLst>
                          </p:cTn>
                        </p:par>
                        <p:par>
                          <p:cTn id="1091" fill="hold">
                            <p:stCondLst>
                              <p:cond delay="10020"/>
                            </p:stCondLst>
                            <p:childTnLst>
                              <p:par>
                                <p:cTn id="1092" nodeType="afterEffect" fill="hold" presetClass="exit" presetID="27">
                                  <p:stCondLst>
                                    <p:cond delay="500"/>
                                  </p:stCondLst>
                                  <p:iterate type="lt">
                                    <p:tmAbs val="40"/>
                                  </p:iterate>
                                  <p:childTnLst>
                                    <p:anim calcmode="discrete" valueType="clr">
                                      <p:cBhvr additive="repl">
                                        <p:cTn id="1093" dur="80"/>
                                        <p:tgtEl>
                                          <p:spTgt spid="366"/>
                                        </p:tgtEl>
                                        <p:attrNameLst>
                                          <p:attrName>style.color</p:attrName>
                                        </p:attrNameLst>
                                      </p:cBhvr>
                                      <p:tavLst>
                                        <p:tav tm="0">
                                          <p:val>
                                            <p:strVal val="rgb(-103,-103,0)"/>
                                          </p:val>
                                        </p:tav>
                                        <p:tav tm="50000">
                                          <p:val>
                                            <p:strVal val="rgb(-103,51,51)"/>
                                          </p:val>
                                        </p:tav>
                                      </p:tavLst>
                                    </p:anim>
                                    <p:anim calcmode="discrete" valueType="clr">
                                      <p:cBhvr additive="repl">
                                        <p:cTn id="1094" dur="80"/>
                                        <p:tgtEl>
                                          <p:spTgt spid="366"/>
                                        </p:tgtEl>
                                        <p:attrNameLst>
                                          <p:attrName>fillcolor</p:attrName>
                                        </p:attrNameLst>
                                      </p:cBhvr>
                                      <p:tavLst>
                                        <p:tav tm="0">
                                          <p:val>
                                            <p:strVal val="rgb(-103,-103,0)"/>
                                          </p:val>
                                        </p:tav>
                                        <p:tav tm="50000">
                                          <p:val>
                                            <p:strVal val="rgb(-103,51,51)"/>
                                          </p:val>
                                        </p:tav>
                                      </p:tavLst>
                                    </p:anim>
                                    <p:set>
                                      <p:cBhvr>
                                        <p:cTn id="1095" dur="80"/>
                                        <p:tgtEl>
                                          <p:spTgt spid="366"/>
                                        </p:tgtEl>
                                        <p:attrNameLst>
                                          <p:attrName>fill.type</p:attrName>
                                        </p:attrNameLst>
                                      </p:cBhvr>
                                      <p:to>
                                        <p:strVal val="solid"/>
                                      </p:to>
                                    </p:set>
                                    <p:set>
                                      <p:cBhvr>
                                        <p:cTn id="1096" dur="1" fill="hold">
                                          <p:stCondLst>
                                            <p:cond delay="79"/>
                                          </p:stCondLst>
                                        </p:cTn>
                                        <p:tgtEl>
                                          <p:spTgt spid="36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67" name="" descr=""/>
          <p:cNvPicPr/>
          <p:nvPr/>
        </p:nvPicPr>
        <p:blipFill>
          <a:blip r:embed="rId1"/>
          <a:stretch/>
        </p:blipFill>
        <p:spPr>
          <a:xfrm>
            <a:off x="0" y="0"/>
            <a:ext cx="9144000" cy="6861240"/>
          </a:xfrm>
          <a:prstGeom prst="rect">
            <a:avLst/>
          </a:prstGeom>
          <a:ln w="0">
            <a:noFill/>
          </a:ln>
        </p:spPr>
      </p:pic>
      <p:sp>
        <p:nvSpPr>
          <p:cNvPr id="368" name=""/>
          <p:cNvSpPr/>
          <p:nvPr/>
        </p:nvSpPr>
        <p:spPr>
          <a:xfrm>
            <a:off x="7162920" y="685800"/>
            <a:ext cx="1981080" cy="29718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69" name="" descr=""/>
          <p:cNvPicPr/>
          <p:nvPr/>
        </p:nvPicPr>
        <p:blipFill>
          <a:blip r:embed="rId1"/>
          <a:stretch/>
        </p:blipFill>
        <p:spPr>
          <a:xfrm>
            <a:off x="0" y="0"/>
            <a:ext cx="9144000" cy="6861240"/>
          </a:xfrm>
          <a:prstGeom prst="rect">
            <a:avLst/>
          </a:prstGeom>
          <a:ln w="0">
            <a:noFill/>
          </a:ln>
        </p:spPr>
      </p:pic>
      <p:sp>
        <p:nvSpPr>
          <p:cNvPr id="370" name=""/>
          <p:cNvSpPr/>
          <p:nvPr/>
        </p:nvSpPr>
        <p:spPr>
          <a:xfrm>
            <a:off x="7162920" y="685800"/>
            <a:ext cx="1981080" cy="29718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71" name="" descr=""/>
          <p:cNvPicPr/>
          <p:nvPr/>
        </p:nvPicPr>
        <p:blipFill>
          <a:blip r:embed="rId1"/>
          <a:stretch/>
        </p:blipFill>
        <p:spPr>
          <a:xfrm>
            <a:off x="0" y="0"/>
            <a:ext cx="9144000" cy="6858000"/>
          </a:xfrm>
          <a:prstGeom prst="rect">
            <a:avLst/>
          </a:prstGeom>
          <a:ln w="0">
            <a:noFill/>
          </a:ln>
        </p:spPr>
      </p:pic>
      <p:pic>
        <p:nvPicPr>
          <p:cNvPr id="372" name="" descr=""/>
          <p:cNvPicPr/>
          <p:nvPr/>
        </p:nvPicPr>
        <p:blipFill>
          <a:blip r:embed="rId2"/>
          <a:stretch/>
        </p:blipFill>
        <p:spPr>
          <a:xfrm>
            <a:off x="6705720" y="3505320"/>
            <a:ext cx="1523880" cy="715680"/>
          </a:xfrm>
          <a:prstGeom prst="rect">
            <a:avLst/>
          </a:prstGeom>
          <a:ln w="0">
            <a:noFill/>
          </a:ln>
        </p:spPr>
      </p:pic>
      <p:pic>
        <p:nvPicPr>
          <p:cNvPr id="373" name="" descr=""/>
          <p:cNvPicPr/>
          <p:nvPr/>
        </p:nvPicPr>
        <p:blipFill>
          <a:blip r:embed="rId3"/>
          <a:stretch/>
        </p:blipFill>
        <p:spPr>
          <a:xfrm>
            <a:off x="762120" y="2666880"/>
            <a:ext cx="3343320" cy="1778040"/>
          </a:xfrm>
          <a:prstGeom prst="rect">
            <a:avLst/>
          </a:prstGeom>
          <a:ln w="0">
            <a:noFill/>
          </a:ln>
        </p:spPr>
      </p:pic>
      <p:pic>
        <p:nvPicPr>
          <p:cNvPr id="374" name="" descr=""/>
          <p:cNvPicPr/>
          <p:nvPr/>
        </p:nvPicPr>
        <p:blipFill>
          <a:blip r:embed="rId4"/>
          <a:stretch/>
        </p:blipFill>
        <p:spPr>
          <a:xfrm>
            <a:off x="4267080" y="4695840"/>
            <a:ext cx="4876920" cy="1547640"/>
          </a:xfrm>
          <a:prstGeom prst="rect">
            <a:avLst/>
          </a:prstGeom>
          <a:ln w="0">
            <a:noFill/>
          </a:ln>
        </p:spPr>
      </p:pic>
      <p:sp>
        <p:nvSpPr>
          <p:cNvPr id="375" name=""/>
          <p:cNvSpPr/>
          <p:nvPr/>
        </p:nvSpPr>
        <p:spPr>
          <a:xfrm>
            <a:off x="6172200" y="5105520"/>
            <a:ext cx="266688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 ha... I guess that’s it for you, huh?</a:t>
            </a:r>
            <a:endParaRPr b="0" lang="en-US" sz="1200" spc="-1" strike="noStrike">
              <a:solidFill>
                <a:srgbClr val="000000"/>
              </a:solidFill>
              <a:latin typeface="Arial"/>
            </a:endParaRPr>
          </a:p>
        </p:txBody>
      </p:sp>
      <p:sp>
        <p:nvSpPr>
          <p:cNvPr id="376" name=""/>
          <p:cNvSpPr/>
          <p:nvPr/>
        </p:nvSpPr>
        <p:spPr>
          <a:xfrm>
            <a:off x="6172200" y="5105520"/>
            <a:ext cx="266688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Surrender now, and you’ll live, at least to see another day.</a:t>
            </a:r>
            <a:endParaRPr b="0" lang="en-US" sz="1200" spc="-1" strike="noStrike">
              <a:solidFill>
                <a:srgbClr val="000000"/>
              </a:solidFill>
              <a:latin typeface="Arial"/>
            </a:endParaRPr>
          </a:p>
        </p:txBody>
      </p:sp>
      <p:pic>
        <p:nvPicPr>
          <p:cNvPr id="377" name="" descr=""/>
          <p:cNvPicPr/>
          <p:nvPr/>
        </p:nvPicPr>
        <p:blipFill>
          <a:blip r:embed="rId5"/>
          <a:stretch/>
        </p:blipFill>
        <p:spPr>
          <a:xfrm>
            <a:off x="0" y="4648320"/>
            <a:ext cx="4114800" cy="1568160"/>
          </a:xfrm>
          <a:prstGeom prst="rect">
            <a:avLst/>
          </a:prstGeom>
          <a:ln w="0">
            <a:noFill/>
          </a:ln>
        </p:spPr>
      </p:pic>
      <p:sp>
        <p:nvSpPr>
          <p:cNvPr id="378" name=""/>
          <p:cNvSpPr/>
          <p:nvPr/>
        </p:nvSpPr>
        <p:spPr>
          <a:xfrm>
            <a:off x="1905120" y="5029200"/>
            <a:ext cx="1981080" cy="9208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told you, I have nothing of the corporation’s, it just wanted me dead.</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And you did it, nice job.</a:t>
            </a:r>
            <a:endParaRPr b="0" lang="en-US" sz="1200" spc="-1" strike="noStrike">
              <a:solidFill>
                <a:srgbClr val="000000"/>
              </a:solidFill>
              <a:latin typeface="Arial"/>
            </a:endParaRPr>
          </a:p>
        </p:txBody>
      </p:sp>
      <p:sp>
        <p:nvSpPr>
          <p:cNvPr id="379" name=""/>
          <p:cNvSpPr/>
          <p:nvPr/>
        </p:nvSpPr>
        <p:spPr>
          <a:xfrm>
            <a:off x="2819520" y="2819520"/>
            <a:ext cx="1143000" cy="9144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80" name=""/>
          <p:cNvSpPr/>
          <p:nvPr/>
        </p:nvSpPr>
        <p:spPr>
          <a:xfrm>
            <a:off x="2133720" y="3276720"/>
            <a:ext cx="1143000" cy="9144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81" name=""/>
          <p:cNvSpPr/>
          <p:nvPr/>
        </p:nvSpPr>
        <p:spPr>
          <a:xfrm>
            <a:off x="1600200" y="2743200"/>
            <a:ext cx="1143000" cy="9144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82" name=""/>
          <p:cNvSpPr/>
          <p:nvPr/>
        </p:nvSpPr>
        <p:spPr>
          <a:xfrm>
            <a:off x="2971800" y="2971800"/>
            <a:ext cx="1143000" cy="9144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83" name=""/>
          <p:cNvSpPr/>
          <p:nvPr/>
        </p:nvSpPr>
        <p:spPr>
          <a:xfrm>
            <a:off x="2286000" y="2819520"/>
            <a:ext cx="1143000" cy="9144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84" name=""/>
          <p:cNvSpPr/>
          <p:nvPr/>
        </p:nvSpPr>
        <p:spPr>
          <a:xfrm>
            <a:off x="2438280" y="2971800"/>
            <a:ext cx="1143000" cy="9144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85" name=""/>
          <p:cNvSpPr/>
          <p:nvPr/>
        </p:nvSpPr>
        <p:spPr>
          <a:xfrm>
            <a:off x="2514600" y="2743200"/>
            <a:ext cx="1143000" cy="9144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86" name=""/>
          <p:cNvSpPr/>
          <p:nvPr/>
        </p:nvSpPr>
        <p:spPr>
          <a:xfrm>
            <a:off x="1905120" y="3200400"/>
            <a:ext cx="1143000" cy="9144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87" name=""/>
          <p:cNvSpPr/>
          <p:nvPr/>
        </p:nvSpPr>
        <p:spPr>
          <a:xfrm>
            <a:off x="-685800" y="2209680"/>
            <a:ext cx="457200" cy="53352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88" name=""/>
          <p:cNvSpPr/>
          <p:nvPr/>
        </p:nvSpPr>
        <p:spPr>
          <a:xfrm>
            <a:off x="-1219320" y="3048120"/>
            <a:ext cx="838440" cy="76176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097" dur="indefinite" restart="never" nodeType="tmRoot">
          <p:childTnLst>
            <p:seq>
              <p:cTn id="1098" dur="indefinite" nodeType="mainSeq">
                <p:childTnLst>
                  <p:par>
                    <p:cTn id="1099" fill="hold">
                      <p:stCondLst>
                        <p:cond delay="0"/>
                      </p:stCondLst>
                      <p:childTnLst>
                        <p:par>
                          <p:cTn id="1100" fill="hold">
                            <p:stCondLst>
                              <p:cond delay="0"/>
                            </p:stCondLst>
                            <p:childTnLst>
                              <p:par>
                                <p:cTn id="1101" nodeType="afterEffect" fill="hold" presetClass="entr" presetID="1">
                                  <p:stCondLst>
                                    <p:cond delay="0"/>
                                  </p:stCondLst>
                                  <p:childTnLst>
                                    <p:set>
                                      <p:cBhvr>
                                        <p:cTn id="1102" dur="1" fill="hold">
                                          <p:stCondLst>
                                            <p:cond delay="0"/>
                                          </p:stCondLst>
                                        </p:cTn>
                                        <p:tgtEl>
                                          <p:spTgt spid="387"/>
                                        </p:tgtEl>
                                        <p:attrNameLst>
                                          <p:attrName>style.visibility</p:attrName>
                                        </p:attrNameLst>
                                      </p:cBhvr>
                                      <p:to>
                                        <p:strVal val="visible"/>
                                      </p:to>
                                    </p:set>
                                  </p:childTnLst>
                                </p:cTn>
                              </p:par>
                            </p:childTnLst>
                          </p:cTn>
                        </p:par>
                        <p:par>
                          <p:cTn id="1103" fill="hold">
                            <p:stCondLst>
                              <p:cond delay="0"/>
                            </p:stCondLst>
                            <p:childTnLst>
                              <p:par>
                                <p:cTn id="1104" nodeType="afterEffect" fill="hold" presetClass="entr" presetID="9">
                                  <p:stCondLst>
                                    <p:cond delay="0"/>
                                  </p:stCondLst>
                                  <p:childTnLst>
                                    <p:set>
                                      <p:cBhvr>
                                        <p:cTn id="1105" dur="1" fill="hold">
                                          <p:stCondLst>
                                            <p:cond delay="0"/>
                                          </p:stCondLst>
                                        </p:cTn>
                                        <p:tgtEl>
                                          <p:spTgt spid="374"/>
                                        </p:tgtEl>
                                        <p:attrNameLst>
                                          <p:attrName>style.visibility</p:attrName>
                                        </p:attrNameLst>
                                      </p:cBhvr>
                                      <p:to>
                                        <p:strVal val="visible"/>
                                      </p:to>
                                    </p:set>
                                    <p:animEffect filter="dissolve" transition="in">
                                      <p:cBhvr additive="repl">
                                        <p:cTn id="1106" dur="500"/>
                                        <p:tgtEl>
                                          <p:spTgt spid="374"/>
                                        </p:tgtEl>
                                      </p:cBhvr>
                                    </p:animEffect>
                                  </p:childTnLst>
                                </p:cTn>
                              </p:par>
                            </p:childTnLst>
                          </p:cTn>
                        </p:par>
                        <p:par>
                          <p:cTn id="1107" fill="hold">
                            <p:stCondLst>
                              <p:cond delay="500"/>
                            </p:stCondLst>
                            <p:childTnLst>
                              <p:par>
                                <p:cTn id="1108" nodeType="afterEffect" fill="hold" presetClass="entr" presetID="27">
                                  <p:stCondLst>
                                    <p:cond delay="0"/>
                                  </p:stCondLst>
                                  <p:iterate type="lt">
                                    <p:tmAbs val="40"/>
                                  </p:iterate>
                                  <p:childTnLst>
                                    <p:set>
                                      <p:cBhvr>
                                        <p:cTn id="1109" dur="1" fill="hold">
                                          <p:stCondLst>
                                            <p:cond delay="0"/>
                                          </p:stCondLst>
                                        </p:cTn>
                                        <p:tgtEl>
                                          <p:spTgt spid="375"/>
                                        </p:tgtEl>
                                        <p:attrNameLst>
                                          <p:attrName>style.visibility</p:attrName>
                                        </p:attrNameLst>
                                      </p:cBhvr>
                                      <p:to>
                                        <p:strVal val="visible"/>
                                      </p:to>
                                    </p:set>
                                    <p:anim calcmode="discrete" valueType="clr">
                                      <p:cBhvr additive="repl">
                                        <p:cTn id="1110" dur="80"/>
                                        <p:tgtEl>
                                          <p:spTgt spid="375"/>
                                        </p:tgtEl>
                                        <p:attrNameLst>
                                          <p:attrName>style.color</p:attrName>
                                        </p:attrNameLst>
                                      </p:cBhvr>
                                      <p:tavLst>
                                        <p:tav tm="0">
                                          <p:val>
                                            <p:strVal val="rgb(-103,51,51)"/>
                                          </p:val>
                                        </p:tav>
                                        <p:tav tm="50000">
                                          <p:val>
                                            <p:strVal val="rgb(-103,-103,0)"/>
                                          </p:val>
                                        </p:tav>
                                      </p:tavLst>
                                    </p:anim>
                                    <p:anim calcmode="discrete" valueType="clr">
                                      <p:cBhvr additive="repl">
                                        <p:cTn id="1111" dur="80"/>
                                        <p:tgtEl>
                                          <p:spTgt spid="375"/>
                                        </p:tgtEl>
                                        <p:attrNameLst>
                                          <p:attrName>fillcolor</p:attrName>
                                        </p:attrNameLst>
                                      </p:cBhvr>
                                      <p:tavLst>
                                        <p:tav tm="0">
                                          <p:val>
                                            <p:strVal val="rgb(-103,51,51)"/>
                                          </p:val>
                                        </p:tav>
                                        <p:tav tm="50000">
                                          <p:val>
                                            <p:strVal val="rgb(-103,-103,0)"/>
                                          </p:val>
                                        </p:tav>
                                      </p:tavLst>
                                    </p:anim>
                                    <p:set>
                                      <p:cBhvr>
                                        <p:cTn id="1112" dur="80"/>
                                        <p:tgtEl>
                                          <p:spTgt spid="375"/>
                                        </p:tgtEl>
                                        <p:attrNameLst>
                                          <p:attrName>fill.type</p:attrName>
                                        </p:attrNameLst>
                                      </p:cBhvr>
                                      <p:to>
                                        <p:strVal val="solid"/>
                                      </p:to>
                                    </p:set>
                                  </p:childTnLst>
                                </p:cTn>
                              </p:par>
                              <p:par>
                                <p:cTn id="1113" nodeType="withEffect" fill="hold" presetClass="entr" presetID="1" repeatCount="1000">
                                  <p:stCondLst>
                                    <p:cond delay="0"/>
                                  </p:stCondLst>
                                  <p:childTnLst>
                                    <p:set>
                                      <p:cBhvr>
                                        <p:cTn id="1114" dur="1" fill="hold">
                                          <p:stCondLst>
                                            <p:cond delay="0"/>
                                          </p:stCondLst>
                                        </p:cTn>
                                        <p:tgtEl>
                                          <p:spTgt spid="379"/>
                                        </p:tgtEl>
                                        <p:attrNameLst>
                                          <p:attrName>style.visibility</p:attrName>
                                        </p:attrNameLst>
                                      </p:cBhvr>
                                      <p:to>
                                        <p:strVal val="visible"/>
                                      </p:to>
                                    </p:set>
                                  </p:childTnLst>
                                </p:cTn>
                              </p:par>
                              <p:par>
                                <p:cTn id="1115" nodeType="withEffect" fill="hold" presetClass="exit" presetID="9">
                                  <p:stCondLst>
                                    <p:cond delay="0"/>
                                  </p:stCondLst>
                                  <p:childTnLst>
                                    <p:animEffect filter="dissolve" transition="out">
                                      <p:cBhvr additive="repl">
                                        <p:cTn id="1116" dur="500"/>
                                        <p:tgtEl>
                                          <p:spTgt spid="379"/>
                                        </p:tgtEl>
                                      </p:cBhvr>
                                    </p:animEffect>
                                    <p:set>
                                      <p:cBhvr>
                                        <p:cTn id="1117" dur="1" fill="hold">
                                          <p:stCondLst>
                                            <p:cond delay="499"/>
                                          </p:stCondLst>
                                        </p:cTn>
                                        <p:tgtEl>
                                          <p:spTgt spid="379"/>
                                        </p:tgtEl>
                                        <p:attrNameLst>
                                          <p:attrName>style.visibility</p:attrName>
                                        </p:attrNameLst>
                                      </p:cBhvr>
                                      <p:to>
                                        <p:strVal val="hidden"/>
                                      </p:to>
                                    </p:set>
                                  </p:childTnLst>
                                </p:cTn>
                              </p:par>
                            </p:childTnLst>
                          </p:cTn>
                        </p:par>
                        <p:par>
                          <p:cTn id="1118" fill="hold">
                            <p:stCondLst>
                              <p:cond delay="1820"/>
                            </p:stCondLst>
                            <p:childTnLst>
                              <p:par>
                                <p:cTn id="1119" nodeType="afterEffect" fill="hold" presetClass="exit" presetID="1">
                                  <p:stCondLst>
                                    <p:cond delay="1000"/>
                                  </p:stCondLst>
                                  <p:iterate type="lt">
                                    <p:tmAbs val="0"/>
                                  </p:iterate>
                                  <p:childTnLst>
                                    <p:set>
                                      <p:cBhvr>
                                        <p:cTn id="1120" dur="1" fill="hold">
                                          <p:stCondLst>
                                            <p:cond delay="0"/>
                                          </p:stCondLst>
                                        </p:cTn>
                                        <p:tgtEl>
                                          <p:spTgt spid="375"/>
                                        </p:tgtEl>
                                        <p:attrNameLst>
                                          <p:attrName>style.visibility</p:attrName>
                                        </p:attrNameLst>
                                      </p:cBhvr>
                                      <p:to>
                                        <p:strVal val="hidden"/>
                                      </p:to>
                                    </p:set>
                                  </p:childTnLst>
                                </p:cTn>
                              </p:par>
                              <p:par>
                                <p:cTn id="1121" nodeType="withEffect" fill="hold" presetClass="entr" presetID="1" repeatCount="1000">
                                  <p:stCondLst>
                                    <p:cond delay="1000"/>
                                  </p:stCondLst>
                                  <p:childTnLst>
                                    <p:set>
                                      <p:cBhvr>
                                        <p:cTn id="1122" dur="1" fill="hold">
                                          <p:stCondLst>
                                            <p:cond delay="0"/>
                                          </p:stCondLst>
                                        </p:cTn>
                                        <p:tgtEl>
                                          <p:spTgt spid="380"/>
                                        </p:tgtEl>
                                        <p:attrNameLst>
                                          <p:attrName>style.visibility</p:attrName>
                                        </p:attrNameLst>
                                      </p:cBhvr>
                                      <p:to>
                                        <p:strVal val="visible"/>
                                      </p:to>
                                    </p:set>
                                  </p:childTnLst>
                                </p:cTn>
                              </p:par>
                              <p:par>
                                <p:cTn id="1123" nodeType="withEffect" fill="hold" presetClass="exit" presetID="9">
                                  <p:stCondLst>
                                    <p:cond delay="1000"/>
                                  </p:stCondLst>
                                  <p:childTnLst>
                                    <p:animEffect filter="dissolve" transition="out">
                                      <p:cBhvr additive="repl">
                                        <p:cTn id="1124" dur="500"/>
                                        <p:tgtEl>
                                          <p:spTgt spid="380"/>
                                        </p:tgtEl>
                                      </p:cBhvr>
                                    </p:animEffect>
                                    <p:set>
                                      <p:cBhvr>
                                        <p:cTn id="1125" dur="1" fill="hold">
                                          <p:stCondLst>
                                            <p:cond delay="499"/>
                                          </p:stCondLst>
                                        </p:cTn>
                                        <p:tgtEl>
                                          <p:spTgt spid="380"/>
                                        </p:tgtEl>
                                        <p:attrNameLst>
                                          <p:attrName>style.visibility</p:attrName>
                                        </p:attrNameLst>
                                      </p:cBhvr>
                                      <p:to>
                                        <p:strVal val="hidden"/>
                                      </p:to>
                                    </p:set>
                                  </p:childTnLst>
                                </p:cTn>
                              </p:par>
                            </p:childTnLst>
                          </p:cTn>
                        </p:par>
                        <p:par>
                          <p:cTn id="1126" fill="hold">
                            <p:stCondLst>
                              <p:cond delay="3320"/>
                            </p:stCondLst>
                            <p:childTnLst>
                              <p:par>
                                <p:cTn id="1127" nodeType="afterEffect" fill="hold" presetClass="entr" presetID="27">
                                  <p:stCondLst>
                                    <p:cond delay="0"/>
                                  </p:stCondLst>
                                  <p:iterate type="lt">
                                    <p:tmAbs val="40"/>
                                  </p:iterate>
                                  <p:childTnLst>
                                    <p:set>
                                      <p:cBhvr>
                                        <p:cTn id="1128" dur="1" fill="hold">
                                          <p:stCondLst>
                                            <p:cond delay="0"/>
                                          </p:stCondLst>
                                        </p:cTn>
                                        <p:tgtEl>
                                          <p:spTgt spid="376"/>
                                        </p:tgtEl>
                                        <p:attrNameLst>
                                          <p:attrName>style.visibility</p:attrName>
                                        </p:attrNameLst>
                                      </p:cBhvr>
                                      <p:to>
                                        <p:strVal val="visible"/>
                                      </p:to>
                                    </p:set>
                                    <p:anim calcmode="discrete" valueType="clr">
                                      <p:cBhvr additive="repl">
                                        <p:cTn id="1129" dur="80"/>
                                        <p:tgtEl>
                                          <p:spTgt spid="376"/>
                                        </p:tgtEl>
                                        <p:attrNameLst>
                                          <p:attrName>style.color</p:attrName>
                                        </p:attrNameLst>
                                      </p:cBhvr>
                                      <p:tavLst>
                                        <p:tav tm="0">
                                          <p:val>
                                            <p:strVal val="rgb(-103,51,51)"/>
                                          </p:val>
                                        </p:tav>
                                        <p:tav tm="50000">
                                          <p:val>
                                            <p:strVal val="rgb(-103,-103,0)"/>
                                          </p:val>
                                        </p:tav>
                                      </p:tavLst>
                                    </p:anim>
                                    <p:anim calcmode="discrete" valueType="clr">
                                      <p:cBhvr additive="repl">
                                        <p:cTn id="1130" dur="80"/>
                                        <p:tgtEl>
                                          <p:spTgt spid="376"/>
                                        </p:tgtEl>
                                        <p:attrNameLst>
                                          <p:attrName>fillcolor</p:attrName>
                                        </p:attrNameLst>
                                      </p:cBhvr>
                                      <p:tavLst>
                                        <p:tav tm="0">
                                          <p:val>
                                            <p:strVal val="rgb(-103,51,51)"/>
                                          </p:val>
                                        </p:tav>
                                        <p:tav tm="50000">
                                          <p:val>
                                            <p:strVal val="rgb(-103,-103,0)"/>
                                          </p:val>
                                        </p:tav>
                                      </p:tavLst>
                                    </p:anim>
                                    <p:set>
                                      <p:cBhvr>
                                        <p:cTn id="1131" dur="80"/>
                                        <p:tgtEl>
                                          <p:spTgt spid="376"/>
                                        </p:tgtEl>
                                        <p:attrNameLst>
                                          <p:attrName>fill.type</p:attrName>
                                        </p:attrNameLst>
                                      </p:cBhvr>
                                      <p:to>
                                        <p:strVal val="solid"/>
                                      </p:to>
                                    </p:set>
                                  </p:childTnLst>
                                </p:cTn>
                              </p:par>
                              <p:par>
                                <p:cTn id="1132" nodeType="withEffect" fill="hold" presetClass="entr" presetID="1" repeatCount="1000">
                                  <p:stCondLst>
                                    <p:cond delay="1500"/>
                                  </p:stCondLst>
                                  <p:childTnLst>
                                    <p:set>
                                      <p:cBhvr>
                                        <p:cTn id="1133" dur="1" fill="hold">
                                          <p:stCondLst>
                                            <p:cond delay="0"/>
                                          </p:stCondLst>
                                        </p:cTn>
                                        <p:tgtEl>
                                          <p:spTgt spid="385"/>
                                        </p:tgtEl>
                                        <p:attrNameLst>
                                          <p:attrName>style.visibility</p:attrName>
                                        </p:attrNameLst>
                                      </p:cBhvr>
                                      <p:to>
                                        <p:strVal val="visible"/>
                                      </p:to>
                                    </p:set>
                                  </p:childTnLst>
                                </p:cTn>
                              </p:par>
                              <p:par>
                                <p:cTn id="1134" nodeType="withEffect" fill="hold" presetClass="exit" presetID="9">
                                  <p:stCondLst>
                                    <p:cond delay="1500"/>
                                  </p:stCondLst>
                                  <p:childTnLst>
                                    <p:animEffect filter="dissolve" transition="out">
                                      <p:cBhvr additive="repl">
                                        <p:cTn id="1135" dur="500"/>
                                        <p:tgtEl>
                                          <p:spTgt spid="385"/>
                                        </p:tgtEl>
                                      </p:cBhvr>
                                    </p:animEffect>
                                    <p:set>
                                      <p:cBhvr>
                                        <p:cTn id="1136" dur="1" fill="hold">
                                          <p:stCondLst>
                                            <p:cond delay="499"/>
                                          </p:stCondLst>
                                        </p:cTn>
                                        <p:tgtEl>
                                          <p:spTgt spid="385"/>
                                        </p:tgtEl>
                                        <p:attrNameLst>
                                          <p:attrName>style.visibility</p:attrName>
                                        </p:attrNameLst>
                                      </p:cBhvr>
                                      <p:to>
                                        <p:strVal val="hidden"/>
                                      </p:to>
                                    </p:set>
                                  </p:childTnLst>
                                </p:cTn>
                              </p:par>
                              <p:par>
                                <p:cTn id="1137" nodeType="withEffect" fill="hold" presetClass="entr" presetID="1" repeatCount="1000">
                                  <p:stCondLst>
                                    <p:cond delay="0"/>
                                  </p:stCondLst>
                                  <p:childTnLst>
                                    <p:set>
                                      <p:cBhvr>
                                        <p:cTn id="1138" dur="1" fill="hold">
                                          <p:stCondLst>
                                            <p:cond delay="0"/>
                                          </p:stCondLst>
                                        </p:cTn>
                                        <p:tgtEl>
                                          <p:spTgt spid="381"/>
                                        </p:tgtEl>
                                        <p:attrNameLst>
                                          <p:attrName>style.visibility</p:attrName>
                                        </p:attrNameLst>
                                      </p:cBhvr>
                                      <p:to>
                                        <p:strVal val="visible"/>
                                      </p:to>
                                    </p:set>
                                  </p:childTnLst>
                                </p:cTn>
                              </p:par>
                              <p:par>
                                <p:cTn id="1139" nodeType="withEffect" fill="hold" presetClass="exit" presetID="9">
                                  <p:stCondLst>
                                    <p:cond delay="0"/>
                                  </p:stCondLst>
                                  <p:childTnLst>
                                    <p:animEffect filter="dissolve" transition="out">
                                      <p:cBhvr additive="repl">
                                        <p:cTn id="1140" dur="500"/>
                                        <p:tgtEl>
                                          <p:spTgt spid="381"/>
                                        </p:tgtEl>
                                      </p:cBhvr>
                                    </p:animEffect>
                                    <p:set>
                                      <p:cBhvr>
                                        <p:cTn id="1141" dur="1" fill="hold">
                                          <p:stCondLst>
                                            <p:cond delay="499"/>
                                          </p:stCondLst>
                                        </p:cTn>
                                        <p:tgtEl>
                                          <p:spTgt spid="381"/>
                                        </p:tgtEl>
                                        <p:attrNameLst>
                                          <p:attrName>style.visibility</p:attrName>
                                        </p:attrNameLst>
                                      </p:cBhvr>
                                      <p:to>
                                        <p:strVal val="hidden"/>
                                      </p:to>
                                    </p:set>
                                  </p:childTnLst>
                                </p:cTn>
                              </p:par>
                            </p:childTnLst>
                          </p:cTn>
                        </p:par>
                        <p:par>
                          <p:cTn id="1142" fill="hold">
                            <p:stCondLst>
                              <p:cond delay="5360"/>
                            </p:stCondLst>
                            <p:childTnLst>
                              <p:par>
                                <p:cTn id="1143" nodeType="afterEffect" fill="hold" presetClass="entr" presetID="1" repeatCount="1000">
                                  <p:stCondLst>
                                    <p:cond delay="0"/>
                                  </p:stCondLst>
                                  <p:childTnLst>
                                    <p:set>
                                      <p:cBhvr>
                                        <p:cTn id="1144" dur="1" fill="hold">
                                          <p:stCondLst>
                                            <p:cond delay="0"/>
                                          </p:stCondLst>
                                        </p:cTn>
                                        <p:tgtEl>
                                          <p:spTgt spid="382"/>
                                        </p:tgtEl>
                                        <p:attrNameLst>
                                          <p:attrName>style.visibility</p:attrName>
                                        </p:attrNameLst>
                                      </p:cBhvr>
                                      <p:to>
                                        <p:strVal val="visible"/>
                                      </p:to>
                                    </p:set>
                                  </p:childTnLst>
                                </p:cTn>
                              </p:par>
                            </p:childTnLst>
                          </p:cTn>
                        </p:par>
                        <p:par>
                          <p:cTn id="1145" fill="hold">
                            <p:stCondLst>
                              <p:cond delay="5360"/>
                            </p:stCondLst>
                            <p:childTnLst>
                              <p:par>
                                <p:cTn id="1146" nodeType="afterEffect" fill="hold" presetClass="exit" presetID="9">
                                  <p:stCondLst>
                                    <p:cond delay="0"/>
                                  </p:stCondLst>
                                  <p:childTnLst>
                                    <p:animEffect filter="dissolve" transition="out">
                                      <p:cBhvr additive="repl">
                                        <p:cTn id="1147" dur="500"/>
                                        <p:tgtEl>
                                          <p:spTgt spid="382"/>
                                        </p:tgtEl>
                                      </p:cBhvr>
                                    </p:animEffect>
                                    <p:set>
                                      <p:cBhvr>
                                        <p:cTn id="1148" dur="1" fill="hold">
                                          <p:stCondLst>
                                            <p:cond delay="499"/>
                                          </p:stCondLst>
                                        </p:cTn>
                                        <p:tgtEl>
                                          <p:spTgt spid="382"/>
                                        </p:tgtEl>
                                        <p:attrNameLst>
                                          <p:attrName>style.visibility</p:attrName>
                                        </p:attrNameLst>
                                      </p:cBhvr>
                                      <p:to>
                                        <p:strVal val="hidden"/>
                                      </p:to>
                                    </p:set>
                                  </p:childTnLst>
                                </p:cTn>
                              </p:par>
                            </p:childTnLst>
                          </p:cTn>
                        </p:par>
                        <p:par>
                          <p:cTn id="1149" fill="hold">
                            <p:stCondLst>
                              <p:cond delay="5860"/>
                            </p:stCondLst>
                            <p:childTnLst>
                              <p:par>
                                <p:cTn id="1150" nodeType="afterEffect" fill="hold" presetClass="exit" presetID="9">
                                  <p:stCondLst>
                                    <p:cond delay="2000"/>
                                  </p:stCondLst>
                                  <p:childTnLst>
                                    <p:animEffect filter="dissolve" transition="out">
                                      <p:cBhvr additive="repl">
                                        <p:cTn id="1151" dur="500"/>
                                        <p:tgtEl>
                                          <p:spTgt spid="374"/>
                                        </p:tgtEl>
                                      </p:cBhvr>
                                    </p:animEffect>
                                    <p:set>
                                      <p:cBhvr>
                                        <p:cTn id="1152" dur="1" fill="hold">
                                          <p:stCondLst>
                                            <p:cond delay="499"/>
                                          </p:stCondLst>
                                        </p:cTn>
                                        <p:tgtEl>
                                          <p:spTgt spid="374"/>
                                        </p:tgtEl>
                                        <p:attrNameLst>
                                          <p:attrName>style.visibility</p:attrName>
                                        </p:attrNameLst>
                                      </p:cBhvr>
                                      <p:to>
                                        <p:strVal val="hidden"/>
                                      </p:to>
                                    </p:set>
                                  </p:childTnLst>
                                </p:cTn>
                              </p:par>
                              <p:par>
                                <p:cTn id="1153" nodeType="withEffect" fill="hold" presetClass="entr" presetID="9">
                                  <p:stCondLst>
                                    <p:cond delay="2000"/>
                                  </p:stCondLst>
                                  <p:childTnLst>
                                    <p:set>
                                      <p:cBhvr>
                                        <p:cTn id="1154" dur="1" fill="hold">
                                          <p:stCondLst>
                                            <p:cond delay="0"/>
                                          </p:stCondLst>
                                        </p:cTn>
                                        <p:tgtEl>
                                          <p:spTgt spid="377"/>
                                        </p:tgtEl>
                                        <p:attrNameLst>
                                          <p:attrName>style.visibility</p:attrName>
                                        </p:attrNameLst>
                                      </p:cBhvr>
                                      <p:to>
                                        <p:strVal val="visible"/>
                                      </p:to>
                                    </p:set>
                                    <p:animEffect filter="dissolve" transition="in">
                                      <p:cBhvr additive="repl">
                                        <p:cTn id="1155" dur="500"/>
                                        <p:tgtEl>
                                          <p:spTgt spid="377"/>
                                        </p:tgtEl>
                                      </p:cBhvr>
                                    </p:animEffect>
                                  </p:childTnLst>
                                </p:cTn>
                              </p:par>
                            </p:childTnLst>
                          </p:cTn>
                        </p:par>
                        <p:par>
                          <p:cTn id="1156" fill="hold">
                            <p:stCondLst>
                              <p:cond delay="8360"/>
                            </p:stCondLst>
                            <p:childTnLst>
                              <p:par>
                                <p:cTn id="1157" nodeType="afterEffect" fill="hold" presetClass="entr" presetID="1" repeatCount="1000">
                                  <p:stCondLst>
                                    <p:cond delay="0"/>
                                  </p:stCondLst>
                                  <p:childTnLst>
                                    <p:set>
                                      <p:cBhvr>
                                        <p:cTn id="1158" dur="1" fill="hold">
                                          <p:stCondLst>
                                            <p:cond delay="0"/>
                                          </p:stCondLst>
                                        </p:cTn>
                                        <p:tgtEl>
                                          <p:spTgt spid="386"/>
                                        </p:tgtEl>
                                        <p:attrNameLst>
                                          <p:attrName>style.visibility</p:attrName>
                                        </p:attrNameLst>
                                      </p:cBhvr>
                                      <p:to>
                                        <p:strVal val="visible"/>
                                      </p:to>
                                    </p:set>
                                  </p:childTnLst>
                                </p:cTn>
                              </p:par>
                            </p:childTnLst>
                          </p:cTn>
                        </p:par>
                        <p:par>
                          <p:cTn id="1159" fill="hold">
                            <p:stCondLst>
                              <p:cond delay="8360"/>
                            </p:stCondLst>
                            <p:childTnLst>
                              <p:par>
                                <p:cTn id="1160" nodeType="afterEffect" fill="hold" presetClass="exit" presetID="9">
                                  <p:stCondLst>
                                    <p:cond delay="0"/>
                                  </p:stCondLst>
                                  <p:childTnLst>
                                    <p:animEffect filter="dissolve" transition="out">
                                      <p:cBhvr additive="repl">
                                        <p:cTn id="1161" dur="500"/>
                                        <p:tgtEl>
                                          <p:spTgt spid="386"/>
                                        </p:tgtEl>
                                      </p:cBhvr>
                                    </p:animEffect>
                                    <p:set>
                                      <p:cBhvr>
                                        <p:cTn id="1162" dur="1" fill="hold">
                                          <p:stCondLst>
                                            <p:cond delay="499"/>
                                          </p:stCondLst>
                                        </p:cTn>
                                        <p:tgtEl>
                                          <p:spTgt spid="386"/>
                                        </p:tgtEl>
                                        <p:attrNameLst>
                                          <p:attrName>style.visibility</p:attrName>
                                        </p:attrNameLst>
                                      </p:cBhvr>
                                      <p:to>
                                        <p:strVal val="hidden"/>
                                      </p:to>
                                    </p:set>
                                  </p:childTnLst>
                                </p:cTn>
                              </p:par>
                            </p:childTnLst>
                          </p:cTn>
                        </p:par>
                        <p:par>
                          <p:cTn id="1163" fill="hold">
                            <p:stCondLst>
                              <p:cond delay="8860"/>
                            </p:stCondLst>
                            <p:childTnLst>
                              <p:par>
                                <p:cTn id="1164" nodeType="afterEffect" fill="hold" presetClass="entr" presetID="27">
                                  <p:stCondLst>
                                    <p:cond delay="0"/>
                                  </p:stCondLst>
                                  <p:iterate type="lt">
                                    <p:tmAbs val="40"/>
                                  </p:iterate>
                                  <p:childTnLst>
                                    <p:set>
                                      <p:cBhvr>
                                        <p:cTn id="1165" dur="1" fill="hold">
                                          <p:stCondLst>
                                            <p:cond delay="0"/>
                                          </p:stCondLst>
                                        </p:cTn>
                                        <p:tgtEl>
                                          <p:spTgt spid="378"/>
                                        </p:tgtEl>
                                        <p:attrNameLst>
                                          <p:attrName>style.visibility</p:attrName>
                                        </p:attrNameLst>
                                      </p:cBhvr>
                                      <p:to>
                                        <p:strVal val="visible"/>
                                      </p:to>
                                    </p:set>
                                    <p:anim calcmode="discrete" valueType="clr">
                                      <p:cBhvr additive="repl">
                                        <p:cTn id="1166" dur="80"/>
                                        <p:tgtEl>
                                          <p:spTgt spid="378"/>
                                        </p:tgtEl>
                                        <p:attrNameLst>
                                          <p:attrName>style.color</p:attrName>
                                        </p:attrNameLst>
                                      </p:cBhvr>
                                      <p:tavLst>
                                        <p:tav tm="0">
                                          <p:val>
                                            <p:strVal val="rgb(-103,51,51)"/>
                                          </p:val>
                                        </p:tav>
                                        <p:tav tm="50000">
                                          <p:val>
                                            <p:strVal val="rgb(-103,-103,0)"/>
                                          </p:val>
                                        </p:tav>
                                      </p:tavLst>
                                    </p:anim>
                                    <p:anim calcmode="discrete" valueType="clr">
                                      <p:cBhvr additive="repl">
                                        <p:cTn id="1167" dur="80"/>
                                        <p:tgtEl>
                                          <p:spTgt spid="378"/>
                                        </p:tgtEl>
                                        <p:attrNameLst>
                                          <p:attrName>fillcolor</p:attrName>
                                        </p:attrNameLst>
                                      </p:cBhvr>
                                      <p:tavLst>
                                        <p:tav tm="0">
                                          <p:val>
                                            <p:strVal val="rgb(-103,51,51)"/>
                                          </p:val>
                                        </p:tav>
                                        <p:tav tm="50000">
                                          <p:val>
                                            <p:strVal val="rgb(-103,-103,0)"/>
                                          </p:val>
                                        </p:tav>
                                      </p:tavLst>
                                    </p:anim>
                                    <p:set>
                                      <p:cBhvr>
                                        <p:cTn id="1168" dur="80"/>
                                        <p:tgtEl>
                                          <p:spTgt spid="378"/>
                                        </p:tgtEl>
                                        <p:attrNameLst>
                                          <p:attrName>fill.type</p:attrName>
                                        </p:attrNameLst>
                                      </p:cBhvr>
                                      <p:to>
                                        <p:strVal val="solid"/>
                                      </p:to>
                                    </p:set>
                                  </p:childTnLst>
                                </p:cTn>
                              </p:par>
                              <p:par>
                                <p:cTn id="1169" nodeType="withEffect" fill="hold" presetClass="entr" presetID="1" repeatCount="1000">
                                  <p:stCondLst>
                                    <p:cond delay="1500"/>
                                  </p:stCondLst>
                                  <p:childTnLst>
                                    <p:set>
                                      <p:cBhvr>
                                        <p:cTn id="1170" dur="1" fill="hold">
                                          <p:stCondLst>
                                            <p:cond delay="0"/>
                                          </p:stCondLst>
                                        </p:cTn>
                                        <p:tgtEl>
                                          <p:spTgt spid="383"/>
                                        </p:tgtEl>
                                        <p:attrNameLst>
                                          <p:attrName>style.visibility</p:attrName>
                                        </p:attrNameLst>
                                      </p:cBhvr>
                                      <p:to>
                                        <p:strVal val="visible"/>
                                      </p:to>
                                    </p:set>
                                  </p:childTnLst>
                                </p:cTn>
                              </p:par>
                              <p:par>
                                <p:cTn id="1171" nodeType="withEffect" fill="hold" presetClass="exit" presetID="9">
                                  <p:stCondLst>
                                    <p:cond delay="1500"/>
                                  </p:stCondLst>
                                  <p:childTnLst>
                                    <p:animEffect filter="dissolve" transition="out">
                                      <p:cBhvr additive="repl">
                                        <p:cTn id="1172" dur="500"/>
                                        <p:tgtEl>
                                          <p:spTgt spid="383"/>
                                        </p:tgtEl>
                                      </p:cBhvr>
                                    </p:animEffect>
                                    <p:set>
                                      <p:cBhvr>
                                        <p:cTn id="1173" dur="1" fill="hold">
                                          <p:stCondLst>
                                            <p:cond delay="499"/>
                                          </p:stCondLst>
                                        </p:cTn>
                                        <p:tgtEl>
                                          <p:spTgt spid="383"/>
                                        </p:tgtEl>
                                        <p:attrNameLst>
                                          <p:attrName>style.visibility</p:attrName>
                                        </p:attrNameLst>
                                      </p:cBhvr>
                                      <p:to>
                                        <p:strVal val="hidden"/>
                                      </p:to>
                                    </p:set>
                                  </p:childTnLst>
                                </p:cTn>
                              </p:par>
                            </p:childTnLst>
                          </p:cTn>
                        </p:par>
                        <p:par>
                          <p:cTn id="1174" fill="hold">
                            <p:stCondLst>
                              <p:cond delay="12060"/>
                            </p:stCondLst>
                            <p:childTnLst>
                              <p:par>
                                <p:cTn id="1175" nodeType="afterEffect" fill="hold" presetClass="entr" presetID="1" repeatCount="1000">
                                  <p:stCondLst>
                                    <p:cond delay="1000"/>
                                  </p:stCondLst>
                                  <p:childTnLst>
                                    <p:set>
                                      <p:cBhvr>
                                        <p:cTn id="1176" dur="1" fill="hold">
                                          <p:stCondLst>
                                            <p:cond delay="0"/>
                                          </p:stCondLst>
                                        </p:cTn>
                                        <p:tgtEl>
                                          <p:spTgt spid="384"/>
                                        </p:tgtEl>
                                        <p:attrNameLst>
                                          <p:attrName>style.visibility</p:attrName>
                                        </p:attrNameLst>
                                      </p:cBhvr>
                                      <p:to>
                                        <p:strVal val="visible"/>
                                      </p:to>
                                    </p:set>
                                  </p:childTnLst>
                                </p:cTn>
                              </p:par>
                            </p:childTnLst>
                          </p:cTn>
                        </p:par>
                        <p:par>
                          <p:cTn id="1177" fill="hold">
                            <p:stCondLst>
                              <p:cond delay="13060"/>
                            </p:stCondLst>
                            <p:childTnLst>
                              <p:par>
                                <p:cTn id="1178" nodeType="afterEffect" fill="hold" presetClass="entr" presetID="1">
                                  <p:stCondLst>
                                    <p:cond delay="0"/>
                                  </p:stCondLst>
                                  <p:childTnLst>
                                    <p:set>
                                      <p:cBhvr>
                                        <p:cTn id="1179" dur="1" fill="hold">
                                          <p:stCondLst>
                                            <p:cond delay="0"/>
                                          </p:stCondLst>
                                        </p:cTn>
                                        <p:tgtEl>
                                          <p:spTgt spid="388"/>
                                        </p:tgtEl>
                                        <p:attrNameLst>
                                          <p:attrName>style.visibility</p:attrName>
                                        </p:attrNameLst>
                                      </p:cBhvr>
                                      <p:to>
                                        <p:strVal val="visible"/>
                                      </p:to>
                                    </p:set>
                                  </p:childTnLst>
                                </p:cTn>
                              </p:par>
                            </p:childTnLst>
                          </p:cTn>
                        </p:par>
                        <p:par>
                          <p:cTn id="1180" fill="hold">
                            <p:stCondLst>
                              <p:cond delay="13060"/>
                            </p:stCondLst>
                            <p:childTnLst>
                              <p:par>
                                <p:cTn id="1181" nodeType="afterEffect" fill="hold" presetClass="exit" presetID="9">
                                  <p:stCondLst>
                                    <p:cond delay="0"/>
                                  </p:stCondLst>
                                  <p:childTnLst>
                                    <p:animEffect filter="dissolve" transition="out">
                                      <p:cBhvr additive="repl">
                                        <p:cTn id="1182" dur="500"/>
                                        <p:tgtEl>
                                          <p:spTgt spid="384"/>
                                        </p:tgtEl>
                                      </p:cBhvr>
                                    </p:animEffect>
                                    <p:set>
                                      <p:cBhvr>
                                        <p:cTn id="1183" dur="1" fill="hold">
                                          <p:stCondLst>
                                            <p:cond delay="499"/>
                                          </p:stCondLst>
                                        </p:cTn>
                                        <p:tgtEl>
                                          <p:spTgt spid="384"/>
                                        </p:tgtEl>
                                        <p:attrNameLst>
                                          <p:attrName>style.visibility</p:attrName>
                                        </p:attrNameLst>
                                      </p:cBhvr>
                                      <p:to>
                                        <p:strVal val="hidden"/>
                                      </p:to>
                                    </p:set>
                                  </p:childTnLst>
                                </p:cTn>
                              </p:par>
                              <p:par>
                                <p:cTn id="1184" nodeType="withEffect" fill="hold" presetClass="exit" presetID="1" repeatCount="1000">
                                  <p:stCondLst>
                                    <p:cond delay="1500"/>
                                  </p:stCondLst>
                                  <p:childTnLst>
                                    <p:set>
                                      <p:cBhvr>
                                        <p:cTn id="1185" dur="1" fill="hold">
                                          <p:stCondLst>
                                            <p:cond delay="0"/>
                                          </p:stCondLst>
                                        </p:cTn>
                                        <p:tgtEl>
                                          <p:spTgt spid="37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89" name="" descr=""/>
          <p:cNvPicPr/>
          <p:nvPr/>
        </p:nvPicPr>
        <p:blipFill>
          <a:blip r:embed="rId1"/>
          <a:stretch/>
        </p:blipFill>
        <p:spPr>
          <a:xfrm>
            <a:off x="0" y="0"/>
            <a:ext cx="9144000" cy="6858000"/>
          </a:xfrm>
          <a:prstGeom prst="rect">
            <a:avLst/>
          </a:prstGeom>
          <a:ln w="0">
            <a:noFill/>
          </a:ln>
        </p:spPr>
      </p:pic>
      <p:pic>
        <p:nvPicPr>
          <p:cNvPr id="390" name="" descr=""/>
          <p:cNvPicPr/>
          <p:nvPr/>
        </p:nvPicPr>
        <p:blipFill>
          <a:blip r:embed="rId2"/>
          <a:stretch/>
        </p:blipFill>
        <p:spPr>
          <a:xfrm>
            <a:off x="6705720" y="3505320"/>
            <a:ext cx="1523880" cy="715680"/>
          </a:xfrm>
          <a:prstGeom prst="rect">
            <a:avLst/>
          </a:prstGeom>
          <a:ln w="0">
            <a:noFill/>
          </a:ln>
        </p:spPr>
      </p:pic>
      <p:pic>
        <p:nvPicPr>
          <p:cNvPr id="391" name="" descr=""/>
          <p:cNvPicPr/>
          <p:nvPr/>
        </p:nvPicPr>
        <p:blipFill>
          <a:blip r:embed="rId3"/>
          <a:stretch/>
        </p:blipFill>
        <p:spPr>
          <a:xfrm>
            <a:off x="762120" y="2666880"/>
            <a:ext cx="3343320" cy="1778040"/>
          </a:xfrm>
          <a:prstGeom prst="rect">
            <a:avLst/>
          </a:prstGeom>
          <a:ln w="0">
            <a:noFill/>
          </a:ln>
        </p:spPr>
      </p:pic>
      <p:pic>
        <p:nvPicPr>
          <p:cNvPr id="392" name="" descr=""/>
          <p:cNvPicPr/>
          <p:nvPr/>
        </p:nvPicPr>
        <p:blipFill>
          <a:blip r:embed="rId4"/>
          <a:stretch/>
        </p:blipFill>
        <p:spPr>
          <a:xfrm>
            <a:off x="4267080" y="4695840"/>
            <a:ext cx="4876920" cy="1547640"/>
          </a:xfrm>
          <a:prstGeom prst="rect">
            <a:avLst/>
          </a:prstGeom>
          <a:ln w="0">
            <a:noFill/>
          </a:ln>
        </p:spPr>
      </p:pic>
      <p:sp>
        <p:nvSpPr>
          <p:cNvPr id="393" name=""/>
          <p:cNvSpPr/>
          <p:nvPr/>
        </p:nvSpPr>
        <p:spPr>
          <a:xfrm>
            <a:off x="6172200" y="5105520"/>
            <a:ext cx="266688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Wait… what are you talking about you have no money…? Hold on a sec~!</a:t>
            </a:r>
            <a:endParaRPr b="0" lang="en-US" sz="1200" spc="-1" strike="noStrike">
              <a:solidFill>
                <a:srgbClr val="000000"/>
              </a:solidFill>
              <a:latin typeface="Arial"/>
            </a:endParaRPr>
          </a:p>
        </p:txBody>
      </p:sp>
      <p:sp>
        <p:nvSpPr>
          <p:cNvPr id="394" name=""/>
          <p:cNvSpPr/>
          <p:nvPr/>
        </p:nvSpPr>
        <p:spPr>
          <a:xfrm>
            <a:off x="1981080" y="3581280"/>
            <a:ext cx="914400" cy="83844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95" name=""/>
          <p:cNvSpPr/>
          <p:nvPr/>
        </p:nvSpPr>
        <p:spPr>
          <a:xfrm>
            <a:off x="1523880" y="2590920"/>
            <a:ext cx="914400" cy="83808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96" name=""/>
          <p:cNvSpPr/>
          <p:nvPr/>
        </p:nvSpPr>
        <p:spPr>
          <a:xfrm>
            <a:off x="2590920" y="2590920"/>
            <a:ext cx="914400" cy="83808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97" name=""/>
          <p:cNvSpPr/>
          <p:nvPr/>
        </p:nvSpPr>
        <p:spPr>
          <a:xfrm>
            <a:off x="838080" y="3352680"/>
            <a:ext cx="914400" cy="83844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398" name=""/>
          <p:cNvSpPr/>
          <p:nvPr/>
        </p:nvSpPr>
        <p:spPr>
          <a:xfrm>
            <a:off x="3200400" y="3352680"/>
            <a:ext cx="914400" cy="83844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186" dur="indefinite" restart="never" nodeType="tmRoot">
          <p:childTnLst>
            <p:seq>
              <p:cTn id="1187" dur="indefinite" nodeType="mainSeq">
                <p:childTnLst>
                  <p:par>
                    <p:cTn id="1188" fill="hold">
                      <p:stCondLst>
                        <p:cond delay="0"/>
                      </p:stCondLst>
                      <p:childTnLst>
                        <p:par>
                          <p:cTn id="1189" fill="hold">
                            <p:stCondLst>
                              <p:cond delay="0"/>
                            </p:stCondLst>
                            <p:childTnLst>
                              <p:par>
                                <p:cTn id="1190" nodeType="afterEffect" fill="hold" presetClass="entr" presetID="9">
                                  <p:stCondLst>
                                    <p:cond delay="0"/>
                                  </p:stCondLst>
                                  <p:childTnLst>
                                    <p:set>
                                      <p:cBhvr>
                                        <p:cTn id="1191" dur="1" fill="hold">
                                          <p:stCondLst>
                                            <p:cond delay="0"/>
                                          </p:stCondLst>
                                        </p:cTn>
                                        <p:tgtEl>
                                          <p:spTgt spid="392"/>
                                        </p:tgtEl>
                                        <p:attrNameLst>
                                          <p:attrName>style.visibility</p:attrName>
                                        </p:attrNameLst>
                                      </p:cBhvr>
                                      <p:to>
                                        <p:strVal val="visible"/>
                                      </p:to>
                                    </p:set>
                                    <p:animEffect filter="dissolve" transition="in">
                                      <p:cBhvr additive="repl">
                                        <p:cTn id="1192" dur="500"/>
                                        <p:tgtEl>
                                          <p:spTgt spid="392"/>
                                        </p:tgtEl>
                                      </p:cBhvr>
                                    </p:animEffect>
                                  </p:childTnLst>
                                </p:cTn>
                              </p:par>
                            </p:childTnLst>
                          </p:cTn>
                        </p:par>
                        <p:par>
                          <p:cTn id="1193" fill="hold">
                            <p:stCondLst>
                              <p:cond delay="500"/>
                            </p:stCondLst>
                            <p:childTnLst>
                              <p:par>
                                <p:cTn id="1194" nodeType="afterEffect" fill="hold" presetClass="entr" presetID="27">
                                  <p:stCondLst>
                                    <p:cond delay="0"/>
                                  </p:stCondLst>
                                  <p:iterate type="lt">
                                    <p:tmAbs val="40"/>
                                  </p:iterate>
                                  <p:childTnLst>
                                    <p:set>
                                      <p:cBhvr>
                                        <p:cTn id="1195" dur="1" fill="hold">
                                          <p:stCondLst>
                                            <p:cond delay="0"/>
                                          </p:stCondLst>
                                        </p:cTn>
                                        <p:tgtEl>
                                          <p:spTgt spid="393"/>
                                        </p:tgtEl>
                                        <p:attrNameLst>
                                          <p:attrName>style.visibility</p:attrName>
                                        </p:attrNameLst>
                                      </p:cBhvr>
                                      <p:to>
                                        <p:strVal val="visible"/>
                                      </p:to>
                                    </p:set>
                                    <p:anim calcmode="discrete" valueType="clr">
                                      <p:cBhvr additive="repl">
                                        <p:cTn id="1196" dur="80"/>
                                        <p:tgtEl>
                                          <p:spTgt spid="393"/>
                                        </p:tgtEl>
                                        <p:attrNameLst>
                                          <p:attrName>style.color</p:attrName>
                                        </p:attrNameLst>
                                      </p:cBhvr>
                                      <p:tavLst>
                                        <p:tav tm="0">
                                          <p:val>
                                            <p:strVal val="rgb(-103,51,51)"/>
                                          </p:val>
                                        </p:tav>
                                        <p:tav tm="50000">
                                          <p:val>
                                            <p:strVal val="rgb(-103,-103,0)"/>
                                          </p:val>
                                        </p:tav>
                                      </p:tavLst>
                                    </p:anim>
                                    <p:anim calcmode="discrete" valueType="clr">
                                      <p:cBhvr additive="repl">
                                        <p:cTn id="1197" dur="80"/>
                                        <p:tgtEl>
                                          <p:spTgt spid="393"/>
                                        </p:tgtEl>
                                        <p:attrNameLst>
                                          <p:attrName>fillcolor</p:attrName>
                                        </p:attrNameLst>
                                      </p:cBhvr>
                                      <p:tavLst>
                                        <p:tav tm="0">
                                          <p:val>
                                            <p:strVal val="rgb(-103,51,51)"/>
                                          </p:val>
                                        </p:tav>
                                        <p:tav tm="50000">
                                          <p:val>
                                            <p:strVal val="rgb(-103,-103,0)"/>
                                          </p:val>
                                        </p:tav>
                                      </p:tavLst>
                                    </p:anim>
                                    <p:set>
                                      <p:cBhvr>
                                        <p:cTn id="1198" dur="80"/>
                                        <p:tgtEl>
                                          <p:spTgt spid="393"/>
                                        </p:tgtEl>
                                        <p:attrNameLst>
                                          <p:attrName>fill.type</p:attrName>
                                        </p:attrNameLst>
                                      </p:cBhvr>
                                      <p:to>
                                        <p:strVal val="solid"/>
                                      </p:to>
                                    </p:set>
                                  </p:childTnLst>
                                </p:cTn>
                              </p:par>
                            </p:childTnLst>
                          </p:cTn>
                        </p:par>
                        <p:par>
                          <p:cTn id="1199" fill="hold">
                            <p:stCondLst>
                              <p:cond delay="2740"/>
                            </p:stCondLst>
                            <p:childTnLst>
                              <p:par>
                                <p:cTn id="1200" nodeType="afterEffect" fill="hold" presetClass="exit" presetID="9">
                                  <p:stCondLst>
                                    <p:cond delay="500"/>
                                  </p:stCondLst>
                                  <p:childTnLst>
                                    <p:animEffect filter="dissolve" transition="out">
                                      <p:cBhvr additive="repl">
                                        <p:cTn id="1201" dur="500"/>
                                        <p:tgtEl>
                                          <p:spTgt spid="392"/>
                                        </p:tgtEl>
                                      </p:cBhvr>
                                    </p:animEffect>
                                    <p:set>
                                      <p:cBhvr>
                                        <p:cTn id="1202" dur="1" fill="hold">
                                          <p:stCondLst>
                                            <p:cond delay="499"/>
                                          </p:stCondLst>
                                        </p:cTn>
                                        <p:tgtEl>
                                          <p:spTgt spid="392"/>
                                        </p:tgtEl>
                                        <p:attrNameLst>
                                          <p:attrName>style.visibility</p:attrName>
                                        </p:attrNameLst>
                                      </p:cBhvr>
                                      <p:to>
                                        <p:strVal val="hidden"/>
                                      </p:to>
                                    </p:set>
                                  </p:childTnLst>
                                </p:cTn>
                              </p:par>
                            </p:childTnLst>
                          </p:cTn>
                        </p:par>
                        <p:par>
                          <p:cTn id="1203" fill="hold">
                            <p:stCondLst>
                              <p:cond delay="3740"/>
                            </p:stCondLst>
                            <p:childTnLst>
                              <p:par>
                                <p:cTn id="1204" nodeType="afterEffect" fill="hold" presetClass="entr" presetID="1">
                                  <p:stCondLst>
                                    <p:cond delay="0"/>
                                  </p:stCondLst>
                                  <p:childTnLst>
                                    <p:set>
                                      <p:cBhvr>
                                        <p:cTn id="1205" dur="1" fill="hold">
                                          <p:stCondLst>
                                            <p:cond delay="0"/>
                                          </p:stCondLst>
                                        </p:cTn>
                                        <p:tgtEl>
                                          <p:spTgt spid="394"/>
                                        </p:tgtEl>
                                        <p:attrNameLst>
                                          <p:attrName>style.visibility</p:attrName>
                                        </p:attrNameLst>
                                      </p:cBhvr>
                                      <p:to>
                                        <p:strVal val="visible"/>
                                      </p:to>
                                    </p:set>
                                  </p:childTnLst>
                                </p:cTn>
                              </p:par>
                            </p:childTnLst>
                          </p:cTn>
                        </p:par>
                        <p:par>
                          <p:cTn id="1206" fill="hold">
                            <p:stCondLst>
                              <p:cond delay="3740"/>
                            </p:stCondLst>
                            <p:childTnLst>
                              <p:par>
                                <p:cTn id="1207" nodeType="afterEffect" fill="hold" presetClass="emph" presetID="6">
                                  <p:stCondLst>
                                    <p:cond delay="0"/>
                                  </p:stCondLst>
                                  <p:childTnLst>
                                    <p:animScale>
                                      <p:cBhvr>
                                        <p:cTn id="1208" dur="500" fill="hold"/>
                                        <p:tgtEl>
                                          <p:spTgt spid="394"/>
                                        </p:tgtEl>
                                      </p:cBhvr>
                                      <p:to x="150000" y="150000"/>
                                    </p:animScale>
                                  </p:childTnLst>
                                </p:cTn>
                              </p:par>
                            </p:childTnLst>
                          </p:cTn>
                        </p:par>
                        <p:par>
                          <p:cTn id="1209" fill="hold">
                            <p:stCondLst>
                              <p:cond delay="4240"/>
                            </p:stCondLst>
                            <p:childTnLst>
                              <p:par>
                                <p:cTn id="1210" nodeType="afterEffect" fill="hold" presetClass="entr" presetID="1">
                                  <p:stCondLst>
                                    <p:cond delay="0"/>
                                  </p:stCondLst>
                                  <p:childTnLst>
                                    <p:set>
                                      <p:cBhvr>
                                        <p:cTn id="1211" dur="1" fill="hold">
                                          <p:stCondLst>
                                            <p:cond delay="0"/>
                                          </p:stCondLst>
                                        </p:cTn>
                                        <p:tgtEl>
                                          <p:spTgt spid="395"/>
                                        </p:tgtEl>
                                        <p:attrNameLst>
                                          <p:attrName>style.visibility</p:attrName>
                                        </p:attrNameLst>
                                      </p:cBhvr>
                                      <p:to>
                                        <p:strVal val="visible"/>
                                      </p:to>
                                    </p:set>
                                  </p:childTnLst>
                                </p:cTn>
                              </p:par>
                            </p:childTnLst>
                          </p:cTn>
                        </p:par>
                        <p:par>
                          <p:cTn id="1212" fill="hold">
                            <p:stCondLst>
                              <p:cond delay="4240"/>
                            </p:stCondLst>
                            <p:childTnLst>
                              <p:par>
                                <p:cTn id="1213" nodeType="afterEffect" fill="hold" presetClass="emph" presetID="6">
                                  <p:stCondLst>
                                    <p:cond delay="0"/>
                                  </p:stCondLst>
                                  <p:childTnLst>
                                    <p:animScale>
                                      <p:cBhvr>
                                        <p:cTn id="1214" dur="500" fill="hold"/>
                                        <p:tgtEl>
                                          <p:spTgt spid="395"/>
                                        </p:tgtEl>
                                      </p:cBhvr>
                                      <p:to x="150000" y="150000"/>
                                    </p:animScale>
                                  </p:childTnLst>
                                </p:cTn>
                              </p:par>
                            </p:childTnLst>
                          </p:cTn>
                        </p:par>
                        <p:par>
                          <p:cTn id="1215" fill="hold">
                            <p:stCondLst>
                              <p:cond delay="4740"/>
                            </p:stCondLst>
                            <p:childTnLst>
                              <p:par>
                                <p:cTn id="1216" nodeType="afterEffect" fill="hold" presetClass="entr" presetID="1">
                                  <p:stCondLst>
                                    <p:cond delay="0"/>
                                  </p:stCondLst>
                                  <p:childTnLst>
                                    <p:set>
                                      <p:cBhvr>
                                        <p:cTn id="1217" dur="1" fill="hold">
                                          <p:stCondLst>
                                            <p:cond delay="0"/>
                                          </p:stCondLst>
                                        </p:cTn>
                                        <p:tgtEl>
                                          <p:spTgt spid="396"/>
                                        </p:tgtEl>
                                        <p:attrNameLst>
                                          <p:attrName>style.visibility</p:attrName>
                                        </p:attrNameLst>
                                      </p:cBhvr>
                                      <p:to>
                                        <p:strVal val="visible"/>
                                      </p:to>
                                    </p:set>
                                  </p:childTnLst>
                                </p:cTn>
                              </p:par>
                            </p:childTnLst>
                          </p:cTn>
                        </p:par>
                        <p:par>
                          <p:cTn id="1218" fill="hold">
                            <p:stCondLst>
                              <p:cond delay="4740"/>
                            </p:stCondLst>
                            <p:childTnLst>
                              <p:par>
                                <p:cTn id="1219" nodeType="afterEffect" fill="hold" presetClass="emph" presetID="6">
                                  <p:stCondLst>
                                    <p:cond delay="0"/>
                                  </p:stCondLst>
                                  <p:childTnLst>
                                    <p:animScale>
                                      <p:cBhvr>
                                        <p:cTn id="1220" dur="500" fill="hold"/>
                                        <p:tgtEl>
                                          <p:spTgt spid="396"/>
                                        </p:tgtEl>
                                      </p:cBhvr>
                                      <p:to x="150000" y="150000"/>
                                    </p:animScale>
                                  </p:childTnLst>
                                </p:cTn>
                              </p:par>
                            </p:childTnLst>
                          </p:cTn>
                        </p:par>
                        <p:par>
                          <p:cTn id="1221" fill="hold">
                            <p:stCondLst>
                              <p:cond delay="5240"/>
                            </p:stCondLst>
                            <p:childTnLst>
                              <p:par>
                                <p:cTn id="1222" nodeType="afterEffect" fill="hold" presetClass="entr" presetID="1">
                                  <p:stCondLst>
                                    <p:cond delay="0"/>
                                  </p:stCondLst>
                                  <p:childTnLst>
                                    <p:set>
                                      <p:cBhvr>
                                        <p:cTn id="1223" dur="1" fill="hold">
                                          <p:stCondLst>
                                            <p:cond delay="0"/>
                                          </p:stCondLst>
                                        </p:cTn>
                                        <p:tgtEl>
                                          <p:spTgt spid="397"/>
                                        </p:tgtEl>
                                        <p:attrNameLst>
                                          <p:attrName>style.visibility</p:attrName>
                                        </p:attrNameLst>
                                      </p:cBhvr>
                                      <p:to>
                                        <p:strVal val="visible"/>
                                      </p:to>
                                    </p:set>
                                  </p:childTnLst>
                                </p:cTn>
                              </p:par>
                            </p:childTnLst>
                          </p:cTn>
                        </p:par>
                        <p:par>
                          <p:cTn id="1224" fill="hold">
                            <p:stCondLst>
                              <p:cond delay="5240"/>
                            </p:stCondLst>
                            <p:childTnLst>
                              <p:par>
                                <p:cTn id="1225" nodeType="afterEffect" fill="hold" presetClass="emph" presetID="6">
                                  <p:stCondLst>
                                    <p:cond delay="0"/>
                                  </p:stCondLst>
                                  <p:childTnLst>
                                    <p:animScale>
                                      <p:cBhvr>
                                        <p:cTn id="1226" dur="500" fill="hold"/>
                                        <p:tgtEl>
                                          <p:spTgt spid="397"/>
                                        </p:tgtEl>
                                      </p:cBhvr>
                                      <p:to x="150000" y="150000"/>
                                    </p:animScale>
                                  </p:childTnLst>
                                </p:cTn>
                              </p:par>
                            </p:childTnLst>
                          </p:cTn>
                        </p:par>
                        <p:par>
                          <p:cTn id="1227" fill="hold">
                            <p:stCondLst>
                              <p:cond delay="5740"/>
                            </p:stCondLst>
                            <p:childTnLst>
                              <p:par>
                                <p:cTn id="1228" nodeType="afterEffect" fill="hold" presetClass="entr" presetID="1">
                                  <p:stCondLst>
                                    <p:cond delay="0"/>
                                  </p:stCondLst>
                                  <p:childTnLst>
                                    <p:set>
                                      <p:cBhvr>
                                        <p:cTn id="1229" dur="1" fill="hold">
                                          <p:stCondLst>
                                            <p:cond delay="0"/>
                                          </p:stCondLst>
                                        </p:cTn>
                                        <p:tgtEl>
                                          <p:spTgt spid="398"/>
                                        </p:tgtEl>
                                        <p:attrNameLst>
                                          <p:attrName>style.visibility</p:attrName>
                                        </p:attrNameLst>
                                      </p:cBhvr>
                                      <p:to>
                                        <p:strVal val="visible"/>
                                      </p:to>
                                    </p:set>
                                  </p:childTnLst>
                                </p:cTn>
                              </p:par>
                            </p:childTnLst>
                          </p:cTn>
                        </p:par>
                        <p:par>
                          <p:cTn id="1230" fill="hold">
                            <p:stCondLst>
                              <p:cond delay="5740"/>
                            </p:stCondLst>
                            <p:childTnLst>
                              <p:par>
                                <p:cTn id="1231" nodeType="afterEffect" fill="hold" presetClass="emph" presetID="6">
                                  <p:stCondLst>
                                    <p:cond delay="0"/>
                                  </p:stCondLst>
                                  <p:childTnLst>
                                    <p:animScale>
                                      <p:cBhvr>
                                        <p:cTn id="1232" dur="500" fill="hold"/>
                                        <p:tgtEl>
                                          <p:spTgt spid="398"/>
                                        </p:tgtEl>
                                      </p:cBhvr>
                                      <p:to x="150000" y="150000"/>
                                    </p:animScale>
                                  </p:childTnLst>
                                </p:cTn>
                              </p:par>
                            </p:childTnLst>
                          </p:cTn>
                        </p:par>
                        <p:par>
                          <p:cTn id="1233" fill="hold">
                            <p:stCondLst>
                              <p:cond delay="6240"/>
                            </p:stCondLst>
                            <p:childTnLst>
                              <p:par>
                                <p:cTn id="1234" nodeType="afterEffect" fill="hold" presetClass="exit" presetID="10">
                                  <p:stCondLst>
                                    <p:cond delay="0"/>
                                  </p:stCondLst>
                                  <p:childTnLst>
                                    <p:animEffect filter="fade" transition="out">
                                      <p:cBhvr additive="repl">
                                        <p:cTn id="1235" dur="2000"/>
                                        <p:tgtEl>
                                          <p:spTgt spid="391"/>
                                        </p:tgtEl>
                                      </p:cBhvr>
                                    </p:animEffect>
                                    <p:set>
                                      <p:cBhvr>
                                        <p:cTn id="1236" dur="1" fill="hold">
                                          <p:stCondLst>
                                            <p:cond delay="1999"/>
                                          </p:stCondLst>
                                        </p:cTn>
                                        <p:tgtEl>
                                          <p:spTgt spid="391"/>
                                        </p:tgtEl>
                                        <p:attrNameLst>
                                          <p:attrName>style.visibility</p:attrName>
                                        </p:attrNameLst>
                                      </p:cBhvr>
                                      <p:to>
                                        <p:strVal val="hidden"/>
                                      </p:to>
                                    </p:set>
                                  </p:childTnLst>
                                </p:cTn>
                              </p:par>
                              <p:par>
                                <p:cTn id="1237" nodeType="withEffect" fill="hold" presetClass="exit" presetID="10">
                                  <p:stCondLst>
                                    <p:cond delay="0"/>
                                  </p:stCondLst>
                                  <p:childTnLst>
                                    <p:animEffect filter="fade" transition="out">
                                      <p:cBhvr additive="repl">
                                        <p:cTn id="1238" dur="2000"/>
                                        <p:tgtEl>
                                          <p:spTgt spid="394"/>
                                        </p:tgtEl>
                                      </p:cBhvr>
                                    </p:animEffect>
                                    <p:set>
                                      <p:cBhvr>
                                        <p:cTn id="1239" dur="1" fill="hold">
                                          <p:stCondLst>
                                            <p:cond delay="1999"/>
                                          </p:stCondLst>
                                        </p:cTn>
                                        <p:tgtEl>
                                          <p:spTgt spid="394"/>
                                        </p:tgtEl>
                                        <p:attrNameLst>
                                          <p:attrName>style.visibility</p:attrName>
                                        </p:attrNameLst>
                                      </p:cBhvr>
                                      <p:to>
                                        <p:strVal val="hidden"/>
                                      </p:to>
                                    </p:set>
                                  </p:childTnLst>
                                </p:cTn>
                              </p:par>
                              <p:par>
                                <p:cTn id="1240" nodeType="withEffect" fill="hold" presetClass="exit" presetID="10">
                                  <p:stCondLst>
                                    <p:cond delay="0"/>
                                  </p:stCondLst>
                                  <p:childTnLst>
                                    <p:animEffect filter="fade" transition="out">
                                      <p:cBhvr additive="repl">
                                        <p:cTn id="1241" dur="2000"/>
                                        <p:tgtEl>
                                          <p:spTgt spid="395"/>
                                        </p:tgtEl>
                                      </p:cBhvr>
                                    </p:animEffect>
                                    <p:set>
                                      <p:cBhvr>
                                        <p:cTn id="1242" dur="1" fill="hold">
                                          <p:stCondLst>
                                            <p:cond delay="1999"/>
                                          </p:stCondLst>
                                        </p:cTn>
                                        <p:tgtEl>
                                          <p:spTgt spid="395"/>
                                        </p:tgtEl>
                                        <p:attrNameLst>
                                          <p:attrName>style.visibility</p:attrName>
                                        </p:attrNameLst>
                                      </p:cBhvr>
                                      <p:to>
                                        <p:strVal val="hidden"/>
                                      </p:to>
                                    </p:set>
                                  </p:childTnLst>
                                </p:cTn>
                              </p:par>
                              <p:par>
                                <p:cTn id="1243" nodeType="withEffect" fill="hold" presetClass="exit" presetID="10">
                                  <p:stCondLst>
                                    <p:cond delay="0"/>
                                  </p:stCondLst>
                                  <p:childTnLst>
                                    <p:animEffect filter="fade" transition="out">
                                      <p:cBhvr additive="repl">
                                        <p:cTn id="1244" dur="2000"/>
                                        <p:tgtEl>
                                          <p:spTgt spid="396"/>
                                        </p:tgtEl>
                                      </p:cBhvr>
                                    </p:animEffect>
                                    <p:set>
                                      <p:cBhvr>
                                        <p:cTn id="1245" dur="1" fill="hold">
                                          <p:stCondLst>
                                            <p:cond delay="1999"/>
                                          </p:stCondLst>
                                        </p:cTn>
                                        <p:tgtEl>
                                          <p:spTgt spid="396"/>
                                        </p:tgtEl>
                                        <p:attrNameLst>
                                          <p:attrName>style.visibility</p:attrName>
                                        </p:attrNameLst>
                                      </p:cBhvr>
                                      <p:to>
                                        <p:strVal val="hidden"/>
                                      </p:to>
                                    </p:set>
                                  </p:childTnLst>
                                </p:cTn>
                              </p:par>
                              <p:par>
                                <p:cTn id="1246" nodeType="withEffect" fill="hold" presetClass="exit" presetID="10">
                                  <p:stCondLst>
                                    <p:cond delay="0"/>
                                  </p:stCondLst>
                                  <p:childTnLst>
                                    <p:animEffect filter="fade" transition="out">
                                      <p:cBhvr additive="repl">
                                        <p:cTn id="1247" dur="2000"/>
                                        <p:tgtEl>
                                          <p:spTgt spid="397"/>
                                        </p:tgtEl>
                                      </p:cBhvr>
                                    </p:animEffect>
                                    <p:set>
                                      <p:cBhvr>
                                        <p:cTn id="1248" dur="1" fill="hold">
                                          <p:stCondLst>
                                            <p:cond delay="1999"/>
                                          </p:stCondLst>
                                        </p:cTn>
                                        <p:tgtEl>
                                          <p:spTgt spid="397"/>
                                        </p:tgtEl>
                                        <p:attrNameLst>
                                          <p:attrName>style.visibility</p:attrName>
                                        </p:attrNameLst>
                                      </p:cBhvr>
                                      <p:to>
                                        <p:strVal val="hidden"/>
                                      </p:to>
                                    </p:set>
                                  </p:childTnLst>
                                </p:cTn>
                              </p:par>
                              <p:par>
                                <p:cTn id="1249" nodeType="withEffect" fill="hold" presetClass="exit" presetID="10">
                                  <p:stCondLst>
                                    <p:cond delay="0"/>
                                  </p:stCondLst>
                                  <p:childTnLst>
                                    <p:animEffect filter="fade" transition="out">
                                      <p:cBhvr additive="repl">
                                        <p:cTn id="1250" dur="2000"/>
                                        <p:tgtEl>
                                          <p:spTgt spid="398"/>
                                        </p:tgtEl>
                                      </p:cBhvr>
                                    </p:animEffect>
                                    <p:set>
                                      <p:cBhvr>
                                        <p:cTn id="1251" dur="1" fill="hold">
                                          <p:stCondLst>
                                            <p:cond delay="1999"/>
                                          </p:stCondLst>
                                        </p:cTn>
                                        <p:tgtEl>
                                          <p:spTgt spid="39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99" name="" descr=""/>
          <p:cNvPicPr/>
          <p:nvPr/>
        </p:nvPicPr>
        <p:blipFill>
          <a:blip r:embed="rId1"/>
          <a:stretch/>
        </p:blipFill>
        <p:spPr>
          <a:xfrm>
            <a:off x="0" y="0"/>
            <a:ext cx="9144000" cy="6858000"/>
          </a:xfrm>
          <a:prstGeom prst="rect">
            <a:avLst/>
          </a:prstGeom>
          <a:ln w="0">
            <a:noFill/>
          </a:ln>
        </p:spPr>
      </p:pic>
      <p:pic>
        <p:nvPicPr>
          <p:cNvPr id="400" name="" descr=""/>
          <p:cNvPicPr/>
          <p:nvPr/>
        </p:nvPicPr>
        <p:blipFill>
          <a:blip r:embed="rId2"/>
          <a:stretch/>
        </p:blipFill>
        <p:spPr>
          <a:xfrm>
            <a:off x="6705720" y="3505320"/>
            <a:ext cx="1523880" cy="715680"/>
          </a:xfrm>
          <a:prstGeom prst="rect">
            <a:avLst/>
          </a:prstGeom>
          <a:ln w="0">
            <a:noFill/>
          </a:ln>
        </p:spPr>
      </p:pic>
    </p:spTree>
  </p:cSld>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01" name="" descr=""/>
          <p:cNvPicPr/>
          <p:nvPr/>
        </p:nvPicPr>
        <p:blipFill>
          <a:blip r:embed="rId1"/>
          <a:stretch/>
        </p:blipFill>
        <p:spPr>
          <a:xfrm>
            <a:off x="0" y="0"/>
            <a:ext cx="9144000" cy="6858000"/>
          </a:xfrm>
          <a:prstGeom prst="rect">
            <a:avLst/>
          </a:prstGeom>
          <a:ln w="0">
            <a:noFill/>
          </a:ln>
        </p:spPr>
      </p:pic>
      <p:pic>
        <p:nvPicPr>
          <p:cNvPr id="402" name="" descr=""/>
          <p:cNvPicPr/>
          <p:nvPr/>
        </p:nvPicPr>
        <p:blipFill>
          <a:blip r:embed="rId2"/>
          <a:stretch/>
        </p:blipFill>
        <p:spPr>
          <a:xfrm>
            <a:off x="3886200" y="990720"/>
            <a:ext cx="4191120" cy="1968480"/>
          </a:xfrm>
          <a:prstGeom prst="rect">
            <a:avLst/>
          </a:prstGeom>
          <a:ln w="0">
            <a:noFill/>
          </a:ln>
        </p:spPr>
      </p:pic>
      <p:pic>
        <p:nvPicPr>
          <p:cNvPr id="403" name="" descr=""/>
          <p:cNvPicPr/>
          <p:nvPr/>
        </p:nvPicPr>
        <p:blipFill>
          <a:blip r:embed="rId3"/>
          <a:stretch/>
        </p:blipFill>
        <p:spPr>
          <a:xfrm>
            <a:off x="4267080" y="2819520"/>
            <a:ext cx="4876920" cy="1547640"/>
          </a:xfrm>
          <a:prstGeom prst="rect">
            <a:avLst/>
          </a:prstGeom>
          <a:ln w="0">
            <a:noFill/>
          </a:ln>
        </p:spPr>
      </p:pic>
      <p:sp>
        <p:nvSpPr>
          <p:cNvPr id="404" name=""/>
          <p:cNvSpPr/>
          <p:nvPr/>
        </p:nvSpPr>
        <p:spPr>
          <a:xfrm>
            <a:off x="6095880" y="3200400"/>
            <a:ext cx="2667240" cy="738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I’ve failed… the money’s gone with him…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How will I ever explain this…</a:t>
            </a:r>
            <a:endParaRPr b="0" lang="en-US" sz="1200" spc="-1" strike="noStrike">
              <a:solidFill>
                <a:srgbClr val="000000"/>
              </a:solidFill>
              <a:latin typeface="Arial"/>
            </a:endParaRPr>
          </a:p>
        </p:txBody>
      </p:sp>
      <p:sp>
        <p:nvSpPr>
          <p:cNvPr id="405" name=""/>
          <p:cNvSpPr/>
          <p:nvPr/>
        </p:nvSpPr>
        <p:spPr>
          <a:xfrm>
            <a:off x="6172200" y="3200400"/>
            <a:ext cx="266688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guess I’d better return back home…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all over for me…</a:t>
            </a:r>
            <a:endParaRPr b="0" lang="en-US" sz="1200" spc="-1" strike="noStrike">
              <a:solidFill>
                <a:srgbClr val="000000"/>
              </a:solidFill>
              <a:latin typeface="Arial"/>
            </a:endParaRPr>
          </a:p>
        </p:txBody>
      </p:sp>
      <p:sp>
        <p:nvSpPr>
          <p:cNvPr id="406" name=""/>
          <p:cNvSpPr/>
          <p:nvPr/>
        </p:nvSpPr>
        <p:spPr>
          <a:xfrm>
            <a:off x="-838080" y="3886200"/>
            <a:ext cx="609480" cy="83808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252" dur="indefinite" restart="never" nodeType="tmRoot">
          <p:childTnLst>
            <p:seq>
              <p:cTn id="1253" dur="indefinite" nodeType="mainSeq">
                <p:childTnLst>
                  <p:par>
                    <p:cTn id="1254" fill="hold">
                      <p:stCondLst>
                        <p:cond delay="0"/>
                      </p:stCondLst>
                      <p:childTnLst>
                        <p:par>
                          <p:cTn id="1255" fill="hold">
                            <p:stCondLst>
                              <p:cond delay="0"/>
                            </p:stCondLst>
                            <p:childTnLst>
                              <p:par>
                                <p:cTn id="1256" nodeType="afterEffect" fill="hold" presetClass="entr" presetID="9">
                                  <p:stCondLst>
                                    <p:cond delay="500"/>
                                  </p:stCondLst>
                                  <p:childTnLst>
                                    <p:set>
                                      <p:cBhvr>
                                        <p:cTn id="1257" dur="1" fill="hold">
                                          <p:stCondLst>
                                            <p:cond delay="0"/>
                                          </p:stCondLst>
                                        </p:cTn>
                                        <p:tgtEl>
                                          <p:spTgt spid="403"/>
                                        </p:tgtEl>
                                        <p:attrNameLst>
                                          <p:attrName>style.visibility</p:attrName>
                                        </p:attrNameLst>
                                      </p:cBhvr>
                                      <p:to>
                                        <p:strVal val="visible"/>
                                      </p:to>
                                    </p:set>
                                    <p:animEffect filter="dissolve" transition="in">
                                      <p:cBhvr additive="repl">
                                        <p:cTn id="1258" dur="500"/>
                                        <p:tgtEl>
                                          <p:spTgt spid="403"/>
                                        </p:tgtEl>
                                      </p:cBhvr>
                                    </p:animEffect>
                                  </p:childTnLst>
                                </p:cTn>
                              </p:par>
                            </p:childTnLst>
                          </p:cTn>
                        </p:par>
                        <p:par>
                          <p:cTn id="1259" fill="hold">
                            <p:stCondLst>
                              <p:cond delay="1000"/>
                            </p:stCondLst>
                            <p:childTnLst>
                              <p:par>
                                <p:cTn id="1260" nodeType="afterEffect" fill="hold" presetClass="entr" presetID="27">
                                  <p:stCondLst>
                                    <p:cond delay="0"/>
                                  </p:stCondLst>
                                  <p:iterate type="lt">
                                    <p:tmAbs val="40"/>
                                  </p:iterate>
                                  <p:childTnLst>
                                    <p:set>
                                      <p:cBhvr>
                                        <p:cTn id="1261" dur="1" fill="hold">
                                          <p:stCondLst>
                                            <p:cond delay="0"/>
                                          </p:stCondLst>
                                        </p:cTn>
                                        <p:tgtEl>
                                          <p:spTgt spid="404"/>
                                        </p:tgtEl>
                                        <p:attrNameLst>
                                          <p:attrName>style.visibility</p:attrName>
                                        </p:attrNameLst>
                                      </p:cBhvr>
                                      <p:to>
                                        <p:strVal val="visible"/>
                                      </p:to>
                                    </p:set>
                                    <p:anim calcmode="discrete" valueType="clr">
                                      <p:cBhvr additive="repl">
                                        <p:cTn id="1262" dur="80"/>
                                        <p:tgtEl>
                                          <p:spTgt spid="404"/>
                                        </p:tgtEl>
                                        <p:attrNameLst>
                                          <p:attrName>style.color</p:attrName>
                                        </p:attrNameLst>
                                      </p:cBhvr>
                                      <p:tavLst>
                                        <p:tav tm="0">
                                          <p:val>
                                            <p:strVal val="rgb(-103,51,51)"/>
                                          </p:val>
                                        </p:tav>
                                        <p:tav tm="50000">
                                          <p:val>
                                            <p:strVal val="rgb(-103,-103,0)"/>
                                          </p:val>
                                        </p:tav>
                                      </p:tavLst>
                                    </p:anim>
                                    <p:anim calcmode="discrete" valueType="clr">
                                      <p:cBhvr additive="repl">
                                        <p:cTn id="1263" dur="80"/>
                                        <p:tgtEl>
                                          <p:spTgt spid="404"/>
                                        </p:tgtEl>
                                        <p:attrNameLst>
                                          <p:attrName>fillcolor</p:attrName>
                                        </p:attrNameLst>
                                      </p:cBhvr>
                                      <p:tavLst>
                                        <p:tav tm="0">
                                          <p:val>
                                            <p:strVal val="rgb(-103,51,51)"/>
                                          </p:val>
                                        </p:tav>
                                        <p:tav tm="50000">
                                          <p:val>
                                            <p:strVal val="rgb(-103,-103,0)"/>
                                          </p:val>
                                        </p:tav>
                                      </p:tavLst>
                                    </p:anim>
                                    <p:set>
                                      <p:cBhvr>
                                        <p:cTn id="1264" dur="80"/>
                                        <p:tgtEl>
                                          <p:spTgt spid="404"/>
                                        </p:tgtEl>
                                        <p:attrNameLst>
                                          <p:attrName>fill.type</p:attrName>
                                        </p:attrNameLst>
                                      </p:cBhvr>
                                      <p:to>
                                        <p:strVal val="solid"/>
                                      </p:to>
                                    </p:set>
                                  </p:childTnLst>
                                </p:cTn>
                              </p:par>
                            </p:childTnLst>
                          </p:cTn>
                        </p:par>
                        <p:par>
                          <p:cTn id="1265" fill="hold">
                            <p:stCondLst>
                              <p:cond delay="3320"/>
                            </p:stCondLst>
                            <p:childTnLst>
                              <p:par>
                                <p:cTn id="1266" nodeType="afterEffect" fill="hold" presetClass="entr" presetID="27">
                                  <p:stCondLst>
                                    <p:cond delay="2000"/>
                                  </p:stCondLst>
                                  <p:iterate type="lt">
                                    <p:tmAbs val="40"/>
                                  </p:iterate>
                                  <p:childTnLst>
                                    <p:set>
                                      <p:cBhvr>
                                        <p:cTn id="1267" dur="1" fill="hold">
                                          <p:stCondLst>
                                            <p:cond delay="0"/>
                                          </p:stCondLst>
                                        </p:cTn>
                                        <p:tgtEl>
                                          <p:spTgt spid="405"/>
                                        </p:tgtEl>
                                        <p:attrNameLst>
                                          <p:attrName>style.visibility</p:attrName>
                                        </p:attrNameLst>
                                      </p:cBhvr>
                                      <p:to>
                                        <p:strVal val="visible"/>
                                      </p:to>
                                    </p:set>
                                    <p:anim calcmode="discrete" valueType="clr">
                                      <p:cBhvr additive="repl">
                                        <p:cTn id="1268" dur="80"/>
                                        <p:tgtEl>
                                          <p:spTgt spid="405"/>
                                        </p:tgtEl>
                                        <p:attrNameLst>
                                          <p:attrName>style.color</p:attrName>
                                        </p:attrNameLst>
                                      </p:cBhvr>
                                      <p:tavLst>
                                        <p:tav tm="0">
                                          <p:val>
                                            <p:strVal val="rgb(-103,51,51)"/>
                                          </p:val>
                                        </p:tav>
                                        <p:tav tm="50000">
                                          <p:val>
                                            <p:strVal val="rgb(-103,-103,0)"/>
                                          </p:val>
                                        </p:tav>
                                      </p:tavLst>
                                    </p:anim>
                                    <p:anim calcmode="discrete" valueType="clr">
                                      <p:cBhvr additive="repl">
                                        <p:cTn id="1269" dur="80"/>
                                        <p:tgtEl>
                                          <p:spTgt spid="405"/>
                                        </p:tgtEl>
                                        <p:attrNameLst>
                                          <p:attrName>fillcolor</p:attrName>
                                        </p:attrNameLst>
                                      </p:cBhvr>
                                      <p:tavLst>
                                        <p:tav tm="0">
                                          <p:val>
                                            <p:strVal val="rgb(-103,51,51)"/>
                                          </p:val>
                                        </p:tav>
                                        <p:tav tm="50000">
                                          <p:val>
                                            <p:strVal val="rgb(-103,-103,0)"/>
                                          </p:val>
                                        </p:tav>
                                      </p:tavLst>
                                    </p:anim>
                                    <p:set>
                                      <p:cBhvr>
                                        <p:cTn id="1270" dur="80"/>
                                        <p:tgtEl>
                                          <p:spTgt spid="405"/>
                                        </p:tgtEl>
                                        <p:attrNameLst>
                                          <p:attrName>fill.type</p:attrName>
                                        </p:attrNameLst>
                                      </p:cBhvr>
                                      <p:to>
                                        <p:strVal val="solid"/>
                                      </p:to>
                                    </p:set>
                                  </p:childTnLst>
                                </p:cTn>
                              </p:par>
                            </p:childTnLst>
                          </p:cTn>
                        </p:par>
                        <p:par>
                          <p:cTn id="1271" fill="hold">
                            <p:stCondLst>
                              <p:cond delay="7240"/>
                            </p:stCondLst>
                            <p:childTnLst>
                              <p:par>
                                <p:cTn id="1272" nodeType="afterEffect" fill="hold" presetClass="entr" presetID="1">
                                  <p:stCondLst>
                                    <p:cond delay="2500"/>
                                  </p:stCondLst>
                                  <p:childTnLst>
                                    <p:set>
                                      <p:cBhvr>
                                        <p:cTn id="1273"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rPr>
              <a:t>`</a:t>
            </a:r>
            <a:endParaRPr b="0" lang="en-US" sz="4400" spc="-1" strike="noStrike">
              <a:solidFill>
                <a:srgbClr val="000000"/>
              </a:solidFill>
              <a:latin typeface="Arial"/>
            </a:endParaRPr>
          </a:p>
        </p:txBody>
      </p:sp>
      <p:sp>
        <p:nvSpPr>
          <p:cNvPr id="408"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pic>
        <p:nvPicPr>
          <p:cNvPr id="409" name="" descr=""/>
          <p:cNvPicPr/>
          <p:nvPr/>
        </p:nvPicPr>
        <p:blipFill>
          <a:blip r:embed="rId1"/>
          <a:stretch/>
        </p:blipFill>
        <p:spPr>
          <a:xfrm>
            <a:off x="0" y="0"/>
            <a:ext cx="9144000" cy="6858000"/>
          </a:xfrm>
          <a:prstGeom prst="rect">
            <a:avLst/>
          </a:prstGeom>
          <a:ln w="0">
            <a:noFill/>
          </a:ln>
        </p:spPr>
      </p:pic>
      <p:sp>
        <p:nvSpPr>
          <p:cNvPr id="410" name=""/>
          <p:cNvSpPr/>
          <p:nvPr/>
        </p:nvSpPr>
        <p:spPr>
          <a:xfrm>
            <a:off x="609480" y="4572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(2.5 parsec radius)</a:t>
            </a:r>
            <a:endParaRPr b="0" lang="en-US" sz="1200" spc="-1" strike="noStrike">
              <a:solidFill>
                <a:srgbClr val="000000"/>
              </a:solidFill>
              <a:latin typeface="Arial"/>
            </a:endParaRPr>
          </a:p>
        </p:txBody>
      </p:sp>
      <p:sp>
        <p:nvSpPr>
          <p:cNvPr id="411" name=""/>
          <p:cNvSpPr/>
          <p:nvPr/>
        </p:nvSpPr>
        <p:spPr>
          <a:xfrm>
            <a:off x="533520" y="152280"/>
            <a:ext cx="304776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-=Local map=-</a:t>
            </a:r>
            <a:endParaRPr b="0" lang="en-US" sz="1600" spc="-1" strike="noStrike">
              <a:solidFill>
                <a:srgbClr val="000000"/>
              </a:solidFill>
              <a:latin typeface="Arial"/>
            </a:endParaRPr>
          </a:p>
        </p:txBody>
      </p:sp>
      <p:pic>
        <p:nvPicPr>
          <p:cNvPr id="412" name="" descr=""/>
          <p:cNvPicPr/>
          <p:nvPr/>
        </p:nvPicPr>
        <p:blipFill>
          <a:blip r:embed="rId2"/>
          <a:stretch/>
        </p:blipFill>
        <p:spPr>
          <a:xfrm rot="3991800">
            <a:off x="4911120" y="803160"/>
            <a:ext cx="1247760" cy="708120"/>
          </a:xfrm>
          <a:prstGeom prst="rect">
            <a:avLst/>
          </a:prstGeom>
          <a:ln w="0">
            <a:noFill/>
          </a:ln>
        </p:spPr>
      </p:pic>
      <p:pic>
        <p:nvPicPr>
          <p:cNvPr id="413" name="" descr=""/>
          <p:cNvPicPr/>
          <p:nvPr/>
        </p:nvPicPr>
        <p:blipFill>
          <a:blip r:embed="rId3"/>
          <a:stretch/>
        </p:blipFill>
        <p:spPr>
          <a:xfrm rot="17959200">
            <a:off x="1037160" y="3381480"/>
            <a:ext cx="381240" cy="322560"/>
          </a:xfrm>
          <a:prstGeom prst="rect">
            <a:avLst/>
          </a:prstGeom>
          <a:ln w="0">
            <a:noFill/>
          </a:ln>
        </p:spPr>
      </p:pic>
      <p:pic>
        <p:nvPicPr>
          <p:cNvPr id="414" name="" descr=""/>
          <p:cNvPicPr/>
          <p:nvPr/>
        </p:nvPicPr>
        <p:blipFill>
          <a:blip r:embed="rId4"/>
          <a:stretch/>
        </p:blipFill>
        <p:spPr>
          <a:xfrm>
            <a:off x="7543800" y="2895480"/>
            <a:ext cx="905040" cy="711360"/>
          </a:xfrm>
          <a:prstGeom prst="rect">
            <a:avLst/>
          </a:prstGeom>
          <a:ln w="0">
            <a:noFill/>
          </a:ln>
        </p:spPr>
      </p:pic>
      <p:pic>
        <p:nvPicPr>
          <p:cNvPr id="415" name="" descr=""/>
          <p:cNvPicPr/>
          <p:nvPr/>
        </p:nvPicPr>
        <p:blipFill>
          <a:blip r:embed="rId5"/>
          <a:stretch/>
        </p:blipFill>
        <p:spPr>
          <a:xfrm rot="1158600">
            <a:off x="3352680" y="5638680"/>
            <a:ext cx="293760" cy="352440"/>
          </a:xfrm>
          <a:prstGeom prst="rect">
            <a:avLst/>
          </a:prstGeom>
          <a:ln w="0">
            <a:noFill/>
          </a:ln>
        </p:spPr>
      </p:pic>
      <p:sp>
        <p:nvSpPr>
          <p:cNvPr id="416" name=""/>
          <p:cNvSpPr/>
          <p:nvPr/>
        </p:nvSpPr>
        <p:spPr>
          <a:xfrm>
            <a:off x="4191120" y="5029200"/>
            <a:ext cx="4800600" cy="1600200"/>
          </a:xfrm>
          <a:prstGeom prst="wedgeRectCallout">
            <a:avLst>
              <a:gd name="adj1" fmla="val -62564"/>
              <a:gd name="adj2" fmla="val -199"/>
            </a:avLst>
          </a:prstGeom>
          <a:solidFill>
            <a:srgbClr val="ffffff"/>
          </a:solidFill>
          <a:ln w="9360">
            <a:solidFill>
              <a:srgbClr val="80808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417" name="" descr=""/>
          <p:cNvPicPr/>
          <p:nvPr/>
        </p:nvPicPr>
        <p:blipFill>
          <a:blip r:embed="rId6"/>
          <a:stretch/>
        </p:blipFill>
        <p:spPr>
          <a:xfrm>
            <a:off x="4267080" y="5105520"/>
            <a:ext cx="4648320" cy="1474560"/>
          </a:xfrm>
          <a:prstGeom prst="rect">
            <a:avLst/>
          </a:prstGeom>
          <a:ln w="0">
            <a:noFill/>
          </a:ln>
        </p:spPr>
      </p:pic>
      <p:sp>
        <p:nvSpPr>
          <p:cNvPr id="418" name=""/>
          <p:cNvSpPr/>
          <p:nvPr/>
        </p:nvSpPr>
        <p:spPr>
          <a:xfrm>
            <a:off x="6019920" y="5486400"/>
            <a:ext cx="2666880" cy="9208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In order to travel long distances, you need to launch from a </a:t>
            </a:r>
            <a:r>
              <a:rPr b="0" lang="en-US" sz="1200" spc="-1" strike="noStrike">
                <a:solidFill>
                  <a:srgbClr val="ff3300"/>
                </a:solidFill>
                <a:latin typeface="Arial"/>
              </a:rPr>
              <a:t>Warp Gate</a:t>
            </a:r>
            <a:r>
              <a:rPr b="0" lang="en-US" sz="1200" spc="-1" strike="noStrike">
                <a:solidFill>
                  <a:srgbClr val="000000"/>
                </a:solidFill>
                <a:latin typeface="Arial"/>
              </a:rPr>
              <a: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There should be a </a:t>
            </a:r>
            <a:r>
              <a:rPr b="0" lang="en-US" sz="1200" spc="-1" strike="noStrike">
                <a:solidFill>
                  <a:srgbClr val="ff3300"/>
                </a:solidFill>
                <a:latin typeface="Arial"/>
              </a:rPr>
              <a:t>Warp Gate </a:t>
            </a:r>
            <a:r>
              <a:rPr b="0" lang="en-US" sz="1200" spc="-1" strike="noStrike">
                <a:solidFill>
                  <a:srgbClr val="000000"/>
                </a:solidFill>
                <a:latin typeface="Arial"/>
              </a:rPr>
              <a:t>around here…</a:t>
            </a:r>
            <a:endParaRPr b="0" lang="en-US" sz="1200" spc="-1" strike="noStrike">
              <a:solidFill>
                <a:srgbClr val="000000"/>
              </a:solidFill>
              <a:latin typeface="Arial"/>
            </a:endParaRPr>
          </a:p>
        </p:txBody>
      </p:sp>
    </p:spTree>
  </p:cSld>
  <p:timing>
    <p:tnLst>
      <p:par>
        <p:cTn id="1274" dur="indefinite" restart="never" nodeType="tmRoot">
          <p:childTnLst>
            <p:seq>
              <p:cTn id="1275" dur="indefinite" nodeType="mainSeq">
                <p:childTnLst>
                  <p:par>
                    <p:cTn id="1276" fill="hold">
                      <p:stCondLst>
                        <p:cond delay="0"/>
                      </p:stCondLst>
                      <p:childTnLst>
                        <p:par>
                          <p:cTn id="1277" fill="hold">
                            <p:stCondLst>
                              <p:cond delay="0"/>
                            </p:stCondLst>
                            <p:childTnLst>
                              <p:par>
                                <p:cTn id="1278" nodeType="afterEffect" fill="hold" presetClass="entr" presetID="9">
                                  <p:stCondLst>
                                    <p:cond delay="0"/>
                                  </p:stCondLst>
                                  <p:childTnLst>
                                    <p:set>
                                      <p:cBhvr>
                                        <p:cTn id="1279" dur="1" fill="hold">
                                          <p:stCondLst>
                                            <p:cond delay="0"/>
                                          </p:stCondLst>
                                        </p:cTn>
                                        <p:tgtEl>
                                          <p:spTgt spid="416"/>
                                        </p:tgtEl>
                                        <p:attrNameLst>
                                          <p:attrName>style.visibility</p:attrName>
                                        </p:attrNameLst>
                                      </p:cBhvr>
                                      <p:to>
                                        <p:strVal val="visible"/>
                                      </p:to>
                                    </p:set>
                                    <p:animEffect filter="dissolve" transition="in">
                                      <p:cBhvr additive="repl">
                                        <p:cTn id="1280" dur="500"/>
                                        <p:tgtEl>
                                          <p:spTgt spid="416"/>
                                        </p:tgtEl>
                                      </p:cBhvr>
                                    </p:animEffect>
                                  </p:childTnLst>
                                </p:cTn>
                              </p:par>
                              <p:par>
                                <p:cTn id="1281" nodeType="withEffect" fill="hold" presetClass="entr" presetID="9">
                                  <p:stCondLst>
                                    <p:cond delay="0"/>
                                  </p:stCondLst>
                                  <p:childTnLst>
                                    <p:set>
                                      <p:cBhvr>
                                        <p:cTn id="1282" dur="1" fill="hold">
                                          <p:stCondLst>
                                            <p:cond delay="0"/>
                                          </p:stCondLst>
                                        </p:cTn>
                                        <p:tgtEl>
                                          <p:spTgt spid="417"/>
                                        </p:tgtEl>
                                        <p:attrNameLst>
                                          <p:attrName>style.visibility</p:attrName>
                                        </p:attrNameLst>
                                      </p:cBhvr>
                                      <p:to>
                                        <p:strVal val="visible"/>
                                      </p:to>
                                    </p:set>
                                    <p:animEffect filter="dissolve" transition="in">
                                      <p:cBhvr additive="repl">
                                        <p:cTn id="1283" dur="500"/>
                                        <p:tgtEl>
                                          <p:spTgt spid="417"/>
                                        </p:tgtEl>
                                      </p:cBhvr>
                                    </p:animEffect>
                                  </p:childTnLst>
                                </p:cTn>
                              </p:par>
                            </p:childTnLst>
                          </p:cTn>
                        </p:par>
                        <p:par>
                          <p:cTn id="1284" fill="hold">
                            <p:stCondLst>
                              <p:cond delay="500"/>
                            </p:stCondLst>
                            <p:childTnLst>
                              <p:par>
                                <p:cTn id="1285" nodeType="afterEffect" fill="hold" presetClass="entr" presetID="27">
                                  <p:stCondLst>
                                    <p:cond delay="0"/>
                                  </p:stCondLst>
                                  <p:iterate type="lt">
                                    <p:tmAbs val="40"/>
                                  </p:iterate>
                                  <p:childTnLst>
                                    <p:set>
                                      <p:cBhvr>
                                        <p:cTn id="1286" dur="1" fill="hold">
                                          <p:stCondLst>
                                            <p:cond delay="0"/>
                                          </p:stCondLst>
                                        </p:cTn>
                                        <p:tgtEl>
                                          <p:spTgt spid="418"/>
                                        </p:tgtEl>
                                        <p:attrNameLst>
                                          <p:attrName>style.visibility</p:attrName>
                                        </p:attrNameLst>
                                      </p:cBhvr>
                                      <p:to>
                                        <p:strVal val="visible"/>
                                      </p:to>
                                    </p:set>
                                    <p:anim calcmode="discrete" valueType="clr">
                                      <p:cBhvr additive="repl">
                                        <p:cTn id="1287" dur="80"/>
                                        <p:tgtEl>
                                          <p:spTgt spid="418"/>
                                        </p:tgtEl>
                                        <p:attrNameLst>
                                          <p:attrName>style.color</p:attrName>
                                        </p:attrNameLst>
                                      </p:cBhvr>
                                      <p:tavLst>
                                        <p:tav tm="0">
                                          <p:val>
                                            <p:strVal val="rgb(-103,51,51)"/>
                                          </p:val>
                                        </p:tav>
                                        <p:tav tm="50000">
                                          <p:val>
                                            <p:strVal val="rgb(-103,-103,0)"/>
                                          </p:val>
                                        </p:tav>
                                      </p:tavLst>
                                    </p:anim>
                                    <p:anim calcmode="discrete" valueType="clr">
                                      <p:cBhvr additive="repl">
                                        <p:cTn id="1288" dur="80"/>
                                        <p:tgtEl>
                                          <p:spTgt spid="418"/>
                                        </p:tgtEl>
                                        <p:attrNameLst>
                                          <p:attrName>fillcolor</p:attrName>
                                        </p:attrNameLst>
                                      </p:cBhvr>
                                      <p:tavLst>
                                        <p:tav tm="0">
                                          <p:val>
                                            <p:strVal val="rgb(-103,51,51)"/>
                                          </p:val>
                                        </p:tav>
                                        <p:tav tm="50000">
                                          <p:val>
                                            <p:strVal val="rgb(-103,-103,0)"/>
                                          </p:val>
                                        </p:tav>
                                      </p:tavLst>
                                    </p:anim>
                                    <p:set>
                                      <p:cBhvr>
                                        <p:cTn id="1289" dur="80"/>
                                        <p:tgtEl>
                                          <p:spTgt spid="418"/>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19" name="" descr=""/>
          <p:cNvPicPr/>
          <p:nvPr/>
        </p:nvPicPr>
        <p:blipFill>
          <a:blip r:embed="rId1"/>
          <a:stretch/>
        </p:blipFill>
        <p:spPr>
          <a:xfrm>
            <a:off x="0" y="0"/>
            <a:ext cx="9144000" cy="6858000"/>
          </a:xfrm>
          <a:prstGeom prst="rect">
            <a:avLst/>
          </a:prstGeom>
          <a:ln w="0">
            <a:noFill/>
          </a:ln>
        </p:spPr>
      </p:pic>
      <p:sp>
        <p:nvSpPr>
          <p:cNvPr id="420" name=""/>
          <p:cNvSpPr/>
          <p:nvPr/>
        </p:nvSpPr>
        <p:spPr>
          <a:xfrm>
            <a:off x="533520" y="152280"/>
            <a:ext cx="304776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-=Local map=-</a:t>
            </a:r>
            <a:endParaRPr b="0" lang="en-US" sz="1600" spc="-1" strike="noStrike">
              <a:solidFill>
                <a:srgbClr val="000000"/>
              </a:solidFill>
              <a:latin typeface="Arial"/>
            </a:endParaRPr>
          </a:p>
        </p:txBody>
      </p:sp>
      <p:sp>
        <p:nvSpPr>
          <p:cNvPr id="421" name=""/>
          <p:cNvSpPr/>
          <p:nvPr/>
        </p:nvSpPr>
        <p:spPr>
          <a:xfrm>
            <a:off x="609480" y="4572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(2.5 parsec radius)</a:t>
            </a:r>
            <a:endParaRPr b="0" lang="en-US" sz="1200" spc="-1" strike="noStrike">
              <a:solidFill>
                <a:srgbClr val="000000"/>
              </a:solidFill>
              <a:latin typeface="Arial"/>
            </a:endParaRPr>
          </a:p>
        </p:txBody>
      </p:sp>
      <p:pic>
        <p:nvPicPr>
          <p:cNvPr id="422" name="" descr="">
            <a:hlinkClick r:id="rId2" action="ppaction://hlinksldjump"/>
          </p:cNvPr>
          <p:cNvPicPr/>
          <p:nvPr/>
        </p:nvPicPr>
        <p:blipFill>
          <a:blip r:embed="rId3"/>
          <a:stretch/>
        </p:blipFill>
        <p:spPr>
          <a:xfrm rot="3991800">
            <a:off x="4911120" y="803160"/>
            <a:ext cx="1247760" cy="708120"/>
          </a:xfrm>
          <a:prstGeom prst="rect">
            <a:avLst/>
          </a:prstGeom>
          <a:ln w="0">
            <a:noFill/>
          </a:ln>
        </p:spPr>
      </p:pic>
      <p:sp>
        <p:nvSpPr>
          <p:cNvPr id="423" name=""/>
          <p:cNvSpPr/>
          <p:nvPr/>
        </p:nvSpPr>
        <p:spPr>
          <a:xfrm>
            <a:off x="457200" y="990720"/>
            <a:ext cx="2133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3300"/>
                </a:solidFill>
                <a:latin typeface="Arial"/>
              </a:rPr>
              <a:t>**select destination</a:t>
            </a:r>
            <a:endParaRPr b="0" lang="en-US" sz="1800" spc="-1" strike="noStrike">
              <a:solidFill>
                <a:srgbClr val="000000"/>
              </a:solidFill>
              <a:latin typeface="Arial"/>
            </a:endParaRPr>
          </a:p>
        </p:txBody>
      </p:sp>
      <p:pic>
        <p:nvPicPr>
          <p:cNvPr id="424" name="" descr="">
            <a:hlinkClick r:id="rId4" action="ppaction://hlinksldjump"/>
          </p:cNvPr>
          <p:cNvPicPr/>
          <p:nvPr/>
        </p:nvPicPr>
        <p:blipFill>
          <a:blip r:embed="rId5"/>
          <a:stretch/>
        </p:blipFill>
        <p:spPr>
          <a:xfrm rot="17959200">
            <a:off x="1037160" y="3381480"/>
            <a:ext cx="381240" cy="322560"/>
          </a:xfrm>
          <a:prstGeom prst="rect">
            <a:avLst/>
          </a:prstGeom>
          <a:ln w="0">
            <a:noFill/>
          </a:ln>
        </p:spPr>
      </p:pic>
      <p:pic>
        <p:nvPicPr>
          <p:cNvPr id="425" name="" descr="">
            <a:hlinkClick r:id="rId6" action="ppaction://hlinksldjump"/>
          </p:cNvPr>
          <p:cNvPicPr/>
          <p:nvPr/>
        </p:nvPicPr>
        <p:blipFill>
          <a:blip r:embed="rId7"/>
          <a:stretch/>
        </p:blipFill>
        <p:spPr>
          <a:xfrm>
            <a:off x="7543800" y="2895480"/>
            <a:ext cx="905040" cy="711360"/>
          </a:xfrm>
          <a:prstGeom prst="rect">
            <a:avLst/>
          </a:prstGeom>
          <a:ln w="0">
            <a:noFill/>
          </a:ln>
        </p:spPr>
      </p:pic>
      <p:pic>
        <p:nvPicPr>
          <p:cNvPr id="426" name="" descr=""/>
          <p:cNvPicPr/>
          <p:nvPr/>
        </p:nvPicPr>
        <p:blipFill>
          <a:blip r:embed="rId8"/>
          <a:stretch/>
        </p:blipFill>
        <p:spPr>
          <a:xfrm rot="1158600">
            <a:off x="3352680" y="5638680"/>
            <a:ext cx="293760" cy="352440"/>
          </a:xfrm>
          <a:prstGeom prst="rect">
            <a:avLst/>
          </a:prstGeom>
          <a:ln w="0">
            <a:noFill/>
          </a:ln>
        </p:spPr>
      </p:pic>
      <p:sp>
        <p:nvSpPr>
          <p:cNvPr id="427" name=""/>
          <p:cNvSpPr/>
          <p:nvPr/>
        </p:nvSpPr>
        <p:spPr>
          <a:xfrm>
            <a:off x="3505320" y="-533520"/>
            <a:ext cx="190476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Starport: galactic empires inspired.</a:t>
            </a:r>
            <a:endParaRPr b="0" lang="en-US" sz="1200" spc="-1" strike="noStrike">
              <a:solidFill>
                <a:srgbClr val="000000"/>
              </a:solidFill>
              <a:latin typeface="Arial"/>
            </a:endParaRPr>
          </a:p>
        </p:txBody>
      </p:sp>
    </p:spTree>
  </p:cSld>
  <p:timing>
    <p:tnLst>
      <p:par>
        <p:cTn id="1290" dur="indefinite" restart="never" nodeType="tmRoot">
          <p:childTnLst>
            <p:seq>
              <p:cTn id="1291" dur="indefinite" nodeType="mainSeq">
                <p:childTnLst>
                  <p:par>
                    <p:cTn id="1292" fill="hold">
                      <p:stCondLst>
                        <p:cond delay="0"/>
                      </p:stCondLst>
                      <p:childTnLst>
                        <p:par>
                          <p:cTn id="1293" fill="hold">
                            <p:stCondLst>
                              <p:cond delay="0"/>
                            </p:stCondLst>
                            <p:childTnLst>
                              <p:par>
                                <p:cTn id="1294" nodeType="afterEffect" fill="hold" presetClass="entr" presetID="27">
                                  <p:stCondLst>
                                    <p:cond delay="0"/>
                                  </p:stCondLst>
                                  <p:iterate type="lt">
                                    <p:tmAbs val="40"/>
                                  </p:iterate>
                                  <p:childTnLst>
                                    <p:audio isNarration="0">
                                      <p:cMediaNode showWhenStopped="1">
                                        <p:cTn/>
                                        <p:tgtEl>
                                          <p:sndTgt r:embed="rId9" name="chimes.wav"/>
                                        </p:tgtEl>
                                      </p:cMediaNode>
                                    </p:audio>
                                    <p:set>
                                      <p:cBhvr>
                                        <p:cTn id="1295" dur="1" fill="hold">
                                          <p:stCondLst>
                                            <p:cond delay="0"/>
                                          </p:stCondLst>
                                        </p:cTn>
                                        <p:tgtEl>
                                          <p:spTgt spid="423"/>
                                        </p:tgtEl>
                                        <p:attrNameLst>
                                          <p:attrName>style.visibility</p:attrName>
                                        </p:attrNameLst>
                                      </p:cBhvr>
                                      <p:to>
                                        <p:strVal val="visible"/>
                                      </p:to>
                                    </p:set>
                                    <p:anim calcmode="discrete" valueType="clr">
                                      <p:cBhvr additive="repl">
                                        <p:cTn id="1296" dur="80"/>
                                        <p:tgtEl>
                                          <p:spTgt spid="423"/>
                                        </p:tgtEl>
                                        <p:attrNameLst>
                                          <p:attrName>style.color</p:attrName>
                                        </p:attrNameLst>
                                      </p:cBhvr>
                                      <p:tavLst>
                                        <p:tav tm="0">
                                          <p:val>
                                            <p:strVal val="rgb(0,0,0)"/>
                                          </p:val>
                                        </p:tav>
                                        <p:tav tm="50000">
                                          <p:val>
                                            <p:strVal val="rgb(-1,-1,-1)"/>
                                          </p:val>
                                        </p:tav>
                                      </p:tavLst>
                                    </p:anim>
                                    <p:anim calcmode="discrete" valueType="clr">
                                      <p:cBhvr additive="repl">
                                        <p:cTn id="1297" dur="80"/>
                                        <p:tgtEl>
                                          <p:spTgt spid="423"/>
                                        </p:tgtEl>
                                        <p:attrNameLst>
                                          <p:attrName>fillcolor</p:attrName>
                                        </p:attrNameLst>
                                      </p:cBhvr>
                                      <p:tavLst>
                                        <p:tav tm="0">
                                          <p:val>
                                            <p:strVal val="rgb(-103,51,51)"/>
                                          </p:val>
                                        </p:tav>
                                        <p:tav tm="50000">
                                          <p:val>
                                            <p:strVal val="rgb(-103,-103,0)"/>
                                          </p:val>
                                        </p:tav>
                                      </p:tavLst>
                                    </p:anim>
                                    <p:set>
                                      <p:cBhvr>
                                        <p:cTn id="1298" dur="80"/>
                                        <p:tgtEl>
                                          <p:spTgt spid="423"/>
                                        </p:tgtEl>
                                        <p:attrNameLst>
                                          <p:attrName>fill.type</p:attrName>
                                        </p:attrNameLst>
                                      </p:cBhvr>
                                      <p:to>
                                        <p:strVal val="solid"/>
                                      </p:to>
                                    </p:set>
                                  </p:childTnLst>
                                </p:cTn>
                              </p:par>
                            </p:childTnLst>
                          </p:cTn>
                        </p:par>
                        <p:par>
                          <p:cTn id="1299" fill="hold">
                            <p:stCondLst>
                              <p:cond delay="800"/>
                            </p:stCondLst>
                            <p:childTnLst>
                              <p:par>
                                <p:cTn id="1300" nodeType="afterEffect" fill="hold" presetClass="entr" presetID="27">
                                  <p:stCondLst>
                                    <p:cond delay="0"/>
                                  </p:stCondLst>
                                  <p:iterate type="lt">
                                    <p:tmAbs val="40"/>
                                  </p:iterate>
                                  <p:childTnLst>
                                    <p:cmd type="call" cmd="">
                                      <p:cBhvr>
                                        <p:cTn id="1301" fill="hold">
                                          <p:stCondLst>
                                            <p:cond evt="begin"/>
                                          </p:stCondLst>
                                        </p:cTn>
                                      </p:cBhvr>
                                    </p:cmd>
                                    <p:set>
                                      <p:cBhvr>
                                        <p:cTn id="1302" dur="1" fill="hold">
                                          <p:stCondLst>
                                            <p:cond delay="0"/>
                                          </p:stCondLst>
                                        </p:cTn>
                                        <p:tgtEl>
                                          <p:spTgt spid="423"/>
                                        </p:tgtEl>
                                        <p:attrNameLst>
                                          <p:attrName>style.visibility</p:attrName>
                                        </p:attrNameLst>
                                      </p:cBhvr>
                                      <p:to>
                                        <p:strVal val="visible"/>
                                      </p:to>
                                    </p:set>
                                    <p:anim calcmode="discrete" valueType="clr">
                                      <p:cBhvr additive="repl">
                                        <p:cTn id="1303" dur="80"/>
                                        <p:tgtEl>
                                          <p:spTgt spid="423"/>
                                        </p:tgtEl>
                                        <p:attrNameLst>
                                          <p:attrName>style.color</p:attrName>
                                        </p:attrNameLst>
                                      </p:cBhvr>
                                      <p:tavLst>
                                        <p:tav tm="0">
                                          <p:val>
                                            <p:strVal val="rgb(0,0,0)"/>
                                          </p:val>
                                        </p:tav>
                                        <p:tav tm="50000">
                                          <p:val>
                                            <p:strVal val="rgb(-1,-1,-1)"/>
                                          </p:val>
                                        </p:tav>
                                      </p:tavLst>
                                    </p:anim>
                                    <p:anim calcmode="discrete" valueType="clr">
                                      <p:cBhvr additive="repl">
                                        <p:cTn id="1304" dur="80"/>
                                        <p:tgtEl>
                                          <p:spTgt spid="423"/>
                                        </p:tgtEl>
                                        <p:attrNameLst>
                                          <p:attrName>fillcolor</p:attrName>
                                        </p:attrNameLst>
                                      </p:cBhvr>
                                      <p:tavLst>
                                        <p:tav tm="0">
                                          <p:val>
                                            <p:strVal val="rgb(-103,51,51)"/>
                                          </p:val>
                                        </p:tav>
                                        <p:tav tm="50000">
                                          <p:val>
                                            <p:strVal val="rgb(-103,-103,0)"/>
                                          </p:val>
                                        </p:tav>
                                      </p:tavLst>
                                    </p:anim>
                                    <p:set>
                                      <p:cBhvr>
                                        <p:cTn id="1305" dur="80"/>
                                        <p:tgtEl>
                                          <p:spTgt spid="423"/>
                                        </p:tgtEl>
                                        <p:attrNameLst>
                                          <p:attrName>fill.type</p:attrName>
                                        </p:attrNameLst>
                                      </p:cBhvr>
                                      <p:to>
                                        <p:strVal val="solid"/>
                                      </p:to>
                                    </p:set>
                                  </p:childTnLst>
                                </p:cTn>
                              </p:par>
                            </p:childTnLst>
                          </p:cTn>
                        </p:par>
                        <p:par>
                          <p:cTn id="1306" fill="hold">
                            <p:stCondLst>
                              <p:cond delay="1600"/>
                            </p:stCondLst>
                            <p:childTnLst>
                              <p:par>
                                <p:cTn id="1307" nodeType="afterEffect" fill="hold" presetClass="entr" presetID="27">
                                  <p:stCondLst>
                                    <p:cond delay="0"/>
                                  </p:stCondLst>
                                  <p:iterate type="lt">
                                    <p:tmAbs val="40"/>
                                  </p:iterate>
                                  <p:childTnLst>
                                    <p:set>
                                      <p:cBhvr>
                                        <p:cTn id="1308" dur="1" fill="hold">
                                          <p:stCondLst>
                                            <p:cond delay="0"/>
                                          </p:stCondLst>
                                        </p:cTn>
                                        <p:tgtEl>
                                          <p:spTgt spid="423"/>
                                        </p:tgtEl>
                                        <p:attrNameLst>
                                          <p:attrName>style.visibility</p:attrName>
                                        </p:attrNameLst>
                                      </p:cBhvr>
                                      <p:to>
                                        <p:strVal val="visible"/>
                                      </p:to>
                                    </p:set>
                                    <p:anim calcmode="discrete" valueType="clr">
                                      <p:cBhvr additive="repl">
                                        <p:cTn id="1309" dur="80"/>
                                        <p:tgtEl>
                                          <p:spTgt spid="423"/>
                                        </p:tgtEl>
                                        <p:attrNameLst>
                                          <p:attrName>style.color</p:attrName>
                                        </p:attrNameLst>
                                      </p:cBhvr>
                                      <p:tavLst>
                                        <p:tav tm="0">
                                          <p:val>
                                            <p:strVal val="rgb(0,0,0)"/>
                                          </p:val>
                                        </p:tav>
                                        <p:tav tm="50000">
                                          <p:val>
                                            <p:strVal val="rgb(-1,-1,-1)"/>
                                          </p:val>
                                        </p:tav>
                                      </p:tavLst>
                                    </p:anim>
                                    <p:anim calcmode="discrete" valueType="clr">
                                      <p:cBhvr additive="repl">
                                        <p:cTn id="1310" dur="80"/>
                                        <p:tgtEl>
                                          <p:spTgt spid="423"/>
                                        </p:tgtEl>
                                        <p:attrNameLst>
                                          <p:attrName>fillcolor</p:attrName>
                                        </p:attrNameLst>
                                      </p:cBhvr>
                                      <p:tavLst>
                                        <p:tav tm="0">
                                          <p:val>
                                            <p:strVal val="rgb(-103,51,51)"/>
                                          </p:val>
                                        </p:tav>
                                        <p:tav tm="50000">
                                          <p:val>
                                            <p:strVal val="rgb(-103,-103,0)"/>
                                          </p:val>
                                        </p:tav>
                                      </p:tavLst>
                                    </p:anim>
                                    <p:set>
                                      <p:cBhvr>
                                        <p:cTn id="1311" dur="80"/>
                                        <p:tgtEl>
                                          <p:spTgt spid="423"/>
                                        </p:tgtEl>
                                        <p:attrNameLst>
                                          <p:attrName>fill.type</p:attrName>
                                        </p:attrNameLst>
                                      </p:cBhvr>
                                      <p:to>
                                        <p:strVal val="solid"/>
                                      </p:to>
                                    </p:set>
                                  </p:childTnLst>
                                </p:cTn>
                              </p:par>
                            </p:childTnLst>
                          </p:cTn>
                        </p:par>
                        <p:par>
                          <p:cTn id="1312" fill="hold">
                            <p:stCondLst>
                              <p:cond delay="2400"/>
                            </p:stCondLst>
                            <p:childTnLst>
                              <p:par>
                                <p:cTn id="1313" nodeType="afterEffect" fill="hold" presetClass="entr" presetID="27">
                                  <p:stCondLst>
                                    <p:cond delay="0"/>
                                  </p:stCondLst>
                                  <p:iterate type="lt">
                                    <p:tmAbs val="40"/>
                                  </p:iterate>
                                  <p:childTnLst>
                                    <p:set>
                                      <p:cBhvr>
                                        <p:cTn id="1314" dur="1" fill="hold">
                                          <p:stCondLst>
                                            <p:cond delay="0"/>
                                          </p:stCondLst>
                                        </p:cTn>
                                        <p:tgtEl>
                                          <p:spTgt spid="423"/>
                                        </p:tgtEl>
                                        <p:attrNameLst>
                                          <p:attrName>style.visibility</p:attrName>
                                        </p:attrNameLst>
                                      </p:cBhvr>
                                      <p:to>
                                        <p:strVal val="visible"/>
                                      </p:to>
                                    </p:set>
                                    <p:anim calcmode="discrete" valueType="clr">
                                      <p:cBhvr additive="repl">
                                        <p:cTn id="1315" dur="80"/>
                                        <p:tgtEl>
                                          <p:spTgt spid="423"/>
                                        </p:tgtEl>
                                        <p:attrNameLst>
                                          <p:attrName>style.color</p:attrName>
                                        </p:attrNameLst>
                                      </p:cBhvr>
                                      <p:tavLst>
                                        <p:tav tm="0">
                                          <p:val>
                                            <p:strVal val="rgb(0,0,0)"/>
                                          </p:val>
                                        </p:tav>
                                        <p:tav tm="50000">
                                          <p:val>
                                            <p:strVal val="rgb(-1,-1,-1)"/>
                                          </p:val>
                                        </p:tav>
                                      </p:tavLst>
                                    </p:anim>
                                    <p:anim calcmode="discrete" valueType="clr">
                                      <p:cBhvr additive="repl">
                                        <p:cTn id="1316" dur="80"/>
                                        <p:tgtEl>
                                          <p:spTgt spid="423"/>
                                        </p:tgtEl>
                                        <p:attrNameLst>
                                          <p:attrName>fillcolor</p:attrName>
                                        </p:attrNameLst>
                                      </p:cBhvr>
                                      <p:tavLst>
                                        <p:tav tm="0">
                                          <p:val>
                                            <p:strVal val="rgb(-103,51,51)"/>
                                          </p:val>
                                        </p:tav>
                                        <p:tav tm="50000">
                                          <p:val>
                                            <p:strVal val="rgb(-103,-103,0)"/>
                                          </p:val>
                                        </p:tav>
                                      </p:tavLst>
                                    </p:anim>
                                    <p:set>
                                      <p:cBhvr>
                                        <p:cTn id="1317" dur="80"/>
                                        <p:tgtEl>
                                          <p:spTgt spid="423"/>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8" name="" descr=""/>
          <p:cNvPicPr/>
          <p:nvPr/>
        </p:nvPicPr>
        <p:blipFill>
          <a:blip r:embed="rId1"/>
          <a:stretch/>
        </p:blipFill>
        <p:spPr>
          <a:xfrm>
            <a:off x="0" y="0"/>
            <a:ext cx="9144000" cy="6858000"/>
          </a:xfrm>
          <a:prstGeom prst="rect">
            <a:avLst/>
          </a:prstGeom>
          <a:ln w="0">
            <a:noFill/>
          </a:ln>
        </p:spPr>
      </p:pic>
      <p:sp>
        <p:nvSpPr>
          <p:cNvPr id="429" name=""/>
          <p:cNvSpPr/>
          <p:nvPr/>
        </p:nvSpPr>
        <p:spPr>
          <a:xfrm>
            <a:off x="533520" y="152280"/>
            <a:ext cx="304776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-=Local map=-</a:t>
            </a:r>
            <a:endParaRPr b="0" lang="en-US" sz="1600" spc="-1" strike="noStrike">
              <a:solidFill>
                <a:srgbClr val="000000"/>
              </a:solidFill>
              <a:latin typeface="Arial"/>
            </a:endParaRPr>
          </a:p>
        </p:txBody>
      </p:sp>
      <p:sp>
        <p:nvSpPr>
          <p:cNvPr id="430" name=""/>
          <p:cNvSpPr/>
          <p:nvPr/>
        </p:nvSpPr>
        <p:spPr>
          <a:xfrm>
            <a:off x="609480" y="4572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(2.5 parsec radius)</a:t>
            </a:r>
            <a:endParaRPr b="0" lang="en-US" sz="1200" spc="-1" strike="noStrike">
              <a:solidFill>
                <a:srgbClr val="000000"/>
              </a:solidFill>
              <a:latin typeface="Arial"/>
            </a:endParaRPr>
          </a:p>
        </p:txBody>
      </p:sp>
      <p:pic>
        <p:nvPicPr>
          <p:cNvPr id="431" name="" descr=""/>
          <p:cNvPicPr/>
          <p:nvPr/>
        </p:nvPicPr>
        <p:blipFill>
          <a:blip r:embed="rId2"/>
          <a:stretch/>
        </p:blipFill>
        <p:spPr>
          <a:xfrm rot="3991800">
            <a:off x="4911120" y="803160"/>
            <a:ext cx="1247760" cy="708120"/>
          </a:xfrm>
          <a:prstGeom prst="rect">
            <a:avLst/>
          </a:prstGeom>
          <a:ln w="0">
            <a:noFill/>
          </a:ln>
        </p:spPr>
      </p:pic>
      <p:sp>
        <p:nvSpPr>
          <p:cNvPr id="432" name=""/>
          <p:cNvSpPr/>
          <p:nvPr/>
        </p:nvSpPr>
        <p:spPr>
          <a:xfrm>
            <a:off x="7010280" y="457200"/>
            <a:ext cx="1600200" cy="914400"/>
          </a:xfrm>
          <a:prstGeom prst="borderCallout1">
            <a:avLst>
              <a:gd name="adj1" fmla="val 18750"/>
              <a:gd name="adj2" fmla="val -8333"/>
              <a:gd name="adj3" fmla="val 73439"/>
              <a:gd name="adj4" fmla="val -89287"/>
            </a:avLst>
          </a:prstGeom>
          <a:noFill/>
          <a:ln w="9360">
            <a:solidFill>
              <a:srgbClr val="c0c0c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Planet** 7392-REN</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-=info=-</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*gas giant</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*unexplored</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pic>
        <p:nvPicPr>
          <p:cNvPr id="433" name="" descr="">
            <a:hlinkClick r:id="rId3" action="ppaction://hlinksldjump"/>
          </p:cNvPr>
          <p:cNvPicPr/>
          <p:nvPr/>
        </p:nvPicPr>
        <p:blipFill>
          <a:blip r:embed="rId4"/>
          <a:stretch/>
        </p:blipFill>
        <p:spPr>
          <a:xfrm>
            <a:off x="7543800" y="2895480"/>
            <a:ext cx="905040" cy="711360"/>
          </a:xfrm>
          <a:prstGeom prst="rect">
            <a:avLst/>
          </a:prstGeom>
          <a:ln w="0">
            <a:noFill/>
          </a:ln>
        </p:spPr>
      </p:pic>
      <p:pic>
        <p:nvPicPr>
          <p:cNvPr id="434" name="" descr="">
            <a:hlinkClick r:id="rId5" action="ppaction://hlinksldjump"/>
          </p:cNvPr>
          <p:cNvPicPr/>
          <p:nvPr/>
        </p:nvPicPr>
        <p:blipFill>
          <a:blip r:embed="rId6"/>
          <a:stretch/>
        </p:blipFill>
        <p:spPr>
          <a:xfrm rot="17959200">
            <a:off x="1037160" y="3381480"/>
            <a:ext cx="381240" cy="322560"/>
          </a:xfrm>
          <a:prstGeom prst="rect">
            <a:avLst/>
          </a:prstGeom>
          <a:ln w="0">
            <a:noFill/>
          </a:ln>
        </p:spPr>
      </p:pic>
      <p:sp>
        <p:nvSpPr>
          <p:cNvPr id="435" name=""/>
          <p:cNvSpPr/>
          <p:nvPr/>
        </p:nvSpPr>
        <p:spPr>
          <a:xfrm>
            <a:off x="457200" y="990720"/>
            <a:ext cx="2133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3300"/>
                </a:solidFill>
                <a:latin typeface="Arial"/>
              </a:rPr>
              <a:t>**select destination</a:t>
            </a:r>
            <a:endParaRPr b="0" lang="en-US" sz="1800" spc="-1" strike="noStrike">
              <a:solidFill>
                <a:srgbClr val="000000"/>
              </a:solidFill>
              <a:latin typeface="Arial"/>
            </a:endParaRPr>
          </a:p>
        </p:txBody>
      </p:sp>
      <p:pic>
        <p:nvPicPr>
          <p:cNvPr id="436" name="" descr=""/>
          <p:cNvPicPr/>
          <p:nvPr/>
        </p:nvPicPr>
        <p:blipFill>
          <a:blip r:embed="rId7"/>
          <a:stretch/>
        </p:blipFill>
        <p:spPr>
          <a:xfrm rot="1158600">
            <a:off x="3352680" y="5638680"/>
            <a:ext cx="293760" cy="352440"/>
          </a:xfrm>
          <a:prstGeom prst="rect">
            <a:avLst/>
          </a:prstGeom>
          <a:ln w="0">
            <a:noFill/>
          </a:ln>
        </p:spPr>
      </p:pic>
    </p:spTree>
  </p:cSld>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37" name="" descr=""/>
          <p:cNvPicPr/>
          <p:nvPr/>
        </p:nvPicPr>
        <p:blipFill>
          <a:blip r:embed="rId1"/>
          <a:stretch/>
        </p:blipFill>
        <p:spPr>
          <a:xfrm>
            <a:off x="0" y="0"/>
            <a:ext cx="9144000" cy="6858000"/>
          </a:xfrm>
          <a:prstGeom prst="rect">
            <a:avLst/>
          </a:prstGeom>
          <a:ln w="0">
            <a:noFill/>
          </a:ln>
        </p:spPr>
      </p:pic>
      <p:sp>
        <p:nvSpPr>
          <p:cNvPr id="438" name=""/>
          <p:cNvSpPr/>
          <p:nvPr/>
        </p:nvSpPr>
        <p:spPr>
          <a:xfrm>
            <a:off x="533520" y="152280"/>
            <a:ext cx="304776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-=Local map=-</a:t>
            </a:r>
            <a:endParaRPr b="0" lang="en-US" sz="1600" spc="-1" strike="noStrike">
              <a:solidFill>
                <a:srgbClr val="000000"/>
              </a:solidFill>
              <a:latin typeface="Arial"/>
            </a:endParaRPr>
          </a:p>
        </p:txBody>
      </p:sp>
      <p:sp>
        <p:nvSpPr>
          <p:cNvPr id="439" name=""/>
          <p:cNvSpPr/>
          <p:nvPr/>
        </p:nvSpPr>
        <p:spPr>
          <a:xfrm>
            <a:off x="609480" y="4572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(2.5 parsec radius)</a:t>
            </a:r>
            <a:endParaRPr b="0" lang="en-US" sz="1200" spc="-1" strike="noStrike">
              <a:solidFill>
                <a:srgbClr val="000000"/>
              </a:solidFill>
              <a:latin typeface="Arial"/>
            </a:endParaRPr>
          </a:p>
        </p:txBody>
      </p:sp>
      <p:pic>
        <p:nvPicPr>
          <p:cNvPr id="440" name="" descr="">
            <a:hlinkClick r:id="rId2" action="ppaction://hlinksldjump"/>
          </p:cNvPr>
          <p:cNvPicPr/>
          <p:nvPr/>
        </p:nvPicPr>
        <p:blipFill>
          <a:blip r:embed="rId3"/>
          <a:stretch/>
        </p:blipFill>
        <p:spPr>
          <a:xfrm rot="3991800">
            <a:off x="4911120" y="803160"/>
            <a:ext cx="1247760" cy="708120"/>
          </a:xfrm>
          <a:prstGeom prst="rect">
            <a:avLst/>
          </a:prstGeom>
          <a:ln w="0">
            <a:noFill/>
          </a:ln>
        </p:spPr>
      </p:pic>
      <p:sp>
        <p:nvSpPr>
          <p:cNvPr id="441" name=""/>
          <p:cNvSpPr/>
          <p:nvPr/>
        </p:nvSpPr>
        <p:spPr>
          <a:xfrm>
            <a:off x="2057400" y="4038480"/>
            <a:ext cx="1600200" cy="914400"/>
          </a:xfrm>
          <a:prstGeom prst="borderCallout1">
            <a:avLst>
              <a:gd name="adj1" fmla="val 18750"/>
              <a:gd name="adj2" fmla="val -8333"/>
              <a:gd name="adj3" fmla="val -58856"/>
              <a:gd name="adj4" fmla="val -50199"/>
            </a:avLst>
          </a:prstGeom>
          <a:noFill/>
          <a:ln w="9360">
            <a:solidFill>
              <a:srgbClr val="c0c0c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Planet** 7393-REN</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-=info=-</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*oceanic/continental</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*mapped</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pic>
        <p:nvPicPr>
          <p:cNvPr id="442" name="" descr="">
            <a:hlinkClick r:id="rId4" action="ppaction://hlinksldjump"/>
          </p:cNvPr>
          <p:cNvPicPr/>
          <p:nvPr/>
        </p:nvPicPr>
        <p:blipFill>
          <a:blip r:embed="rId5"/>
          <a:stretch/>
        </p:blipFill>
        <p:spPr>
          <a:xfrm>
            <a:off x="7543800" y="2895480"/>
            <a:ext cx="905040" cy="711360"/>
          </a:xfrm>
          <a:prstGeom prst="rect">
            <a:avLst/>
          </a:prstGeom>
          <a:ln w="0">
            <a:noFill/>
          </a:ln>
        </p:spPr>
      </p:pic>
      <p:pic>
        <p:nvPicPr>
          <p:cNvPr id="443" name="" descr=""/>
          <p:cNvPicPr/>
          <p:nvPr/>
        </p:nvPicPr>
        <p:blipFill>
          <a:blip r:embed="rId6"/>
          <a:stretch/>
        </p:blipFill>
        <p:spPr>
          <a:xfrm rot="17959200">
            <a:off x="1037160" y="3381480"/>
            <a:ext cx="381240" cy="322560"/>
          </a:xfrm>
          <a:prstGeom prst="rect">
            <a:avLst/>
          </a:prstGeom>
          <a:ln w="0">
            <a:noFill/>
          </a:ln>
        </p:spPr>
      </p:pic>
      <p:sp>
        <p:nvSpPr>
          <p:cNvPr id="444" name=""/>
          <p:cNvSpPr/>
          <p:nvPr/>
        </p:nvSpPr>
        <p:spPr>
          <a:xfrm>
            <a:off x="457200" y="990720"/>
            <a:ext cx="2133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3300"/>
                </a:solidFill>
                <a:latin typeface="Arial"/>
              </a:rPr>
              <a:t>**select destination</a:t>
            </a:r>
            <a:endParaRPr b="0" lang="en-US" sz="1800" spc="-1" strike="noStrike">
              <a:solidFill>
                <a:srgbClr val="000000"/>
              </a:solidFill>
              <a:latin typeface="Arial"/>
            </a:endParaRPr>
          </a:p>
        </p:txBody>
      </p:sp>
      <p:pic>
        <p:nvPicPr>
          <p:cNvPr id="445" name="" descr=""/>
          <p:cNvPicPr/>
          <p:nvPr/>
        </p:nvPicPr>
        <p:blipFill>
          <a:blip r:embed="rId7"/>
          <a:stretch/>
        </p:blipFill>
        <p:spPr>
          <a:xfrm rot="1158600">
            <a:off x="3352680" y="5638680"/>
            <a:ext cx="293760" cy="352440"/>
          </a:xfrm>
          <a:prstGeom prst="rect">
            <a:avLst/>
          </a:prstGeom>
          <a:ln w="0">
            <a:noFill/>
          </a:ln>
        </p:spPr>
      </p:pic>
    </p:spTree>
  </p:cSld>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46" name="" descr=""/>
          <p:cNvPicPr/>
          <p:nvPr/>
        </p:nvPicPr>
        <p:blipFill>
          <a:blip r:embed="rId1"/>
          <a:stretch/>
        </p:blipFill>
        <p:spPr>
          <a:xfrm>
            <a:off x="0" y="0"/>
            <a:ext cx="9144000" cy="6858000"/>
          </a:xfrm>
          <a:prstGeom prst="rect">
            <a:avLst/>
          </a:prstGeom>
          <a:ln w="0">
            <a:noFill/>
          </a:ln>
        </p:spPr>
      </p:pic>
      <p:sp>
        <p:nvSpPr>
          <p:cNvPr id="447" name=""/>
          <p:cNvSpPr/>
          <p:nvPr/>
        </p:nvSpPr>
        <p:spPr>
          <a:xfrm>
            <a:off x="533520" y="152280"/>
            <a:ext cx="304776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-=Local map=-</a:t>
            </a:r>
            <a:endParaRPr b="0" lang="en-US" sz="1600" spc="-1" strike="noStrike">
              <a:solidFill>
                <a:srgbClr val="000000"/>
              </a:solidFill>
              <a:latin typeface="Arial"/>
            </a:endParaRPr>
          </a:p>
        </p:txBody>
      </p:sp>
      <p:sp>
        <p:nvSpPr>
          <p:cNvPr id="448" name=""/>
          <p:cNvSpPr/>
          <p:nvPr/>
        </p:nvSpPr>
        <p:spPr>
          <a:xfrm>
            <a:off x="609480" y="4572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(2.5 parsec radius)</a:t>
            </a:r>
            <a:endParaRPr b="0" lang="en-US" sz="1200" spc="-1" strike="noStrike">
              <a:solidFill>
                <a:srgbClr val="000000"/>
              </a:solidFill>
              <a:latin typeface="Arial"/>
            </a:endParaRPr>
          </a:p>
        </p:txBody>
      </p:sp>
      <p:pic>
        <p:nvPicPr>
          <p:cNvPr id="449" name="" descr="">
            <a:hlinkClick r:id="rId2" action="ppaction://hlinksldjump"/>
          </p:cNvPr>
          <p:cNvPicPr/>
          <p:nvPr/>
        </p:nvPicPr>
        <p:blipFill>
          <a:blip r:embed="rId3"/>
          <a:stretch/>
        </p:blipFill>
        <p:spPr>
          <a:xfrm rot="3991800">
            <a:off x="4911120" y="803160"/>
            <a:ext cx="1247760" cy="708120"/>
          </a:xfrm>
          <a:prstGeom prst="rect">
            <a:avLst/>
          </a:prstGeom>
          <a:ln w="0">
            <a:noFill/>
          </a:ln>
        </p:spPr>
      </p:pic>
      <p:sp>
        <p:nvSpPr>
          <p:cNvPr id="450" name=""/>
          <p:cNvSpPr/>
          <p:nvPr/>
        </p:nvSpPr>
        <p:spPr>
          <a:xfrm>
            <a:off x="4952880" y="4038480"/>
            <a:ext cx="1752840" cy="2133720"/>
          </a:xfrm>
          <a:prstGeom prst="borderCallout1">
            <a:avLst>
              <a:gd name="adj1" fmla="val 18750"/>
              <a:gd name="adj2" fmla="val -8333"/>
              <a:gd name="adj3" fmla="val -35939"/>
              <a:gd name="adj4" fmla="val 170291"/>
            </a:avLst>
          </a:prstGeom>
          <a:noFill/>
          <a:ln w="9360">
            <a:solidFill>
              <a:srgbClr val="c0c0c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Warp Gate **23431</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-=info=-</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*In service</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*Food/lodgings</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*Contact for destination &amp; pricing info.</a:t>
            </a:r>
            <a:endParaRPr b="0" lang="en-US" sz="1200" spc="-1" strike="noStrike">
              <a:solidFill>
                <a:srgbClr val="000000"/>
              </a:solidFill>
              <a:latin typeface="Arial"/>
            </a:endParaRPr>
          </a:p>
        </p:txBody>
      </p:sp>
      <p:pic>
        <p:nvPicPr>
          <p:cNvPr id="451" name="" descr=""/>
          <p:cNvPicPr/>
          <p:nvPr/>
        </p:nvPicPr>
        <p:blipFill>
          <a:blip r:embed="rId4"/>
          <a:stretch/>
        </p:blipFill>
        <p:spPr>
          <a:xfrm>
            <a:off x="7543800" y="2895480"/>
            <a:ext cx="905040" cy="711360"/>
          </a:xfrm>
          <a:prstGeom prst="rect">
            <a:avLst/>
          </a:prstGeom>
          <a:ln w="0">
            <a:noFill/>
          </a:ln>
        </p:spPr>
      </p:pic>
      <p:pic>
        <p:nvPicPr>
          <p:cNvPr id="452" name="" descr="">
            <a:hlinkClick r:id="rId5" action="ppaction://hlinksldjump"/>
          </p:cNvPr>
          <p:cNvPicPr/>
          <p:nvPr/>
        </p:nvPicPr>
        <p:blipFill>
          <a:blip r:embed="rId6"/>
          <a:stretch/>
        </p:blipFill>
        <p:spPr>
          <a:xfrm rot="17959200">
            <a:off x="1037160" y="3381480"/>
            <a:ext cx="381240" cy="322560"/>
          </a:xfrm>
          <a:prstGeom prst="rect">
            <a:avLst/>
          </a:prstGeom>
          <a:ln w="0">
            <a:noFill/>
          </a:ln>
        </p:spPr>
      </p:pic>
      <p:sp>
        <p:nvSpPr>
          <p:cNvPr id="453" name=""/>
          <p:cNvSpPr/>
          <p:nvPr/>
        </p:nvSpPr>
        <p:spPr>
          <a:xfrm>
            <a:off x="457200" y="990720"/>
            <a:ext cx="2133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3300"/>
                </a:solidFill>
                <a:latin typeface="Arial"/>
              </a:rPr>
              <a:t>**select destination</a:t>
            </a:r>
            <a:endParaRPr b="0" lang="en-US" sz="1800" spc="-1" strike="noStrike">
              <a:solidFill>
                <a:srgbClr val="000000"/>
              </a:solidFill>
              <a:latin typeface="Arial"/>
            </a:endParaRPr>
          </a:p>
        </p:txBody>
      </p:sp>
      <p:sp>
        <p:nvSpPr>
          <p:cNvPr id="454" name="">
            <a:hlinkClick r:id="rId7" action="ppaction://hlinksldjump"/>
          </p:cNvPr>
          <p:cNvSpPr/>
          <p:nvPr/>
        </p:nvSpPr>
        <p:spPr>
          <a:xfrm>
            <a:off x="5334120" y="5638680"/>
            <a:ext cx="990360" cy="276840"/>
          </a:xfrm>
          <a:prstGeom prst="rect">
            <a:avLst/>
          </a:prstGeom>
          <a:solidFill>
            <a:srgbClr val="ffffff"/>
          </a:solidFill>
          <a:ln w="9360">
            <a:solidFill>
              <a:srgbClr val="ffffff"/>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     </a:t>
            </a:r>
            <a:r>
              <a:rPr b="0" lang="en-US" sz="1200" spc="-1" strike="noStrike">
                <a:solidFill>
                  <a:srgbClr val="000000"/>
                </a:solidFill>
                <a:latin typeface="Arial"/>
              </a:rPr>
              <a:t>go to</a:t>
            </a:r>
            <a:endParaRPr b="0" lang="en-US" sz="1200" spc="-1" strike="noStrike">
              <a:solidFill>
                <a:srgbClr val="000000"/>
              </a:solidFill>
              <a:latin typeface="Arial"/>
            </a:endParaRPr>
          </a:p>
        </p:txBody>
      </p:sp>
      <p:pic>
        <p:nvPicPr>
          <p:cNvPr id="455" name="" descr=""/>
          <p:cNvPicPr/>
          <p:nvPr/>
        </p:nvPicPr>
        <p:blipFill>
          <a:blip r:embed="rId8"/>
          <a:stretch/>
        </p:blipFill>
        <p:spPr>
          <a:xfrm rot="1158600">
            <a:off x="3352680" y="5638680"/>
            <a:ext cx="293760" cy="352440"/>
          </a:xfrm>
          <a:prstGeom prst="rect">
            <a:avLst/>
          </a:prstGeom>
          <a:ln w="0">
            <a:noFill/>
          </a:ln>
        </p:spPr>
      </p:pic>
    </p:spTree>
  </p:cSld>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6" name=""/>
          <p:cNvSpPr/>
          <p:nvPr/>
        </p:nvSpPr>
        <p:spPr>
          <a:xfrm>
            <a:off x="-228600" y="-304920"/>
            <a:ext cx="9906120" cy="71629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457" name="" descr=""/>
          <p:cNvPicPr/>
          <p:nvPr/>
        </p:nvPicPr>
        <p:blipFill>
          <a:blip r:embed="rId1"/>
          <a:stretch/>
        </p:blipFill>
        <p:spPr>
          <a:xfrm>
            <a:off x="1219320" y="2666880"/>
            <a:ext cx="2095560" cy="866880"/>
          </a:xfrm>
          <a:prstGeom prst="rect">
            <a:avLst/>
          </a:prstGeom>
          <a:ln w="0">
            <a:noFill/>
          </a:ln>
        </p:spPr>
      </p:pic>
      <p:sp>
        <p:nvSpPr>
          <p:cNvPr id="458" name=""/>
          <p:cNvSpPr/>
          <p:nvPr/>
        </p:nvSpPr>
        <p:spPr>
          <a:xfrm>
            <a:off x="9906120" y="3049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59" name=""/>
          <p:cNvSpPr/>
          <p:nvPr/>
        </p:nvSpPr>
        <p:spPr>
          <a:xfrm>
            <a:off x="9906120" y="7621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0" name=""/>
          <p:cNvSpPr/>
          <p:nvPr/>
        </p:nvSpPr>
        <p:spPr>
          <a:xfrm>
            <a:off x="9906120" y="12193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1" name=""/>
          <p:cNvSpPr/>
          <p:nvPr/>
        </p:nvSpPr>
        <p:spPr>
          <a:xfrm>
            <a:off x="9906120" y="16765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2" name=""/>
          <p:cNvSpPr/>
          <p:nvPr/>
        </p:nvSpPr>
        <p:spPr>
          <a:xfrm>
            <a:off x="9906120" y="21337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3" name=""/>
          <p:cNvSpPr/>
          <p:nvPr/>
        </p:nvSpPr>
        <p:spPr>
          <a:xfrm>
            <a:off x="9906120" y="28954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4" name=""/>
          <p:cNvSpPr/>
          <p:nvPr/>
        </p:nvSpPr>
        <p:spPr>
          <a:xfrm>
            <a:off x="9906120" y="35053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5" name=""/>
          <p:cNvSpPr/>
          <p:nvPr/>
        </p:nvSpPr>
        <p:spPr>
          <a:xfrm>
            <a:off x="9906120" y="38862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6" name=""/>
          <p:cNvSpPr/>
          <p:nvPr/>
        </p:nvSpPr>
        <p:spPr>
          <a:xfrm>
            <a:off x="9906120" y="42670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7" name=""/>
          <p:cNvSpPr/>
          <p:nvPr/>
        </p:nvSpPr>
        <p:spPr>
          <a:xfrm>
            <a:off x="9906120" y="48006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8" name=""/>
          <p:cNvSpPr/>
          <p:nvPr/>
        </p:nvSpPr>
        <p:spPr>
          <a:xfrm>
            <a:off x="9906120" y="52578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9" name=""/>
          <p:cNvSpPr/>
          <p:nvPr/>
        </p:nvSpPr>
        <p:spPr>
          <a:xfrm>
            <a:off x="9906120" y="56386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0" name=""/>
          <p:cNvSpPr/>
          <p:nvPr/>
        </p:nvSpPr>
        <p:spPr>
          <a:xfrm>
            <a:off x="9906120" y="60199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1" name=""/>
          <p:cNvSpPr/>
          <p:nvPr/>
        </p:nvSpPr>
        <p:spPr>
          <a:xfrm>
            <a:off x="9906120" y="3049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2" name=""/>
          <p:cNvSpPr/>
          <p:nvPr/>
        </p:nvSpPr>
        <p:spPr>
          <a:xfrm>
            <a:off x="9906120" y="7621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3" name=""/>
          <p:cNvSpPr/>
          <p:nvPr/>
        </p:nvSpPr>
        <p:spPr>
          <a:xfrm>
            <a:off x="9906120" y="12193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4" name=""/>
          <p:cNvSpPr/>
          <p:nvPr/>
        </p:nvSpPr>
        <p:spPr>
          <a:xfrm>
            <a:off x="9906120" y="16765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5" name=""/>
          <p:cNvSpPr/>
          <p:nvPr/>
        </p:nvSpPr>
        <p:spPr>
          <a:xfrm>
            <a:off x="9906120" y="21337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6" name=""/>
          <p:cNvSpPr/>
          <p:nvPr/>
        </p:nvSpPr>
        <p:spPr>
          <a:xfrm>
            <a:off x="9906120" y="28954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7" name=""/>
          <p:cNvSpPr/>
          <p:nvPr/>
        </p:nvSpPr>
        <p:spPr>
          <a:xfrm>
            <a:off x="9906120" y="35053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8" name=""/>
          <p:cNvSpPr/>
          <p:nvPr/>
        </p:nvSpPr>
        <p:spPr>
          <a:xfrm>
            <a:off x="9906120" y="38862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9" name=""/>
          <p:cNvSpPr/>
          <p:nvPr/>
        </p:nvSpPr>
        <p:spPr>
          <a:xfrm>
            <a:off x="9906120" y="42670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0" name=""/>
          <p:cNvSpPr/>
          <p:nvPr/>
        </p:nvSpPr>
        <p:spPr>
          <a:xfrm>
            <a:off x="9906120" y="48006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1" name=""/>
          <p:cNvSpPr/>
          <p:nvPr/>
        </p:nvSpPr>
        <p:spPr>
          <a:xfrm>
            <a:off x="9906120" y="52578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2" name=""/>
          <p:cNvSpPr/>
          <p:nvPr/>
        </p:nvSpPr>
        <p:spPr>
          <a:xfrm>
            <a:off x="9906120" y="56386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3" name=""/>
          <p:cNvSpPr/>
          <p:nvPr/>
        </p:nvSpPr>
        <p:spPr>
          <a:xfrm>
            <a:off x="9906120" y="60199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4" name=""/>
          <p:cNvSpPr/>
          <p:nvPr/>
        </p:nvSpPr>
        <p:spPr>
          <a:xfrm>
            <a:off x="9906120" y="3049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5" name=""/>
          <p:cNvSpPr/>
          <p:nvPr/>
        </p:nvSpPr>
        <p:spPr>
          <a:xfrm>
            <a:off x="9906120" y="7621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6" name=""/>
          <p:cNvSpPr/>
          <p:nvPr/>
        </p:nvSpPr>
        <p:spPr>
          <a:xfrm>
            <a:off x="9906120" y="12193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7" name=""/>
          <p:cNvSpPr/>
          <p:nvPr/>
        </p:nvSpPr>
        <p:spPr>
          <a:xfrm>
            <a:off x="9906120" y="16765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8" name=""/>
          <p:cNvSpPr/>
          <p:nvPr/>
        </p:nvSpPr>
        <p:spPr>
          <a:xfrm>
            <a:off x="9906120" y="21337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9" name=""/>
          <p:cNvSpPr/>
          <p:nvPr/>
        </p:nvSpPr>
        <p:spPr>
          <a:xfrm>
            <a:off x="9906120" y="28954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0" name=""/>
          <p:cNvSpPr/>
          <p:nvPr/>
        </p:nvSpPr>
        <p:spPr>
          <a:xfrm>
            <a:off x="9906120" y="35053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1" name=""/>
          <p:cNvSpPr/>
          <p:nvPr/>
        </p:nvSpPr>
        <p:spPr>
          <a:xfrm>
            <a:off x="9906120" y="38862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2" name=""/>
          <p:cNvSpPr/>
          <p:nvPr/>
        </p:nvSpPr>
        <p:spPr>
          <a:xfrm>
            <a:off x="9906120" y="42670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3" name=""/>
          <p:cNvSpPr/>
          <p:nvPr/>
        </p:nvSpPr>
        <p:spPr>
          <a:xfrm>
            <a:off x="9906120" y="48006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4" name=""/>
          <p:cNvSpPr/>
          <p:nvPr/>
        </p:nvSpPr>
        <p:spPr>
          <a:xfrm>
            <a:off x="9906120" y="52578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5" name=""/>
          <p:cNvSpPr/>
          <p:nvPr/>
        </p:nvSpPr>
        <p:spPr>
          <a:xfrm>
            <a:off x="9906120" y="56386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6" name=""/>
          <p:cNvSpPr/>
          <p:nvPr/>
        </p:nvSpPr>
        <p:spPr>
          <a:xfrm>
            <a:off x="9906120" y="60199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7" name=""/>
          <p:cNvSpPr/>
          <p:nvPr/>
        </p:nvSpPr>
        <p:spPr>
          <a:xfrm>
            <a:off x="9906120" y="3049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8" name=""/>
          <p:cNvSpPr/>
          <p:nvPr/>
        </p:nvSpPr>
        <p:spPr>
          <a:xfrm>
            <a:off x="9906120" y="7621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99" name=""/>
          <p:cNvSpPr/>
          <p:nvPr/>
        </p:nvSpPr>
        <p:spPr>
          <a:xfrm>
            <a:off x="9906120" y="12193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0" name=""/>
          <p:cNvSpPr/>
          <p:nvPr/>
        </p:nvSpPr>
        <p:spPr>
          <a:xfrm>
            <a:off x="9906120" y="16765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1" name=""/>
          <p:cNvSpPr/>
          <p:nvPr/>
        </p:nvSpPr>
        <p:spPr>
          <a:xfrm>
            <a:off x="9906120" y="21337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2" name=""/>
          <p:cNvSpPr/>
          <p:nvPr/>
        </p:nvSpPr>
        <p:spPr>
          <a:xfrm>
            <a:off x="9906120" y="28954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3" name=""/>
          <p:cNvSpPr/>
          <p:nvPr/>
        </p:nvSpPr>
        <p:spPr>
          <a:xfrm>
            <a:off x="9906120" y="35053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4" name=""/>
          <p:cNvSpPr/>
          <p:nvPr/>
        </p:nvSpPr>
        <p:spPr>
          <a:xfrm>
            <a:off x="9906120" y="38862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5" name=""/>
          <p:cNvSpPr/>
          <p:nvPr/>
        </p:nvSpPr>
        <p:spPr>
          <a:xfrm>
            <a:off x="9906120" y="42670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6" name=""/>
          <p:cNvSpPr/>
          <p:nvPr/>
        </p:nvSpPr>
        <p:spPr>
          <a:xfrm>
            <a:off x="9906120" y="48006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7" name=""/>
          <p:cNvSpPr/>
          <p:nvPr/>
        </p:nvSpPr>
        <p:spPr>
          <a:xfrm>
            <a:off x="9906120" y="525780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8" name=""/>
          <p:cNvSpPr/>
          <p:nvPr/>
        </p:nvSpPr>
        <p:spPr>
          <a:xfrm>
            <a:off x="9906120" y="563868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09" name=""/>
          <p:cNvSpPr/>
          <p:nvPr/>
        </p:nvSpPr>
        <p:spPr>
          <a:xfrm>
            <a:off x="9906120" y="6019920"/>
            <a:ext cx="175248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timing>
    <p:tnLst>
      <p:par>
        <p:cTn id="1318" dur="indefinite" restart="never" nodeType="tmRoot">
          <p:childTnLst>
            <p:seq>
              <p:cTn id="1319" dur="indefinite" nodeType="mainSeq">
                <p:childTnLst>
                  <p:par>
                    <p:cTn id="1320" fill="hold">
                      <p:stCondLst>
                        <p:cond delay="0"/>
                      </p:stCondLst>
                      <p:childTnLst>
                        <p:par>
                          <p:cTn id="1321" fill="hold">
                            <p:stCondLst>
                              <p:cond delay="0"/>
                            </p:stCondLst>
                            <p:childTnLst>
                              <p:par>
                                <p:cTn id="1322" nodeType="afterEffect" fill="hold" presetClass="path" presetID="0">
                                  <p:stCondLst>
                                    <p:cond delay="0"/>
                                  </p:stCondLst>
                                  <p:childTnLst>
                                    <p:animMotion origin="layout" path="M -0.17917 0.01112 L -1.22917 0.02223 E">
                                      <p:cBhvr>
                                        <p:cTn id="1323" dur="500" fill="hold"/>
                                        <p:tgtEl>
                                          <p:spTgt spid="458"/>
                                        </p:tgtEl>
                                      </p:cBhvr>
                                    </p:animMotion>
                                  </p:childTnLst>
                                </p:cTn>
                              </p:par>
                              <p:set>
                                <p:cBhvr>
                                  <p:cTn id="1324" dur="1" fill="hold">
                                    <p:stCondLst>
                                      <p:cond evt="end">
                                        <p:tn val="1322"/>
                                      </p:cond>
                                    </p:stCondLst>
                                  </p:cTn>
                                  <p:tgtEl>
                                    <p:spTgt spid="458"/>
                                  </p:tgtEl>
                                  <p:attrNameLst>
                                    <p:attrName>style.visibility</p:attrName>
                                  </p:attrNameLst>
                                </p:cBhvr>
                                <p:to>
                                  <p:strVal val="hidden"/>
                                </p:to>
                              </p:set>
                              <p:par>
                                <p:cTn id="1325" nodeType="withEffect" fill="hold" presetClass="path" presetID="0">
                                  <p:stCondLst>
                                    <p:cond delay="0"/>
                                  </p:stCondLst>
                                  <p:childTnLst>
                                    <p:animMotion origin="layout" path="M -0.17917 0.01112 L -1.22917 0.02223 E">
                                      <p:cBhvr>
                                        <p:cTn id="1326" dur="500" fill="hold"/>
                                        <p:tgtEl>
                                          <p:spTgt spid="459"/>
                                        </p:tgtEl>
                                      </p:cBhvr>
                                    </p:animMotion>
                                  </p:childTnLst>
                                </p:cTn>
                              </p:par>
                              <p:set>
                                <p:cBhvr>
                                  <p:cTn id="1327" dur="1" fill="hold">
                                    <p:stCondLst>
                                      <p:cond evt="end">
                                        <p:tn val="1325"/>
                                      </p:cond>
                                    </p:stCondLst>
                                  </p:cTn>
                                  <p:tgtEl>
                                    <p:spTgt spid="459"/>
                                  </p:tgtEl>
                                  <p:attrNameLst>
                                    <p:attrName>style.visibility</p:attrName>
                                  </p:attrNameLst>
                                </p:cBhvr>
                                <p:to>
                                  <p:strVal val="hidden"/>
                                </p:to>
                              </p:set>
                              <p:par>
                                <p:cTn id="1328" nodeType="withEffect" fill="hold" presetClass="path" presetID="0">
                                  <p:stCondLst>
                                    <p:cond delay="0"/>
                                  </p:stCondLst>
                                  <p:childTnLst>
                                    <p:animMotion origin="layout" path="M -0.17917 0.01112 L -1.22917 0.02223 E">
                                      <p:cBhvr>
                                        <p:cTn id="1329" dur="500" fill="hold"/>
                                        <p:tgtEl>
                                          <p:spTgt spid="460"/>
                                        </p:tgtEl>
                                      </p:cBhvr>
                                    </p:animMotion>
                                  </p:childTnLst>
                                </p:cTn>
                              </p:par>
                              <p:set>
                                <p:cBhvr>
                                  <p:cTn id="1330" dur="1" fill="hold">
                                    <p:stCondLst>
                                      <p:cond evt="end">
                                        <p:tn val="1328"/>
                                      </p:cond>
                                    </p:stCondLst>
                                  </p:cTn>
                                  <p:tgtEl>
                                    <p:spTgt spid="460"/>
                                  </p:tgtEl>
                                  <p:attrNameLst>
                                    <p:attrName>style.visibility</p:attrName>
                                  </p:attrNameLst>
                                </p:cBhvr>
                                <p:to>
                                  <p:strVal val="hidden"/>
                                </p:to>
                              </p:set>
                              <p:par>
                                <p:cTn id="1331" nodeType="withEffect" fill="hold" presetClass="path" presetID="0">
                                  <p:stCondLst>
                                    <p:cond delay="0"/>
                                  </p:stCondLst>
                                  <p:childTnLst>
                                    <p:animMotion origin="layout" path="M -0.17917 0.01112 L -1.22917 0.02223 E">
                                      <p:cBhvr>
                                        <p:cTn id="1332" dur="500" fill="hold"/>
                                        <p:tgtEl>
                                          <p:spTgt spid="461"/>
                                        </p:tgtEl>
                                      </p:cBhvr>
                                    </p:animMotion>
                                  </p:childTnLst>
                                </p:cTn>
                              </p:par>
                              <p:set>
                                <p:cBhvr>
                                  <p:cTn id="1333" dur="1" fill="hold">
                                    <p:stCondLst>
                                      <p:cond evt="end">
                                        <p:tn val="1331"/>
                                      </p:cond>
                                    </p:stCondLst>
                                  </p:cTn>
                                  <p:tgtEl>
                                    <p:spTgt spid="461"/>
                                  </p:tgtEl>
                                  <p:attrNameLst>
                                    <p:attrName>style.visibility</p:attrName>
                                  </p:attrNameLst>
                                </p:cBhvr>
                                <p:to>
                                  <p:strVal val="hidden"/>
                                </p:to>
                              </p:set>
                              <p:par>
                                <p:cTn id="1334" nodeType="withEffect" fill="hold" presetClass="path" presetID="0">
                                  <p:stCondLst>
                                    <p:cond delay="0"/>
                                  </p:stCondLst>
                                  <p:childTnLst>
                                    <p:animMotion origin="layout" path="M -0.17917 0.01112 L -1.22917 0.02223 E">
                                      <p:cBhvr>
                                        <p:cTn id="1335" dur="500" fill="hold"/>
                                        <p:tgtEl>
                                          <p:spTgt spid="462"/>
                                        </p:tgtEl>
                                      </p:cBhvr>
                                    </p:animMotion>
                                  </p:childTnLst>
                                </p:cTn>
                              </p:par>
                              <p:set>
                                <p:cBhvr>
                                  <p:cTn id="1336" dur="1" fill="hold">
                                    <p:stCondLst>
                                      <p:cond evt="end">
                                        <p:tn val="1334"/>
                                      </p:cond>
                                    </p:stCondLst>
                                  </p:cTn>
                                  <p:tgtEl>
                                    <p:spTgt spid="462"/>
                                  </p:tgtEl>
                                  <p:attrNameLst>
                                    <p:attrName>style.visibility</p:attrName>
                                  </p:attrNameLst>
                                </p:cBhvr>
                                <p:to>
                                  <p:strVal val="hidden"/>
                                </p:to>
                              </p:set>
                              <p:par>
                                <p:cTn id="1337" nodeType="withEffect" fill="hold" presetClass="path" presetID="0">
                                  <p:stCondLst>
                                    <p:cond delay="0"/>
                                  </p:stCondLst>
                                  <p:childTnLst>
                                    <p:animMotion origin="layout" path="M -0.17917 0.01112 L -1.22917 0.02223 E">
                                      <p:cBhvr>
                                        <p:cTn id="1338" dur="500" fill="hold"/>
                                        <p:tgtEl>
                                          <p:spTgt spid="463"/>
                                        </p:tgtEl>
                                      </p:cBhvr>
                                    </p:animMotion>
                                  </p:childTnLst>
                                </p:cTn>
                              </p:par>
                              <p:set>
                                <p:cBhvr>
                                  <p:cTn id="1339" dur="1" fill="hold">
                                    <p:stCondLst>
                                      <p:cond evt="end">
                                        <p:tn val="1337"/>
                                      </p:cond>
                                    </p:stCondLst>
                                  </p:cTn>
                                  <p:tgtEl>
                                    <p:spTgt spid="463"/>
                                  </p:tgtEl>
                                  <p:attrNameLst>
                                    <p:attrName>style.visibility</p:attrName>
                                  </p:attrNameLst>
                                </p:cBhvr>
                                <p:to>
                                  <p:strVal val="hidden"/>
                                </p:to>
                              </p:set>
                              <p:par>
                                <p:cTn id="1340" nodeType="withEffect" fill="hold" presetClass="path" presetID="0">
                                  <p:stCondLst>
                                    <p:cond delay="0"/>
                                  </p:stCondLst>
                                  <p:childTnLst>
                                    <p:animMotion origin="layout" path="M -0.17917 0.01112 L -1.22917 0.02223 E">
                                      <p:cBhvr>
                                        <p:cTn id="1341" dur="500" fill="hold"/>
                                        <p:tgtEl>
                                          <p:spTgt spid="464"/>
                                        </p:tgtEl>
                                      </p:cBhvr>
                                    </p:animMotion>
                                  </p:childTnLst>
                                </p:cTn>
                              </p:par>
                              <p:set>
                                <p:cBhvr>
                                  <p:cTn id="1342" dur="1" fill="hold">
                                    <p:stCondLst>
                                      <p:cond evt="end">
                                        <p:tn val="1340"/>
                                      </p:cond>
                                    </p:stCondLst>
                                  </p:cTn>
                                  <p:tgtEl>
                                    <p:spTgt spid="464"/>
                                  </p:tgtEl>
                                  <p:attrNameLst>
                                    <p:attrName>style.visibility</p:attrName>
                                  </p:attrNameLst>
                                </p:cBhvr>
                                <p:to>
                                  <p:strVal val="hidden"/>
                                </p:to>
                              </p:set>
                              <p:par>
                                <p:cTn id="1343" nodeType="withEffect" fill="hold" presetClass="path" presetID="0">
                                  <p:stCondLst>
                                    <p:cond delay="0"/>
                                  </p:stCondLst>
                                  <p:childTnLst>
                                    <p:animMotion origin="layout" path="M -0.17917 0.01112 L -1.22917 0.02223 E">
                                      <p:cBhvr>
                                        <p:cTn id="1344" dur="500" fill="hold"/>
                                        <p:tgtEl>
                                          <p:spTgt spid="465"/>
                                        </p:tgtEl>
                                      </p:cBhvr>
                                    </p:animMotion>
                                  </p:childTnLst>
                                </p:cTn>
                              </p:par>
                              <p:set>
                                <p:cBhvr>
                                  <p:cTn id="1345" dur="1" fill="hold">
                                    <p:stCondLst>
                                      <p:cond evt="end">
                                        <p:tn val="1343"/>
                                      </p:cond>
                                    </p:stCondLst>
                                  </p:cTn>
                                  <p:tgtEl>
                                    <p:spTgt spid="465"/>
                                  </p:tgtEl>
                                  <p:attrNameLst>
                                    <p:attrName>style.visibility</p:attrName>
                                  </p:attrNameLst>
                                </p:cBhvr>
                                <p:to>
                                  <p:strVal val="hidden"/>
                                </p:to>
                              </p:set>
                              <p:par>
                                <p:cTn id="1346" nodeType="withEffect" fill="hold" presetClass="path" presetID="0">
                                  <p:stCondLst>
                                    <p:cond delay="0"/>
                                  </p:stCondLst>
                                  <p:childTnLst>
                                    <p:animMotion origin="layout" path="M -0.17917 0.01112 L -1.22917 0.02223 E">
                                      <p:cBhvr>
                                        <p:cTn id="1347" dur="500" fill="hold"/>
                                        <p:tgtEl>
                                          <p:spTgt spid="466"/>
                                        </p:tgtEl>
                                      </p:cBhvr>
                                    </p:animMotion>
                                  </p:childTnLst>
                                </p:cTn>
                              </p:par>
                              <p:set>
                                <p:cBhvr>
                                  <p:cTn id="1348" dur="1" fill="hold">
                                    <p:stCondLst>
                                      <p:cond evt="end">
                                        <p:tn val="1346"/>
                                      </p:cond>
                                    </p:stCondLst>
                                  </p:cTn>
                                  <p:tgtEl>
                                    <p:spTgt spid="466"/>
                                  </p:tgtEl>
                                  <p:attrNameLst>
                                    <p:attrName>style.visibility</p:attrName>
                                  </p:attrNameLst>
                                </p:cBhvr>
                                <p:to>
                                  <p:strVal val="hidden"/>
                                </p:to>
                              </p:set>
                              <p:par>
                                <p:cTn id="1349" nodeType="withEffect" fill="hold" presetClass="path" presetID="0">
                                  <p:stCondLst>
                                    <p:cond delay="0"/>
                                  </p:stCondLst>
                                  <p:childTnLst>
                                    <p:animMotion origin="layout" path="M -0.17917 0.01112 L -1.22917 0.02223 E">
                                      <p:cBhvr>
                                        <p:cTn id="1350" dur="500" fill="hold"/>
                                        <p:tgtEl>
                                          <p:spTgt spid="467"/>
                                        </p:tgtEl>
                                      </p:cBhvr>
                                    </p:animMotion>
                                  </p:childTnLst>
                                </p:cTn>
                              </p:par>
                              <p:set>
                                <p:cBhvr>
                                  <p:cTn id="1351" dur="1" fill="hold">
                                    <p:stCondLst>
                                      <p:cond evt="end">
                                        <p:tn val="1349"/>
                                      </p:cond>
                                    </p:stCondLst>
                                  </p:cTn>
                                  <p:tgtEl>
                                    <p:spTgt spid="467"/>
                                  </p:tgtEl>
                                  <p:attrNameLst>
                                    <p:attrName>style.visibility</p:attrName>
                                  </p:attrNameLst>
                                </p:cBhvr>
                                <p:to>
                                  <p:strVal val="hidden"/>
                                </p:to>
                              </p:set>
                              <p:par>
                                <p:cTn id="1352" nodeType="withEffect" fill="hold" presetClass="path" presetID="0">
                                  <p:stCondLst>
                                    <p:cond delay="0"/>
                                  </p:stCondLst>
                                  <p:childTnLst>
                                    <p:animMotion origin="layout" path="M -0.17917 0.01112 L -1.22917 0.02223 E">
                                      <p:cBhvr>
                                        <p:cTn id="1353" dur="500" fill="hold"/>
                                        <p:tgtEl>
                                          <p:spTgt spid="468"/>
                                        </p:tgtEl>
                                      </p:cBhvr>
                                    </p:animMotion>
                                  </p:childTnLst>
                                </p:cTn>
                              </p:par>
                              <p:set>
                                <p:cBhvr>
                                  <p:cTn id="1354" dur="1" fill="hold">
                                    <p:stCondLst>
                                      <p:cond evt="end">
                                        <p:tn val="1352"/>
                                      </p:cond>
                                    </p:stCondLst>
                                  </p:cTn>
                                  <p:tgtEl>
                                    <p:spTgt spid="468"/>
                                  </p:tgtEl>
                                  <p:attrNameLst>
                                    <p:attrName>style.visibility</p:attrName>
                                  </p:attrNameLst>
                                </p:cBhvr>
                                <p:to>
                                  <p:strVal val="hidden"/>
                                </p:to>
                              </p:set>
                              <p:par>
                                <p:cTn id="1355" nodeType="withEffect" fill="hold" presetClass="path" presetID="0">
                                  <p:stCondLst>
                                    <p:cond delay="0"/>
                                  </p:stCondLst>
                                  <p:childTnLst>
                                    <p:animMotion origin="layout" path="M -0.17917 0.01112 L -1.22917 0.02223 E">
                                      <p:cBhvr>
                                        <p:cTn id="1356" dur="500" fill="hold"/>
                                        <p:tgtEl>
                                          <p:spTgt spid="469"/>
                                        </p:tgtEl>
                                      </p:cBhvr>
                                    </p:animMotion>
                                  </p:childTnLst>
                                </p:cTn>
                              </p:par>
                              <p:set>
                                <p:cBhvr>
                                  <p:cTn id="1357" dur="1" fill="hold">
                                    <p:stCondLst>
                                      <p:cond evt="end">
                                        <p:tn val="1355"/>
                                      </p:cond>
                                    </p:stCondLst>
                                  </p:cTn>
                                  <p:tgtEl>
                                    <p:spTgt spid="469"/>
                                  </p:tgtEl>
                                  <p:attrNameLst>
                                    <p:attrName>style.visibility</p:attrName>
                                  </p:attrNameLst>
                                </p:cBhvr>
                                <p:to>
                                  <p:strVal val="hidden"/>
                                </p:to>
                              </p:set>
                              <p:par>
                                <p:cTn id="1358" nodeType="withEffect" fill="hold" presetClass="path" presetID="0">
                                  <p:stCondLst>
                                    <p:cond delay="0"/>
                                  </p:stCondLst>
                                  <p:childTnLst>
                                    <p:animMotion origin="layout" path="M -0.17917 0.01112 L -1.22917 0.02223 E">
                                      <p:cBhvr>
                                        <p:cTn id="1359" dur="500" fill="hold"/>
                                        <p:tgtEl>
                                          <p:spTgt spid="470"/>
                                        </p:tgtEl>
                                      </p:cBhvr>
                                    </p:animMotion>
                                  </p:childTnLst>
                                </p:cTn>
                              </p:par>
                              <p:set>
                                <p:cBhvr>
                                  <p:cTn id="1360" dur="1" fill="hold">
                                    <p:stCondLst>
                                      <p:cond evt="end">
                                        <p:tn val="1358"/>
                                      </p:cond>
                                    </p:stCondLst>
                                  </p:cTn>
                                  <p:tgtEl>
                                    <p:spTgt spid="470"/>
                                  </p:tgtEl>
                                  <p:attrNameLst>
                                    <p:attrName>style.visibility</p:attrName>
                                  </p:attrNameLst>
                                </p:cBhvr>
                                <p:to>
                                  <p:strVal val="hidden"/>
                                </p:to>
                              </p:set>
                            </p:childTnLst>
                          </p:cTn>
                        </p:par>
                        <p:par>
                          <p:cTn id="1361" fill="hold">
                            <p:stCondLst>
                              <p:cond delay="500"/>
                            </p:stCondLst>
                            <p:childTnLst>
                              <p:par>
                                <p:cTn id="1362" nodeType="afterEffect" fill="hold" presetClass="path" presetID="0">
                                  <p:stCondLst>
                                    <p:cond delay="0"/>
                                  </p:stCondLst>
                                  <p:childTnLst>
                                    <p:animMotion origin="layout" path="M -0.17917 0.01112 L -1.22917 0.02223 E">
                                      <p:cBhvr>
                                        <p:cTn id="1363" dur="500" fill="hold"/>
                                        <p:tgtEl>
                                          <p:spTgt spid="471"/>
                                        </p:tgtEl>
                                      </p:cBhvr>
                                    </p:animMotion>
                                  </p:childTnLst>
                                </p:cTn>
                              </p:par>
                              <p:set>
                                <p:cBhvr>
                                  <p:cTn id="1364" dur="1" fill="hold">
                                    <p:stCondLst>
                                      <p:cond evt="end">
                                        <p:tn val="1362"/>
                                      </p:cond>
                                    </p:stCondLst>
                                  </p:cTn>
                                  <p:tgtEl>
                                    <p:spTgt spid="471"/>
                                  </p:tgtEl>
                                  <p:attrNameLst>
                                    <p:attrName>style.visibility</p:attrName>
                                  </p:attrNameLst>
                                </p:cBhvr>
                                <p:to>
                                  <p:strVal val="hidden"/>
                                </p:to>
                              </p:set>
                              <p:par>
                                <p:cTn id="1365" nodeType="withEffect" fill="hold" presetClass="path" presetID="0">
                                  <p:stCondLst>
                                    <p:cond delay="0"/>
                                  </p:stCondLst>
                                  <p:childTnLst>
                                    <p:animMotion origin="layout" path="M -0.17917 0.01112 L -1.22917 0.02223 E">
                                      <p:cBhvr>
                                        <p:cTn id="1366" dur="500" fill="hold"/>
                                        <p:tgtEl>
                                          <p:spTgt spid="472"/>
                                        </p:tgtEl>
                                      </p:cBhvr>
                                    </p:animMotion>
                                  </p:childTnLst>
                                </p:cTn>
                              </p:par>
                              <p:set>
                                <p:cBhvr>
                                  <p:cTn id="1367" dur="1" fill="hold">
                                    <p:stCondLst>
                                      <p:cond evt="end">
                                        <p:tn val="1365"/>
                                      </p:cond>
                                    </p:stCondLst>
                                  </p:cTn>
                                  <p:tgtEl>
                                    <p:spTgt spid="472"/>
                                  </p:tgtEl>
                                  <p:attrNameLst>
                                    <p:attrName>style.visibility</p:attrName>
                                  </p:attrNameLst>
                                </p:cBhvr>
                                <p:to>
                                  <p:strVal val="hidden"/>
                                </p:to>
                              </p:set>
                              <p:par>
                                <p:cTn id="1368" nodeType="withEffect" fill="hold" presetClass="path" presetID="0">
                                  <p:stCondLst>
                                    <p:cond delay="0"/>
                                  </p:stCondLst>
                                  <p:childTnLst>
                                    <p:animMotion origin="layout" path="M -0.17917 0.01112 L -1.22917 0.02223 E">
                                      <p:cBhvr>
                                        <p:cTn id="1369" dur="500" fill="hold"/>
                                        <p:tgtEl>
                                          <p:spTgt spid="473"/>
                                        </p:tgtEl>
                                      </p:cBhvr>
                                    </p:animMotion>
                                  </p:childTnLst>
                                </p:cTn>
                              </p:par>
                              <p:set>
                                <p:cBhvr>
                                  <p:cTn id="1370" dur="1" fill="hold">
                                    <p:stCondLst>
                                      <p:cond evt="end">
                                        <p:tn val="1368"/>
                                      </p:cond>
                                    </p:stCondLst>
                                  </p:cTn>
                                  <p:tgtEl>
                                    <p:spTgt spid="473"/>
                                  </p:tgtEl>
                                  <p:attrNameLst>
                                    <p:attrName>style.visibility</p:attrName>
                                  </p:attrNameLst>
                                </p:cBhvr>
                                <p:to>
                                  <p:strVal val="hidden"/>
                                </p:to>
                              </p:set>
                              <p:par>
                                <p:cTn id="1371" nodeType="withEffect" fill="hold" presetClass="path" presetID="0">
                                  <p:stCondLst>
                                    <p:cond delay="0"/>
                                  </p:stCondLst>
                                  <p:childTnLst>
                                    <p:animMotion origin="layout" path="M -0.17917 0.01112 L -1.22917 0.02223 E">
                                      <p:cBhvr>
                                        <p:cTn id="1372" dur="500" fill="hold"/>
                                        <p:tgtEl>
                                          <p:spTgt spid="474"/>
                                        </p:tgtEl>
                                      </p:cBhvr>
                                    </p:animMotion>
                                  </p:childTnLst>
                                </p:cTn>
                              </p:par>
                              <p:set>
                                <p:cBhvr>
                                  <p:cTn id="1373" dur="1" fill="hold">
                                    <p:stCondLst>
                                      <p:cond evt="end">
                                        <p:tn val="1371"/>
                                      </p:cond>
                                    </p:stCondLst>
                                  </p:cTn>
                                  <p:tgtEl>
                                    <p:spTgt spid="474"/>
                                  </p:tgtEl>
                                  <p:attrNameLst>
                                    <p:attrName>style.visibility</p:attrName>
                                  </p:attrNameLst>
                                </p:cBhvr>
                                <p:to>
                                  <p:strVal val="hidden"/>
                                </p:to>
                              </p:set>
                              <p:par>
                                <p:cTn id="1374" nodeType="withEffect" fill="hold" presetClass="path" presetID="0">
                                  <p:stCondLst>
                                    <p:cond delay="0"/>
                                  </p:stCondLst>
                                  <p:childTnLst>
                                    <p:animMotion origin="layout" path="M -0.17917 0.01112 L -1.22917 0.02223 E">
                                      <p:cBhvr>
                                        <p:cTn id="1375" dur="500" fill="hold"/>
                                        <p:tgtEl>
                                          <p:spTgt spid="475"/>
                                        </p:tgtEl>
                                      </p:cBhvr>
                                    </p:animMotion>
                                  </p:childTnLst>
                                </p:cTn>
                              </p:par>
                              <p:set>
                                <p:cBhvr>
                                  <p:cTn id="1376" dur="1" fill="hold">
                                    <p:stCondLst>
                                      <p:cond evt="end">
                                        <p:tn val="1374"/>
                                      </p:cond>
                                    </p:stCondLst>
                                  </p:cTn>
                                  <p:tgtEl>
                                    <p:spTgt spid="475"/>
                                  </p:tgtEl>
                                  <p:attrNameLst>
                                    <p:attrName>style.visibility</p:attrName>
                                  </p:attrNameLst>
                                </p:cBhvr>
                                <p:to>
                                  <p:strVal val="hidden"/>
                                </p:to>
                              </p:set>
                              <p:par>
                                <p:cTn id="1377" nodeType="withEffect" fill="hold" presetClass="path" presetID="0">
                                  <p:stCondLst>
                                    <p:cond delay="0"/>
                                  </p:stCondLst>
                                  <p:childTnLst>
                                    <p:animMotion origin="layout" path="M -0.17917 0.01112 L -1.22917 0.02223 E">
                                      <p:cBhvr>
                                        <p:cTn id="1378" dur="500" fill="hold"/>
                                        <p:tgtEl>
                                          <p:spTgt spid="476"/>
                                        </p:tgtEl>
                                      </p:cBhvr>
                                    </p:animMotion>
                                  </p:childTnLst>
                                </p:cTn>
                              </p:par>
                              <p:set>
                                <p:cBhvr>
                                  <p:cTn id="1379" dur="1" fill="hold">
                                    <p:stCondLst>
                                      <p:cond evt="end">
                                        <p:tn val="1377"/>
                                      </p:cond>
                                    </p:stCondLst>
                                  </p:cTn>
                                  <p:tgtEl>
                                    <p:spTgt spid="476"/>
                                  </p:tgtEl>
                                  <p:attrNameLst>
                                    <p:attrName>style.visibility</p:attrName>
                                  </p:attrNameLst>
                                </p:cBhvr>
                                <p:to>
                                  <p:strVal val="hidden"/>
                                </p:to>
                              </p:set>
                              <p:par>
                                <p:cTn id="1380" nodeType="withEffect" fill="hold" presetClass="path" presetID="0">
                                  <p:stCondLst>
                                    <p:cond delay="0"/>
                                  </p:stCondLst>
                                  <p:childTnLst>
                                    <p:animMotion origin="layout" path="M -0.17917 0.01112 L -1.22917 0.02223 E">
                                      <p:cBhvr>
                                        <p:cTn id="1381" dur="500" fill="hold"/>
                                        <p:tgtEl>
                                          <p:spTgt spid="477"/>
                                        </p:tgtEl>
                                      </p:cBhvr>
                                    </p:animMotion>
                                  </p:childTnLst>
                                </p:cTn>
                              </p:par>
                              <p:set>
                                <p:cBhvr>
                                  <p:cTn id="1382" dur="1" fill="hold">
                                    <p:stCondLst>
                                      <p:cond evt="end">
                                        <p:tn val="1380"/>
                                      </p:cond>
                                    </p:stCondLst>
                                  </p:cTn>
                                  <p:tgtEl>
                                    <p:spTgt spid="477"/>
                                  </p:tgtEl>
                                  <p:attrNameLst>
                                    <p:attrName>style.visibility</p:attrName>
                                  </p:attrNameLst>
                                </p:cBhvr>
                                <p:to>
                                  <p:strVal val="hidden"/>
                                </p:to>
                              </p:set>
                              <p:par>
                                <p:cTn id="1383" nodeType="withEffect" fill="hold" presetClass="path" presetID="0">
                                  <p:stCondLst>
                                    <p:cond delay="0"/>
                                  </p:stCondLst>
                                  <p:childTnLst>
                                    <p:animMotion origin="layout" path="M -0.17917 0.01112 L -1.22917 0.02223 E">
                                      <p:cBhvr>
                                        <p:cTn id="1384" dur="500" fill="hold"/>
                                        <p:tgtEl>
                                          <p:spTgt spid="478"/>
                                        </p:tgtEl>
                                      </p:cBhvr>
                                    </p:animMotion>
                                  </p:childTnLst>
                                </p:cTn>
                              </p:par>
                              <p:set>
                                <p:cBhvr>
                                  <p:cTn id="1385" dur="1" fill="hold">
                                    <p:stCondLst>
                                      <p:cond evt="end">
                                        <p:tn val="1383"/>
                                      </p:cond>
                                    </p:stCondLst>
                                  </p:cTn>
                                  <p:tgtEl>
                                    <p:spTgt spid="478"/>
                                  </p:tgtEl>
                                  <p:attrNameLst>
                                    <p:attrName>style.visibility</p:attrName>
                                  </p:attrNameLst>
                                </p:cBhvr>
                                <p:to>
                                  <p:strVal val="hidden"/>
                                </p:to>
                              </p:set>
                              <p:par>
                                <p:cTn id="1386" nodeType="withEffect" fill="hold" presetClass="path" presetID="0">
                                  <p:stCondLst>
                                    <p:cond delay="0"/>
                                  </p:stCondLst>
                                  <p:childTnLst>
                                    <p:animMotion origin="layout" path="M -0.17917 0.01112 L -1.22917 0.02223 E">
                                      <p:cBhvr>
                                        <p:cTn id="1387" dur="500" fill="hold"/>
                                        <p:tgtEl>
                                          <p:spTgt spid="479"/>
                                        </p:tgtEl>
                                      </p:cBhvr>
                                    </p:animMotion>
                                  </p:childTnLst>
                                </p:cTn>
                              </p:par>
                              <p:set>
                                <p:cBhvr>
                                  <p:cTn id="1388" dur="1" fill="hold">
                                    <p:stCondLst>
                                      <p:cond evt="end">
                                        <p:tn val="1386"/>
                                      </p:cond>
                                    </p:stCondLst>
                                  </p:cTn>
                                  <p:tgtEl>
                                    <p:spTgt spid="479"/>
                                  </p:tgtEl>
                                  <p:attrNameLst>
                                    <p:attrName>style.visibility</p:attrName>
                                  </p:attrNameLst>
                                </p:cBhvr>
                                <p:to>
                                  <p:strVal val="hidden"/>
                                </p:to>
                              </p:set>
                              <p:par>
                                <p:cTn id="1389" nodeType="withEffect" fill="hold" presetClass="path" presetID="0">
                                  <p:stCondLst>
                                    <p:cond delay="0"/>
                                  </p:stCondLst>
                                  <p:childTnLst>
                                    <p:animMotion origin="layout" path="M -0.17917 0.01112 L -1.22917 0.02223 E">
                                      <p:cBhvr>
                                        <p:cTn id="1390" dur="500" fill="hold"/>
                                        <p:tgtEl>
                                          <p:spTgt spid="480"/>
                                        </p:tgtEl>
                                      </p:cBhvr>
                                    </p:animMotion>
                                  </p:childTnLst>
                                </p:cTn>
                              </p:par>
                              <p:set>
                                <p:cBhvr>
                                  <p:cTn id="1391" dur="1" fill="hold">
                                    <p:stCondLst>
                                      <p:cond evt="end">
                                        <p:tn val="1389"/>
                                      </p:cond>
                                    </p:stCondLst>
                                  </p:cTn>
                                  <p:tgtEl>
                                    <p:spTgt spid="480"/>
                                  </p:tgtEl>
                                  <p:attrNameLst>
                                    <p:attrName>style.visibility</p:attrName>
                                  </p:attrNameLst>
                                </p:cBhvr>
                                <p:to>
                                  <p:strVal val="hidden"/>
                                </p:to>
                              </p:set>
                              <p:par>
                                <p:cTn id="1392" nodeType="withEffect" fill="hold" presetClass="path" presetID="0">
                                  <p:stCondLst>
                                    <p:cond delay="0"/>
                                  </p:stCondLst>
                                  <p:childTnLst>
                                    <p:animMotion origin="layout" path="M -0.17917 0.01112 L -1.22917 0.02223 E">
                                      <p:cBhvr>
                                        <p:cTn id="1393" dur="500" fill="hold"/>
                                        <p:tgtEl>
                                          <p:spTgt spid="481"/>
                                        </p:tgtEl>
                                      </p:cBhvr>
                                    </p:animMotion>
                                  </p:childTnLst>
                                </p:cTn>
                              </p:par>
                              <p:set>
                                <p:cBhvr>
                                  <p:cTn id="1394" dur="1" fill="hold">
                                    <p:stCondLst>
                                      <p:cond evt="end">
                                        <p:tn val="1392"/>
                                      </p:cond>
                                    </p:stCondLst>
                                  </p:cTn>
                                  <p:tgtEl>
                                    <p:spTgt spid="481"/>
                                  </p:tgtEl>
                                  <p:attrNameLst>
                                    <p:attrName>style.visibility</p:attrName>
                                  </p:attrNameLst>
                                </p:cBhvr>
                                <p:to>
                                  <p:strVal val="hidden"/>
                                </p:to>
                              </p:set>
                              <p:par>
                                <p:cTn id="1395" nodeType="withEffect" fill="hold" presetClass="path" presetID="0">
                                  <p:stCondLst>
                                    <p:cond delay="0"/>
                                  </p:stCondLst>
                                  <p:childTnLst>
                                    <p:animMotion origin="layout" path="M -0.17917 0.01112 L -1.22917 0.02223 E">
                                      <p:cBhvr>
                                        <p:cTn id="1396" dur="500" fill="hold"/>
                                        <p:tgtEl>
                                          <p:spTgt spid="482"/>
                                        </p:tgtEl>
                                      </p:cBhvr>
                                    </p:animMotion>
                                  </p:childTnLst>
                                </p:cTn>
                              </p:par>
                              <p:set>
                                <p:cBhvr>
                                  <p:cTn id="1397" dur="1" fill="hold">
                                    <p:stCondLst>
                                      <p:cond evt="end">
                                        <p:tn val="1395"/>
                                      </p:cond>
                                    </p:stCondLst>
                                  </p:cTn>
                                  <p:tgtEl>
                                    <p:spTgt spid="482"/>
                                  </p:tgtEl>
                                  <p:attrNameLst>
                                    <p:attrName>style.visibility</p:attrName>
                                  </p:attrNameLst>
                                </p:cBhvr>
                                <p:to>
                                  <p:strVal val="hidden"/>
                                </p:to>
                              </p:set>
                              <p:par>
                                <p:cTn id="1398" nodeType="withEffect" fill="hold" presetClass="path" presetID="0">
                                  <p:stCondLst>
                                    <p:cond delay="0"/>
                                  </p:stCondLst>
                                  <p:childTnLst>
                                    <p:animMotion origin="layout" path="M -0.17917 0.01112 L -1.22917 0.02223 E">
                                      <p:cBhvr>
                                        <p:cTn id="1399" dur="500" fill="hold"/>
                                        <p:tgtEl>
                                          <p:spTgt spid="483"/>
                                        </p:tgtEl>
                                      </p:cBhvr>
                                    </p:animMotion>
                                  </p:childTnLst>
                                </p:cTn>
                              </p:par>
                              <p:set>
                                <p:cBhvr>
                                  <p:cTn id="1400" dur="1" fill="hold">
                                    <p:stCondLst>
                                      <p:cond evt="end">
                                        <p:tn val="1398"/>
                                      </p:cond>
                                    </p:stCondLst>
                                  </p:cTn>
                                  <p:tgtEl>
                                    <p:spTgt spid="483"/>
                                  </p:tgtEl>
                                  <p:attrNameLst>
                                    <p:attrName>style.visibility</p:attrName>
                                  </p:attrNameLst>
                                </p:cBhvr>
                                <p:to>
                                  <p:strVal val="hidden"/>
                                </p:to>
                              </p:set>
                            </p:childTnLst>
                          </p:cTn>
                        </p:par>
                        <p:par>
                          <p:cTn id="1401" fill="hold">
                            <p:stCondLst>
                              <p:cond delay="1000"/>
                            </p:stCondLst>
                            <p:childTnLst>
                              <p:par>
                                <p:cTn id="1402" nodeType="afterEffect" fill="hold" presetClass="path" presetID="0">
                                  <p:stCondLst>
                                    <p:cond delay="0"/>
                                  </p:stCondLst>
                                  <p:childTnLst>
                                    <p:animMotion origin="layout" path="M -0.17917 0.01112 L -1.22917 0.02223 E">
                                      <p:cBhvr>
                                        <p:cTn id="1403" dur="500" fill="hold"/>
                                        <p:tgtEl>
                                          <p:spTgt spid="484"/>
                                        </p:tgtEl>
                                      </p:cBhvr>
                                    </p:animMotion>
                                  </p:childTnLst>
                                </p:cTn>
                              </p:par>
                              <p:set>
                                <p:cBhvr>
                                  <p:cTn id="1404" dur="1" fill="hold">
                                    <p:stCondLst>
                                      <p:cond evt="end">
                                        <p:tn val="1402"/>
                                      </p:cond>
                                    </p:stCondLst>
                                  </p:cTn>
                                  <p:tgtEl>
                                    <p:spTgt spid="484"/>
                                  </p:tgtEl>
                                  <p:attrNameLst>
                                    <p:attrName>style.visibility</p:attrName>
                                  </p:attrNameLst>
                                </p:cBhvr>
                                <p:to>
                                  <p:strVal val="hidden"/>
                                </p:to>
                              </p:set>
                              <p:par>
                                <p:cTn id="1405" nodeType="withEffect" fill="hold" presetClass="path" presetID="0">
                                  <p:stCondLst>
                                    <p:cond delay="0"/>
                                  </p:stCondLst>
                                  <p:childTnLst>
                                    <p:animMotion origin="layout" path="M -0.17917 0.01112 L -1.22917 0.02223 E">
                                      <p:cBhvr>
                                        <p:cTn id="1406" dur="500" fill="hold"/>
                                        <p:tgtEl>
                                          <p:spTgt spid="485"/>
                                        </p:tgtEl>
                                      </p:cBhvr>
                                    </p:animMotion>
                                  </p:childTnLst>
                                </p:cTn>
                              </p:par>
                              <p:set>
                                <p:cBhvr>
                                  <p:cTn id="1407" dur="1" fill="hold">
                                    <p:stCondLst>
                                      <p:cond evt="end">
                                        <p:tn val="1405"/>
                                      </p:cond>
                                    </p:stCondLst>
                                  </p:cTn>
                                  <p:tgtEl>
                                    <p:spTgt spid="485"/>
                                  </p:tgtEl>
                                  <p:attrNameLst>
                                    <p:attrName>style.visibility</p:attrName>
                                  </p:attrNameLst>
                                </p:cBhvr>
                                <p:to>
                                  <p:strVal val="hidden"/>
                                </p:to>
                              </p:set>
                              <p:par>
                                <p:cTn id="1408" nodeType="withEffect" fill="hold" presetClass="path" presetID="0">
                                  <p:stCondLst>
                                    <p:cond delay="0"/>
                                  </p:stCondLst>
                                  <p:childTnLst>
                                    <p:animMotion origin="layout" path="M -0.17917 0.01112 L -1.22917 0.02223 E">
                                      <p:cBhvr>
                                        <p:cTn id="1409" dur="500" fill="hold"/>
                                        <p:tgtEl>
                                          <p:spTgt spid="486"/>
                                        </p:tgtEl>
                                      </p:cBhvr>
                                    </p:animMotion>
                                  </p:childTnLst>
                                </p:cTn>
                              </p:par>
                              <p:set>
                                <p:cBhvr>
                                  <p:cTn id="1410" dur="1" fill="hold">
                                    <p:stCondLst>
                                      <p:cond evt="end">
                                        <p:tn val="1408"/>
                                      </p:cond>
                                    </p:stCondLst>
                                  </p:cTn>
                                  <p:tgtEl>
                                    <p:spTgt spid="486"/>
                                  </p:tgtEl>
                                  <p:attrNameLst>
                                    <p:attrName>style.visibility</p:attrName>
                                  </p:attrNameLst>
                                </p:cBhvr>
                                <p:to>
                                  <p:strVal val="hidden"/>
                                </p:to>
                              </p:set>
                              <p:par>
                                <p:cTn id="1411" nodeType="withEffect" fill="hold" presetClass="path" presetID="0">
                                  <p:stCondLst>
                                    <p:cond delay="0"/>
                                  </p:stCondLst>
                                  <p:childTnLst>
                                    <p:animMotion origin="layout" path="M -0.17917 0.01112 L -1.22917 0.02223 E">
                                      <p:cBhvr>
                                        <p:cTn id="1412" dur="500" fill="hold"/>
                                        <p:tgtEl>
                                          <p:spTgt spid="487"/>
                                        </p:tgtEl>
                                      </p:cBhvr>
                                    </p:animMotion>
                                  </p:childTnLst>
                                </p:cTn>
                              </p:par>
                              <p:set>
                                <p:cBhvr>
                                  <p:cTn id="1413" dur="1" fill="hold">
                                    <p:stCondLst>
                                      <p:cond evt="end">
                                        <p:tn val="1411"/>
                                      </p:cond>
                                    </p:stCondLst>
                                  </p:cTn>
                                  <p:tgtEl>
                                    <p:spTgt spid="487"/>
                                  </p:tgtEl>
                                  <p:attrNameLst>
                                    <p:attrName>style.visibility</p:attrName>
                                  </p:attrNameLst>
                                </p:cBhvr>
                                <p:to>
                                  <p:strVal val="hidden"/>
                                </p:to>
                              </p:set>
                              <p:par>
                                <p:cTn id="1414" nodeType="withEffect" fill="hold" presetClass="path" presetID="0">
                                  <p:stCondLst>
                                    <p:cond delay="0"/>
                                  </p:stCondLst>
                                  <p:childTnLst>
                                    <p:animMotion origin="layout" path="M -0.17917 0.01112 L -1.22917 0.02223 E">
                                      <p:cBhvr>
                                        <p:cTn id="1415" dur="500" fill="hold"/>
                                        <p:tgtEl>
                                          <p:spTgt spid="488"/>
                                        </p:tgtEl>
                                      </p:cBhvr>
                                    </p:animMotion>
                                  </p:childTnLst>
                                </p:cTn>
                              </p:par>
                              <p:set>
                                <p:cBhvr>
                                  <p:cTn id="1416" dur="1" fill="hold">
                                    <p:stCondLst>
                                      <p:cond evt="end">
                                        <p:tn val="1414"/>
                                      </p:cond>
                                    </p:stCondLst>
                                  </p:cTn>
                                  <p:tgtEl>
                                    <p:spTgt spid="488"/>
                                  </p:tgtEl>
                                  <p:attrNameLst>
                                    <p:attrName>style.visibility</p:attrName>
                                  </p:attrNameLst>
                                </p:cBhvr>
                                <p:to>
                                  <p:strVal val="hidden"/>
                                </p:to>
                              </p:set>
                              <p:par>
                                <p:cTn id="1417" nodeType="withEffect" fill="hold" presetClass="path" presetID="0">
                                  <p:stCondLst>
                                    <p:cond delay="0"/>
                                  </p:stCondLst>
                                  <p:childTnLst>
                                    <p:animMotion origin="layout" path="M -0.17917 0.01112 L -1.22917 0.02223 E">
                                      <p:cBhvr>
                                        <p:cTn id="1418" dur="500" fill="hold"/>
                                        <p:tgtEl>
                                          <p:spTgt spid="489"/>
                                        </p:tgtEl>
                                      </p:cBhvr>
                                    </p:animMotion>
                                  </p:childTnLst>
                                </p:cTn>
                              </p:par>
                              <p:set>
                                <p:cBhvr>
                                  <p:cTn id="1419" dur="1" fill="hold">
                                    <p:stCondLst>
                                      <p:cond evt="end">
                                        <p:tn val="1417"/>
                                      </p:cond>
                                    </p:stCondLst>
                                  </p:cTn>
                                  <p:tgtEl>
                                    <p:spTgt spid="489"/>
                                  </p:tgtEl>
                                  <p:attrNameLst>
                                    <p:attrName>style.visibility</p:attrName>
                                  </p:attrNameLst>
                                </p:cBhvr>
                                <p:to>
                                  <p:strVal val="hidden"/>
                                </p:to>
                              </p:set>
                              <p:par>
                                <p:cTn id="1420" nodeType="withEffect" fill="hold" presetClass="path" presetID="0">
                                  <p:stCondLst>
                                    <p:cond delay="0"/>
                                  </p:stCondLst>
                                  <p:childTnLst>
                                    <p:animMotion origin="layout" path="M -0.17917 0.01112 L -1.22917 0.02223 E">
                                      <p:cBhvr>
                                        <p:cTn id="1421" dur="500" fill="hold"/>
                                        <p:tgtEl>
                                          <p:spTgt spid="490"/>
                                        </p:tgtEl>
                                      </p:cBhvr>
                                    </p:animMotion>
                                  </p:childTnLst>
                                </p:cTn>
                              </p:par>
                              <p:set>
                                <p:cBhvr>
                                  <p:cTn id="1422" dur="1" fill="hold">
                                    <p:stCondLst>
                                      <p:cond evt="end">
                                        <p:tn val="1420"/>
                                      </p:cond>
                                    </p:stCondLst>
                                  </p:cTn>
                                  <p:tgtEl>
                                    <p:spTgt spid="490"/>
                                  </p:tgtEl>
                                  <p:attrNameLst>
                                    <p:attrName>style.visibility</p:attrName>
                                  </p:attrNameLst>
                                </p:cBhvr>
                                <p:to>
                                  <p:strVal val="hidden"/>
                                </p:to>
                              </p:set>
                              <p:par>
                                <p:cTn id="1423" nodeType="withEffect" fill="hold" presetClass="path" presetID="0">
                                  <p:stCondLst>
                                    <p:cond delay="0"/>
                                  </p:stCondLst>
                                  <p:childTnLst>
                                    <p:animMotion origin="layout" path="M -0.17917 0.01112 L -1.22917 0.02223 E">
                                      <p:cBhvr>
                                        <p:cTn id="1424" dur="500" fill="hold"/>
                                        <p:tgtEl>
                                          <p:spTgt spid="491"/>
                                        </p:tgtEl>
                                      </p:cBhvr>
                                    </p:animMotion>
                                  </p:childTnLst>
                                </p:cTn>
                              </p:par>
                              <p:set>
                                <p:cBhvr>
                                  <p:cTn id="1425" dur="1" fill="hold">
                                    <p:stCondLst>
                                      <p:cond evt="end">
                                        <p:tn val="1423"/>
                                      </p:cond>
                                    </p:stCondLst>
                                  </p:cTn>
                                  <p:tgtEl>
                                    <p:spTgt spid="491"/>
                                  </p:tgtEl>
                                  <p:attrNameLst>
                                    <p:attrName>style.visibility</p:attrName>
                                  </p:attrNameLst>
                                </p:cBhvr>
                                <p:to>
                                  <p:strVal val="hidden"/>
                                </p:to>
                              </p:set>
                              <p:par>
                                <p:cTn id="1426" nodeType="withEffect" fill="hold" presetClass="path" presetID="0">
                                  <p:stCondLst>
                                    <p:cond delay="0"/>
                                  </p:stCondLst>
                                  <p:childTnLst>
                                    <p:animMotion origin="layout" path="M -0.17917 0.01112 L -1.22917 0.02223 E">
                                      <p:cBhvr>
                                        <p:cTn id="1427" dur="500" fill="hold"/>
                                        <p:tgtEl>
                                          <p:spTgt spid="492"/>
                                        </p:tgtEl>
                                      </p:cBhvr>
                                    </p:animMotion>
                                  </p:childTnLst>
                                </p:cTn>
                              </p:par>
                              <p:set>
                                <p:cBhvr>
                                  <p:cTn id="1428" dur="1" fill="hold">
                                    <p:stCondLst>
                                      <p:cond evt="end">
                                        <p:tn val="1426"/>
                                      </p:cond>
                                    </p:stCondLst>
                                  </p:cTn>
                                  <p:tgtEl>
                                    <p:spTgt spid="492"/>
                                  </p:tgtEl>
                                  <p:attrNameLst>
                                    <p:attrName>style.visibility</p:attrName>
                                  </p:attrNameLst>
                                </p:cBhvr>
                                <p:to>
                                  <p:strVal val="hidden"/>
                                </p:to>
                              </p:set>
                              <p:par>
                                <p:cTn id="1429" nodeType="withEffect" fill="hold" presetClass="path" presetID="0">
                                  <p:stCondLst>
                                    <p:cond delay="0"/>
                                  </p:stCondLst>
                                  <p:childTnLst>
                                    <p:animMotion origin="layout" path="M -0.17917 0.01112 L -1.22917 0.02223 E">
                                      <p:cBhvr>
                                        <p:cTn id="1430" dur="500" fill="hold"/>
                                        <p:tgtEl>
                                          <p:spTgt spid="493"/>
                                        </p:tgtEl>
                                      </p:cBhvr>
                                    </p:animMotion>
                                  </p:childTnLst>
                                </p:cTn>
                              </p:par>
                              <p:set>
                                <p:cBhvr>
                                  <p:cTn id="1431" dur="1" fill="hold">
                                    <p:stCondLst>
                                      <p:cond evt="end">
                                        <p:tn val="1429"/>
                                      </p:cond>
                                    </p:stCondLst>
                                  </p:cTn>
                                  <p:tgtEl>
                                    <p:spTgt spid="493"/>
                                  </p:tgtEl>
                                  <p:attrNameLst>
                                    <p:attrName>style.visibility</p:attrName>
                                  </p:attrNameLst>
                                </p:cBhvr>
                                <p:to>
                                  <p:strVal val="hidden"/>
                                </p:to>
                              </p:set>
                              <p:par>
                                <p:cTn id="1432" nodeType="withEffect" fill="hold" presetClass="path" presetID="0">
                                  <p:stCondLst>
                                    <p:cond delay="0"/>
                                  </p:stCondLst>
                                  <p:childTnLst>
                                    <p:animMotion origin="layout" path="M -0.17917 0.01112 L -1.22917 0.02223 E">
                                      <p:cBhvr>
                                        <p:cTn id="1433" dur="500" fill="hold"/>
                                        <p:tgtEl>
                                          <p:spTgt spid="494"/>
                                        </p:tgtEl>
                                      </p:cBhvr>
                                    </p:animMotion>
                                  </p:childTnLst>
                                </p:cTn>
                              </p:par>
                              <p:set>
                                <p:cBhvr>
                                  <p:cTn id="1434" dur="1" fill="hold">
                                    <p:stCondLst>
                                      <p:cond evt="end">
                                        <p:tn val="1432"/>
                                      </p:cond>
                                    </p:stCondLst>
                                  </p:cTn>
                                  <p:tgtEl>
                                    <p:spTgt spid="494"/>
                                  </p:tgtEl>
                                  <p:attrNameLst>
                                    <p:attrName>style.visibility</p:attrName>
                                  </p:attrNameLst>
                                </p:cBhvr>
                                <p:to>
                                  <p:strVal val="hidden"/>
                                </p:to>
                              </p:set>
                              <p:par>
                                <p:cTn id="1435" nodeType="withEffect" fill="hold" presetClass="path" presetID="0">
                                  <p:stCondLst>
                                    <p:cond delay="0"/>
                                  </p:stCondLst>
                                  <p:childTnLst>
                                    <p:animMotion origin="layout" path="M -0.17917 0.01112 L -1.22917 0.02223 E">
                                      <p:cBhvr>
                                        <p:cTn id="1436" dur="500" fill="hold"/>
                                        <p:tgtEl>
                                          <p:spTgt spid="495"/>
                                        </p:tgtEl>
                                      </p:cBhvr>
                                    </p:animMotion>
                                  </p:childTnLst>
                                </p:cTn>
                              </p:par>
                              <p:set>
                                <p:cBhvr>
                                  <p:cTn id="1437" dur="1" fill="hold">
                                    <p:stCondLst>
                                      <p:cond evt="end">
                                        <p:tn val="1435"/>
                                      </p:cond>
                                    </p:stCondLst>
                                  </p:cTn>
                                  <p:tgtEl>
                                    <p:spTgt spid="495"/>
                                  </p:tgtEl>
                                  <p:attrNameLst>
                                    <p:attrName>style.visibility</p:attrName>
                                  </p:attrNameLst>
                                </p:cBhvr>
                                <p:to>
                                  <p:strVal val="hidden"/>
                                </p:to>
                              </p:set>
                              <p:par>
                                <p:cTn id="1438" nodeType="withEffect" fill="hold" presetClass="path" presetID="0">
                                  <p:stCondLst>
                                    <p:cond delay="0"/>
                                  </p:stCondLst>
                                  <p:childTnLst>
                                    <p:animMotion origin="layout" path="M -0.17917 0.01112 L -1.22917 0.02223 E">
                                      <p:cBhvr>
                                        <p:cTn id="1439" dur="500" fill="hold"/>
                                        <p:tgtEl>
                                          <p:spTgt spid="496"/>
                                        </p:tgtEl>
                                      </p:cBhvr>
                                    </p:animMotion>
                                  </p:childTnLst>
                                </p:cTn>
                              </p:par>
                              <p:set>
                                <p:cBhvr>
                                  <p:cTn id="1440" dur="1" fill="hold">
                                    <p:stCondLst>
                                      <p:cond evt="end">
                                        <p:tn val="1438"/>
                                      </p:cond>
                                    </p:stCondLst>
                                  </p:cTn>
                                  <p:tgtEl>
                                    <p:spTgt spid="496"/>
                                  </p:tgtEl>
                                  <p:attrNameLst>
                                    <p:attrName>style.visibility</p:attrName>
                                  </p:attrNameLst>
                                </p:cBhvr>
                                <p:to>
                                  <p:strVal val="hidden"/>
                                </p:to>
                              </p:set>
                              <p:par>
                                <p:cTn id="1441" nodeType="withEffect" fill="hold" presetClass="path" presetID="0">
                                  <p:stCondLst>
                                    <p:cond delay="0"/>
                                  </p:stCondLst>
                                  <p:childTnLst>
                                    <p:audio isNarration="0">
                                      <p:cMediaNode showWhenStopped="1">
                                        <p:cTn/>
                                        <p:tgtEl>
                                          <p:sndTgt r:embed="rId2" name="suction.wav"/>
                                        </p:tgtEl>
                                      </p:cMediaNode>
                                    </p:audio>
                                    <p:animMotion origin="layout" path="M -3.33333E-006 -1.11111E-006 L 1.05 -1.11111E-006 E">
                                      <p:cBhvr>
                                        <p:cTn id="1442" dur="500" fill="hold"/>
                                        <p:tgtEl>
                                          <p:spTgt spid="457"/>
                                        </p:tgtEl>
                                      </p:cBhvr>
                                    </p:animMotion>
                                  </p:childTnLst>
                                </p:cTn>
                              </p:par>
                            </p:childTnLst>
                          </p:cTn>
                        </p:par>
                        <p:par>
                          <p:cTn id="1443" fill="hold">
                            <p:stCondLst>
                              <p:cond delay="1500"/>
                            </p:stCondLst>
                            <p:childTnLst>
                              <p:par>
                                <p:cTn id="1444" nodeType="afterEffect" fill="hold" presetClass="path" presetID="0">
                                  <p:stCondLst>
                                    <p:cond delay="0"/>
                                  </p:stCondLst>
                                  <p:childTnLst>
                                    <p:animMotion origin="layout" path="M -0.17917 0.01112 L -1.22917 0.02223 E">
                                      <p:cBhvr>
                                        <p:cTn id="1445" dur="500" fill="hold"/>
                                        <p:tgtEl>
                                          <p:spTgt spid="497"/>
                                        </p:tgtEl>
                                      </p:cBhvr>
                                    </p:animMotion>
                                  </p:childTnLst>
                                </p:cTn>
                              </p:par>
                              <p:set>
                                <p:cBhvr>
                                  <p:cTn id="1446" dur="1" fill="hold">
                                    <p:stCondLst>
                                      <p:cond evt="end">
                                        <p:tn val="1444"/>
                                      </p:cond>
                                    </p:stCondLst>
                                  </p:cTn>
                                  <p:tgtEl>
                                    <p:spTgt spid="497"/>
                                  </p:tgtEl>
                                  <p:attrNameLst>
                                    <p:attrName>style.visibility</p:attrName>
                                  </p:attrNameLst>
                                </p:cBhvr>
                                <p:to>
                                  <p:strVal val="hidden"/>
                                </p:to>
                              </p:set>
                              <p:par>
                                <p:cTn id="1447" nodeType="withEffect" fill="hold" presetClass="path" presetID="0">
                                  <p:stCondLst>
                                    <p:cond delay="0"/>
                                  </p:stCondLst>
                                  <p:childTnLst>
                                    <p:animMotion origin="layout" path="M -0.17917 0.01112 L -1.22917 0.02223 E">
                                      <p:cBhvr>
                                        <p:cTn id="1448" dur="500" fill="hold"/>
                                        <p:tgtEl>
                                          <p:spTgt spid="498"/>
                                        </p:tgtEl>
                                      </p:cBhvr>
                                    </p:animMotion>
                                  </p:childTnLst>
                                </p:cTn>
                              </p:par>
                              <p:set>
                                <p:cBhvr>
                                  <p:cTn id="1449" dur="1" fill="hold">
                                    <p:stCondLst>
                                      <p:cond evt="end">
                                        <p:tn val="1447"/>
                                      </p:cond>
                                    </p:stCondLst>
                                  </p:cTn>
                                  <p:tgtEl>
                                    <p:spTgt spid="498"/>
                                  </p:tgtEl>
                                  <p:attrNameLst>
                                    <p:attrName>style.visibility</p:attrName>
                                  </p:attrNameLst>
                                </p:cBhvr>
                                <p:to>
                                  <p:strVal val="hidden"/>
                                </p:to>
                              </p:set>
                              <p:par>
                                <p:cTn id="1450" nodeType="withEffect" fill="hold" presetClass="path" presetID="0">
                                  <p:stCondLst>
                                    <p:cond delay="0"/>
                                  </p:stCondLst>
                                  <p:childTnLst>
                                    <p:animMotion origin="layout" path="M -0.17917 0.01112 L -1.22917 0.02223 E">
                                      <p:cBhvr>
                                        <p:cTn id="1451" dur="500" fill="hold"/>
                                        <p:tgtEl>
                                          <p:spTgt spid="499"/>
                                        </p:tgtEl>
                                      </p:cBhvr>
                                    </p:animMotion>
                                  </p:childTnLst>
                                </p:cTn>
                              </p:par>
                              <p:set>
                                <p:cBhvr>
                                  <p:cTn id="1452" dur="1" fill="hold">
                                    <p:stCondLst>
                                      <p:cond evt="end">
                                        <p:tn val="1450"/>
                                      </p:cond>
                                    </p:stCondLst>
                                  </p:cTn>
                                  <p:tgtEl>
                                    <p:spTgt spid="499"/>
                                  </p:tgtEl>
                                  <p:attrNameLst>
                                    <p:attrName>style.visibility</p:attrName>
                                  </p:attrNameLst>
                                </p:cBhvr>
                                <p:to>
                                  <p:strVal val="hidden"/>
                                </p:to>
                              </p:set>
                              <p:par>
                                <p:cTn id="1453" nodeType="withEffect" fill="hold" presetClass="path" presetID="0">
                                  <p:stCondLst>
                                    <p:cond delay="0"/>
                                  </p:stCondLst>
                                  <p:childTnLst>
                                    <p:animMotion origin="layout" path="M -0.17917 0.01112 L -1.22917 0.02223 E">
                                      <p:cBhvr>
                                        <p:cTn id="1454" dur="500" fill="hold"/>
                                        <p:tgtEl>
                                          <p:spTgt spid="500"/>
                                        </p:tgtEl>
                                      </p:cBhvr>
                                    </p:animMotion>
                                  </p:childTnLst>
                                </p:cTn>
                              </p:par>
                              <p:set>
                                <p:cBhvr>
                                  <p:cTn id="1455" dur="1" fill="hold">
                                    <p:stCondLst>
                                      <p:cond evt="end">
                                        <p:tn val="1453"/>
                                      </p:cond>
                                    </p:stCondLst>
                                  </p:cTn>
                                  <p:tgtEl>
                                    <p:spTgt spid="500"/>
                                  </p:tgtEl>
                                  <p:attrNameLst>
                                    <p:attrName>style.visibility</p:attrName>
                                  </p:attrNameLst>
                                </p:cBhvr>
                                <p:to>
                                  <p:strVal val="hidden"/>
                                </p:to>
                              </p:set>
                              <p:par>
                                <p:cTn id="1456" nodeType="withEffect" fill="hold" presetClass="path" presetID="0">
                                  <p:stCondLst>
                                    <p:cond delay="0"/>
                                  </p:stCondLst>
                                  <p:childTnLst>
                                    <p:animMotion origin="layout" path="M -0.17917 0.01112 L -1.22917 0.02223 E">
                                      <p:cBhvr>
                                        <p:cTn id="1457" dur="500" fill="hold"/>
                                        <p:tgtEl>
                                          <p:spTgt spid="501"/>
                                        </p:tgtEl>
                                      </p:cBhvr>
                                    </p:animMotion>
                                  </p:childTnLst>
                                </p:cTn>
                              </p:par>
                              <p:set>
                                <p:cBhvr>
                                  <p:cTn id="1458" dur="1" fill="hold">
                                    <p:stCondLst>
                                      <p:cond evt="end">
                                        <p:tn val="1456"/>
                                      </p:cond>
                                    </p:stCondLst>
                                  </p:cTn>
                                  <p:tgtEl>
                                    <p:spTgt spid="501"/>
                                  </p:tgtEl>
                                  <p:attrNameLst>
                                    <p:attrName>style.visibility</p:attrName>
                                  </p:attrNameLst>
                                </p:cBhvr>
                                <p:to>
                                  <p:strVal val="hidden"/>
                                </p:to>
                              </p:set>
                              <p:par>
                                <p:cTn id="1459" nodeType="withEffect" fill="hold" presetClass="path" presetID="0">
                                  <p:stCondLst>
                                    <p:cond delay="0"/>
                                  </p:stCondLst>
                                  <p:childTnLst>
                                    <p:animMotion origin="layout" path="M -0.17917 0.01112 L -1.22917 0.02223 E">
                                      <p:cBhvr>
                                        <p:cTn id="1460" dur="500" fill="hold"/>
                                        <p:tgtEl>
                                          <p:spTgt spid="502"/>
                                        </p:tgtEl>
                                      </p:cBhvr>
                                    </p:animMotion>
                                  </p:childTnLst>
                                </p:cTn>
                              </p:par>
                              <p:set>
                                <p:cBhvr>
                                  <p:cTn id="1461" dur="1" fill="hold">
                                    <p:stCondLst>
                                      <p:cond evt="end">
                                        <p:tn val="1459"/>
                                      </p:cond>
                                    </p:stCondLst>
                                  </p:cTn>
                                  <p:tgtEl>
                                    <p:spTgt spid="502"/>
                                  </p:tgtEl>
                                  <p:attrNameLst>
                                    <p:attrName>style.visibility</p:attrName>
                                  </p:attrNameLst>
                                </p:cBhvr>
                                <p:to>
                                  <p:strVal val="hidden"/>
                                </p:to>
                              </p:set>
                              <p:par>
                                <p:cTn id="1462" nodeType="withEffect" fill="hold" presetClass="path" presetID="0">
                                  <p:stCondLst>
                                    <p:cond delay="0"/>
                                  </p:stCondLst>
                                  <p:childTnLst>
                                    <p:animMotion origin="layout" path="M -0.17917 0.01112 L -1.22917 0.02223 E">
                                      <p:cBhvr>
                                        <p:cTn id="1463" dur="500" fill="hold"/>
                                        <p:tgtEl>
                                          <p:spTgt spid="503"/>
                                        </p:tgtEl>
                                      </p:cBhvr>
                                    </p:animMotion>
                                  </p:childTnLst>
                                </p:cTn>
                              </p:par>
                              <p:set>
                                <p:cBhvr>
                                  <p:cTn id="1464" dur="1" fill="hold">
                                    <p:stCondLst>
                                      <p:cond evt="end">
                                        <p:tn val="1462"/>
                                      </p:cond>
                                    </p:stCondLst>
                                  </p:cTn>
                                  <p:tgtEl>
                                    <p:spTgt spid="503"/>
                                  </p:tgtEl>
                                  <p:attrNameLst>
                                    <p:attrName>style.visibility</p:attrName>
                                  </p:attrNameLst>
                                </p:cBhvr>
                                <p:to>
                                  <p:strVal val="hidden"/>
                                </p:to>
                              </p:set>
                              <p:par>
                                <p:cTn id="1465" nodeType="withEffect" fill="hold" presetClass="path" presetID="0">
                                  <p:stCondLst>
                                    <p:cond delay="0"/>
                                  </p:stCondLst>
                                  <p:childTnLst>
                                    <p:animMotion origin="layout" path="M -0.17917 0.01112 L -1.22917 0.02223 E">
                                      <p:cBhvr>
                                        <p:cTn id="1466" dur="500" fill="hold"/>
                                        <p:tgtEl>
                                          <p:spTgt spid="504"/>
                                        </p:tgtEl>
                                      </p:cBhvr>
                                    </p:animMotion>
                                  </p:childTnLst>
                                </p:cTn>
                              </p:par>
                              <p:set>
                                <p:cBhvr>
                                  <p:cTn id="1467" dur="1" fill="hold">
                                    <p:stCondLst>
                                      <p:cond evt="end">
                                        <p:tn val="1465"/>
                                      </p:cond>
                                    </p:stCondLst>
                                  </p:cTn>
                                  <p:tgtEl>
                                    <p:spTgt spid="504"/>
                                  </p:tgtEl>
                                  <p:attrNameLst>
                                    <p:attrName>style.visibility</p:attrName>
                                  </p:attrNameLst>
                                </p:cBhvr>
                                <p:to>
                                  <p:strVal val="hidden"/>
                                </p:to>
                              </p:set>
                              <p:par>
                                <p:cTn id="1468" nodeType="withEffect" fill="hold" presetClass="path" presetID="0">
                                  <p:stCondLst>
                                    <p:cond delay="0"/>
                                  </p:stCondLst>
                                  <p:childTnLst>
                                    <p:animMotion origin="layout" path="M -0.17917 0.01112 L -1.22917 0.02223 E">
                                      <p:cBhvr>
                                        <p:cTn id="1469" dur="500" fill="hold"/>
                                        <p:tgtEl>
                                          <p:spTgt spid="505"/>
                                        </p:tgtEl>
                                      </p:cBhvr>
                                    </p:animMotion>
                                  </p:childTnLst>
                                </p:cTn>
                              </p:par>
                              <p:set>
                                <p:cBhvr>
                                  <p:cTn id="1470" dur="1" fill="hold">
                                    <p:stCondLst>
                                      <p:cond evt="end">
                                        <p:tn val="1468"/>
                                      </p:cond>
                                    </p:stCondLst>
                                  </p:cTn>
                                  <p:tgtEl>
                                    <p:spTgt spid="505"/>
                                  </p:tgtEl>
                                  <p:attrNameLst>
                                    <p:attrName>style.visibility</p:attrName>
                                  </p:attrNameLst>
                                </p:cBhvr>
                                <p:to>
                                  <p:strVal val="hidden"/>
                                </p:to>
                              </p:set>
                              <p:par>
                                <p:cTn id="1471" nodeType="withEffect" fill="hold" presetClass="path" presetID="0">
                                  <p:stCondLst>
                                    <p:cond delay="0"/>
                                  </p:stCondLst>
                                  <p:childTnLst>
                                    <p:animMotion origin="layout" path="M -0.17917 0.01112 L -1.22917 0.02223 E">
                                      <p:cBhvr>
                                        <p:cTn id="1472" dur="500" fill="hold"/>
                                        <p:tgtEl>
                                          <p:spTgt spid="506"/>
                                        </p:tgtEl>
                                      </p:cBhvr>
                                    </p:animMotion>
                                  </p:childTnLst>
                                </p:cTn>
                              </p:par>
                              <p:set>
                                <p:cBhvr>
                                  <p:cTn id="1473" dur="1" fill="hold">
                                    <p:stCondLst>
                                      <p:cond evt="end">
                                        <p:tn val="1471"/>
                                      </p:cond>
                                    </p:stCondLst>
                                  </p:cTn>
                                  <p:tgtEl>
                                    <p:spTgt spid="506"/>
                                  </p:tgtEl>
                                  <p:attrNameLst>
                                    <p:attrName>style.visibility</p:attrName>
                                  </p:attrNameLst>
                                </p:cBhvr>
                                <p:to>
                                  <p:strVal val="hidden"/>
                                </p:to>
                              </p:set>
                              <p:par>
                                <p:cTn id="1474" nodeType="withEffect" fill="hold" presetClass="path" presetID="0">
                                  <p:stCondLst>
                                    <p:cond delay="0"/>
                                  </p:stCondLst>
                                  <p:childTnLst>
                                    <p:animMotion origin="layout" path="M -0.17917 0.01112 L -1.22917 0.02223 E">
                                      <p:cBhvr>
                                        <p:cTn id="1475" dur="500" fill="hold"/>
                                        <p:tgtEl>
                                          <p:spTgt spid="507"/>
                                        </p:tgtEl>
                                      </p:cBhvr>
                                    </p:animMotion>
                                  </p:childTnLst>
                                </p:cTn>
                              </p:par>
                              <p:set>
                                <p:cBhvr>
                                  <p:cTn id="1476" dur="1" fill="hold">
                                    <p:stCondLst>
                                      <p:cond evt="end">
                                        <p:tn val="1474"/>
                                      </p:cond>
                                    </p:stCondLst>
                                  </p:cTn>
                                  <p:tgtEl>
                                    <p:spTgt spid="507"/>
                                  </p:tgtEl>
                                  <p:attrNameLst>
                                    <p:attrName>style.visibility</p:attrName>
                                  </p:attrNameLst>
                                </p:cBhvr>
                                <p:to>
                                  <p:strVal val="hidden"/>
                                </p:to>
                              </p:set>
                              <p:par>
                                <p:cTn id="1477" nodeType="withEffect" fill="hold" presetClass="path" presetID="0">
                                  <p:stCondLst>
                                    <p:cond delay="0"/>
                                  </p:stCondLst>
                                  <p:childTnLst>
                                    <p:animMotion origin="layout" path="M -0.17917 0.01112 L -1.22917 0.02223 E">
                                      <p:cBhvr>
                                        <p:cTn id="1478" dur="500" fill="hold"/>
                                        <p:tgtEl>
                                          <p:spTgt spid="508"/>
                                        </p:tgtEl>
                                      </p:cBhvr>
                                    </p:animMotion>
                                  </p:childTnLst>
                                </p:cTn>
                              </p:par>
                              <p:set>
                                <p:cBhvr>
                                  <p:cTn id="1479" dur="1" fill="hold">
                                    <p:stCondLst>
                                      <p:cond evt="end">
                                        <p:tn val="1477"/>
                                      </p:cond>
                                    </p:stCondLst>
                                  </p:cTn>
                                  <p:tgtEl>
                                    <p:spTgt spid="508"/>
                                  </p:tgtEl>
                                  <p:attrNameLst>
                                    <p:attrName>style.visibility</p:attrName>
                                  </p:attrNameLst>
                                </p:cBhvr>
                                <p:to>
                                  <p:strVal val="hidden"/>
                                </p:to>
                              </p:set>
                              <p:par>
                                <p:cTn id="1480" nodeType="withEffect" fill="hold" presetClass="path" presetID="0">
                                  <p:stCondLst>
                                    <p:cond delay="0"/>
                                  </p:stCondLst>
                                  <p:childTnLst>
                                    <p:animMotion origin="layout" path="M -0.17917 0.01112 L -1.22917 0.02223 E">
                                      <p:cBhvr>
                                        <p:cTn id="1481" dur="500" fill="hold"/>
                                        <p:tgtEl>
                                          <p:spTgt spid="509"/>
                                        </p:tgtEl>
                                      </p:cBhvr>
                                    </p:animMotion>
                                  </p:childTnLst>
                                </p:cTn>
                              </p:par>
                              <p:set>
                                <p:cBhvr>
                                  <p:cTn id="1482" dur="1" fill="hold">
                                    <p:stCondLst>
                                      <p:cond evt="end">
                                        <p:tn val="1480"/>
                                      </p:cond>
                                    </p:stCondLst>
                                  </p:cTn>
                                  <p:tgtEl>
                                    <p:spTgt spid="509"/>
                                  </p:tgtEl>
                                  <p:attrNameLst>
                                    <p:attrName>style.visibility</p:attrName>
                                  </p:attrNameLst>
                                </p:cBhvr>
                                <p:to>
                                  <p:strVal val="hidden"/>
                                </p:to>
                              </p:set>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0" name=""/>
          <p:cNvSpPr/>
          <p:nvPr/>
        </p:nvSpPr>
        <p:spPr>
          <a:xfrm>
            <a:off x="-762120" y="0"/>
            <a:ext cx="10515600" cy="72388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11" name="" descr=""/>
          <p:cNvPicPr/>
          <p:nvPr/>
        </p:nvPicPr>
        <p:blipFill>
          <a:blip r:embed="rId1"/>
          <a:stretch/>
        </p:blipFill>
        <p:spPr>
          <a:xfrm>
            <a:off x="0" y="0"/>
            <a:ext cx="9144000" cy="6858000"/>
          </a:xfrm>
          <a:prstGeom prst="rect">
            <a:avLst/>
          </a:prstGeom>
          <a:ln w="0">
            <a:noFill/>
          </a:ln>
        </p:spPr>
      </p:pic>
      <p:sp>
        <p:nvSpPr>
          <p:cNvPr id="512" name=""/>
          <p:cNvSpPr/>
          <p:nvPr/>
        </p:nvSpPr>
        <p:spPr>
          <a:xfrm>
            <a:off x="1447920" y="3200400"/>
            <a:ext cx="304560" cy="380880"/>
          </a:xfrm>
          <a:custGeom>
            <a:avLst/>
            <a:gdLst>
              <a:gd name="textAreaLeft" fmla="*/ 125280 w 304560"/>
              <a:gd name="textAreaRight" fmla="*/ 179280 w 304560"/>
              <a:gd name="textAreaTop" fmla="*/ 156960 h 380880"/>
              <a:gd name="textAreaBottom" fmla="*/ 223920 h 380880"/>
            </a:gdLst>
            <a:ahLst/>
            <a:rect l="textAreaLeft" t="textAreaTop" r="textAreaRight" b="textAreaBottom"/>
            <a:pathLst>
              <a:path w="21600" h="21600">
                <a:moveTo>
                  <a:pt x="0" y="10800"/>
                </a:moveTo>
                <a:lnTo>
                  <a:pt x="8900" y="8900"/>
                </a:lnTo>
                <a:lnTo>
                  <a:pt x="10800" y="0"/>
                </a:lnTo>
                <a:lnTo>
                  <a:pt x="12700" y="8900"/>
                </a:lnTo>
                <a:lnTo>
                  <a:pt x="21600" y="10800"/>
                </a:lnTo>
                <a:lnTo>
                  <a:pt x="12700" y="12700"/>
                </a:lnTo>
                <a:lnTo>
                  <a:pt x="10800" y="21600"/>
                </a:lnTo>
                <a:lnTo>
                  <a:pt x="8900" y="12700"/>
                </a:lnTo>
                <a:lnTo>
                  <a:pt x="0" y="10800"/>
                </a:lnTo>
                <a:close/>
              </a:path>
            </a:pathLst>
          </a:custGeom>
          <a:solidFill>
            <a:srgbClr val="ffff00"/>
          </a:solidFill>
          <a:ln w="9360">
            <a:solidFill>
              <a:srgbClr val="000000"/>
            </a:solidFill>
            <a:miter/>
          </a:ln>
        </p:spPr>
        <p:style>
          <a:lnRef idx="0"/>
          <a:fillRef idx="0"/>
          <a:effectRef idx="0"/>
          <a:fontRef idx="minor"/>
        </p:style>
        <p:txBody>
          <a:bodyPr wrap="none" lIns="90000" rIns="90000" tIns="20160" bIns="20160" anchor="ctr">
            <a:noAutofit/>
          </a:bodyPr>
          <a:p>
            <a:endParaRPr b="0" lang="en-US" sz="1800" spc="-1" strike="noStrike">
              <a:solidFill>
                <a:srgbClr val="000000"/>
              </a:solidFill>
              <a:latin typeface="Arial"/>
            </a:endParaRPr>
          </a:p>
        </p:txBody>
      </p:sp>
      <p:pic>
        <p:nvPicPr>
          <p:cNvPr id="513" name="" descr=""/>
          <p:cNvPicPr/>
          <p:nvPr/>
        </p:nvPicPr>
        <p:blipFill>
          <a:blip r:embed="rId2"/>
          <a:stretch/>
        </p:blipFill>
        <p:spPr>
          <a:xfrm>
            <a:off x="1752480" y="-814320"/>
            <a:ext cx="1571760" cy="642960"/>
          </a:xfrm>
          <a:prstGeom prst="rect">
            <a:avLst/>
          </a:prstGeom>
          <a:ln w="0">
            <a:noFill/>
          </a:ln>
        </p:spPr>
      </p:pic>
      <p:sp>
        <p:nvSpPr>
          <p:cNvPr id="514" name=""/>
          <p:cNvSpPr/>
          <p:nvPr/>
        </p:nvSpPr>
        <p:spPr>
          <a:xfrm>
            <a:off x="1371600" y="3124080"/>
            <a:ext cx="457200" cy="609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483" dur="indefinite" restart="never" nodeType="tmRoot">
          <p:childTnLst>
            <p:seq>
              <p:cTn id="1484" dur="indefinite" nodeType="mainSeq">
                <p:childTnLst>
                  <p:par>
                    <p:cTn id="1485" fill="hold">
                      <p:stCondLst>
                        <p:cond delay="0"/>
                      </p:stCondLst>
                      <p:childTnLst>
                        <p:par>
                          <p:cTn id="1486" fill="hold">
                            <p:stCondLst>
                              <p:cond delay="0"/>
                            </p:stCondLst>
                            <p:childTnLst>
                              <p:par>
                                <p:cTn id="1487" nodeType="afterEffect" fill="hold" presetClass="emph" presetID="6">
                                  <p:stCondLst>
                                    <p:cond delay="0"/>
                                  </p:stCondLst>
                                  <p:childTnLst>
                                    <p:animScale>
                                      <p:cBhvr>
                                        <p:cTn id="1488" dur="500" fill="hold"/>
                                        <p:tgtEl>
                                          <p:spTgt spid="512"/>
                                        </p:tgtEl>
                                      </p:cBhvr>
                                      <p:to x="400000" y="400000"/>
                                    </p:animScale>
                                  </p:childTnLst>
                                </p:cTn>
                              </p:par>
                            </p:childTnLst>
                          </p:cTn>
                        </p:par>
                        <p:par>
                          <p:cTn id="1489" fill="hold">
                            <p:stCondLst>
                              <p:cond delay="500"/>
                            </p:stCondLst>
                            <p:childTnLst>
                              <p:par>
                                <p:cTn id="1490" nodeType="afterEffect" fill="hold" presetClass="emph" presetID="6">
                                  <p:stCondLst>
                                    <p:cond delay="0"/>
                                  </p:stCondLst>
                                  <p:childTnLst>
                                    <p:animScale>
                                      <p:cBhvr>
                                        <p:cTn id="1491" dur="500" fill="hold"/>
                                        <p:tgtEl>
                                          <p:spTgt spid="512"/>
                                        </p:tgtEl>
                                      </p:cBhvr>
                                      <p:to x="150000" y="150000"/>
                                    </p:animScale>
                                  </p:childTnLst>
                                </p:cTn>
                              </p:par>
                            </p:childTnLst>
                          </p:cTn>
                        </p:par>
                        <p:par>
                          <p:cTn id="1492" fill="hold">
                            <p:stCondLst>
                              <p:cond delay="1000"/>
                            </p:stCondLst>
                            <p:childTnLst>
                              <p:par>
                                <p:cTn id="1493" nodeType="afterEffect" fill="hold" presetClass="path" presetID="0">
                                  <p:stCondLst>
                                    <p:cond delay="500"/>
                                  </p:stCondLst>
                                  <p:childTnLst>
                                    <p:audio isNarration="0">
                                      <p:cMediaNode showWhenStopped="1">
                                        <p:cTn/>
                                        <p:tgtEl>
                                          <p:sndTgt r:embed="rId3" name="voltage.wav"/>
                                        </p:tgtEl>
                                      </p:cMediaNode>
                                    </p:audio>
                                    <p:animMotion origin="layout" path="M -0.08593 0.5711 L 0.8474 0.5711 E">
                                      <p:cBhvr>
                                        <p:cTn id="1494" dur="1000" fill="hold"/>
                                        <p:tgtEl>
                                          <p:spTgt spid="513"/>
                                        </p:tgtEl>
                                      </p:cBhvr>
                                    </p:animMotion>
                                  </p:childTnLst>
                                </p:cTn>
                              </p:par>
                            </p:childTnLst>
                          </p:cTn>
                        </p:par>
                        <p:par>
                          <p:cTn id="1495" fill="hold">
                            <p:stCondLst>
                              <p:cond delay="2500"/>
                            </p:stCondLst>
                            <p:childTnLst>
                              <p:par>
                                <p:cTn id="1496" nodeType="afterEffect" fill="hold" presetClass="emph" presetID="6">
                                  <p:stCondLst>
                                    <p:cond delay="0"/>
                                  </p:stCondLst>
                                  <p:childTnLst>
                                    <p:animScale>
                                      <p:cBhvr>
                                        <p:cTn id="1497" dur="2000" fill="hold"/>
                                        <p:tgtEl>
                                          <p:spTgt spid="512"/>
                                        </p:tgtEl>
                                      </p:cBhvr>
                                      <p:to x="5000" y="5000"/>
                                    </p:animScale>
                                  </p:childTnLst>
                                </p:cTn>
                              </p:par>
                            </p:childTnLst>
                          </p:cTn>
                        </p:par>
                        <p:par>
                          <p:cTn id="1498" fill="hold">
                            <p:stCondLst>
                              <p:cond delay="4500"/>
                            </p:stCondLst>
                            <p:childTnLst>
                              <p:par>
                                <p:cTn id="1499" nodeType="afterEffect" fill="hold" presetClass="entr" presetID="1">
                                  <p:stCondLst>
                                    <p:cond delay="0"/>
                                  </p:stCondLst>
                                  <p:childTnLst>
                                    <p:set>
                                      <p:cBhvr>
                                        <p:cTn id="1500"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15" name="" descr=""/>
          <p:cNvPicPr/>
          <p:nvPr/>
        </p:nvPicPr>
        <p:blipFill>
          <a:blip r:embed="rId1"/>
          <a:stretch/>
        </p:blipFill>
        <p:spPr>
          <a:xfrm>
            <a:off x="0" y="0"/>
            <a:ext cx="9144000" cy="6858000"/>
          </a:xfrm>
          <a:prstGeom prst="rect">
            <a:avLst/>
          </a:prstGeom>
          <a:ln w="0">
            <a:noFill/>
          </a:ln>
        </p:spPr>
      </p:pic>
      <p:pic>
        <p:nvPicPr>
          <p:cNvPr id="516" name="" descr=""/>
          <p:cNvPicPr/>
          <p:nvPr/>
        </p:nvPicPr>
        <p:blipFill>
          <a:blip r:embed="rId2"/>
          <a:stretch/>
        </p:blipFill>
        <p:spPr>
          <a:xfrm rot="401400">
            <a:off x="5181120" y="6858000"/>
            <a:ext cx="1086120" cy="895320"/>
          </a:xfrm>
          <a:prstGeom prst="rect">
            <a:avLst/>
          </a:prstGeom>
          <a:ln w="0">
            <a:noFill/>
          </a:ln>
        </p:spPr>
      </p:pic>
      <p:pic>
        <p:nvPicPr>
          <p:cNvPr id="517" name="" descr=""/>
          <p:cNvPicPr/>
          <p:nvPr/>
        </p:nvPicPr>
        <p:blipFill>
          <a:blip r:embed="rId3"/>
          <a:stretch/>
        </p:blipFill>
        <p:spPr>
          <a:xfrm>
            <a:off x="5105520" y="990720"/>
            <a:ext cx="761760" cy="401400"/>
          </a:xfrm>
          <a:prstGeom prst="rect">
            <a:avLst/>
          </a:prstGeom>
          <a:ln w="0">
            <a:noFill/>
          </a:ln>
        </p:spPr>
      </p:pic>
      <p:sp>
        <p:nvSpPr>
          <p:cNvPr id="518" name=""/>
          <p:cNvSpPr/>
          <p:nvPr/>
        </p:nvSpPr>
        <p:spPr>
          <a:xfrm>
            <a:off x="4876920" y="5334120"/>
            <a:ext cx="4114800" cy="1371600"/>
          </a:xfrm>
          <a:prstGeom prst="wedgeRectCallout">
            <a:avLst>
              <a:gd name="adj1" fmla="val -67513"/>
              <a:gd name="adj2" fmla="val -22916"/>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519" name="" descr=""/>
          <p:cNvPicPr/>
          <p:nvPr/>
        </p:nvPicPr>
        <p:blipFill>
          <a:blip r:embed="rId4"/>
          <a:stretch/>
        </p:blipFill>
        <p:spPr>
          <a:xfrm>
            <a:off x="4952880" y="5410080"/>
            <a:ext cx="3962520" cy="1257480"/>
          </a:xfrm>
          <a:prstGeom prst="rect">
            <a:avLst/>
          </a:prstGeom>
          <a:ln w="0">
            <a:noFill/>
          </a:ln>
        </p:spPr>
      </p:pic>
      <p:sp>
        <p:nvSpPr>
          <p:cNvPr id="520" name=""/>
          <p:cNvSpPr/>
          <p:nvPr/>
        </p:nvSpPr>
        <p:spPr>
          <a:xfrm>
            <a:off x="6477120" y="5715000"/>
            <a:ext cx="22860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this is the warp gate.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to do next?</a:t>
            </a:r>
            <a:endParaRPr b="0" lang="en-US" sz="1200" spc="-1" strike="noStrike">
              <a:solidFill>
                <a:srgbClr val="000000"/>
              </a:solidFill>
              <a:latin typeface="Arial"/>
            </a:endParaRPr>
          </a:p>
        </p:txBody>
      </p:sp>
      <p:sp>
        <p:nvSpPr>
          <p:cNvPr id="521" name=""/>
          <p:cNvSpPr/>
          <p:nvPr/>
        </p:nvSpPr>
        <p:spPr>
          <a:xfrm>
            <a:off x="6400800" y="5943600"/>
            <a:ext cx="2286000" cy="63216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5" action="ppaction://hlinksldjump"/>
              </a:rPr>
              <a:t>-Land</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6" action="ppaction://hlinksldjump"/>
              </a:rPr>
              <a:t>-Continue</a:t>
            </a:r>
            <a:endParaRPr b="0" lang="en-US" sz="1400" spc="-1" strike="noStrike">
              <a:solidFill>
                <a:srgbClr val="000000"/>
              </a:solidFill>
              <a:latin typeface="Arial"/>
            </a:endParaRPr>
          </a:p>
        </p:txBody>
      </p:sp>
      <p:sp>
        <p:nvSpPr>
          <p:cNvPr id="522" name=""/>
          <p:cNvSpPr/>
          <p:nvPr/>
        </p:nvSpPr>
        <p:spPr>
          <a:xfrm>
            <a:off x="6477120" y="5715000"/>
            <a:ext cx="20574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-=option=-</a:t>
            </a:r>
            <a:endParaRPr b="0" lang="en-US" sz="1200" spc="-1" strike="noStrike">
              <a:solidFill>
                <a:srgbClr val="000000"/>
              </a:solidFill>
              <a:latin typeface="Arial"/>
            </a:endParaRPr>
          </a:p>
        </p:txBody>
      </p:sp>
      <p:sp>
        <p:nvSpPr>
          <p:cNvPr id="523" name="">
            <a:hlinkClick r:id="rId7" action="ppaction://hlinksldjump"/>
          </p:cNvPr>
          <p:cNvSpPr/>
          <p:nvPr/>
        </p:nvSpPr>
        <p:spPr>
          <a:xfrm>
            <a:off x="8001000" y="304920"/>
            <a:ext cx="838080" cy="761760"/>
          </a:xfrm>
          <a:prstGeom prst="rect">
            <a:avLst/>
          </a:prstGeom>
          <a:no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501" dur="indefinite" restart="never" nodeType="tmRoot">
          <p:childTnLst>
            <p:seq>
              <p:cTn id="1502" dur="indefinite" nodeType="mainSeq">
                <p:childTnLst>
                  <p:par>
                    <p:cTn id="1503" fill="hold">
                      <p:stCondLst>
                        <p:cond delay="0"/>
                      </p:stCondLst>
                      <p:childTnLst>
                        <p:par>
                          <p:cTn id="1504" fill="hold">
                            <p:stCondLst>
                              <p:cond delay="0"/>
                            </p:stCondLst>
                            <p:childTnLst>
                              <p:par>
                                <p:cTn id="1505" nodeType="afterEffect" fill="hold" presetClass="path" presetID="0">
                                  <p:stCondLst>
                                    <p:cond delay="0"/>
                                  </p:stCondLst>
                                  <p:childTnLst>
                                    <p:animMotion origin="layout" path="M -1.66667E-006 3.75723E-006 L -0.22604 -0.22058 E">
                                      <p:cBhvr>
                                        <p:cTn id="1506" dur="2000" fill="hold"/>
                                        <p:tgtEl>
                                          <p:spTgt spid="516"/>
                                        </p:tgtEl>
                                      </p:cBhvr>
                                    </p:animMotion>
                                  </p:childTnLst>
                                </p:cTn>
                              </p:par>
                            </p:childTnLst>
                          </p:cTn>
                        </p:par>
                        <p:par>
                          <p:cTn id="1507" fill="hold">
                            <p:stCondLst>
                              <p:cond delay="2000"/>
                            </p:stCondLst>
                            <p:childTnLst>
                              <p:par>
                                <p:cTn id="1508" nodeType="afterEffect" fill="hold" presetClass="entr" presetID="9">
                                  <p:stCondLst>
                                    <p:cond delay="1000"/>
                                  </p:stCondLst>
                                  <p:childTnLst>
                                    <p:set>
                                      <p:cBhvr>
                                        <p:cTn id="1509" dur="1" fill="hold">
                                          <p:stCondLst>
                                            <p:cond delay="0"/>
                                          </p:stCondLst>
                                        </p:cTn>
                                        <p:tgtEl>
                                          <p:spTgt spid="518"/>
                                        </p:tgtEl>
                                        <p:attrNameLst>
                                          <p:attrName>style.visibility</p:attrName>
                                        </p:attrNameLst>
                                      </p:cBhvr>
                                      <p:to>
                                        <p:strVal val="visible"/>
                                      </p:to>
                                    </p:set>
                                    <p:animEffect filter="dissolve" transition="in">
                                      <p:cBhvr additive="repl">
                                        <p:cTn id="1510" dur="500"/>
                                        <p:tgtEl>
                                          <p:spTgt spid="518"/>
                                        </p:tgtEl>
                                      </p:cBhvr>
                                    </p:animEffect>
                                  </p:childTnLst>
                                </p:cTn>
                              </p:par>
                              <p:par>
                                <p:cTn id="1511" nodeType="withEffect" fill="hold" presetClass="entr" presetID="9">
                                  <p:stCondLst>
                                    <p:cond delay="1000"/>
                                  </p:stCondLst>
                                  <p:childTnLst>
                                    <p:set>
                                      <p:cBhvr>
                                        <p:cTn id="1512" dur="1" fill="hold">
                                          <p:stCondLst>
                                            <p:cond delay="0"/>
                                          </p:stCondLst>
                                        </p:cTn>
                                        <p:tgtEl>
                                          <p:spTgt spid="519"/>
                                        </p:tgtEl>
                                        <p:attrNameLst>
                                          <p:attrName>style.visibility</p:attrName>
                                        </p:attrNameLst>
                                      </p:cBhvr>
                                      <p:to>
                                        <p:strVal val="visible"/>
                                      </p:to>
                                    </p:set>
                                    <p:animEffect filter="dissolve" transition="in">
                                      <p:cBhvr additive="repl">
                                        <p:cTn id="1513" dur="500"/>
                                        <p:tgtEl>
                                          <p:spTgt spid="519"/>
                                        </p:tgtEl>
                                      </p:cBhvr>
                                    </p:animEffect>
                                  </p:childTnLst>
                                </p:cTn>
                              </p:par>
                            </p:childTnLst>
                          </p:cTn>
                        </p:par>
                        <p:par>
                          <p:cTn id="1514" fill="hold">
                            <p:stCondLst>
                              <p:cond delay="3500"/>
                            </p:stCondLst>
                            <p:childTnLst>
                              <p:par>
                                <p:cTn id="1515" nodeType="afterEffect" fill="hold" presetClass="entr" presetID="27">
                                  <p:stCondLst>
                                    <p:cond delay="0"/>
                                  </p:stCondLst>
                                  <p:iterate type="lt">
                                    <p:tmAbs val="40"/>
                                  </p:iterate>
                                  <p:childTnLst>
                                    <p:set>
                                      <p:cBhvr>
                                        <p:cTn id="1516" dur="1" fill="hold">
                                          <p:stCondLst>
                                            <p:cond delay="0"/>
                                          </p:stCondLst>
                                        </p:cTn>
                                        <p:tgtEl>
                                          <p:spTgt spid="520"/>
                                        </p:tgtEl>
                                        <p:attrNameLst>
                                          <p:attrName>style.visibility</p:attrName>
                                        </p:attrNameLst>
                                      </p:cBhvr>
                                      <p:to>
                                        <p:strVal val="visible"/>
                                      </p:to>
                                    </p:set>
                                    <p:anim calcmode="discrete" valueType="clr">
                                      <p:cBhvr additive="repl">
                                        <p:cTn id="1517" dur="80"/>
                                        <p:tgtEl>
                                          <p:spTgt spid="520"/>
                                        </p:tgtEl>
                                        <p:attrNameLst>
                                          <p:attrName>style.color</p:attrName>
                                        </p:attrNameLst>
                                      </p:cBhvr>
                                      <p:tavLst>
                                        <p:tav tm="0">
                                          <p:val>
                                            <p:strVal val="rgb(-103,51,51)"/>
                                          </p:val>
                                        </p:tav>
                                        <p:tav tm="50000">
                                          <p:val>
                                            <p:strVal val="rgb(-103,-103,0)"/>
                                          </p:val>
                                        </p:tav>
                                      </p:tavLst>
                                    </p:anim>
                                    <p:anim calcmode="discrete" valueType="clr">
                                      <p:cBhvr additive="repl">
                                        <p:cTn id="1518" dur="80"/>
                                        <p:tgtEl>
                                          <p:spTgt spid="520"/>
                                        </p:tgtEl>
                                        <p:attrNameLst>
                                          <p:attrName>fillcolor</p:attrName>
                                        </p:attrNameLst>
                                      </p:cBhvr>
                                      <p:tavLst>
                                        <p:tav tm="0">
                                          <p:val>
                                            <p:strVal val="rgb(-103,51,51)"/>
                                          </p:val>
                                        </p:tav>
                                        <p:tav tm="50000">
                                          <p:val>
                                            <p:strVal val="rgb(-103,-103,0)"/>
                                          </p:val>
                                        </p:tav>
                                      </p:tavLst>
                                    </p:anim>
                                    <p:set>
                                      <p:cBhvr>
                                        <p:cTn id="1519" dur="80"/>
                                        <p:tgtEl>
                                          <p:spTgt spid="520"/>
                                        </p:tgtEl>
                                        <p:attrNameLst>
                                          <p:attrName>fill.type</p:attrName>
                                        </p:attrNameLst>
                                      </p:cBhvr>
                                      <p:to>
                                        <p:strVal val="solid"/>
                                      </p:to>
                                    </p:set>
                                  </p:childTnLst>
                                </p:cTn>
                              </p:par>
                            </p:childTnLst>
                          </p:cTn>
                        </p:par>
                        <p:par>
                          <p:cTn id="1520" fill="hold">
                            <p:stCondLst>
                              <p:cond delay="4980"/>
                            </p:stCondLst>
                            <p:childTnLst>
                              <p:par>
                                <p:cTn id="1521" nodeType="afterEffect" fill="hold" presetClass="entr" presetID="9">
                                  <p:stCondLst>
                                    <p:cond delay="1000"/>
                                  </p:stCondLst>
                                  <p:childTnLst>
                                    <p:set>
                                      <p:cBhvr>
                                        <p:cTn id="1522" dur="1" fill="hold">
                                          <p:stCondLst>
                                            <p:cond delay="0"/>
                                          </p:stCondLst>
                                        </p:cTn>
                                        <p:tgtEl>
                                          <p:spTgt spid="521"/>
                                        </p:tgtEl>
                                        <p:attrNameLst>
                                          <p:attrName>style.visibility</p:attrName>
                                        </p:attrNameLst>
                                      </p:cBhvr>
                                      <p:to>
                                        <p:strVal val="visible"/>
                                      </p:to>
                                    </p:set>
                                    <p:animEffect filter="dissolve" transition="in">
                                      <p:cBhvr additive="repl">
                                        <p:cTn id="1523" dur="500"/>
                                        <p:tgtEl>
                                          <p:spTgt spid="521"/>
                                        </p:tgtEl>
                                      </p:cBhvr>
                                    </p:animEffect>
                                  </p:childTnLst>
                                </p:cTn>
                              </p:par>
                              <p:par>
                                <p:cTn id="1524" nodeType="withEffect" fill="hold" presetClass="entr" presetID="9">
                                  <p:stCondLst>
                                    <p:cond delay="1000"/>
                                  </p:stCondLst>
                                  <p:childTnLst>
                                    <p:set>
                                      <p:cBhvr>
                                        <p:cTn id="1525" dur="1" fill="hold">
                                          <p:stCondLst>
                                            <p:cond delay="0"/>
                                          </p:stCondLst>
                                        </p:cTn>
                                        <p:tgtEl>
                                          <p:spTgt spid="522"/>
                                        </p:tgtEl>
                                        <p:attrNameLst>
                                          <p:attrName>style.visibility</p:attrName>
                                        </p:attrNameLst>
                                      </p:cBhvr>
                                      <p:to>
                                        <p:strVal val="visible"/>
                                      </p:to>
                                    </p:set>
                                    <p:animEffect filter="dissolve" transition="in">
                                      <p:cBhvr additive="repl">
                                        <p:cTn id="1526" dur="500"/>
                                        <p:tgtEl>
                                          <p:spTgt spid="522"/>
                                        </p:tgtEl>
                                      </p:cBhvr>
                                    </p:animEffect>
                                  </p:childTnLst>
                                </p:cTn>
                              </p:par>
                            </p:childTnLst>
                          </p:cTn>
                        </p:par>
                        <p:par>
                          <p:cTn id="1527" fill="hold">
                            <p:stCondLst>
                              <p:cond delay="6480"/>
                            </p:stCondLst>
                            <p:childTnLst>
                              <p:par>
                                <p:cTn id="1528" nodeType="afterEffect" fill="hold" presetClass="entr" presetID="1">
                                  <p:stCondLst>
                                    <p:cond delay="0"/>
                                  </p:stCondLst>
                                  <p:childTnLst>
                                    <p:set>
                                      <p:cBhvr>
                                        <p:cTn id="1529" dur="1" fill="hold">
                                          <p:stCondLst>
                                            <p:cond delay="0"/>
                                          </p:stCondLst>
                                        </p:cTn>
                                        <p:tgtEl>
                                          <p:spTgt spid="5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24" name="" descr=""/>
          <p:cNvPicPr/>
          <p:nvPr/>
        </p:nvPicPr>
        <p:blipFill>
          <a:blip r:embed="rId1"/>
          <a:stretch/>
        </p:blipFill>
        <p:spPr>
          <a:xfrm>
            <a:off x="0" y="0"/>
            <a:ext cx="9144000" cy="6858000"/>
          </a:xfrm>
          <a:prstGeom prst="rect">
            <a:avLst/>
          </a:prstGeom>
          <a:ln w="0">
            <a:noFill/>
          </a:ln>
        </p:spPr>
      </p:pic>
      <p:pic>
        <p:nvPicPr>
          <p:cNvPr id="525" name="" descr=""/>
          <p:cNvPicPr/>
          <p:nvPr/>
        </p:nvPicPr>
        <p:blipFill>
          <a:blip r:embed="rId2"/>
          <a:stretch/>
        </p:blipFill>
        <p:spPr>
          <a:xfrm rot="401400">
            <a:off x="3123720" y="5334120"/>
            <a:ext cx="1086120" cy="895320"/>
          </a:xfrm>
          <a:prstGeom prst="rect">
            <a:avLst/>
          </a:prstGeom>
          <a:ln w="0">
            <a:noFill/>
          </a:ln>
        </p:spPr>
      </p:pic>
      <p:pic>
        <p:nvPicPr>
          <p:cNvPr id="526" name="" descr=""/>
          <p:cNvPicPr/>
          <p:nvPr/>
        </p:nvPicPr>
        <p:blipFill>
          <a:blip r:embed="rId3"/>
          <a:stretch/>
        </p:blipFill>
        <p:spPr>
          <a:xfrm>
            <a:off x="9296280" y="3124080"/>
            <a:ext cx="752760" cy="362160"/>
          </a:xfrm>
          <a:prstGeom prst="rect">
            <a:avLst/>
          </a:prstGeom>
          <a:ln w="0">
            <a:noFill/>
          </a:ln>
        </p:spPr>
      </p:pic>
      <p:pic>
        <p:nvPicPr>
          <p:cNvPr id="527" name="" descr=""/>
          <p:cNvPicPr/>
          <p:nvPr/>
        </p:nvPicPr>
        <p:blipFill>
          <a:blip r:embed="rId4"/>
          <a:stretch/>
        </p:blipFill>
        <p:spPr>
          <a:xfrm>
            <a:off x="5791320" y="-361800"/>
            <a:ext cx="752400" cy="361800"/>
          </a:xfrm>
          <a:prstGeom prst="rect">
            <a:avLst/>
          </a:prstGeom>
          <a:ln w="0">
            <a:noFill/>
          </a:ln>
        </p:spPr>
      </p:pic>
      <p:pic>
        <p:nvPicPr>
          <p:cNvPr id="528" name="" descr=""/>
          <p:cNvPicPr/>
          <p:nvPr/>
        </p:nvPicPr>
        <p:blipFill>
          <a:blip r:embed="rId5"/>
          <a:stretch/>
        </p:blipFill>
        <p:spPr>
          <a:xfrm>
            <a:off x="6095880" y="2895480"/>
            <a:ext cx="752760" cy="362160"/>
          </a:xfrm>
          <a:prstGeom prst="rect">
            <a:avLst/>
          </a:prstGeom>
          <a:ln w="0">
            <a:noFill/>
          </a:ln>
        </p:spPr>
      </p:pic>
      <p:sp>
        <p:nvSpPr>
          <p:cNvPr id="529" name=""/>
          <p:cNvSpPr/>
          <p:nvPr/>
        </p:nvSpPr>
        <p:spPr>
          <a:xfrm>
            <a:off x="5943600" y="2590920"/>
            <a:ext cx="1066680" cy="76176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530" name=""/>
          <p:cNvSpPr/>
          <p:nvPr/>
        </p:nvSpPr>
        <p:spPr>
          <a:xfrm>
            <a:off x="4876920" y="5334120"/>
            <a:ext cx="4114800" cy="1371600"/>
          </a:xfrm>
          <a:prstGeom prst="wedgeRectCallout">
            <a:avLst>
              <a:gd name="adj1" fmla="val -67513"/>
              <a:gd name="adj2" fmla="val -22916"/>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531" name="" descr=""/>
          <p:cNvPicPr/>
          <p:nvPr/>
        </p:nvPicPr>
        <p:blipFill>
          <a:blip r:embed="rId6"/>
          <a:stretch/>
        </p:blipFill>
        <p:spPr>
          <a:xfrm>
            <a:off x="4952880" y="5410080"/>
            <a:ext cx="3962520" cy="1257480"/>
          </a:xfrm>
          <a:prstGeom prst="rect">
            <a:avLst/>
          </a:prstGeom>
          <a:ln w="0">
            <a:noFill/>
          </a:ln>
        </p:spPr>
      </p:pic>
      <p:sp>
        <p:nvSpPr>
          <p:cNvPr id="532" name=""/>
          <p:cNvSpPr/>
          <p:nvPr/>
        </p:nvSpPr>
        <p:spPr>
          <a:xfrm>
            <a:off x="6477120" y="5715000"/>
            <a:ext cx="18288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a:t>
            </a:r>
            <a:endParaRPr b="0" lang="en-US" sz="1200" spc="-1" strike="noStrike">
              <a:solidFill>
                <a:srgbClr val="000000"/>
              </a:solidFill>
              <a:latin typeface="Arial"/>
            </a:endParaRPr>
          </a:p>
        </p:txBody>
      </p:sp>
      <p:sp>
        <p:nvSpPr>
          <p:cNvPr id="533" name=""/>
          <p:cNvSpPr/>
          <p:nvPr/>
        </p:nvSpPr>
        <p:spPr>
          <a:xfrm>
            <a:off x="6477120" y="5715000"/>
            <a:ext cx="20574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-=option=-</a:t>
            </a:r>
            <a:endParaRPr b="0" lang="en-US" sz="1200" spc="-1" strike="noStrike">
              <a:solidFill>
                <a:srgbClr val="000000"/>
              </a:solidFill>
              <a:latin typeface="Arial"/>
            </a:endParaRPr>
          </a:p>
        </p:txBody>
      </p:sp>
      <p:sp>
        <p:nvSpPr>
          <p:cNvPr id="534" name=""/>
          <p:cNvSpPr/>
          <p:nvPr/>
        </p:nvSpPr>
        <p:spPr>
          <a:xfrm>
            <a:off x="6400800" y="5943600"/>
            <a:ext cx="2286000" cy="63216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7" action="ppaction://hlinksldjump"/>
              </a:rPr>
              <a:t>-Land</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8" action="ppaction://hlinksldjump"/>
              </a:rPr>
              <a:t>-Continue</a:t>
            </a:r>
            <a:endParaRPr b="0" lang="en-US" sz="1400" spc="-1" strike="noStrike">
              <a:solidFill>
                <a:srgbClr val="000000"/>
              </a:solidFill>
              <a:latin typeface="Arial"/>
            </a:endParaRPr>
          </a:p>
        </p:txBody>
      </p:sp>
    </p:spTree>
  </p:cSld>
  <p:timing>
    <p:tnLst>
      <p:par>
        <p:cTn id="1530" dur="indefinite" restart="never" nodeType="tmRoot">
          <p:childTnLst>
            <p:seq>
              <p:cTn id="1531" dur="indefinite" nodeType="mainSeq">
                <p:childTnLst>
                  <p:par>
                    <p:cTn id="1532" fill="hold">
                      <p:stCondLst>
                        <p:cond delay="0"/>
                      </p:stCondLst>
                      <p:childTnLst>
                        <p:par>
                          <p:cTn id="1533" fill="hold">
                            <p:stCondLst>
                              <p:cond delay="0"/>
                            </p:stCondLst>
                            <p:childTnLst>
                              <p:par>
                                <p:cTn id="1534" nodeType="afterEffect" fill="hold" presetClass="path" presetID="0">
                                  <p:stCondLst>
                                    <p:cond delay="0"/>
                                  </p:stCondLst>
                                  <p:childTnLst>
                                    <p:animMotion origin="layout" path="M 2.77778E-006 -5.78035E-007 C -0.01632 -5.78035E-007 -0.03281 -5.78035E-007 -0.04913 -5.78035E-007 L -0.58889 -0.01041 L -0.35382 -0.03376 E">
                                      <p:cBhvr>
                                        <p:cTn id="1535" dur="1000" fill="hold"/>
                                        <p:tgtEl>
                                          <p:spTgt spid="526"/>
                                        </p:tgtEl>
                                      </p:cBhvr>
                                    </p:animMotion>
                                  </p:childTnLst>
                                </p:cTn>
                              </p:par>
                              <p:set>
                                <p:cBhvr>
                                  <p:cTn id="1536" dur="1" fill="hold">
                                    <p:stCondLst>
                                      <p:cond evt="end">
                                        <p:tn val="1534"/>
                                      </p:cond>
                                    </p:stCondLst>
                                  </p:cTn>
                                  <p:tgtEl>
                                    <p:spTgt spid="526"/>
                                  </p:tgtEl>
                                  <p:attrNameLst>
                                    <p:attrName>style.visibility</p:attrName>
                                  </p:attrNameLst>
                                </p:cBhvr>
                                <p:to>
                                  <p:strVal val="hidden"/>
                                </p:to>
                              </p:set>
                            </p:childTnLst>
                          </p:cTn>
                        </p:par>
                        <p:par>
                          <p:cTn id="1537" fill="hold">
                            <p:stCondLst>
                              <p:cond delay="1000"/>
                            </p:stCondLst>
                            <p:childTnLst>
                              <p:par>
                                <p:cTn id="1538" nodeType="afterEffect" fill="hold" presetClass="entr" presetID="1">
                                  <p:stCondLst>
                                    <p:cond delay="0"/>
                                  </p:stCondLst>
                                  <p:childTnLst>
                                    <p:set>
                                      <p:cBhvr>
                                        <p:cTn id="1539" dur="1" fill="hold">
                                          <p:stCondLst>
                                            <p:cond delay="0"/>
                                          </p:stCondLst>
                                        </p:cTn>
                                        <p:tgtEl>
                                          <p:spTgt spid="528"/>
                                        </p:tgtEl>
                                        <p:attrNameLst>
                                          <p:attrName>style.visibility</p:attrName>
                                        </p:attrNameLst>
                                      </p:cBhvr>
                                      <p:to>
                                        <p:strVal val="visible"/>
                                      </p:to>
                                    </p:set>
                                  </p:childTnLst>
                                </p:cTn>
                              </p:par>
                            </p:childTnLst>
                          </p:cTn>
                        </p:par>
                        <p:par>
                          <p:cTn id="1540" fill="hold">
                            <p:stCondLst>
                              <p:cond delay="1000"/>
                            </p:stCondLst>
                            <p:childTnLst>
                              <p:par>
                                <p:cTn id="1541" nodeType="afterEffect" fill="hold" presetClass="entr" presetID="1">
                                  <p:stCondLst>
                                    <p:cond delay="1000"/>
                                  </p:stCondLst>
                                  <p:childTnLst>
                                    <p:set>
                                      <p:cBhvr>
                                        <p:cTn id="1542" dur="1" fill="hold">
                                          <p:stCondLst>
                                            <p:cond delay="0"/>
                                          </p:stCondLst>
                                        </p:cTn>
                                        <p:tgtEl>
                                          <p:spTgt spid="529"/>
                                        </p:tgtEl>
                                        <p:attrNameLst>
                                          <p:attrName>style.visibility</p:attrName>
                                        </p:attrNameLst>
                                      </p:cBhvr>
                                      <p:to>
                                        <p:strVal val="visible"/>
                                      </p:to>
                                    </p:set>
                                  </p:childTnLst>
                                </p:cTn>
                              </p:par>
                            </p:childTnLst>
                          </p:cTn>
                        </p:par>
                        <p:par>
                          <p:cTn id="1543" fill="hold">
                            <p:stCondLst>
                              <p:cond delay="2000"/>
                            </p:stCondLst>
                            <p:childTnLst>
                              <p:par>
                                <p:cTn id="1544" nodeType="afterEffect" fill="hold" presetClass="path" presetID="0">
                                  <p:stCondLst>
                                    <p:cond delay="0"/>
                                  </p:stCondLst>
                                  <p:childTnLst>
                                    <p:animMotion origin="layout" path="M 0.02951 0.47399 L 0.37951 0.46289 E">
                                      <p:cBhvr>
                                        <p:cTn id="1545" dur="500" fill="hold"/>
                                        <p:tgtEl>
                                          <p:spTgt spid="527"/>
                                        </p:tgtEl>
                                      </p:cBhvr>
                                    </p:animMotion>
                                  </p:childTnLst>
                                </p:cTn>
                              </p:par>
                              <p:set>
                                <p:cBhvr>
                                  <p:cTn id="1546" dur="1" fill="hold">
                                    <p:stCondLst>
                                      <p:cond evt="end">
                                        <p:tn val="1544"/>
                                      </p:cond>
                                    </p:stCondLst>
                                  </p:cTn>
                                  <p:tgtEl>
                                    <p:spTgt spid="527"/>
                                  </p:tgtEl>
                                  <p:attrNameLst>
                                    <p:attrName>style.visibility</p:attrName>
                                  </p:attrNameLst>
                                </p:cBhvr>
                                <p:to>
                                  <p:strVal val="hidden"/>
                                </p:to>
                              </p:set>
                            </p:childTnLst>
                          </p:cTn>
                        </p:par>
                        <p:par>
                          <p:cTn id="1547" fill="hold">
                            <p:stCondLst>
                              <p:cond delay="2500"/>
                            </p:stCondLst>
                            <p:childTnLst>
                              <p:par>
                                <p:cTn id="1548" nodeType="afterEffect" fill="hold" presetClass="entr" presetID="9">
                                  <p:stCondLst>
                                    <p:cond delay="1000"/>
                                  </p:stCondLst>
                                  <p:childTnLst>
                                    <p:set>
                                      <p:cBhvr>
                                        <p:cTn id="1549" dur="1" fill="hold">
                                          <p:stCondLst>
                                            <p:cond delay="0"/>
                                          </p:stCondLst>
                                        </p:cTn>
                                        <p:tgtEl>
                                          <p:spTgt spid="530"/>
                                        </p:tgtEl>
                                        <p:attrNameLst>
                                          <p:attrName>style.visibility</p:attrName>
                                        </p:attrNameLst>
                                      </p:cBhvr>
                                      <p:to>
                                        <p:strVal val="visible"/>
                                      </p:to>
                                    </p:set>
                                    <p:animEffect filter="dissolve" transition="in">
                                      <p:cBhvr additive="repl">
                                        <p:cTn id="1550" dur="500"/>
                                        <p:tgtEl>
                                          <p:spTgt spid="530"/>
                                        </p:tgtEl>
                                      </p:cBhvr>
                                    </p:animEffect>
                                  </p:childTnLst>
                                </p:cTn>
                              </p:par>
                              <p:par>
                                <p:cTn id="1551" nodeType="withEffect" fill="hold" presetClass="entr" presetID="9">
                                  <p:stCondLst>
                                    <p:cond delay="1000"/>
                                  </p:stCondLst>
                                  <p:childTnLst>
                                    <p:set>
                                      <p:cBhvr>
                                        <p:cTn id="1552" dur="1" fill="hold">
                                          <p:stCondLst>
                                            <p:cond delay="0"/>
                                          </p:stCondLst>
                                        </p:cTn>
                                        <p:tgtEl>
                                          <p:spTgt spid="531"/>
                                        </p:tgtEl>
                                        <p:attrNameLst>
                                          <p:attrName>style.visibility</p:attrName>
                                        </p:attrNameLst>
                                      </p:cBhvr>
                                      <p:to>
                                        <p:strVal val="visible"/>
                                      </p:to>
                                    </p:set>
                                    <p:animEffect filter="dissolve" transition="in">
                                      <p:cBhvr additive="repl">
                                        <p:cTn id="1553" dur="500"/>
                                        <p:tgtEl>
                                          <p:spTgt spid="531"/>
                                        </p:tgtEl>
                                      </p:cBhvr>
                                    </p:animEffect>
                                  </p:childTnLst>
                                </p:cTn>
                              </p:par>
                            </p:childTnLst>
                          </p:cTn>
                        </p:par>
                        <p:par>
                          <p:cTn id="1554" fill="hold">
                            <p:stCondLst>
                              <p:cond delay="4000"/>
                            </p:stCondLst>
                            <p:childTnLst>
                              <p:par>
                                <p:cTn id="1555" nodeType="afterEffect" fill="hold" presetClass="entr" presetID="27">
                                  <p:stCondLst>
                                    <p:cond delay="0"/>
                                  </p:stCondLst>
                                  <p:iterate type="lt">
                                    <p:tmAbs val="40"/>
                                  </p:iterate>
                                  <p:childTnLst>
                                    <p:set>
                                      <p:cBhvr>
                                        <p:cTn id="1556" dur="1" fill="hold">
                                          <p:stCondLst>
                                            <p:cond delay="0"/>
                                          </p:stCondLst>
                                        </p:cTn>
                                        <p:tgtEl>
                                          <p:spTgt spid="532"/>
                                        </p:tgtEl>
                                        <p:attrNameLst>
                                          <p:attrName>style.visibility</p:attrName>
                                        </p:attrNameLst>
                                      </p:cBhvr>
                                      <p:to>
                                        <p:strVal val="visible"/>
                                      </p:to>
                                    </p:set>
                                    <p:anim calcmode="discrete" valueType="clr">
                                      <p:cBhvr additive="repl">
                                        <p:cTn id="1557" dur="80"/>
                                        <p:tgtEl>
                                          <p:spTgt spid="532"/>
                                        </p:tgtEl>
                                        <p:attrNameLst>
                                          <p:attrName>style.color</p:attrName>
                                        </p:attrNameLst>
                                      </p:cBhvr>
                                      <p:tavLst>
                                        <p:tav tm="0">
                                          <p:val>
                                            <p:strVal val="rgb(-103,51,51)"/>
                                          </p:val>
                                        </p:tav>
                                        <p:tav tm="50000">
                                          <p:val>
                                            <p:strVal val="rgb(-103,-103,0)"/>
                                          </p:val>
                                        </p:tav>
                                      </p:tavLst>
                                    </p:anim>
                                    <p:anim calcmode="discrete" valueType="clr">
                                      <p:cBhvr additive="repl">
                                        <p:cTn id="1558" dur="80"/>
                                        <p:tgtEl>
                                          <p:spTgt spid="532"/>
                                        </p:tgtEl>
                                        <p:attrNameLst>
                                          <p:attrName>fillcolor</p:attrName>
                                        </p:attrNameLst>
                                      </p:cBhvr>
                                      <p:tavLst>
                                        <p:tav tm="0">
                                          <p:val>
                                            <p:strVal val="rgb(-103,51,51)"/>
                                          </p:val>
                                        </p:tav>
                                        <p:tav tm="50000">
                                          <p:val>
                                            <p:strVal val="rgb(-103,-103,0)"/>
                                          </p:val>
                                        </p:tav>
                                      </p:tavLst>
                                    </p:anim>
                                    <p:set>
                                      <p:cBhvr>
                                        <p:cTn id="1559" dur="80"/>
                                        <p:tgtEl>
                                          <p:spTgt spid="532"/>
                                        </p:tgtEl>
                                        <p:attrNameLst>
                                          <p:attrName>fill.type</p:attrName>
                                        </p:attrNameLst>
                                      </p:cBhvr>
                                      <p:to>
                                        <p:strVal val="solid"/>
                                      </p:to>
                                    </p:set>
                                  </p:childTnLst>
                                </p:cTn>
                              </p:par>
                            </p:childTnLst>
                          </p:cTn>
                        </p:par>
                        <p:par>
                          <p:cTn id="1560" fill="hold">
                            <p:stCondLst>
                              <p:cond delay="4240"/>
                            </p:stCondLst>
                            <p:childTnLst>
                              <p:par>
                                <p:cTn id="1561" nodeType="afterEffect" fill="hold" presetClass="entr" presetID="9">
                                  <p:stCondLst>
                                    <p:cond delay="2000"/>
                                  </p:stCondLst>
                                  <p:childTnLst>
                                    <p:set>
                                      <p:cBhvr>
                                        <p:cTn id="1562" dur="1" fill="hold">
                                          <p:stCondLst>
                                            <p:cond delay="0"/>
                                          </p:stCondLst>
                                        </p:cTn>
                                        <p:tgtEl>
                                          <p:spTgt spid="534"/>
                                        </p:tgtEl>
                                        <p:attrNameLst>
                                          <p:attrName>style.visibility</p:attrName>
                                        </p:attrNameLst>
                                      </p:cBhvr>
                                      <p:to>
                                        <p:strVal val="visible"/>
                                      </p:to>
                                    </p:set>
                                    <p:animEffect filter="dissolve" transition="in">
                                      <p:cBhvr additive="repl">
                                        <p:cTn id="1563" dur="500"/>
                                        <p:tgtEl>
                                          <p:spTgt spid="534"/>
                                        </p:tgtEl>
                                      </p:cBhvr>
                                    </p:animEffect>
                                  </p:childTnLst>
                                </p:cTn>
                              </p:par>
                              <p:par>
                                <p:cTn id="1564" nodeType="withEffect" fill="hold" presetClass="entr" presetID="9">
                                  <p:stCondLst>
                                    <p:cond delay="2000"/>
                                  </p:stCondLst>
                                  <p:childTnLst>
                                    <p:set>
                                      <p:cBhvr>
                                        <p:cTn id="1565" dur="1" fill="hold">
                                          <p:stCondLst>
                                            <p:cond delay="0"/>
                                          </p:stCondLst>
                                        </p:cTn>
                                        <p:tgtEl>
                                          <p:spTgt spid="533"/>
                                        </p:tgtEl>
                                        <p:attrNameLst>
                                          <p:attrName>style.visibility</p:attrName>
                                        </p:attrNameLst>
                                      </p:cBhvr>
                                      <p:to>
                                        <p:strVal val="visible"/>
                                      </p:to>
                                    </p:set>
                                    <p:animEffect filter="dissolve" transition="in">
                                      <p:cBhvr additive="repl">
                                        <p:cTn id="1566" dur="500"/>
                                        <p:tgtEl>
                                          <p:spTgt spid="5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35" name="" descr=""/>
          <p:cNvPicPr/>
          <p:nvPr/>
        </p:nvPicPr>
        <p:blipFill>
          <a:blip r:embed="rId1"/>
          <a:stretch/>
        </p:blipFill>
        <p:spPr>
          <a:xfrm>
            <a:off x="0" y="0"/>
            <a:ext cx="9144000" cy="6858000"/>
          </a:xfrm>
          <a:prstGeom prst="rect">
            <a:avLst/>
          </a:prstGeom>
          <a:ln w="0">
            <a:noFill/>
          </a:ln>
        </p:spPr>
      </p:pic>
      <p:pic>
        <p:nvPicPr>
          <p:cNvPr id="536" name="" descr=""/>
          <p:cNvPicPr/>
          <p:nvPr/>
        </p:nvPicPr>
        <p:blipFill>
          <a:blip r:embed="rId2"/>
          <a:stretch/>
        </p:blipFill>
        <p:spPr>
          <a:xfrm flipH="1" rot="21199200">
            <a:off x="3276000" y="5486400"/>
            <a:ext cx="1085400" cy="895320"/>
          </a:xfrm>
          <a:prstGeom prst="rect">
            <a:avLst/>
          </a:prstGeom>
          <a:ln w="0">
            <a:noFill/>
          </a:ln>
        </p:spPr>
      </p:pic>
    </p:spTree>
  </p:cSld>
  <p:timing>
    <p:tnLst>
      <p:par>
        <p:cTn id="1567" dur="indefinite" restart="never" nodeType="tmRoot">
          <p:childTnLst>
            <p:seq>
              <p:cTn id="1568" dur="indefinite" nodeType="mainSeq">
                <p:childTnLst>
                  <p:par>
                    <p:cTn id="1569" fill="hold">
                      <p:stCondLst>
                        <p:cond delay="0"/>
                      </p:stCondLst>
                      <p:childTnLst>
                        <p:par>
                          <p:cTn id="1570" fill="hold">
                            <p:stCondLst>
                              <p:cond delay="0"/>
                            </p:stCondLst>
                            <p:childTnLst>
                              <p:par>
                                <p:cTn id="1571" nodeType="afterEffect" fill="hold" presetClass="path" presetID="0">
                                  <p:stCondLst>
                                    <p:cond delay="0"/>
                                  </p:stCondLst>
                                  <p:childTnLst>
                                    <p:animMotion origin="layout" path="M 1.66667E-006 2.54335E-006 L 0.34896 -0.45364 E">
                                      <p:cBhvr>
                                        <p:cTn id="1572" dur="2000" fill="hold"/>
                                        <p:tgtEl>
                                          <p:spTgt spid="536"/>
                                        </p:tgtEl>
                                      </p:cBhvr>
                                    </p:animMotion>
                                  </p:childTnLst>
                                </p:cTn>
                              </p:par>
                              <p:set>
                                <p:cBhvr>
                                  <p:cTn id="1573" dur="1" fill="hold">
                                    <p:stCondLst>
                                      <p:cond evt="end">
                                        <p:tn val="1571"/>
                                      </p:cond>
                                    </p:stCondLst>
                                  </p:cTn>
                                  <p:tgtEl>
                                    <p:spTgt spid="536"/>
                                  </p:tgtEl>
                                  <p:attrNameLst>
                                    <p:attrName>style.visibility</p:attrName>
                                  </p:attrNameLst>
                                </p:cBhvr>
                                <p:to>
                                  <p:strVal val="hidden"/>
                                </p:to>
                              </p:set>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37" name="" descr=""/>
          <p:cNvPicPr/>
          <p:nvPr/>
        </p:nvPicPr>
        <p:blipFill>
          <a:blip r:embed="rId1"/>
          <a:stretch/>
        </p:blipFill>
        <p:spPr>
          <a:xfrm>
            <a:off x="0" y="0"/>
            <a:ext cx="9144000" cy="6858000"/>
          </a:xfrm>
          <a:prstGeom prst="rect">
            <a:avLst/>
          </a:prstGeom>
          <a:ln w="0">
            <a:noFill/>
          </a:ln>
        </p:spPr>
      </p:pic>
      <p:pic>
        <p:nvPicPr>
          <p:cNvPr id="538" name="" descr=""/>
          <p:cNvPicPr/>
          <p:nvPr/>
        </p:nvPicPr>
        <p:blipFill>
          <a:blip r:embed="rId2"/>
          <a:stretch/>
        </p:blipFill>
        <p:spPr>
          <a:xfrm>
            <a:off x="1828800" y="6858000"/>
            <a:ext cx="2752560" cy="1427040"/>
          </a:xfrm>
          <a:prstGeom prst="rect">
            <a:avLst/>
          </a:prstGeom>
          <a:ln w="0">
            <a:noFill/>
          </a:ln>
        </p:spPr>
      </p:pic>
    </p:spTree>
  </p:cSld>
  <p:timing>
    <p:tnLst>
      <p:par>
        <p:cTn id="1574" dur="indefinite" restart="never" nodeType="tmRoot">
          <p:childTnLst>
            <p:seq>
              <p:cTn id="1575" dur="indefinite" nodeType="mainSeq">
                <p:childTnLst>
                  <p:par>
                    <p:cTn id="1576" fill="hold">
                      <p:stCondLst>
                        <p:cond delay="0"/>
                      </p:stCondLst>
                      <p:childTnLst>
                        <p:par>
                          <p:cTn id="1577" fill="hold">
                            <p:stCondLst>
                              <p:cond delay="0"/>
                            </p:stCondLst>
                            <p:childTnLst>
                              <p:par>
                                <p:cTn id="1578" nodeType="afterEffect" fill="hold" presetClass="path" presetID="0">
                                  <p:stCondLst>
                                    <p:cond delay="0"/>
                                  </p:stCondLst>
                                  <p:childTnLst>
                                    <p:animMotion origin="layout" path="M -8.33333E-007 1.04046E-006 L -0.00052 -0.25919 E">
                                      <p:cBhvr>
                                        <p:cTn id="1579" dur="2000" fill="hold"/>
                                        <p:tgtEl>
                                          <p:spTgt spid="538"/>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39" name="" descr=""/>
          <p:cNvPicPr/>
          <p:nvPr/>
        </p:nvPicPr>
        <p:blipFill>
          <a:blip r:embed="rId1"/>
          <a:stretch/>
        </p:blipFill>
        <p:spPr>
          <a:xfrm>
            <a:off x="0" y="0"/>
            <a:ext cx="9144000" cy="6858000"/>
          </a:xfrm>
          <a:prstGeom prst="rect">
            <a:avLst/>
          </a:prstGeom>
          <a:ln w="0">
            <a:noFill/>
          </a:ln>
        </p:spPr>
      </p:pic>
      <p:pic>
        <p:nvPicPr>
          <p:cNvPr id="540" name="" descr=""/>
          <p:cNvPicPr/>
          <p:nvPr/>
        </p:nvPicPr>
        <p:blipFill>
          <a:blip r:embed="rId2"/>
          <a:stretch/>
        </p:blipFill>
        <p:spPr>
          <a:xfrm>
            <a:off x="1828800" y="5105520"/>
            <a:ext cx="2752560" cy="1427040"/>
          </a:xfrm>
          <a:prstGeom prst="rect">
            <a:avLst/>
          </a:prstGeom>
          <a:ln w="0">
            <a:noFill/>
          </a:ln>
        </p:spPr>
      </p:pic>
      <p:sp>
        <p:nvSpPr>
          <p:cNvPr id="541" name=""/>
          <p:cNvSpPr/>
          <p:nvPr/>
        </p:nvSpPr>
        <p:spPr>
          <a:xfrm>
            <a:off x="-609480" y="6858000"/>
            <a:ext cx="609480" cy="4572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580" dur="indefinite" restart="never" nodeType="tmRoot">
          <p:childTnLst>
            <p:seq>
              <p:cTn id="1581" dur="indefinite" nodeType="mainSeq">
                <p:childTnLst>
                  <p:par>
                    <p:cTn id="1582" fill="hold">
                      <p:stCondLst>
                        <p:cond delay="0"/>
                      </p:stCondLst>
                      <p:childTnLst>
                        <p:par>
                          <p:cTn id="1583" fill="hold">
                            <p:stCondLst>
                              <p:cond delay="0"/>
                            </p:stCondLst>
                            <p:childTnLst>
                              <p:par>
                                <p:cTn id="1584" nodeType="afterEffect" fill="hold" presetClass="entr" presetID="1">
                                  <p:stCondLst>
                                    <p:cond delay="0"/>
                                  </p:stCondLst>
                                  <p:childTnLst>
                                    <p:audio isNarration="0">
                                      <p:cMediaNode showWhenStopped="1">
                                        <p:cTn/>
                                        <p:tgtEl>
                                          <p:sndTgt r:embed="rId3" name="suction.wav"/>
                                        </p:tgtEl>
                                      </p:cMediaNode>
                                    </p:audio>
                                    <p:set>
                                      <p:cBhvr>
                                        <p:cTn id="1585" dur="1" fill="hold">
                                          <p:stCondLst>
                                            <p:cond delay="0"/>
                                          </p:stCondLst>
                                        </p:cTn>
                                        <p:tgtEl>
                                          <p:spTgt spid="5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42" name="" descr=""/>
          <p:cNvPicPr/>
          <p:nvPr/>
        </p:nvPicPr>
        <p:blipFill>
          <a:blip r:embed="rId1"/>
          <a:stretch/>
        </p:blipFill>
        <p:spPr>
          <a:xfrm>
            <a:off x="0" y="0"/>
            <a:ext cx="9144000" cy="6835680"/>
          </a:xfrm>
          <a:prstGeom prst="rect">
            <a:avLst/>
          </a:prstGeom>
          <a:ln w="0">
            <a:noFill/>
          </a:ln>
        </p:spPr>
      </p:pic>
      <p:pic>
        <p:nvPicPr>
          <p:cNvPr id="543" name="" descr=""/>
          <p:cNvPicPr/>
          <p:nvPr/>
        </p:nvPicPr>
        <p:blipFill>
          <a:blip r:embed="rId2"/>
          <a:stretch/>
        </p:blipFill>
        <p:spPr>
          <a:xfrm>
            <a:off x="0" y="0"/>
            <a:ext cx="9144000" cy="6858000"/>
          </a:xfrm>
          <a:prstGeom prst="rect">
            <a:avLst/>
          </a:prstGeom>
          <a:ln w="0">
            <a:noFill/>
          </a:ln>
        </p:spPr>
      </p:pic>
      <p:sp>
        <p:nvSpPr>
          <p:cNvPr id="544" name=""/>
          <p:cNvSpPr/>
          <p:nvPr/>
        </p:nvSpPr>
        <p:spPr>
          <a:xfrm>
            <a:off x="2895480" y="-457200"/>
            <a:ext cx="464832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First time I drew a full body in this game. Art style changes, like</a:t>
            </a:r>
            <a:endParaRPr b="0" lang="en-US" sz="1200" spc="-1" strike="noStrike">
              <a:solidFill>
                <a:srgbClr val="000000"/>
              </a:solidFill>
              <a:latin typeface="Arial"/>
            </a:endParaRPr>
          </a:p>
        </p:txBody>
      </p:sp>
    </p:spTree>
  </p:cSld>
  <p:timing>
    <p:tnLst>
      <p:par>
        <p:cTn id="1586" dur="indefinite" restart="never" nodeType="tmRoot">
          <p:childTnLst>
            <p:seq>
              <p:cTn id="1587" dur="indefinite" nodeType="mainSeq">
                <p:childTnLst>
                  <p:par>
                    <p:cTn id="1588" fill="hold">
                      <p:stCondLst>
                        <p:cond delay="0"/>
                      </p:stCondLst>
                      <p:childTnLst>
                        <p:par>
                          <p:cTn id="1589" fill="hold">
                            <p:stCondLst>
                              <p:cond delay="0"/>
                            </p:stCondLst>
                            <p:childTnLst>
                              <p:par>
                                <p:cTn id="1590" nodeType="afterEffect" fill="hold" presetClass="path" presetID="0">
                                  <p:stCondLst>
                                    <p:cond delay="0"/>
                                  </p:stCondLst>
                                  <p:childTnLst>
                                    <p:audio isNarration="0">
                                      <p:cMediaNode showWhenStopped="1">
                                        <p:cTn/>
                                        <p:tgtEl>
                                          <p:sndTgt r:embed="rId3" name="push.wav"/>
                                        </p:tgtEl>
                                      </p:cMediaNode>
                                    </p:audio>
                                    <p:animMotion origin="layout" path="M 0 0 L 0 -1.27778 E">
                                      <p:cBhvr>
                                        <p:cTn id="1591" dur="5000" fill="hold"/>
                                        <p:tgtEl>
                                          <p:spTgt spid="543"/>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45" name="" descr=""/>
          <p:cNvPicPr/>
          <p:nvPr/>
        </p:nvPicPr>
        <p:blipFill>
          <a:blip r:embed="rId1"/>
          <a:stretch/>
        </p:blipFill>
        <p:spPr>
          <a:xfrm>
            <a:off x="0" y="0"/>
            <a:ext cx="9144000" cy="6858000"/>
          </a:xfrm>
          <a:prstGeom prst="rect">
            <a:avLst/>
          </a:prstGeom>
          <a:ln w="0">
            <a:noFill/>
          </a:ln>
        </p:spPr>
      </p:pic>
      <p:pic>
        <p:nvPicPr>
          <p:cNvPr id="546" name="" descr=""/>
          <p:cNvPicPr/>
          <p:nvPr/>
        </p:nvPicPr>
        <p:blipFill>
          <a:blip r:embed="rId2"/>
          <a:stretch/>
        </p:blipFill>
        <p:spPr>
          <a:xfrm>
            <a:off x="5257800" y="5608800"/>
            <a:ext cx="3886200" cy="1249200"/>
          </a:xfrm>
          <a:prstGeom prst="rect">
            <a:avLst/>
          </a:prstGeom>
          <a:ln w="0">
            <a:noFill/>
          </a:ln>
        </p:spPr>
      </p:pic>
      <p:sp>
        <p:nvSpPr>
          <p:cNvPr id="547" name=""/>
          <p:cNvSpPr/>
          <p:nvPr/>
        </p:nvSpPr>
        <p:spPr>
          <a:xfrm>
            <a:off x="6705720" y="5943600"/>
            <a:ext cx="1981080" cy="738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Hmm… Nice crowd…</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Now why’d I come here in the first place?</a:t>
            </a:r>
            <a:endParaRPr b="0" lang="en-US" sz="1200" spc="-1" strike="noStrike">
              <a:solidFill>
                <a:srgbClr val="000000"/>
              </a:solidFill>
              <a:latin typeface="Arial"/>
            </a:endParaRPr>
          </a:p>
        </p:txBody>
      </p:sp>
      <p:sp>
        <p:nvSpPr>
          <p:cNvPr id="548" name="">
            <a:hlinkClick r:id="rId3" action="ppaction://hlinksldjump"/>
          </p:cNvPr>
          <p:cNvSpPr/>
          <p:nvPr/>
        </p:nvSpPr>
        <p:spPr>
          <a:xfrm>
            <a:off x="8153280" y="0"/>
            <a:ext cx="762120" cy="14479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549" name="">
            <a:hlinkClick r:id="rId4" action="ppaction://hlinksldjump"/>
          </p:cNvPr>
          <p:cNvSpPr/>
          <p:nvPr/>
        </p:nvSpPr>
        <p:spPr>
          <a:xfrm>
            <a:off x="0" y="1905120"/>
            <a:ext cx="838080" cy="190476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550" name="">
            <a:hlinkClick r:id="rId5" action="ppaction://hlinksldjump"/>
          </p:cNvPr>
          <p:cNvSpPr/>
          <p:nvPr/>
        </p:nvSpPr>
        <p:spPr>
          <a:xfrm>
            <a:off x="8001000" y="1523880"/>
            <a:ext cx="1143000" cy="14479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551" name="">
            <a:hlinkClick r:id="rId6" action="ppaction://hlinksldjump"/>
          </p:cNvPr>
          <p:cNvSpPr/>
          <p:nvPr/>
        </p:nvSpPr>
        <p:spPr>
          <a:xfrm rot="2798400">
            <a:off x="2230200" y="5689440"/>
            <a:ext cx="533160" cy="1295640"/>
          </a:xfrm>
          <a:prstGeom prst="downArrow">
            <a:avLst>
              <a:gd name="adj1" fmla="val 50000"/>
              <a:gd name="adj2" fmla="val 60753"/>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552" name=""/>
          <p:cNvSpPr/>
          <p:nvPr/>
        </p:nvSpPr>
        <p:spPr>
          <a:xfrm>
            <a:off x="4648320" y="-609480"/>
            <a:ext cx="297180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Auughhh… horrible glass effect now that I look back</a:t>
            </a:r>
            <a:endParaRPr b="0" lang="en-US" sz="1200" spc="-1" strike="noStrike">
              <a:solidFill>
                <a:srgbClr val="000000"/>
              </a:solidFill>
              <a:latin typeface="Arial"/>
            </a:endParaRPr>
          </a:p>
        </p:txBody>
      </p:sp>
    </p:spTree>
  </p:cSld>
  <p:timing>
    <p:tnLst>
      <p:par>
        <p:cTn id="1592" dur="indefinite" restart="never" nodeType="tmRoot">
          <p:childTnLst>
            <p:seq>
              <p:cTn id="1593" dur="indefinite" nodeType="mainSeq">
                <p:childTnLst>
                  <p:par>
                    <p:cTn id="1594" fill="hold">
                      <p:stCondLst>
                        <p:cond delay="0"/>
                      </p:stCondLst>
                      <p:childTnLst>
                        <p:par>
                          <p:cTn id="1595" fill="hold">
                            <p:stCondLst>
                              <p:cond delay="0"/>
                            </p:stCondLst>
                            <p:childTnLst>
                              <p:par>
                                <p:cTn id="1596" nodeType="afterEffect" fill="hold" presetClass="entr" presetID="9">
                                  <p:stCondLst>
                                    <p:cond delay="1000"/>
                                  </p:stCondLst>
                                  <p:childTnLst>
                                    <p:set>
                                      <p:cBhvr>
                                        <p:cTn id="1597" dur="1" fill="hold">
                                          <p:stCondLst>
                                            <p:cond delay="0"/>
                                          </p:stCondLst>
                                        </p:cTn>
                                        <p:tgtEl>
                                          <p:spTgt spid="546"/>
                                        </p:tgtEl>
                                        <p:attrNameLst>
                                          <p:attrName>style.visibility</p:attrName>
                                        </p:attrNameLst>
                                      </p:cBhvr>
                                      <p:to>
                                        <p:strVal val="visible"/>
                                      </p:to>
                                    </p:set>
                                    <p:animEffect filter="dissolve" transition="in">
                                      <p:cBhvr additive="repl">
                                        <p:cTn id="1598" dur="500"/>
                                        <p:tgtEl>
                                          <p:spTgt spid="546"/>
                                        </p:tgtEl>
                                      </p:cBhvr>
                                    </p:animEffect>
                                  </p:childTnLst>
                                </p:cTn>
                              </p:par>
                            </p:childTnLst>
                          </p:cTn>
                        </p:par>
                        <p:par>
                          <p:cTn id="1599" fill="hold">
                            <p:stCondLst>
                              <p:cond delay="1500"/>
                            </p:stCondLst>
                            <p:childTnLst>
                              <p:par>
                                <p:cTn id="1600" nodeType="afterEffect" fill="hold" presetClass="entr" presetID="27">
                                  <p:stCondLst>
                                    <p:cond delay="0"/>
                                  </p:stCondLst>
                                  <p:iterate type="lt">
                                    <p:tmAbs val="40"/>
                                  </p:iterate>
                                  <p:childTnLst>
                                    <p:set>
                                      <p:cBhvr>
                                        <p:cTn id="1601" dur="1" fill="hold">
                                          <p:stCondLst>
                                            <p:cond delay="0"/>
                                          </p:stCondLst>
                                        </p:cTn>
                                        <p:tgtEl>
                                          <p:spTgt spid="547"/>
                                        </p:tgtEl>
                                        <p:attrNameLst>
                                          <p:attrName>style.visibility</p:attrName>
                                        </p:attrNameLst>
                                      </p:cBhvr>
                                      <p:to>
                                        <p:strVal val="visible"/>
                                      </p:to>
                                    </p:set>
                                    <p:anim calcmode="discrete" valueType="clr">
                                      <p:cBhvr additive="repl">
                                        <p:cTn id="1602" dur="80"/>
                                        <p:tgtEl>
                                          <p:spTgt spid="547"/>
                                        </p:tgtEl>
                                        <p:attrNameLst>
                                          <p:attrName>style.color</p:attrName>
                                        </p:attrNameLst>
                                      </p:cBhvr>
                                      <p:tavLst>
                                        <p:tav tm="0">
                                          <p:val>
                                            <p:strVal val="rgb(-103,51,51)"/>
                                          </p:val>
                                        </p:tav>
                                        <p:tav tm="50000">
                                          <p:val>
                                            <p:strVal val="rgb(-103,-103,0)"/>
                                          </p:val>
                                        </p:tav>
                                      </p:tavLst>
                                    </p:anim>
                                    <p:anim calcmode="discrete" valueType="clr">
                                      <p:cBhvr additive="repl">
                                        <p:cTn id="1603" dur="80"/>
                                        <p:tgtEl>
                                          <p:spTgt spid="547"/>
                                        </p:tgtEl>
                                        <p:attrNameLst>
                                          <p:attrName>fillcolor</p:attrName>
                                        </p:attrNameLst>
                                      </p:cBhvr>
                                      <p:tavLst>
                                        <p:tav tm="0">
                                          <p:val>
                                            <p:strVal val="rgb(-103,51,51)"/>
                                          </p:val>
                                        </p:tav>
                                        <p:tav tm="50000">
                                          <p:val>
                                            <p:strVal val="rgb(-103,-103,0)"/>
                                          </p:val>
                                        </p:tav>
                                      </p:tavLst>
                                    </p:anim>
                                    <p:set>
                                      <p:cBhvr>
                                        <p:cTn id="1604" dur="80"/>
                                        <p:tgtEl>
                                          <p:spTgt spid="547"/>
                                        </p:tgtEl>
                                        <p:attrNameLst>
                                          <p:attrName>fill.type</p:attrName>
                                        </p:attrNameLst>
                                      </p:cBhvr>
                                      <p:to>
                                        <p:strVal val="solid"/>
                                      </p:to>
                                    </p:set>
                                  </p:childTnLst>
                                </p:cTn>
                              </p:par>
                            </p:childTnLst>
                          </p:cTn>
                        </p:par>
                        <p:par>
                          <p:cTn id="1605" fill="hold">
                            <p:stCondLst>
                              <p:cond delay="3420"/>
                            </p:stCondLst>
                            <p:childTnLst>
                              <p:par>
                                <p:cTn id="1606" nodeType="afterEffect" fill="hold" presetClass="exit" presetID="1">
                                  <p:stCondLst>
                                    <p:cond delay="2000"/>
                                  </p:stCondLst>
                                  <p:iterate type="lt">
                                    <p:tmAbs val="0"/>
                                  </p:iterate>
                                  <p:childTnLst>
                                    <p:set>
                                      <p:cBhvr>
                                        <p:cTn id="1607" dur="1" fill="hold">
                                          <p:stCondLst>
                                            <p:cond delay="0"/>
                                          </p:stCondLst>
                                        </p:cTn>
                                        <p:tgtEl>
                                          <p:spTgt spid="547"/>
                                        </p:tgtEl>
                                        <p:attrNameLst>
                                          <p:attrName>style.visibility</p:attrName>
                                        </p:attrNameLst>
                                      </p:cBhvr>
                                      <p:to>
                                        <p:strVal val="hidden"/>
                                      </p:to>
                                    </p:set>
                                  </p:childTnLst>
                                </p:cTn>
                              </p:par>
                              <p:par>
                                <p:cTn id="1608" nodeType="withEffect" fill="hold" presetClass="exit" presetID="9">
                                  <p:stCondLst>
                                    <p:cond delay="2000"/>
                                  </p:stCondLst>
                                  <p:childTnLst>
                                    <p:animEffect filter="dissolve" transition="out">
                                      <p:cBhvr additive="repl">
                                        <p:cTn id="1609" dur="500"/>
                                        <p:tgtEl>
                                          <p:spTgt spid="546"/>
                                        </p:tgtEl>
                                      </p:cBhvr>
                                    </p:animEffect>
                                    <p:set>
                                      <p:cBhvr>
                                        <p:cTn id="1610" dur="1" fill="hold">
                                          <p:stCondLst>
                                            <p:cond delay="499"/>
                                          </p:stCondLst>
                                        </p:cTn>
                                        <p:tgtEl>
                                          <p:spTgt spid="546"/>
                                        </p:tgtEl>
                                        <p:attrNameLst>
                                          <p:attrName>style.visibility</p:attrName>
                                        </p:attrNameLst>
                                      </p:cBhvr>
                                      <p:to>
                                        <p:strVal val="hidden"/>
                                      </p:to>
                                    </p:set>
                                  </p:childTnLst>
                                </p:cTn>
                              </p:par>
                            </p:childTnLst>
                          </p:cTn>
                        </p:par>
                        <p:par>
                          <p:cTn id="1611" fill="hold">
                            <p:stCondLst>
                              <p:cond delay="5920"/>
                            </p:stCondLst>
                            <p:childTnLst>
                              <p:par>
                                <p:cTn id="1612" nodeType="afterEffect" fill="hold" presetClass="entr" presetID="1">
                                  <p:stCondLst>
                                    <p:cond delay="0"/>
                                  </p:stCondLst>
                                  <p:childTnLst>
                                    <p:set>
                                      <p:cBhvr>
                                        <p:cTn id="1613" dur="1" fill="hold">
                                          <p:stCondLst>
                                            <p:cond delay="0"/>
                                          </p:stCondLst>
                                        </p:cTn>
                                        <p:tgtEl>
                                          <p:spTgt spid="548"/>
                                        </p:tgtEl>
                                        <p:attrNameLst>
                                          <p:attrName>style.visibility</p:attrName>
                                        </p:attrNameLst>
                                      </p:cBhvr>
                                      <p:to>
                                        <p:strVal val="visible"/>
                                      </p:to>
                                    </p:set>
                                  </p:childTnLst>
                                </p:cTn>
                              </p:par>
                            </p:childTnLst>
                          </p:cTn>
                        </p:par>
                        <p:par>
                          <p:cTn id="1614" fill="hold">
                            <p:stCondLst>
                              <p:cond delay="5920"/>
                            </p:stCondLst>
                            <p:childTnLst>
                              <p:par>
                                <p:cTn id="1615" nodeType="afterEffect" fill="hold" presetClass="entr" presetID="1">
                                  <p:stCondLst>
                                    <p:cond delay="0"/>
                                  </p:stCondLst>
                                  <p:childTnLst>
                                    <p:set>
                                      <p:cBhvr>
                                        <p:cTn id="1616" dur="1" fill="hold">
                                          <p:stCondLst>
                                            <p:cond delay="0"/>
                                          </p:stCondLst>
                                        </p:cTn>
                                        <p:tgtEl>
                                          <p:spTgt spid="549"/>
                                        </p:tgtEl>
                                        <p:attrNameLst>
                                          <p:attrName>style.visibility</p:attrName>
                                        </p:attrNameLst>
                                      </p:cBhvr>
                                      <p:to>
                                        <p:strVal val="visible"/>
                                      </p:to>
                                    </p:set>
                                  </p:childTnLst>
                                </p:cTn>
                              </p:par>
                            </p:childTnLst>
                          </p:cTn>
                        </p:par>
                        <p:par>
                          <p:cTn id="1617" fill="hold">
                            <p:stCondLst>
                              <p:cond delay="5920"/>
                            </p:stCondLst>
                            <p:childTnLst>
                              <p:par>
                                <p:cTn id="1618" nodeType="afterEffect" fill="hold" presetClass="entr" presetID="9">
                                  <p:stCondLst>
                                    <p:cond delay="0"/>
                                  </p:stCondLst>
                                  <p:childTnLst>
                                    <p:set>
                                      <p:cBhvr>
                                        <p:cTn id="1619" dur="1" fill="hold">
                                          <p:stCondLst>
                                            <p:cond delay="0"/>
                                          </p:stCondLst>
                                        </p:cTn>
                                        <p:tgtEl>
                                          <p:spTgt spid="551"/>
                                        </p:tgtEl>
                                        <p:attrNameLst>
                                          <p:attrName>style.visibility</p:attrName>
                                        </p:attrNameLst>
                                      </p:cBhvr>
                                      <p:to>
                                        <p:strVal val="visible"/>
                                      </p:to>
                                    </p:set>
                                    <p:animEffect filter="dissolve" transition="in">
                                      <p:cBhvr additive="repl">
                                        <p:cTn id="1620" dur="500"/>
                                        <p:tgtEl>
                                          <p:spTgt spid="5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53" name="" descr=""/>
          <p:cNvPicPr/>
          <p:nvPr/>
        </p:nvPicPr>
        <p:blipFill>
          <a:blip r:embed="rId1"/>
          <a:stretch/>
        </p:blipFill>
        <p:spPr>
          <a:xfrm>
            <a:off x="0" y="0"/>
            <a:ext cx="9144000" cy="6858000"/>
          </a:xfrm>
          <a:prstGeom prst="rect">
            <a:avLst/>
          </a:prstGeom>
          <a:ln w="0">
            <a:noFill/>
          </a:ln>
        </p:spPr>
      </p:pic>
      <p:sp>
        <p:nvSpPr>
          <p:cNvPr id="554" name="">
            <a:hlinkClick r:id="rId2" action="ppaction://hlinksldjump"/>
          </p:cNvPr>
          <p:cNvSpPr/>
          <p:nvPr/>
        </p:nvSpPr>
        <p:spPr>
          <a:xfrm rot="20794800">
            <a:off x="-609480" y="228600"/>
            <a:ext cx="1218960" cy="36576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555" name="">
            <a:hlinkClick r:id="rId3" action="ppaction://hlinksldjump"/>
          </p:cNvPr>
          <p:cNvSpPr/>
          <p:nvPr/>
        </p:nvSpPr>
        <p:spPr>
          <a:xfrm>
            <a:off x="5029200" y="1371600"/>
            <a:ext cx="914400" cy="16765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56" name="" descr=""/>
          <p:cNvPicPr/>
          <p:nvPr/>
        </p:nvPicPr>
        <p:blipFill>
          <a:blip r:embed="rId1"/>
          <a:stretch/>
        </p:blipFill>
        <p:spPr>
          <a:xfrm>
            <a:off x="0" y="0"/>
            <a:ext cx="9220320" cy="6897600"/>
          </a:xfrm>
          <a:prstGeom prst="rect">
            <a:avLst/>
          </a:prstGeom>
          <a:ln w="0">
            <a:noFill/>
          </a:ln>
        </p:spPr>
      </p:pic>
      <p:sp>
        <p:nvSpPr>
          <p:cNvPr id="557" name=""/>
          <p:cNvSpPr/>
          <p:nvPr/>
        </p:nvSpPr>
        <p:spPr>
          <a:xfrm>
            <a:off x="2133720" y="380880"/>
            <a:ext cx="48765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Got the Magic sword!</a:t>
            </a:r>
            <a:endParaRPr b="0" lang="en-US" sz="2400" spc="-1" strike="noStrike">
              <a:solidFill>
                <a:srgbClr val="000000"/>
              </a:solidFill>
              <a:latin typeface="Arial"/>
            </a:endParaRPr>
          </a:p>
        </p:txBody>
      </p:sp>
      <p:sp>
        <p:nvSpPr>
          <p:cNvPr id="558" name=""/>
          <p:cNvSpPr/>
          <p:nvPr/>
        </p:nvSpPr>
        <p:spPr>
          <a:xfrm>
            <a:off x="3048120" y="990720"/>
            <a:ext cx="28191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u="sng">
                <a:solidFill>
                  <a:srgbClr val="009999"/>
                </a:solidFill>
                <a:uFillTx/>
                <a:latin typeface="Arial"/>
                <a:hlinkClick r:id="rId2" action="ppaction://hlinksldjump"/>
              </a:rPr>
              <a:t>(Back)</a:t>
            </a:r>
            <a:endParaRPr b="0" lang="en-US" sz="1800" spc="-1" strike="noStrike">
              <a:solidFill>
                <a:srgbClr val="000000"/>
              </a:solidFill>
              <a:latin typeface="Arial"/>
            </a:endParaRPr>
          </a:p>
        </p:txBody>
      </p:sp>
      <p:pic>
        <p:nvPicPr>
          <p:cNvPr id="559" name="" descr=""/>
          <p:cNvPicPr/>
          <p:nvPr/>
        </p:nvPicPr>
        <p:blipFill>
          <a:blip r:embed="rId3"/>
          <a:stretch/>
        </p:blipFill>
        <p:spPr>
          <a:xfrm>
            <a:off x="9906120" y="-304920"/>
            <a:ext cx="304560" cy="304920"/>
          </a:xfrm>
          <a:prstGeom prst="rect">
            <a:avLst/>
          </a:prstGeom>
          <a:ln w="0">
            <a:noFill/>
          </a:ln>
        </p:spPr>
      </p:pic>
      <p:pic>
        <p:nvPicPr>
          <p:cNvPr id="560" name="" descr=""/>
          <p:cNvPicPr/>
          <p:nvPr/>
        </p:nvPicPr>
        <p:blipFill>
          <a:blip r:embed="rId4"/>
          <a:stretch/>
        </p:blipFill>
        <p:spPr>
          <a:xfrm>
            <a:off x="5257800" y="457200"/>
            <a:ext cx="3886200" cy="1249200"/>
          </a:xfrm>
          <a:prstGeom prst="rect">
            <a:avLst/>
          </a:prstGeom>
          <a:ln w="0">
            <a:noFill/>
          </a:ln>
        </p:spPr>
      </p:pic>
      <p:sp>
        <p:nvSpPr>
          <p:cNvPr id="561" name=""/>
          <p:cNvSpPr/>
          <p:nvPr/>
        </p:nvSpPr>
        <p:spPr>
          <a:xfrm>
            <a:off x="6705720" y="838080"/>
            <a:ext cx="1981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Special…</a:t>
            </a:r>
            <a:endParaRPr b="0" lang="en-US" sz="1200" spc="-1" strike="noStrike">
              <a:solidFill>
                <a:srgbClr val="000000"/>
              </a:solidFill>
              <a:latin typeface="Arial"/>
            </a:endParaRPr>
          </a:p>
        </p:txBody>
      </p:sp>
    </p:spTree>
  </p:cSld>
  <p:timing>
    <p:tnLst>
      <p:par>
        <p:cTn id="1621" dur="indefinite" restart="never" nodeType="tmRoot">
          <p:childTnLst>
            <p:seq>
              <p:cTn id="1622" dur="indefinite" nodeType="mainSeq">
                <p:childTnLst>
                  <p:par>
                    <p:cTn id="1623" fill="hold">
                      <p:stCondLst>
                        <p:cond delay="0"/>
                      </p:stCondLst>
                      <p:childTnLst>
                        <p:par>
                          <p:cTn id="1624" fill="hold">
                            <p:stCondLst>
                              <p:cond delay="0"/>
                            </p:stCondLst>
                            <p:childTnLst>
                              <p:par>
                                <p:cTn id="1625" nodeType="afterEffect" fill="hold" presetClass="entr" presetID="9">
                                  <p:stCondLst>
                                    <p:cond delay="0"/>
                                  </p:stCondLst>
                                  <p:childTnLst>
                                    <p:set>
                                      <p:cBhvr>
                                        <p:cTn id="1626" dur="1" fill="hold">
                                          <p:stCondLst>
                                            <p:cond delay="0"/>
                                          </p:stCondLst>
                                        </p:cTn>
                                        <p:tgtEl>
                                          <p:spTgt spid="557"/>
                                        </p:tgtEl>
                                        <p:attrNameLst>
                                          <p:attrName>style.visibility</p:attrName>
                                        </p:attrNameLst>
                                      </p:cBhvr>
                                      <p:to>
                                        <p:strVal val="visible"/>
                                      </p:to>
                                    </p:set>
                                    <p:animEffect filter="dissolve" transition="in">
                                      <p:cBhvr additive="repl">
                                        <p:cTn id="1627" dur="500"/>
                                        <p:tgtEl>
                                          <p:spTgt spid="557"/>
                                        </p:tgtEl>
                                      </p:cBhvr>
                                    </p:animEffect>
                                  </p:childTnLst>
                                </p:cTn>
                              </p:par>
                            </p:childTnLst>
                          </p:cTn>
                        </p:par>
                        <p:par>
                          <p:cTn id="1628" fill="hold">
                            <p:stCondLst>
                              <p:cond delay="500"/>
                            </p:stCondLst>
                            <p:childTnLst>
                              <p:par>
                                <p:cTn id="1629" nodeType="afterEffect" fill="hold" presetClass="mediacall" presetID="1">
                                  <p:stCondLst>
                                    <p:cond delay="0"/>
                                  </p:stCondLst>
                                  <p:childTnLst>
                                    <p:cmd type="call" cmd="playFrom(0.0)">
                                      <p:cBhvr>
                                        <p:cTn id="1630" dur="4745" fill="hold"/>
                                        <p:tgtEl>
                                          <p:spTgt spid="559"/>
                                        </p:tgtEl>
                                      </p:cBhvr>
                                    </p:cmd>
                                  </p:childTnLst>
                                </p:cTn>
                              </p:par>
                            </p:childTnLst>
                          </p:cTn>
                        </p:par>
                        <p:par>
                          <p:cTn id="1631" fill="hold">
                            <p:stCondLst>
                              <p:cond delay="5245"/>
                            </p:stCondLst>
                            <p:childTnLst>
                              <p:par>
                                <p:cTn id="1632" nodeType="afterEffect" fill="hold" presetClass="entr" presetID="9">
                                  <p:stCondLst>
                                    <p:cond delay="1000"/>
                                  </p:stCondLst>
                                  <p:childTnLst>
                                    <p:set>
                                      <p:cBhvr>
                                        <p:cTn id="1633" dur="1" fill="hold">
                                          <p:stCondLst>
                                            <p:cond delay="0"/>
                                          </p:stCondLst>
                                        </p:cTn>
                                        <p:tgtEl>
                                          <p:spTgt spid="560"/>
                                        </p:tgtEl>
                                        <p:attrNameLst>
                                          <p:attrName>style.visibility</p:attrName>
                                        </p:attrNameLst>
                                      </p:cBhvr>
                                      <p:to>
                                        <p:strVal val="visible"/>
                                      </p:to>
                                    </p:set>
                                    <p:animEffect filter="dissolve" transition="in">
                                      <p:cBhvr additive="repl">
                                        <p:cTn id="1634" dur="500"/>
                                        <p:tgtEl>
                                          <p:spTgt spid="560"/>
                                        </p:tgtEl>
                                      </p:cBhvr>
                                    </p:animEffect>
                                  </p:childTnLst>
                                </p:cTn>
                              </p:par>
                            </p:childTnLst>
                          </p:cTn>
                        </p:par>
                        <p:par>
                          <p:cTn id="1635" fill="hold">
                            <p:stCondLst>
                              <p:cond delay="6745"/>
                            </p:stCondLst>
                            <p:childTnLst>
                              <p:par>
                                <p:cTn id="1636" nodeType="afterEffect" fill="hold" presetClass="entr" presetID="27">
                                  <p:stCondLst>
                                    <p:cond delay="0"/>
                                  </p:stCondLst>
                                  <p:iterate type="lt">
                                    <p:tmAbs val="40"/>
                                  </p:iterate>
                                  <p:childTnLst>
                                    <p:set>
                                      <p:cBhvr>
                                        <p:cTn id="1637" dur="1" fill="hold">
                                          <p:stCondLst>
                                            <p:cond delay="0"/>
                                          </p:stCondLst>
                                        </p:cTn>
                                        <p:tgtEl>
                                          <p:spTgt spid="561"/>
                                        </p:tgtEl>
                                        <p:attrNameLst>
                                          <p:attrName>style.visibility</p:attrName>
                                        </p:attrNameLst>
                                      </p:cBhvr>
                                      <p:to>
                                        <p:strVal val="visible"/>
                                      </p:to>
                                    </p:set>
                                    <p:anim calcmode="discrete" valueType="clr">
                                      <p:cBhvr additive="repl">
                                        <p:cTn id="1638" dur="80"/>
                                        <p:tgtEl>
                                          <p:spTgt spid="561"/>
                                        </p:tgtEl>
                                        <p:attrNameLst>
                                          <p:attrName>style.color</p:attrName>
                                        </p:attrNameLst>
                                      </p:cBhvr>
                                      <p:tavLst>
                                        <p:tav tm="0">
                                          <p:val>
                                            <p:strVal val="rgb(-103,51,51)"/>
                                          </p:val>
                                        </p:tav>
                                        <p:tav tm="50000">
                                          <p:val>
                                            <p:strVal val="rgb(-103,-103,0)"/>
                                          </p:val>
                                        </p:tav>
                                      </p:tavLst>
                                    </p:anim>
                                    <p:anim calcmode="discrete" valueType="clr">
                                      <p:cBhvr additive="repl">
                                        <p:cTn id="1639" dur="80"/>
                                        <p:tgtEl>
                                          <p:spTgt spid="561"/>
                                        </p:tgtEl>
                                        <p:attrNameLst>
                                          <p:attrName>fillcolor</p:attrName>
                                        </p:attrNameLst>
                                      </p:cBhvr>
                                      <p:tavLst>
                                        <p:tav tm="0">
                                          <p:val>
                                            <p:strVal val="rgb(-103,51,51)"/>
                                          </p:val>
                                        </p:tav>
                                        <p:tav tm="50000">
                                          <p:val>
                                            <p:strVal val="rgb(-103,-103,0)"/>
                                          </p:val>
                                        </p:tav>
                                      </p:tavLst>
                                    </p:anim>
                                    <p:set>
                                      <p:cBhvr>
                                        <p:cTn id="1640" dur="80"/>
                                        <p:tgtEl>
                                          <p:spTgt spid="561"/>
                                        </p:tgtEl>
                                        <p:attrNameLst>
                                          <p:attrName>fill.type</p:attrName>
                                        </p:attrNameLst>
                                      </p:cBhvr>
                                      <p:to>
                                        <p:strVal val="solid"/>
                                      </p:to>
                                    </p:set>
                                  </p:childTnLst>
                                </p:cTn>
                              </p:par>
                            </p:childTnLst>
                          </p:cTn>
                        </p:par>
                        <p:par>
                          <p:cTn id="1641" fill="hold">
                            <p:stCondLst>
                              <p:cond delay="7105"/>
                            </p:stCondLst>
                            <p:childTnLst>
                              <p:par>
                                <p:cTn id="1642" nodeType="afterEffect" fill="hold" presetClass="exit" presetID="1">
                                  <p:stCondLst>
                                    <p:cond delay="2000"/>
                                  </p:stCondLst>
                                  <p:iterate type="lt">
                                    <p:tmAbs val="0"/>
                                  </p:iterate>
                                  <p:childTnLst>
                                    <p:set>
                                      <p:cBhvr>
                                        <p:cTn id="1643" dur="1" fill="hold">
                                          <p:stCondLst>
                                            <p:cond delay="0"/>
                                          </p:stCondLst>
                                        </p:cTn>
                                        <p:tgtEl>
                                          <p:spTgt spid="561"/>
                                        </p:tgtEl>
                                        <p:attrNameLst>
                                          <p:attrName>style.visibility</p:attrName>
                                        </p:attrNameLst>
                                      </p:cBhvr>
                                      <p:to>
                                        <p:strVal val="hidden"/>
                                      </p:to>
                                    </p:set>
                                  </p:childTnLst>
                                </p:cTn>
                              </p:par>
                              <p:par>
                                <p:cTn id="1644" nodeType="withEffect" fill="hold" presetClass="exit" presetID="9">
                                  <p:stCondLst>
                                    <p:cond delay="2000"/>
                                  </p:stCondLst>
                                  <p:childTnLst>
                                    <p:animEffect filter="dissolve" transition="out">
                                      <p:cBhvr additive="repl">
                                        <p:cTn id="1645" dur="500"/>
                                        <p:tgtEl>
                                          <p:spTgt spid="560"/>
                                        </p:tgtEl>
                                      </p:cBhvr>
                                    </p:animEffect>
                                    <p:set>
                                      <p:cBhvr>
                                        <p:cTn id="1646" dur="1" fill="hold">
                                          <p:stCondLst>
                                            <p:cond delay="499"/>
                                          </p:stCondLst>
                                        </p:cTn>
                                        <p:tgtEl>
                                          <p:spTgt spid="560"/>
                                        </p:tgtEl>
                                        <p:attrNameLst>
                                          <p:attrName>style.visibility</p:attrName>
                                        </p:attrNameLst>
                                      </p:cBhvr>
                                      <p:to>
                                        <p:strVal val="hidden"/>
                                      </p:to>
                                    </p:set>
                                  </p:childTnLst>
                                </p:cTn>
                              </p:par>
                            </p:childTnLst>
                          </p:cTn>
                        </p:par>
                        <p:par>
                          <p:cTn id="1647" fill="hold">
                            <p:stCondLst>
                              <p:cond delay="9605"/>
                            </p:stCondLst>
                            <p:childTnLst>
                              <p:par>
                                <p:cTn id="1648" nodeType="afterEffect" fill="hold" presetClass="entr" presetID="1">
                                  <p:stCondLst>
                                    <p:cond delay="0"/>
                                  </p:stCondLst>
                                  <p:childTnLst>
                                    <p:set>
                                      <p:cBhvr>
                                        <p:cTn id="1649" dur="1" fill="hold">
                                          <p:stCondLst>
                                            <p:cond delay="0"/>
                                          </p:stCondLst>
                                        </p:cTn>
                                        <p:tgtEl>
                                          <p:spTgt spid="5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62" name="" descr=""/>
          <p:cNvPicPr/>
          <p:nvPr/>
        </p:nvPicPr>
        <p:blipFill>
          <a:blip r:embed="rId1"/>
          <a:stretch/>
        </p:blipFill>
        <p:spPr>
          <a:xfrm>
            <a:off x="0" y="0"/>
            <a:ext cx="9144000" cy="6858000"/>
          </a:xfrm>
          <a:prstGeom prst="rect">
            <a:avLst/>
          </a:prstGeom>
          <a:ln w="0">
            <a:noFill/>
          </a:ln>
        </p:spPr>
      </p:pic>
      <p:pic>
        <p:nvPicPr>
          <p:cNvPr id="563" name="" descr=""/>
          <p:cNvPicPr/>
          <p:nvPr/>
        </p:nvPicPr>
        <p:blipFill>
          <a:blip r:embed="rId2"/>
          <a:stretch/>
        </p:blipFill>
        <p:spPr>
          <a:xfrm>
            <a:off x="4038480" y="762120"/>
            <a:ext cx="2057400" cy="1174680"/>
          </a:xfrm>
          <a:prstGeom prst="rect">
            <a:avLst/>
          </a:prstGeom>
          <a:ln w="0">
            <a:noFill/>
          </a:ln>
        </p:spPr>
      </p:pic>
      <p:sp>
        <p:nvSpPr>
          <p:cNvPr id="564" name=""/>
          <p:cNvSpPr/>
          <p:nvPr/>
        </p:nvSpPr>
        <p:spPr>
          <a:xfrm>
            <a:off x="4038480" y="1066680"/>
            <a:ext cx="17528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is it…</a:t>
            </a:r>
            <a:endParaRPr b="0" lang="en-US" sz="1200" spc="-1" strike="noStrike">
              <a:solidFill>
                <a:srgbClr val="000000"/>
              </a:solidFill>
              <a:latin typeface="Arial"/>
            </a:endParaRPr>
          </a:p>
        </p:txBody>
      </p:sp>
      <p:pic>
        <p:nvPicPr>
          <p:cNvPr id="565" name="" descr=""/>
          <p:cNvPicPr/>
          <p:nvPr/>
        </p:nvPicPr>
        <p:blipFill>
          <a:blip r:embed="rId3"/>
          <a:stretch/>
        </p:blipFill>
        <p:spPr>
          <a:xfrm>
            <a:off x="4495680" y="1905120"/>
            <a:ext cx="4343400" cy="1376280"/>
          </a:xfrm>
          <a:prstGeom prst="rect">
            <a:avLst/>
          </a:prstGeom>
          <a:ln w="0">
            <a:noFill/>
          </a:ln>
        </p:spPr>
      </p:pic>
      <p:sp>
        <p:nvSpPr>
          <p:cNvPr id="566" name=""/>
          <p:cNvSpPr/>
          <p:nvPr/>
        </p:nvSpPr>
        <p:spPr>
          <a:xfrm>
            <a:off x="6172200" y="2286000"/>
            <a:ext cx="2209680" cy="738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What’s with the frown?</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 reason to be looking so mad.</a:t>
            </a:r>
            <a:endParaRPr b="0" lang="en-US" sz="1200" spc="-1" strike="noStrike">
              <a:solidFill>
                <a:srgbClr val="000000"/>
              </a:solidFill>
              <a:latin typeface="Arial"/>
            </a:endParaRPr>
          </a:p>
        </p:txBody>
      </p:sp>
      <p:sp>
        <p:nvSpPr>
          <p:cNvPr id="567" name=""/>
          <p:cNvSpPr/>
          <p:nvPr/>
        </p:nvSpPr>
        <p:spPr>
          <a:xfrm>
            <a:off x="4114800" y="1066680"/>
            <a:ext cx="175248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if you’d have my job, you’d probably be “frowning” too.</a:t>
            </a:r>
            <a:endParaRPr b="0" lang="en-US" sz="1200" spc="-1" strike="noStrike">
              <a:solidFill>
                <a:srgbClr val="000000"/>
              </a:solidFill>
              <a:latin typeface="Arial"/>
            </a:endParaRPr>
          </a:p>
        </p:txBody>
      </p:sp>
      <p:pic>
        <p:nvPicPr>
          <p:cNvPr id="568" name="" descr=""/>
          <p:cNvPicPr/>
          <p:nvPr/>
        </p:nvPicPr>
        <p:blipFill>
          <a:blip r:embed="rId4"/>
          <a:stretch/>
        </p:blipFill>
        <p:spPr>
          <a:xfrm>
            <a:off x="4495680" y="1905120"/>
            <a:ext cx="4343400" cy="1396800"/>
          </a:xfrm>
          <a:prstGeom prst="rect">
            <a:avLst/>
          </a:prstGeom>
          <a:ln w="0">
            <a:noFill/>
          </a:ln>
        </p:spPr>
      </p:pic>
      <p:sp>
        <p:nvSpPr>
          <p:cNvPr id="569" name=""/>
          <p:cNvSpPr/>
          <p:nvPr/>
        </p:nvSpPr>
        <p:spPr>
          <a:xfrm>
            <a:off x="6324480" y="2362320"/>
            <a:ext cx="22100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Probably…</a:t>
            </a:r>
            <a:endParaRPr b="0" lang="en-US" sz="1200" spc="-1" strike="noStrike">
              <a:solidFill>
                <a:srgbClr val="000000"/>
              </a:solidFill>
              <a:latin typeface="Arial"/>
            </a:endParaRPr>
          </a:p>
        </p:txBody>
      </p:sp>
    </p:spTree>
  </p:cSld>
  <p:timing>
    <p:tnLst>
      <p:par>
        <p:cTn id="1650" dur="indefinite" restart="never" nodeType="tmRoot">
          <p:childTnLst>
            <p:seq>
              <p:cTn id="1651" dur="indefinite" nodeType="mainSeq">
                <p:childTnLst>
                  <p:par>
                    <p:cTn id="1652" fill="hold">
                      <p:stCondLst>
                        <p:cond delay="0"/>
                      </p:stCondLst>
                      <p:childTnLst>
                        <p:par>
                          <p:cTn id="1653" fill="hold">
                            <p:stCondLst>
                              <p:cond delay="0"/>
                            </p:stCondLst>
                            <p:childTnLst>
                              <p:par>
                                <p:cTn id="1654" nodeType="afterEffect" fill="hold" presetClass="entr" presetID="9">
                                  <p:stCondLst>
                                    <p:cond delay="0"/>
                                  </p:stCondLst>
                                  <p:childTnLst>
                                    <p:set>
                                      <p:cBhvr>
                                        <p:cTn id="1655" dur="1" fill="hold">
                                          <p:stCondLst>
                                            <p:cond delay="0"/>
                                          </p:stCondLst>
                                        </p:cTn>
                                        <p:tgtEl>
                                          <p:spTgt spid="563"/>
                                        </p:tgtEl>
                                        <p:attrNameLst>
                                          <p:attrName>style.visibility</p:attrName>
                                        </p:attrNameLst>
                                      </p:cBhvr>
                                      <p:to>
                                        <p:strVal val="visible"/>
                                      </p:to>
                                    </p:set>
                                    <p:animEffect filter="dissolve" transition="in">
                                      <p:cBhvr additive="repl">
                                        <p:cTn id="1656" dur="500"/>
                                        <p:tgtEl>
                                          <p:spTgt spid="563"/>
                                        </p:tgtEl>
                                      </p:cBhvr>
                                    </p:animEffect>
                                  </p:childTnLst>
                                </p:cTn>
                              </p:par>
                            </p:childTnLst>
                          </p:cTn>
                        </p:par>
                        <p:par>
                          <p:cTn id="1657" fill="hold">
                            <p:stCondLst>
                              <p:cond delay="500"/>
                            </p:stCondLst>
                            <p:childTnLst>
                              <p:par>
                                <p:cTn id="1658" nodeType="afterEffect" fill="hold" presetClass="entr" presetID="27">
                                  <p:stCondLst>
                                    <p:cond delay="0"/>
                                  </p:stCondLst>
                                  <p:iterate type="lt">
                                    <p:tmAbs val="40"/>
                                  </p:iterate>
                                  <p:childTnLst>
                                    <p:set>
                                      <p:cBhvr>
                                        <p:cTn id="1659" dur="1" fill="hold">
                                          <p:stCondLst>
                                            <p:cond delay="0"/>
                                          </p:stCondLst>
                                        </p:cTn>
                                        <p:tgtEl>
                                          <p:spTgt spid="564"/>
                                        </p:tgtEl>
                                        <p:attrNameLst>
                                          <p:attrName>style.visibility</p:attrName>
                                        </p:attrNameLst>
                                      </p:cBhvr>
                                      <p:to>
                                        <p:strVal val="visible"/>
                                      </p:to>
                                    </p:set>
                                    <p:anim calcmode="discrete" valueType="clr">
                                      <p:cBhvr additive="repl">
                                        <p:cTn id="1660" dur="80"/>
                                        <p:tgtEl>
                                          <p:spTgt spid="564"/>
                                        </p:tgtEl>
                                        <p:attrNameLst>
                                          <p:attrName>style.color</p:attrName>
                                        </p:attrNameLst>
                                      </p:cBhvr>
                                      <p:tavLst>
                                        <p:tav tm="0">
                                          <p:val>
                                            <p:strVal val="rgb(-103,51,51)"/>
                                          </p:val>
                                        </p:tav>
                                        <p:tav tm="50000">
                                          <p:val>
                                            <p:strVal val="rgb(-103,-103,0)"/>
                                          </p:val>
                                        </p:tav>
                                      </p:tavLst>
                                    </p:anim>
                                    <p:anim calcmode="discrete" valueType="clr">
                                      <p:cBhvr additive="repl">
                                        <p:cTn id="1661" dur="80"/>
                                        <p:tgtEl>
                                          <p:spTgt spid="564"/>
                                        </p:tgtEl>
                                        <p:attrNameLst>
                                          <p:attrName>fillcolor</p:attrName>
                                        </p:attrNameLst>
                                      </p:cBhvr>
                                      <p:tavLst>
                                        <p:tav tm="0">
                                          <p:val>
                                            <p:strVal val="rgb(-103,51,51)"/>
                                          </p:val>
                                        </p:tav>
                                        <p:tav tm="50000">
                                          <p:val>
                                            <p:strVal val="rgb(-103,-103,0)"/>
                                          </p:val>
                                        </p:tav>
                                      </p:tavLst>
                                    </p:anim>
                                    <p:set>
                                      <p:cBhvr>
                                        <p:cTn id="1662" dur="80"/>
                                        <p:tgtEl>
                                          <p:spTgt spid="564"/>
                                        </p:tgtEl>
                                        <p:attrNameLst>
                                          <p:attrName>fill.type</p:attrName>
                                        </p:attrNameLst>
                                      </p:cBhvr>
                                      <p:to>
                                        <p:strVal val="solid"/>
                                      </p:to>
                                    </p:set>
                                  </p:childTnLst>
                                </p:cTn>
                              </p:par>
                            </p:childTnLst>
                          </p:cTn>
                        </p:par>
                        <p:par>
                          <p:cTn id="1663" fill="hold">
                            <p:stCondLst>
                              <p:cond delay="900"/>
                            </p:stCondLst>
                            <p:childTnLst>
                              <p:par>
                                <p:cTn id="1664" nodeType="afterEffect" fill="hold" presetClass="entr" presetID="9">
                                  <p:stCondLst>
                                    <p:cond delay="1000"/>
                                  </p:stCondLst>
                                  <p:childTnLst>
                                    <p:set>
                                      <p:cBhvr>
                                        <p:cTn id="1665" dur="1" fill="hold">
                                          <p:stCondLst>
                                            <p:cond delay="0"/>
                                          </p:stCondLst>
                                        </p:cTn>
                                        <p:tgtEl>
                                          <p:spTgt spid="565"/>
                                        </p:tgtEl>
                                        <p:attrNameLst>
                                          <p:attrName>style.visibility</p:attrName>
                                        </p:attrNameLst>
                                      </p:cBhvr>
                                      <p:to>
                                        <p:strVal val="visible"/>
                                      </p:to>
                                    </p:set>
                                    <p:animEffect filter="dissolve" transition="in">
                                      <p:cBhvr additive="repl">
                                        <p:cTn id="1666" dur="500"/>
                                        <p:tgtEl>
                                          <p:spTgt spid="565"/>
                                        </p:tgtEl>
                                      </p:cBhvr>
                                    </p:animEffect>
                                  </p:childTnLst>
                                </p:cTn>
                              </p:par>
                            </p:childTnLst>
                          </p:cTn>
                        </p:par>
                        <p:par>
                          <p:cTn id="1667" fill="hold">
                            <p:stCondLst>
                              <p:cond delay="2400"/>
                            </p:stCondLst>
                            <p:childTnLst>
                              <p:par>
                                <p:cTn id="1668" nodeType="afterEffect" fill="hold" presetClass="entr" presetID="27">
                                  <p:stCondLst>
                                    <p:cond delay="0"/>
                                  </p:stCondLst>
                                  <p:iterate type="lt">
                                    <p:tmAbs val="40"/>
                                  </p:iterate>
                                  <p:childTnLst>
                                    <p:set>
                                      <p:cBhvr>
                                        <p:cTn id="1669" dur="1" fill="hold">
                                          <p:stCondLst>
                                            <p:cond delay="0"/>
                                          </p:stCondLst>
                                        </p:cTn>
                                        <p:tgtEl>
                                          <p:spTgt spid="566"/>
                                        </p:tgtEl>
                                        <p:attrNameLst>
                                          <p:attrName>style.visibility</p:attrName>
                                        </p:attrNameLst>
                                      </p:cBhvr>
                                      <p:to>
                                        <p:strVal val="visible"/>
                                      </p:to>
                                    </p:set>
                                    <p:anim calcmode="discrete" valueType="clr">
                                      <p:cBhvr additive="repl">
                                        <p:cTn id="1670" dur="80"/>
                                        <p:tgtEl>
                                          <p:spTgt spid="566"/>
                                        </p:tgtEl>
                                        <p:attrNameLst>
                                          <p:attrName>style.color</p:attrName>
                                        </p:attrNameLst>
                                      </p:cBhvr>
                                      <p:tavLst>
                                        <p:tav tm="0">
                                          <p:val>
                                            <p:strVal val="rgb(-103,51,51)"/>
                                          </p:val>
                                        </p:tav>
                                        <p:tav tm="50000">
                                          <p:val>
                                            <p:strVal val="rgb(-103,-103,0)"/>
                                          </p:val>
                                        </p:tav>
                                      </p:tavLst>
                                    </p:anim>
                                    <p:anim calcmode="discrete" valueType="clr">
                                      <p:cBhvr additive="repl">
                                        <p:cTn id="1671" dur="80"/>
                                        <p:tgtEl>
                                          <p:spTgt spid="566"/>
                                        </p:tgtEl>
                                        <p:attrNameLst>
                                          <p:attrName>fillcolor</p:attrName>
                                        </p:attrNameLst>
                                      </p:cBhvr>
                                      <p:tavLst>
                                        <p:tav tm="0">
                                          <p:val>
                                            <p:strVal val="rgb(-103,51,51)"/>
                                          </p:val>
                                        </p:tav>
                                        <p:tav tm="50000">
                                          <p:val>
                                            <p:strVal val="rgb(-103,-103,0)"/>
                                          </p:val>
                                        </p:tav>
                                      </p:tavLst>
                                    </p:anim>
                                    <p:set>
                                      <p:cBhvr>
                                        <p:cTn id="1672" dur="80"/>
                                        <p:tgtEl>
                                          <p:spTgt spid="566"/>
                                        </p:tgtEl>
                                        <p:attrNameLst>
                                          <p:attrName>fill.type</p:attrName>
                                        </p:attrNameLst>
                                      </p:cBhvr>
                                      <p:to>
                                        <p:strVal val="solid"/>
                                      </p:to>
                                    </p:set>
                                  </p:childTnLst>
                                </p:cTn>
                              </p:par>
                            </p:childTnLst>
                          </p:cTn>
                        </p:par>
                        <p:par>
                          <p:cTn id="1673" fill="hold">
                            <p:stCondLst>
                              <p:cond delay="4200"/>
                            </p:stCondLst>
                            <p:childTnLst>
                              <p:par>
                                <p:cTn id="1674" nodeType="afterEffect" fill="hold" presetClass="exit" presetID="9">
                                  <p:stCondLst>
                                    <p:cond delay="1500"/>
                                  </p:stCondLst>
                                  <p:childTnLst>
                                    <p:animEffect filter="dissolve" transition="out">
                                      <p:cBhvr additive="repl">
                                        <p:cTn id="1675" dur="500"/>
                                        <p:tgtEl>
                                          <p:spTgt spid="565"/>
                                        </p:tgtEl>
                                      </p:cBhvr>
                                    </p:animEffect>
                                    <p:set>
                                      <p:cBhvr>
                                        <p:cTn id="1676" dur="1" fill="hold">
                                          <p:stCondLst>
                                            <p:cond delay="499"/>
                                          </p:stCondLst>
                                        </p:cTn>
                                        <p:tgtEl>
                                          <p:spTgt spid="565"/>
                                        </p:tgtEl>
                                        <p:attrNameLst>
                                          <p:attrName>style.visibility</p:attrName>
                                        </p:attrNameLst>
                                      </p:cBhvr>
                                      <p:to>
                                        <p:strVal val="hidden"/>
                                      </p:to>
                                    </p:set>
                                  </p:childTnLst>
                                </p:cTn>
                              </p:par>
                              <p:par>
                                <p:cTn id="1677" nodeType="withEffect" fill="hold" presetClass="exit" presetID="9">
                                  <p:stCondLst>
                                    <p:cond delay="1500"/>
                                  </p:stCondLst>
                                  <p:iterate type="lt">
                                    <p:tmAbs val="0"/>
                                  </p:iterate>
                                  <p:childTnLst>
                                    <p:animEffect filter="dissolve" transition="out">
                                      <p:cBhvr additive="repl">
                                        <p:cTn id="1678" dur="500"/>
                                        <p:tgtEl>
                                          <p:spTgt spid="566"/>
                                        </p:tgtEl>
                                      </p:cBhvr>
                                    </p:animEffect>
                                    <p:set>
                                      <p:cBhvr>
                                        <p:cTn id="1679" dur="1" fill="hold">
                                          <p:stCondLst>
                                            <p:cond delay="499"/>
                                          </p:stCondLst>
                                        </p:cTn>
                                        <p:tgtEl>
                                          <p:spTgt spid="566"/>
                                        </p:tgtEl>
                                        <p:attrNameLst>
                                          <p:attrName>style.visibility</p:attrName>
                                        </p:attrNameLst>
                                      </p:cBhvr>
                                      <p:to>
                                        <p:strVal val="hidden"/>
                                      </p:to>
                                    </p:set>
                                  </p:childTnLst>
                                </p:cTn>
                              </p:par>
                            </p:childTnLst>
                          </p:cTn>
                        </p:par>
                        <p:par>
                          <p:cTn id="1680" fill="hold">
                            <p:stCondLst>
                              <p:cond delay="6200"/>
                            </p:stCondLst>
                            <p:childTnLst>
                              <p:par>
                                <p:cTn id="1681" nodeType="afterEffect" fill="hold" presetClass="entr" presetID="27">
                                  <p:stCondLst>
                                    <p:cond delay="0"/>
                                  </p:stCondLst>
                                  <p:iterate type="lt">
                                    <p:tmAbs val="40"/>
                                  </p:iterate>
                                  <p:childTnLst>
                                    <p:set>
                                      <p:cBhvr>
                                        <p:cTn id="1682" dur="1" fill="hold">
                                          <p:stCondLst>
                                            <p:cond delay="0"/>
                                          </p:stCondLst>
                                        </p:cTn>
                                        <p:tgtEl>
                                          <p:spTgt spid="567"/>
                                        </p:tgtEl>
                                        <p:attrNameLst>
                                          <p:attrName>style.visibility</p:attrName>
                                        </p:attrNameLst>
                                      </p:cBhvr>
                                      <p:to>
                                        <p:strVal val="visible"/>
                                      </p:to>
                                    </p:set>
                                    <p:anim calcmode="discrete" valueType="clr">
                                      <p:cBhvr additive="repl">
                                        <p:cTn id="1683" dur="80"/>
                                        <p:tgtEl>
                                          <p:spTgt spid="567"/>
                                        </p:tgtEl>
                                        <p:attrNameLst>
                                          <p:attrName>style.color</p:attrName>
                                        </p:attrNameLst>
                                      </p:cBhvr>
                                      <p:tavLst>
                                        <p:tav tm="0">
                                          <p:val>
                                            <p:strVal val="rgb(-103,51,51)"/>
                                          </p:val>
                                        </p:tav>
                                        <p:tav tm="50000">
                                          <p:val>
                                            <p:strVal val="rgb(-103,-103,0)"/>
                                          </p:val>
                                        </p:tav>
                                      </p:tavLst>
                                    </p:anim>
                                    <p:anim calcmode="discrete" valueType="clr">
                                      <p:cBhvr additive="repl">
                                        <p:cTn id="1684" dur="80"/>
                                        <p:tgtEl>
                                          <p:spTgt spid="567"/>
                                        </p:tgtEl>
                                        <p:attrNameLst>
                                          <p:attrName>fillcolor</p:attrName>
                                        </p:attrNameLst>
                                      </p:cBhvr>
                                      <p:tavLst>
                                        <p:tav tm="0">
                                          <p:val>
                                            <p:strVal val="rgb(-103,51,51)"/>
                                          </p:val>
                                        </p:tav>
                                        <p:tav tm="50000">
                                          <p:val>
                                            <p:strVal val="rgb(-103,-103,0)"/>
                                          </p:val>
                                        </p:tav>
                                      </p:tavLst>
                                    </p:anim>
                                    <p:set>
                                      <p:cBhvr>
                                        <p:cTn id="1685" dur="80"/>
                                        <p:tgtEl>
                                          <p:spTgt spid="567"/>
                                        </p:tgtEl>
                                        <p:attrNameLst>
                                          <p:attrName>fill.type</p:attrName>
                                        </p:attrNameLst>
                                      </p:cBhvr>
                                      <p:to>
                                        <p:strVal val="solid"/>
                                      </p:to>
                                    </p:set>
                                  </p:childTnLst>
                                </p:cTn>
                              </p:par>
                            </p:childTnLst>
                          </p:cTn>
                        </p:par>
                        <p:par>
                          <p:cTn id="1686" fill="hold">
                            <p:stCondLst>
                              <p:cond delay="8280"/>
                            </p:stCondLst>
                            <p:childTnLst>
                              <p:par>
                                <p:cTn id="1687" nodeType="afterEffect" fill="hold" presetClass="entr" presetID="9">
                                  <p:stCondLst>
                                    <p:cond delay="1000"/>
                                  </p:stCondLst>
                                  <p:childTnLst>
                                    <p:set>
                                      <p:cBhvr>
                                        <p:cTn id="1688" dur="1" fill="hold">
                                          <p:stCondLst>
                                            <p:cond delay="0"/>
                                          </p:stCondLst>
                                        </p:cTn>
                                        <p:tgtEl>
                                          <p:spTgt spid="568"/>
                                        </p:tgtEl>
                                        <p:attrNameLst>
                                          <p:attrName>style.visibility</p:attrName>
                                        </p:attrNameLst>
                                      </p:cBhvr>
                                      <p:to>
                                        <p:strVal val="visible"/>
                                      </p:to>
                                    </p:set>
                                    <p:animEffect filter="dissolve" transition="in">
                                      <p:cBhvr additive="repl">
                                        <p:cTn id="1689" dur="500"/>
                                        <p:tgtEl>
                                          <p:spTgt spid="568"/>
                                        </p:tgtEl>
                                      </p:cBhvr>
                                    </p:animEffect>
                                  </p:childTnLst>
                                </p:cTn>
                              </p:par>
                            </p:childTnLst>
                          </p:cTn>
                        </p:par>
                        <p:par>
                          <p:cTn id="1690" fill="hold">
                            <p:stCondLst>
                              <p:cond delay="9780"/>
                            </p:stCondLst>
                            <p:childTnLst>
                              <p:par>
                                <p:cTn id="1691" nodeType="afterEffect" fill="hold" presetClass="entr" presetID="27">
                                  <p:stCondLst>
                                    <p:cond delay="0"/>
                                  </p:stCondLst>
                                  <p:iterate type="lt">
                                    <p:tmAbs val="40"/>
                                  </p:iterate>
                                  <p:childTnLst>
                                    <p:set>
                                      <p:cBhvr>
                                        <p:cTn id="1692" dur="1" fill="hold">
                                          <p:stCondLst>
                                            <p:cond delay="0"/>
                                          </p:stCondLst>
                                        </p:cTn>
                                        <p:tgtEl>
                                          <p:spTgt spid="569"/>
                                        </p:tgtEl>
                                        <p:attrNameLst>
                                          <p:attrName>style.visibility</p:attrName>
                                        </p:attrNameLst>
                                      </p:cBhvr>
                                      <p:to>
                                        <p:strVal val="visible"/>
                                      </p:to>
                                    </p:set>
                                    <p:anim calcmode="discrete" valueType="clr">
                                      <p:cBhvr additive="repl">
                                        <p:cTn id="1693" dur="80"/>
                                        <p:tgtEl>
                                          <p:spTgt spid="569"/>
                                        </p:tgtEl>
                                        <p:attrNameLst>
                                          <p:attrName>style.color</p:attrName>
                                        </p:attrNameLst>
                                      </p:cBhvr>
                                      <p:tavLst>
                                        <p:tav tm="0">
                                          <p:val>
                                            <p:strVal val="rgb(-103,51,51)"/>
                                          </p:val>
                                        </p:tav>
                                        <p:tav tm="50000">
                                          <p:val>
                                            <p:strVal val="rgb(-103,-103,0)"/>
                                          </p:val>
                                        </p:tav>
                                      </p:tavLst>
                                    </p:anim>
                                    <p:anim calcmode="discrete" valueType="clr">
                                      <p:cBhvr additive="repl">
                                        <p:cTn id="1694" dur="80"/>
                                        <p:tgtEl>
                                          <p:spTgt spid="569"/>
                                        </p:tgtEl>
                                        <p:attrNameLst>
                                          <p:attrName>fillcolor</p:attrName>
                                        </p:attrNameLst>
                                      </p:cBhvr>
                                      <p:tavLst>
                                        <p:tav tm="0">
                                          <p:val>
                                            <p:strVal val="rgb(-103,51,51)"/>
                                          </p:val>
                                        </p:tav>
                                        <p:tav tm="50000">
                                          <p:val>
                                            <p:strVal val="rgb(-103,-103,0)"/>
                                          </p:val>
                                        </p:tav>
                                      </p:tavLst>
                                    </p:anim>
                                    <p:set>
                                      <p:cBhvr>
                                        <p:cTn id="1695" dur="80"/>
                                        <p:tgtEl>
                                          <p:spTgt spid="569"/>
                                        </p:tgtEl>
                                        <p:attrNameLst>
                                          <p:attrName>fill.type</p:attrName>
                                        </p:attrNameLst>
                                      </p:cBhvr>
                                      <p:to>
                                        <p:strVal val="solid"/>
                                      </p:to>
                                    </p:set>
                                  </p:childTnLst>
                                </p:cTn>
                              </p:par>
                            </p:childTnLst>
                          </p:cTn>
                        </p:par>
                        <p:par>
                          <p:cTn id="1696" fill="hold">
                            <p:stCondLst>
                              <p:cond delay="10180"/>
                            </p:stCondLst>
                            <p:childTnLst>
                              <p:par>
                                <p:cTn id="1697" nodeType="afterEffect" fill="hold" presetClass="exit" presetID="9">
                                  <p:stCondLst>
                                    <p:cond delay="1000"/>
                                  </p:stCondLst>
                                  <p:childTnLst>
                                    <p:animEffect filter="dissolve" transition="out">
                                      <p:cBhvr additive="repl">
                                        <p:cTn id="1698" dur="500"/>
                                        <p:tgtEl>
                                          <p:spTgt spid="568"/>
                                        </p:tgtEl>
                                      </p:cBhvr>
                                    </p:animEffect>
                                    <p:set>
                                      <p:cBhvr>
                                        <p:cTn id="1699" dur="1" fill="hold">
                                          <p:stCondLst>
                                            <p:cond delay="499"/>
                                          </p:stCondLst>
                                        </p:cTn>
                                        <p:tgtEl>
                                          <p:spTgt spid="568"/>
                                        </p:tgtEl>
                                        <p:attrNameLst>
                                          <p:attrName>style.visibility</p:attrName>
                                        </p:attrNameLst>
                                      </p:cBhvr>
                                      <p:to>
                                        <p:strVal val="hidden"/>
                                      </p:to>
                                    </p:set>
                                  </p:childTnLst>
                                </p:cTn>
                              </p:par>
                              <p:par>
                                <p:cTn id="1700" nodeType="withEffect" fill="hold" presetClass="exit" presetID="9">
                                  <p:stCondLst>
                                    <p:cond delay="1000"/>
                                  </p:stCondLst>
                                  <p:iterate type="lt">
                                    <p:tmAbs val="0"/>
                                  </p:iterate>
                                  <p:childTnLst>
                                    <p:animEffect filter="dissolve" transition="out">
                                      <p:cBhvr additive="repl">
                                        <p:cTn id="1701" dur="500"/>
                                        <p:tgtEl>
                                          <p:spTgt spid="569"/>
                                        </p:tgtEl>
                                      </p:cBhvr>
                                    </p:animEffect>
                                    <p:set>
                                      <p:cBhvr>
                                        <p:cTn id="1702" dur="1" fill="hold">
                                          <p:stCondLst>
                                            <p:cond delay="499"/>
                                          </p:stCondLst>
                                        </p:cTn>
                                        <p:tgtEl>
                                          <p:spTgt spid="569"/>
                                        </p:tgtEl>
                                        <p:attrNameLst>
                                          <p:attrName>style.visibility</p:attrName>
                                        </p:attrNameLst>
                                      </p:cBhvr>
                                      <p:to>
                                        <p:strVal val="hidden"/>
                                      </p:to>
                                    </p:set>
                                  </p:childTnLst>
                                </p:cTn>
                              </p:par>
                              <p:par>
                                <p:cTn id="1703" nodeType="withEffect" fill="hold" presetClass="exit" presetID="9">
                                  <p:stCondLst>
                                    <p:cond delay="1000"/>
                                  </p:stCondLst>
                                  <p:childTnLst>
                                    <p:animEffect filter="dissolve" transition="out">
                                      <p:cBhvr additive="repl">
                                        <p:cTn id="1704" dur="500"/>
                                        <p:tgtEl>
                                          <p:spTgt spid="563"/>
                                        </p:tgtEl>
                                      </p:cBhvr>
                                    </p:animEffect>
                                    <p:set>
                                      <p:cBhvr>
                                        <p:cTn id="1705" dur="1" fill="hold">
                                          <p:stCondLst>
                                            <p:cond delay="499"/>
                                          </p:stCondLst>
                                        </p:cTn>
                                        <p:tgtEl>
                                          <p:spTgt spid="563"/>
                                        </p:tgtEl>
                                        <p:attrNameLst>
                                          <p:attrName>style.visibility</p:attrName>
                                        </p:attrNameLst>
                                      </p:cBhvr>
                                      <p:to>
                                        <p:strVal val="hidden"/>
                                      </p:to>
                                    </p:set>
                                  </p:childTnLst>
                                </p:cTn>
                              </p:par>
                              <p:par>
                                <p:cTn id="1706" nodeType="withEffect" fill="hold" presetClass="exit" presetID="9">
                                  <p:stCondLst>
                                    <p:cond delay="1000"/>
                                  </p:stCondLst>
                                  <p:iterate type="lt">
                                    <p:tmAbs val="0"/>
                                  </p:iterate>
                                  <p:childTnLst>
                                    <p:animEffect filter="dissolve" transition="out">
                                      <p:cBhvr additive="repl">
                                        <p:cTn id="1707" dur="500"/>
                                        <p:tgtEl>
                                          <p:spTgt spid="567"/>
                                        </p:tgtEl>
                                      </p:cBhvr>
                                    </p:animEffect>
                                    <p:set>
                                      <p:cBhvr>
                                        <p:cTn id="1708" dur="1" fill="hold">
                                          <p:stCondLst>
                                            <p:cond delay="499"/>
                                          </p:stCondLst>
                                        </p:cTn>
                                        <p:tgtEl>
                                          <p:spTgt spid="5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70" name="" descr=""/>
          <p:cNvPicPr/>
          <p:nvPr/>
        </p:nvPicPr>
        <p:blipFill>
          <a:blip r:embed="rId1"/>
          <a:stretch/>
        </p:blipFill>
        <p:spPr>
          <a:xfrm>
            <a:off x="0" y="0"/>
            <a:ext cx="9144000" cy="6858000"/>
          </a:xfrm>
          <a:prstGeom prst="rect">
            <a:avLst/>
          </a:prstGeom>
          <a:ln w="0">
            <a:noFill/>
          </a:ln>
        </p:spPr>
      </p:pic>
      <p:pic>
        <p:nvPicPr>
          <p:cNvPr id="571" name="" descr=""/>
          <p:cNvPicPr/>
          <p:nvPr/>
        </p:nvPicPr>
        <p:blipFill>
          <a:blip r:embed="rId2"/>
          <a:stretch/>
        </p:blipFill>
        <p:spPr>
          <a:xfrm>
            <a:off x="4952880" y="304920"/>
            <a:ext cx="1925640" cy="3047760"/>
          </a:xfrm>
          <a:prstGeom prst="rect">
            <a:avLst/>
          </a:prstGeom>
          <a:ln w="0">
            <a:noFill/>
          </a:ln>
        </p:spPr>
      </p:pic>
      <p:sp>
        <p:nvSpPr>
          <p:cNvPr id="572" name=""/>
          <p:cNvSpPr/>
          <p:nvPr/>
        </p:nvSpPr>
        <p:spPr>
          <a:xfrm>
            <a:off x="5105520" y="609480"/>
            <a:ext cx="14475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t>
            </a:r>
            <a:r>
              <a:rPr b="1" lang="en-US" sz="1200" spc="-1" strike="noStrike">
                <a:solidFill>
                  <a:srgbClr val="000000"/>
                </a:solidFill>
                <a:latin typeface="Arial"/>
              </a:rPr>
              <a:t>Research…”</a:t>
            </a:r>
            <a:endParaRPr b="0" lang="en-US" sz="1200" spc="-1" strike="noStrike">
              <a:solidFill>
                <a:srgbClr val="000000"/>
              </a:solidFill>
              <a:latin typeface="Arial"/>
            </a:endParaRPr>
          </a:p>
        </p:txBody>
      </p:sp>
      <p:sp>
        <p:nvSpPr>
          <p:cNvPr id="573" name=""/>
          <p:cNvSpPr/>
          <p:nvPr/>
        </p:nvSpPr>
        <p:spPr>
          <a:xfrm>
            <a:off x="5105520" y="9144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3" action="ppaction://hlinksldjump"/>
              </a:rPr>
              <a:t>-“Current News”</a:t>
            </a:r>
            <a:endParaRPr b="0" lang="en-US" sz="1200" spc="-1" strike="noStrike">
              <a:solidFill>
                <a:srgbClr val="000000"/>
              </a:solidFill>
              <a:latin typeface="Arial"/>
            </a:endParaRPr>
          </a:p>
        </p:txBody>
      </p:sp>
      <p:sp>
        <p:nvSpPr>
          <p:cNvPr id="574" name=""/>
          <p:cNvSpPr/>
          <p:nvPr/>
        </p:nvSpPr>
        <p:spPr>
          <a:xfrm>
            <a:off x="5105520" y="129528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4" action="ppaction://hlinksldjump"/>
              </a:rPr>
              <a:t>-“This warp gate”</a:t>
            </a:r>
            <a:endParaRPr b="0" lang="en-US" sz="1200" spc="-1" strike="noStrike">
              <a:solidFill>
                <a:srgbClr val="000000"/>
              </a:solidFill>
              <a:latin typeface="Arial"/>
            </a:endParaRPr>
          </a:p>
        </p:txBody>
      </p:sp>
      <p:sp>
        <p:nvSpPr>
          <p:cNvPr id="575" name=""/>
          <p:cNvSpPr/>
          <p:nvPr/>
        </p:nvSpPr>
        <p:spPr>
          <a:xfrm>
            <a:off x="5105520" y="167652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5" action="ppaction://hlinksldjump"/>
              </a:rPr>
              <a:t>-“Your Ship</a:t>
            </a:r>
            <a:r>
              <a:rPr b="0" lang="en-US" sz="1200" spc="-1" strike="noStrike" u="sng">
                <a:solidFill>
                  <a:srgbClr val="009999"/>
                </a:solidFill>
                <a:uFillTx/>
                <a:latin typeface="Arial"/>
                <a:hlinkClick r:id="rId6" action="ppaction://hlinksldjump"/>
              </a:rPr>
              <a:t> </a:t>
            </a:r>
            <a:r>
              <a:rPr b="0" lang="en-US" sz="1200" spc="-1" strike="noStrike" u="sng">
                <a:solidFill>
                  <a:srgbClr val="009999"/>
                </a:solidFill>
                <a:uFillTx/>
                <a:latin typeface="Arial"/>
                <a:hlinkClick r:id="rId7" action="ppaction://hlinksldjump"/>
              </a:rPr>
              <a:t>model”</a:t>
            </a:r>
            <a:endParaRPr b="0" lang="en-US" sz="1200" spc="-1" strike="noStrike">
              <a:solidFill>
                <a:srgbClr val="000000"/>
              </a:solidFill>
              <a:latin typeface="Arial"/>
            </a:endParaRPr>
          </a:p>
        </p:txBody>
      </p:sp>
      <p:sp>
        <p:nvSpPr>
          <p:cNvPr id="576" name="">
            <a:hlinkClick r:id="rId8" action="ppaction://hlinksldjump"/>
          </p:cNvPr>
          <p:cNvSpPr/>
          <p:nvPr/>
        </p:nvSpPr>
        <p:spPr>
          <a:xfrm>
            <a:off x="5257800" y="259092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
        <p:nvSpPr>
          <p:cNvPr id="577" name=""/>
          <p:cNvSpPr/>
          <p:nvPr/>
        </p:nvSpPr>
        <p:spPr>
          <a:xfrm>
            <a:off x="5105520" y="2057400"/>
            <a:ext cx="17524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9" action="ppaction://hlinksldjump"/>
              </a:rPr>
              <a:t>-”How Ya doin’ baby?”</a:t>
            </a:r>
            <a:endParaRPr b="0" lang="en-US" sz="1200" spc="-1" strike="noStrike">
              <a:solidFill>
                <a:srgbClr val="000000"/>
              </a:solidFill>
              <a:latin typeface="Arial"/>
            </a:endParaRPr>
          </a:p>
        </p:txBody>
      </p:sp>
      <p:sp>
        <p:nvSpPr>
          <p:cNvPr id="578" name=""/>
          <p:cNvSpPr/>
          <p:nvPr/>
        </p:nvSpPr>
        <p:spPr>
          <a:xfrm>
            <a:off x="2895480" y="914400"/>
            <a:ext cx="121932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Stop staring at me…</a:t>
            </a:r>
            <a:endParaRPr b="0" lang="en-US" sz="1200" spc="-1" strike="noStrike">
              <a:solidFill>
                <a:srgbClr val="000000"/>
              </a:solidFill>
              <a:latin typeface="Arial"/>
            </a:endParaRPr>
          </a:p>
        </p:txBody>
      </p:sp>
    </p:spTree>
  </p:cSld>
  <p:timing>
    <p:tnLst>
      <p:par>
        <p:cTn id="1709" dur="indefinite" restart="never" nodeType="tmRoot">
          <p:childTnLst>
            <p:seq>
              <p:cTn id="1710" dur="indefinite" nodeType="mainSeq">
                <p:childTnLst>
                  <p:par>
                    <p:cTn id="1711" fill="hold">
                      <p:stCondLst>
                        <p:cond delay="0"/>
                      </p:stCondLst>
                      <p:childTnLst>
                        <p:par>
                          <p:cTn id="1712" fill="hold">
                            <p:stCondLst>
                              <p:cond delay="0"/>
                            </p:stCondLst>
                            <p:childTnLst>
                              <p:par>
                                <p:cTn id="1713" nodeType="afterEffect" fill="hold" presetClass="entr" presetID="27">
                                  <p:stCondLst>
                                    <p:cond delay="9000"/>
                                  </p:stCondLst>
                                  <p:iterate type="lt">
                                    <p:tmAbs val="40"/>
                                  </p:iterate>
                                  <p:childTnLst>
                                    <p:set>
                                      <p:cBhvr>
                                        <p:cTn id="1714" dur="1" fill="hold">
                                          <p:stCondLst>
                                            <p:cond delay="0"/>
                                          </p:stCondLst>
                                        </p:cTn>
                                        <p:tgtEl>
                                          <p:spTgt spid="578"/>
                                        </p:tgtEl>
                                        <p:attrNameLst>
                                          <p:attrName>style.visibility</p:attrName>
                                        </p:attrNameLst>
                                      </p:cBhvr>
                                      <p:to>
                                        <p:strVal val="visible"/>
                                      </p:to>
                                    </p:set>
                                    <p:anim calcmode="discrete" valueType="clr">
                                      <p:cBhvr additive="repl">
                                        <p:cTn id="1715" dur="80"/>
                                        <p:tgtEl>
                                          <p:spTgt spid="578"/>
                                        </p:tgtEl>
                                        <p:attrNameLst>
                                          <p:attrName>style.color</p:attrName>
                                        </p:attrNameLst>
                                      </p:cBhvr>
                                      <p:tavLst>
                                        <p:tav tm="0">
                                          <p:val>
                                            <p:strVal val="rgb(-103,51,51)"/>
                                          </p:val>
                                        </p:tav>
                                        <p:tav tm="50000">
                                          <p:val>
                                            <p:strVal val="rgb(-103,-103,0)"/>
                                          </p:val>
                                        </p:tav>
                                      </p:tavLst>
                                    </p:anim>
                                    <p:anim calcmode="discrete" valueType="clr">
                                      <p:cBhvr additive="repl">
                                        <p:cTn id="1716" dur="80"/>
                                        <p:tgtEl>
                                          <p:spTgt spid="578"/>
                                        </p:tgtEl>
                                        <p:attrNameLst>
                                          <p:attrName>fillcolor</p:attrName>
                                        </p:attrNameLst>
                                      </p:cBhvr>
                                      <p:tavLst>
                                        <p:tav tm="0">
                                          <p:val>
                                            <p:strVal val="rgb(-103,51,51)"/>
                                          </p:val>
                                        </p:tav>
                                        <p:tav tm="50000">
                                          <p:val>
                                            <p:strVal val="rgb(-103,-103,0)"/>
                                          </p:val>
                                        </p:tav>
                                      </p:tavLst>
                                    </p:anim>
                                    <p:set>
                                      <p:cBhvr>
                                        <p:cTn id="1717" dur="80"/>
                                        <p:tgtEl>
                                          <p:spTgt spid="578"/>
                                        </p:tgtEl>
                                        <p:attrNameLst>
                                          <p:attrName>fill.type</p:attrName>
                                        </p:attrNameLst>
                                      </p:cBhvr>
                                      <p:to>
                                        <p:strVal val="solid"/>
                                      </p:to>
                                    </p:set>
                                  </p:childTnLst>
                                </p:cTn>
                              </p:par>
                            </p:childTnLst>
                          </p:cTn>
                        </p:par>
                        <p:par>
                          <p:cTn id="1718" fill="hold">
                            <p:stCondLst>
                              <p:cond delay="9680"/>
                            </p:stCondLst>
                            <p:childTnLst>
                              <p:par>
                                <p:cTn id="1719" nodeType="afterEffect" fill="hold" presetClass="exit" presetID="27">
                                  <p:stCondLst>
                                    <p:cond delay="1500"/>
                                  </p:stCondLst>
                                  <p:iterate type="lt">
                                    <p:tmAbs val="40"/>
                                  </p:iterate>
                                  <p:childTnLst>
                                    <p:anim calcmode="discrete" valueType="clr">
                                      <p:cBhvr additive="repl">
                                        <p:cTn id="1720" dur="80"/>
                                        <p:tgtEl>
                                          <p:spTgt spid="578"/>
                                        </p:tgtEl>
                                        <p:attrNameLst>
                                          <p:attrName>style.color</p:attrName>
                                        </p:attrNameLst>
                                      </p:cBhvr>
                                      <p:tavLst>
                                        <p:tav tm="0">
                                          <p:val>
                                            <p:strVal val="rgb(-103,-103,0)"/>
                                          </p:val>
                                        </p:tav>
                                        <p:tav tm="50000">
                                          <p:val>
                                            <p:strVal val="rgb(-103,51,51)"/>
                                          </p:val>
                                        </p:tav>
                                      </p:tavLst>
                                    </p:anim>
                                    <p:anim calcmode="discrete" valueType="clr">
                                      <p:cBhvr additive="repl">
                                        <p:cTn id="1721" dur="80"/>
                                        <p:tgtEl>
                                          <p:spTgt spid="578"/>
                                        </p:tgtEl>
                                        <p:attrNameLst>
                                          <p:attrName>fillcolor</p:attrName>
                                        </p:attrNameLst>
                                      </p:cBhvr>
                                      <p:tavLst>
                                        <p:tav tm="0">
                                          <p:val>
                                            <p:strVal val="rgb(-103,-103,0)"/>
                                          </p:val>
                                        </p:tav>
                                        <p:tav tm="50000">
                                          <p:val>
                                            <p:strVal val="rgb(-103,51,51)"/>
                                          </p:val>
                                        </p:tav>
                                      </p:tavLst>
                                    </p:anim>
                                    <p:set>
                                      <p:cBhvr>
                                        <p:cTn id="1722" dur="80"/>
                                        <p:tgtEl>
                                          <p:spTgt spid="578"/>
                                        </p:tgtEl>
                                        <p:attrNameLst>
                                          <p:attrName>fill.type</p:attrName>
                                        </p:attrNameLst>
                                      </p:cBhvr>
                                      <p:to>
                                        <p:strVal val="solid"/>
                                      </p:to>
                                    </p:set>
                                    <p:set>
                                      <p:cBhvr>
                                        <p:cTn id="1723" dur="1" fill="hold">
                                          <p:stCondLst>
                                            <p:cond delay="79"/>
                                          </p:stCondLst>
                                        </p:cTn>
                                        <p:tgtEl>
                                          <p:spTgt spid="5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79" name="" descr=""/>
          <p:cNvPicPr/>
          <p:nvPr/>
        </p:nvPicPr>
        <p:blipFill>
          <a:blip r:embed="rId1"/>
          <a:stretch/>
        </p:blipFill>
        <p:spPr>
          <a:xfrm>
            <a:off x="0" y="0"/>
            <a:ext cx="9144000" cy="6858000"/>
          </a:xfrm>
          <a:prstGeom prst="rect">
            <a:avLst/>
          </a:prstGeom>
          <a:ln w="0">
            <a:noFill/>
          </a:ln>
        </p:spPr>
      </p:pic>
      <p:pic>
        <p:nvPicPr>
          <p:cNvPr id="580" name="" descr=""/>
          <p:cNvPicPr/>
          <p:nvPr/>
        </p:nvPicPr>
        <p:blipFill>
          <a:blip r:embed="rId2"/>
          <a:stretch/>
        </p:blipFill>
        <p:spPr>
          <a:xfrm>
            <a:off x="4038480" y="762120"/>
            <a:ext cx="2057400" cy="1174680"/>
          </a:xfrm>
          <a:prstGeom prst="rect">
            <a:avLst/>
          </a:prstGeom>
          <a:ln w="0">
            <a:noFill/>
          </a:ln>
        </p:spPr>
      </p:pic>
      <p:sp>
        <p:nvSpPr>
          <p:cNvPr id="581" name=""/>
          <p:cNvSpPr/>
          <p:nvPr/>
        </p:nvSpPr>
        <p:spPr>
          <a:xfrm>
            <a:off x="4191120" y="1066680"/>
            <a:ext cx="1523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Don’t even try…</a:t>
            </a:r>
            <a:endParaRPr b="0" lang="en-US" sz="1200" spc="-1" strike="noStrike">
              <a:solidFill>
                <a:srgbClr val="000000"/>
              </a:solidFill>
              <a:latin typeface="Arial"/>
            </a:endParaRPr>
          </a:p>
        </p:txBody>
      </p:sp>
      <p:sp>
        <p:nvSpPr>
          <p:cNvPr id="582" name="">
            <a:hlinkClick r:id="rId3" action="ppaction://hlinksldjump"/>
          </p:cNvPr>
          <p:cNvSpPr/>
          <p:nvPr/>
        </p:nvSpPr>
        <p:spPr>
          <a:xfrm>
            <a:off x="4343400" y="144792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83" name="" descr=""/>
          <p:cNvPicPr/>
          <p:nvPr/>
        </p:nvPicPr>
        <p:blipFill>
          <a:blip r:embed="rId1"/>
          <a:stretch/>
        </p:blipFill>
        <p:spPr>
          <a:xfrm>
            <a:off x="0" y="0"/>
            <a:ext cx="9144000" cy="6858000"/>
          </a:xfrm>
          <a:prstGeom prst="rect">
            <a:avLst/>
          </a:prstGeom>
          <a:ln w="0">
            <a:noFill/>
          </a:ln>
        </p:spPr>
      </p:pic>
      <p:pic>
        <p:nvPicPr>
          <p:cNvPr id="584" name="" descr=""/>
          <p:cNvPicPr/>
          <p:nvPr/>
        </p:nvPicPr>
        <p:blipFill>
          <a:blip r:embed="rId2"/>
          <a:stretch/>
        </p:blipFill>
        <p:spPr>
          <a:xfrm>
            <a:off x="4952880" y="304920"/>
            <a:ext cx="2214720" cy="3504960"/>
          </a:xfrm>
          <a:prstGeom prst="rect">
            <a:avLst/>
          </a:prstGeom>
          <a:ln w="0">
            <a:noFill/>
          </a:ln>
        </p:spPr>
      </p:pic>
      <p:pic>
        <p:nvPicPr>
          <p:cNvPr id="585" name="" descr=""/>
          <p:cNvPicPr/>
          <p:nvPr/>
        </p:nvPicPr>
        <p:blipFill>
          <a:blip r:embed="rId3"/>
          <a:stretch/>
        </p:blipFill>
        <p:spPr>
          <a:xfrm>
            <a:off x="5105520" y="685800"/>
            <a:ext cx="838080" cy="447840"/>
          </a:xfrm>
          <a:prstGeom prst="rect">
            <a:avLst/>
          </a:prstGeom>
          <a:ln w="0">
            <a:noFill/>
          </a:ln>
        </p:spPr>
      </p:pic>
      <p:sp>
        <p:nvSpPr>
          <p:cNvPr id="586" name=""/>
          <p:cNvSpPr/>
          <p:nvPr/>
        </p:nvSpPr>
        <p:spPr>
          <a:xfrm>
            <a:off x="5181480" y="1066680"/>
            <a:ext cx="990720" cy="23148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Model: F-11Y</a:t>
            </a:r>
            <a:endParaRPr b="0" lang="en-US" sz="900" spc="-1" strike="noStrike">
              <a:solidFill>
                <a:srgbClr val="000000"/>
              </a:solidFill>
              <a:latin typeface="Arial"/>
            </a:endParaRPr>
          </a:p>
        </p:txBody>
      </p:sp>
      <p:sp>
        <p:nvSpPr>
          <p:cNvPr id="587" name=""/>
          <p:cNvSpPr/>
          <p:nvPr/>
        </p:nvSpPr>
        <p:spPr>
          <a:xfrm>
            <a:off x="5181480" y="1295280"/>
            <a:ext cx="1524240" cy="20260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is your ship?</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a standard model in bad condition.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Pretty pathetic.</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Then again, knowing you, you couldn’t afford anything better…</a:t>
            </a:r>
            <a:endParaRPr b="0" lang="en-US" sz="1200" spc="-1" strike="noStrike">
              <a:solidFill>
                <a:srgbClr val="000000"/>
              </a:solidFill>
              <a:latin typeface="Arial"/>
            </a:endParaRPr>
          </a:p>
        </p:txBody>
      </p:sp>
      <p:sp>
        <p:nvSpPr>
          <p:cNvPr id="588" name="">
            <a:hlinkClick r:id="rId4" action="ppaction://hlinksldjump"/>
          </p:cNvPr>
          <p:cNvSpPr/>
          <p:nvPr/>
        </p:nvSpPr>
        <p:spPr>
          <a:xfrm>
            <a:off x="5334120" y="3352680"/>
            <a:ext cx="121896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89" name="" descr=""/>
          <p:cNvPicPr/>
          <p:nvPr/>
        </p:nvPicPr>
        <p:blipFill>
          <a:blip r:embed="rId1"/>
          <a:stretch/>
        </p:blipFill>
        <p:spPr>
          <a:xfrm>
            <a:off x="0" y="0"/>
            <a:ext cx="9144000" cy="6858000"/>
          </a:xfrm>
          <a:prstGeom prst="rect">
            <a:avLst/>
          </a:prstGeom>
          <a:ln w="0">
            <a:noFill/>
          </a:ln>
        </p:spPr>
      </p:pic>
      <p:pic>
        <p:nvPicPr>
          <p:cNvPr id="590" name="" descr=""/>
          <p:cNvPicPr/>
          <p:nvPr/>
        </p:nvPicPr>
        <p:blipFill>
          <a:blip r:embed="rId2"/>
          <a:stretch/>
        </p:blipFill>
        <p:spPr>
          <a:xfrm>
            <a:off x="4952880" y="304920"/>
            <a:ext cx="1925640" cy="3047760"/>
          </a:xfrm>
          <a:prstGeom prst="rect">
            <a:avLst/>
          </a:prstGeom>
          <a:ln w="0">
            <a:noFill/>
          </a:ln>
        </p:spPr>
      </p:pic>
      <p:sp>
        <p:nvSpPr>
          <p:cNvPr id="591" name=""/>
          <p:cNvSpPr/>
          <p:nvPr/>
        </p:nvSpPr>
        <p:spPr>
          <a:xfrm>
            <a:off x="5105520" y="762120"/>
            <a:ext cx="14475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Hmm… </a:t>
            </a:r>
            <a:endParaRPr b="0" lang="en-US" sz="1200" spc="-1" strike="noStrike">
              <a:solidFill>
                <a:srgbClr val="000000"/>
              </a:solidFill>
              <a:latin typeface="Arial"/>
            </a:endParaRPr>
          </a:p>
        </p:txBody>
      </p:sp>
      <p:sp>
        <p:nvSpPr>
          <p:cNvPr id="592" name=""/>
          <p:cNvSpPr/>
          <p:nvPr/>
        </p:nvSpPr>
        <p:spPr>
          <a:xfrm>
            <a:off x="5105520" y="99072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Legislature Debates,</a:t>
            </a:r>
            <a:endParaRPr b="0" lang="en-US" sz="1200" spc="-1" strike="noStrike">
              <a:solidFill>
                <a:srgbClr val="000000"/>
              </a:solidFill>
              <a:latin typeface="Arial"/>
            </a:endParaRPr>
          </a:p>
        </p:txBody>
      </p:sp>
      <p:sp>
        <p:nvSpPr>
          <p:cNvPr id="593" name=""/>
          <p:cNvSpPr/>
          <p:nvPr/>
        </p:nvSpPr>
        <p:spPr>
          <a:xfrm>
            <a:off x="5105520" y="1219320"/>
            <a:ext cx="16002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Terrorism arrests,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594" name=""/>
          <p:cNvSpPr/>
          <p:nvPr/>
        </p:nvSpPr>
        <p:spPr>
          <a:xfrm>
            <a:off x="5105520" y="1447920"/>
            <a:ext cx="14475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Assassinations,</a:t>
            </a:r>
            <a:endParaRPr b="0" lang="en-US" sz="1200" spc="-1" strike="noStrike">
              <a:solidFill>
                <a:srgbClr val="000000"/>
              </a:solidFill>
              <a:latin typeface="Arial"/>
            </a:endParaRPr>
          </a:p>
        </p:txBody>
      </p:sp>
      <p:sp>
        <p:nvSpPr>
          <p:cNvPr id="595" name=""/>
          <p:cNvSpPr/>
          <p:nvPr/>
        </p:nvSpPr>
        <p:spPr>
          <a:xfrm>
            <a:off x="5105520" y="1752480"/>
            <a:ext cx="1523880" cy="9208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Every day life.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Stuff I know YOU wouldn’t care about.</a:t>
            </a:r>
            <a:endParaRPr b="0" lang="en-US" sz="1200" spc="-1" strike="noStrike">
              <a:solidFill>
                <a:srgbClr val="000000"/>
              </a:solidFill>
              <a:latin typeface="Arial"/>
            </a:endParaRPr>
          </a:p>
        </p:txBody>
      </p:sp>
      <p:sp>
        <p:nvSpPr>
          <p:cNvPr id="596" name="">
            <a:hlinkClick r:id="rId3" action="ppaction://hlinksldjump"/>
          </p:cNvPr>
          <p:cNvSpPr/>
          <p:nvPr/>
        </p:nvSpPr>
        <p:spPr>
          <a:xfrm>
            <a:off x="5257800" y="274320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97" name="" descr=""/>
          <p:cNvPicPr/>
          <p:nvPr/>
        </p:nvPicPr>
        <p:blipFill>
          <a:blip r:embed="rId1"/>
          <a:stretch/>
        </p:blipFill>
        <p:spPr>
          <a:xfrm>
            <a:off x="0" y="0"/>
            <a:ext cx="9144000" cy="6858000"/>
          </a:xfrm>
          <a:prstGeom prst="rect">
            <a:avLst/>
          </a:prstGeom>
          <a:ln w="0">
            <a:noFill/>
          </a:ln>
        </p:spPr>
      </p:pic>
      <p:pic>
        <p:nvPicPr>
          <p:cNvPr id="598" name="" descr=""/>
          <p:cNvPicPr/>
          <p:nvPr/>
        </p:nvPicPr>
        <p:blipFill>
          <a:blip r:embed="rId2"/>
          <a:stretch/>
        </p:blipFill>
        <p:spPr>
          <a:xfrm>
            <a:off x="4952880" y="304920"/>
            <a:ext cx="2262240" cy="3581280"/>
          </a:xfrm>
          <a:prstGeom prst="rect">
            <a:avLst/>
          </a:prstGeom>
          <a:ln w="0">
            <a:noFill/>
          </a:ln>
        </p:spPr>
      </p:pic>
      <p:sp>
        <p:nvSpPr>
          <p:cNvPr id="599" name=""/>
          <p:cNvSpPr/>
          <p:nvPr/>
        </p:nvSpPr>
        <p:spPr>
          <a:xfrm>
            <a:off x="5105520" y="685800"/>
            <a:ext cx="175248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old piece of orbiting crap is warp gate No.23431.</a:t>
            </a:r>
            <a:endParaRPr b="0" lang="en-US" sz="1200" spc="-1" strike="noStrike">
              <a:solidFill>
                <a:srgbClr val="000000"/>
              </a:solidFill>
              <a:latin typeface="Arial"/>
            </a:endParaRPr>
          </a:p>
        </p:txBody>
      </p:sp>
      <p:sp>
        <p:nvSpPr>
          <p:cNvPr id="600" name=""/>
          <p:cNvSpPr/>
          <p:nvPr/>
        </p:nvSpPr>
        <p:spPr>
          <a:xfrm>
            <a:off x="5105520" y="1295280"/>
            <a:ext cx="1447560" cy="18352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Stationed between 4 minor systems REN, WBL, UYO and GMY, there’s not to much too activity here, only about 100,000 travelers a year.</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601" name=""/>
          <p:cNvSpPr/>
          <p:nvPr/>
        </p:nvSpPr>
        <p:spPr>
          <a:xfrm>
            <a:off x="5105520" y="2819520"/>
            <a:ext cx="167616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But hey, it’s all good to you, huh?</a:t>
            </a:r>
            <a:endParaRPr b="0" lang="en-US" sz="1200" spc="-1" strike="noStrike">
              <a:solidFill>
                <a:srgbClr val="000000"/>
              </a:solidFill>
              <a:latin typeface="Arial"/>
            </a:endParaRPr>
          </a:p>
        </p:txBody>
      </p:sp>
      <p:sp>
        <p:nvSpPr>
          <p:cNvPr id="602" name="">
            <a:hlinkClick r:id="rId3" action="ppaction://hlinksldjump"/>
          </p:cNvPr>
          <p:cNvSpPr/>
          <p:nvPr/>
        </p:nvSpPr>
        <p:spPr>
          <a:xfrm>
            <a:off x="5257800" y="335268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03" name="" descr=""/>
          <p:cNvPicPr/>
          <p:nvPr/>
        </p:nvPicPr>
        <p:blipFill>
          <a:blip r:embed="rId1"/>
          <a:stretch/>
        </p:blipFill>
        <p:spPr>
          <a:xfrm>
            <a:off x="0" y="0"/>
            <a:ext cx="9144000" cy="6858000"/>
          </a:xfrm>
          <a:prstGeom prst="rect">
            <a:avLst/>
          </a:prstGeom>
          <a:ln w="0">
            <a:noFill/>
          </a:ln>
        </p:spPr>
      </p:pic>
      <p:sp>
        <p:nvSpPr>
          <p:cNvPr id="604" name="">
            <a:hlinkClick r:id="rId2" action="ppaction://hlinksldjump"/>
          </p:cNvPr>
          <p:cNvSpPr/>
          <p:nvPr/>
        </p:nvSpPr>
        <p:spPr>
          <a:xfrm>
            <a:off x="0" y="1981080"/>
            <a:ext cx="685800" cy="16765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605" name="">
            <a:hlinkClick r:id="rId3" action="ppaction://hlinksldjump"/>
          </p:cNvPr>
          <p:cNvSpPr/>
          <p:nvPr/>
        </p:nvSpPr>
        <p:spPr>
          <a:xfrm>
            <a:off x="8077320" y="0"/>
            <a:ext cx="838080" cy="15238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606" name="">
            <a:hlinkClick r:id="rId4" action="ppaction://hlinksldjump"/>
          </p:cNvPr>
          <p:cNvSpPr/>
          <p:nvPr/>
        </p:nvSpPr>
        <p:spPr>
          <a:xfrm>
            <a:off x="8153280" y="1600200"/>
            <a:ext cx="990720" cy="16002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607" name="">
            <a:hlinkClick r:id="rId5" action="ppaction://hlinksldjump"/>
          </p:cNvPr>
          <p:cNvSpPr/>
          <p:nvPr/>
        </p:nvSpPr>
        <p:spPr>
          <a:xfrm rot="2798400">
            <a:off x="2230200" y="5689440"/>
            <a:ext cx="533160" cy="1295640"/>
          </a:xfrm>
          <a:prstGeom prst="downArrow">
            <a:avLst>
              <a:gd name="adj1" fmla="val 50000"/>
              <a:gd name="adj2" fmla="val 60753"/>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724" dur="indefinite" restart="never" nodeType="tmRoot">
          <p:childTnLst>
            <p:seq>
              <p:cTn id="1725" dur="indefinite" nodeType="mainSeq">
                <p:childTnLst>
                  <p:par>
                    <p:cTn id="1726" fill="hold">
                      <p:stCondLst>
                        <p:cond delay="0"/>
                      </p:stCondLst>
                      <p:childTnLst>
                        <p:par>
                          <p:cTn id="1727" fill="hold">
                            <p:stCondLst>
                              <p:cond delay="0"/>
                            </p:stCondLst>
                            <p:childTnLst>
                              <p:par>
                                <p:cTn id="1728" nodeType="afterEffect" fill="hold" presetClass="entr" presetID="9">
                                  <p:stCondLst>
                                    <p:cond delay="0"/>
                                  </p:stCondLst>
                                  <p:childTnLst>
                                    <p:set>
                                      <p:cBhvr>
                                        <p:cTn id="1729" dur="1" fill="hold">
                                          <p:stCondLst>
                                            <p:cond delay="0"/>
                                          </p:stCondLst>
                                        </p:cTn>
                                        <p:tgtEl>
                                          <p:spTgt spid="607"/>
                                        </p:tgtEl>
                                        <p:attrNameLst>
                                          <p:attrName>style.visibility</p:attrName>
                                        </p:attrNameLst>
                                      </p:cBhvr>
                                      <p:to>
                                        <p:strVal val="visible"/>
                                      </p:to>
                                    </p:set>
                                    <p:animEffect filter="dissolve" transition="in">
                                      <p:cBhvr additive="repl">
                                        <p:cTn id="1730" dur="500"/>
                                        <p:tgtEl>
                                          <p:spTgt spid="6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08" name="" descr=""/>
          <p:cNvPicPr/>
          <p:nvPr/>
        </p:nvPicPr>
        <p:blipFill>
          <a:blip r:embed="rId1"/>
          <a:stretch/>
        </p:blipFill>
        <p:spPr>
          <a:xfrm>
            <a:off x="0" y="0"/>
            <a:ext cx="9144000" cy="6858000"/>
          </a:xfrm>
          <a:prstGeom prst="rect">
            <a:avLst/>
          </a:prstGeom>
          <a:ln w="0">
            <a:noFill/>
          </a:ln>
        </p:spPr>
      </p:pic>
      <p:pic>
        <p:nvPicPr>
          <p:cNvPr id="609" name="" descr=""/>
          <p:cNvPicPr/>
          <p:nvPr/>
        </p:nvPicPr>
        <p:blipFill>
          <a:blip r:embed="rId2"/>
          <a:stretch/>
        </p:blipFill>
        <p:spPr>
          <a:xfrm>
            <a:off x="3200400" y="228600"/>
            <a:ext cx="2133720" cy="2035080"/>
          </a:xfrm>
          <a:prstGeom prst="rect">
            <a:avLst/>
          </a:prstGeom>
          <a:ln w="0">
            <a:noFill/>
          </a:ln>
        </p:spPr>
      </p:pic>
      <p:sp>
        <p:nvSpPr>
          <p:cNvPr id="610" name=""/>
          <p:cNvSpPr/>
          <p:nvPr/>
        </p:nvSpPr>
        <p:spPr>
          <a:xfrm>
            <a:off x="3352680" y="685800"/>
            <a:ext cx="175284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Yes, may I help you, sir?</a:t>
            </a:r>
            <a:endParaRPr b="0" lang="en-US" sz="1200" spc="-1" strike="noStrike">
              <a:solidFill>
                <a:srgbClr val="000000"/>
              </a:solidFill>
              <a:latin typeface="Arial"/>
            </a:endParaRPr>
          </a:p>
        </p:txBody>
      </p:sp>
      <p:pic>
        <p:nvPicPr>
          <p:cNvPr id="611" name="" descr=""/>
          <p:cNvPicPr/>
          <p:nvPr/>
        </p:nvPicPr>
        <p:blipFill>
          <a:blip r:embed="rId3"/>
          <a:stretch/>
        </p:blipFill>
        <p:spPr>
          <a:xfrm>
            <a:off x="0" y="2209680"/>
            <a:ext cx="4724280" cy="1497240"/>
          </a:xfrm>
          <a:prstGeom prst="rect">
            <a:avLst/>
          </a:prstGeom>
          <a:ln w="0">
            <a:noFill/>
          </a:ln>
        </p:spPr>
      </p:pic>
      <p:sp>
        <p:nvSpPr>
          <p:cNvPr id="612" name=""/>
          <p:cNvSpPr/>
          <p:nvPr/>
        </p:nvSpPr>
        <p:spPr>
          <a:xfrm>
            <a:off x="1828800" y="2666880"/>
            <a:ext cx="266688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Umm, no it’s allright…. Thank you for asking…</a:t>
            </a:r>
            <a:endParaRPr b="0" lang="en-US" sz="1200" spc="-1" strike="noStrike">
              <a:solidFill>
                <a:srgbClr val="000000"/>
              </a:solidFill>
              <a:latin typeface="Arial"/>
            </a:endParaRPr>
          </a:p>
        </p:txBody>
      </p:sp>
      <p:sp>
        <p:nvSpPr>
          <p:cNvPr id="613" name=""/>
          <p:cNvSpPr/>
          <p:nvPr/>
        </p:nvSpPr>
        <p:spPr>
          <a:xfrm>
            <a:off x="1828800" y="2666880"/>
            <a:ext cx="266688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(Man.. This guy’s scary lookin’…)</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timing>
    <p:tnLst>
      <p:par>
        <p:cTn id="1731" dur="indefinite" restart="never" nodeType="tmRoot">
          <p:childTnLst>
            <p:seq>
              <p:cTn id="1732" dur="indefinite" nodeType="mainSeq">
                <p:childTnLst>
                  <p:par>
                    <p:cTn id="1733" fill="hold">
                      <p:stCondLst>
                        <p:cond delay="0"/>
                      </p:stCondLst>
                      <p:childTnLst>
                        <p:par>
                          <p:cTn id="1734" fill="hold">
                            <p:stCondLst>
                              <p:cond delay="0"/>
                            </p:stCondLst>
                            <p:childTnLst>
                              <p:par>
                                <p:cTn id="1735" nodeType="afterEffect" fill="hold" presetClass="entr" presetID="9">
                                  <p:stCondLst>
                                    <p:cond delay="0"/>
                                  </p:stCondLst>
                                  <p:childTnLst>
                                    <p:set>
                                      <p:cBhvr>
                                        <p:cTn id="1736" dur="1" fill="hold">
                                          <p:stCondLst>
                                            <p:cond delay="0"/>
                                          </p:stCondLst>
                                        </p:cTn>
                                        <p:tgtEl>
                                          <p:spTgt spid="609"/>
                                        </p:tgtEl>
                                        <p:attrNameLst>
                                          <p:attrName>style.visibility</p:attrName>
                                        </p:attrNameLst>
                                      </p:cBhvr>
                                      <p:to>
                                        <p:strVal val="visible"/>
                                      </p:to>
                                    </p:set>
                                    <p:animEffect filter="dissolve" transition="in">
                                      <p:cBhvr additive="repl">
                                        <p:cTn id="1737" dur="500"/>
                                        <p:tgtEl>
                                          <p:spTgt spid="609"/>
                                        </p:tgtEl>
                                      </p:cBhvr>
                                    </p:animEffect>
                                  </p:childTnLst>
                                </p:cTn>
                              </p:par>
                            </p:childTnLst>
                          </p:cTn>
                        </p:par>
                        <p:par>
                          <p:cTn id="1738" fill="hold">
                            <p:stCondLst>
                              <p:cond delay="500"/>
                            </p:stCondLst>
                            <p:childTnLst>
                              <p:par>
                                <p:cTn id="1739" nodeType="afterEffect" fill="hold" presetClass="entr" presetID="27">
                                  <p:stCondLst>
                                    <p:cond delay="0"/>
                                  </p:stCondLst>
                                  <p:iterate type="lt">
                                    <p:tmAbs val="40"/>
                                  </p:iterate>
                                  <p:childTnLst>
                                    <p:set>
                                      <p:cBhvr>
                                        <p:cTn id="1740" dur="1" fill="hold">
                                          <p:stCondLst>
                                            <p:cond delay="0"/>
                                          </p:stCondLst>
                                        </p:cTn>
                                        <p:tgtEl>
                                          <p:spTgt spid="610"/>
                                        </p:tgtEl>
                                        <p:attrNameLst>
                                          <p:attrName>style.visibility</p:attrName>
                                        </p:attrNameLst>
                                      </p:cBhvr>
                                      <p:to>
                                        <p:strVal val="visible"/>
                                      </p:to>
                                    </p:set>
                                    <p:anim calcmode="discrete" valueType="clr">
                                      <p:cBhvr additive="repl">
                                        <p:cTn id="1741" dur="80"/>
                                        <p:tgtEl>
                                          <p:spTgt spid="610"/>
                                        </p:tgtEl>
                                        <p:attrNameLst>
                                          <p:attrName>style.color</p:attrName>
                                        </p:attrNameLst>
                                      </p:cBhvr>
                                      <p:tavLst>
                                        <p:tav tm="0">
                                          <p:val>
                                            <p:strVal val="rgb(-103,51,51)"/>
                                          </p:val>
                                        </p:tav>
                                        <p:tav tm="50000">
                                          <p:val>
                                            <p:strVal val="rgb(-103,-103,0)"/>
                                          </p:val>
                                        </p:tav>
                                      </p:tavLst>
                                    </p:anim>
                                    <p:anim calcmode="discrete" valueType="clr">
                                      <p:cBhvr additive="repl">
                                        <p:cTn id="1742" dur="80"/>
                                        <p:tgtEl>
                                          <p:spTgt spid="610"/>
                                        </p:tgtEl>
                                        <p:attrNameLst>
                                          <p:attrName>fillcolor</p:attrName>
                                        </p:attrNameLst>
                                      </p:cBhvr>
                                      <p:tavLst>
                                        <p:tav tm="0">
                                          <p:val>
                                            <p:strVal val="rgb(-103,51,51)"/>
                                          </p:val>
                                        </p:tav>
                                        <p:tav tm="50000">
                                          <p:val>
                                            <p:strVal val="rgb(-103,-103,0)"/>
                                          </p:val>
                                        </p:tav>
                                      </p:tavLst>
                                    </p:anim>
                                    <p:set>
                                      <p:cBhvr>
                                        <p:cTn id="1743" dur="80"/>
                                        <p:tgtEl>
                                          <p:spTgt spid="610"/>
                                        </p:tgtEl>
                                        <p:attrNameLst>
                                          <p:attrName>fill.type</p:attrName>
                                        </p:attrNameLst>
                                      </p:cBhvr>
                                      <p:to>
                                        <p:strVal val="solid"/>
                                      </p:to>
                                    </p:set>
                                  </p:childTnLst>
                                </p:cTn>
                              </p:par>
                            </p:childTnLst>
                          </p:cTn>
                        </p:par>
                        <p:par>
                          <p:cTn id="1744" fill="hold">
                            <p:stCondLst>
                              <p:cond delay="1340"/>
                            </p:stCondLst>
                            <p:childTnLst>
                              <p:par>
                                <p:cTn id="1745" nodeType="afterEffect" fill="hold" presetClass="entr" presetID="9">
                                  <p:stCondLst>
                                    <p:cond delay="1000"/>
                                  </p:stCondLst>
                                  <p:childTnLst>
                                    <p:set>
                                      <p:cBhvr>
                                        <p:cTn id="1746" dur="1" fill="hold">
                                          <p:stCondLst>
                                            <p:cond delay="0"/>
                                          </p:stCondLst>
                                        </p:cTn>
                                        <p:tgtEl>
                                          <p:spTgt spid="611"/>
                                        </p:tgtEl>
                                        <p:attrNameLst>
                                          <p:attrName>style.visibility</p:attrName>
                                        </p:attrNameLst>
                                      </p:cBhvr>
                                      <p:to>
                                        <p:strVal val="visible"/>
                                      </p:to>
                                    </p:set>
                                    <p:animEffect filter="dissolve" transition="in">
                                      <p:cBhvr additive="repl">
                                        <p:cTn id="1747" dur="500"/>
                                        <p:tgtEl>
                                          <p:spTgt spid="611"/>
                                        </p:tgtEl>
                                      </p:cBhvr>
                                    </p:animEffect>
                                  </p:childTnLst>
                                </p:cTn>
                              </p:par>
                            </p:childTnLst>
                          </p:cTn>
                        </p:par>
                        <p:par>
                          <p:cTn id="1748" fill="hold">
                            <p:stCondLst>
                              <p:cond delay="2840"/>
                            </p:stCondLst>
                            <p:childTnLst>
                              <p:par>
                                <p:cTn id="1749" nodeType="afterEffect" fill="hold" presetClass="entr" presetID="27">
                                  <p:stCondLst>
                                    <p:cond delay="0"/>
                                  </p:stCondLst>
                                  <p:iterate type="lt">
                                    <p:tmAbs val="40"/>
                                  </p:iterate>
                                  <p:childTnLst>
                                    <p:set>
                                      <p:cBhvr>
                                        <p:cTn id="1750" dur="1" fill="hold">
                                          <p:stCondLst>
                                            <p:cond delay="0"/>
                                          </p:stCondLst>
                                        </p:cTn>
                                        <p:tgtEl>
                                          <p:spTgt spid="612"/>
                                        </p:tgtEl>
                                        <p:attrNameLst>
                                          <p:attrName>style.visibility</p:attrName>
                                        </p:attrNameLst>
                                      </p:cBhvr>
                                      <p:to>
                                        <p:strVal val="visible"/>
                                      </p:to>
                                    </p:set>
                                    <p:anim calcmode="discrete" valueType="clr">
                                      <p:cBhvr additive="repl">
                                        <p:cTn id="1751" dur="80"/>
                                        <p:tgtEl>
                                          <p:spTgt spid="612"/>
                                        </p:tgtEl>
                                        <p:attrNameLst>
                                          <p:attrName>style.color</p:attrName>
                                        </p:attrNameLst>
                                      </p:cBhvr>
                                      <p:tavLst>
                                        <p:tav tm="0">
                                          <p:val>
                                            <p:strVal val="rgb(-103,51,51)"/>
                                          </p:val>
                                        </p:tav>
                                        <p:tav tm="50000">
                                          <p:val>
                                            <p:strVal val="rgb(-103,-103,0)"/>
                                          </p:val>
                                        </p:tav>
                                      </p:tavLst>
                                    </p:anim>
                                    <p:anim calcmode="discrete" valueType="clr">
                                      <p:cBhvr additive="repl">
                                        <p:cTn id="1752" dur="80"/>
                                        <p:tgtEl>
                                          <p:spTgt spid="612"/>
                                        </p:tgtEl>
                                        <p:attrNameLst>
                                          <p:attrName>fillcolor</p:attrName>
                                        </p:attrNameLst>
                                      </p:cBhvr>
                                      <p:tavLst>
                                        <p:tav tm="0">
                                          <p:val>
                                            <p:strVal val="rgb(-103,51,51)"/>
                                          </p:val>
                                        </p:tav>
                                        <p:tav tm="50000">
                                          <p:val>
                                            <p:strVal val="rgb(-103,-103,0)"/>
                                          </p:val>
                                        </p:tav>
                                      </p:tavLst>
                                    </p:anim>
                                    <p:set>
                                      <p:cBhvr>
                                        <p:cTn id="1753" dur="80"/>
                                        <p:tgtEl>
                                          <p:spTgt spid="612"/>
                                        </p:tgtEl>
                                        <p:attrNameLst>
                                          <p:attrName>fill.type</p:attrName>
                                        </p:attrNameLst>
                                      </p:cBhvr>
                                      <p:to>
                                        <p:strVal val="solid"/>
                                      </p:to>
                                    </p:set>
                                  </p:childTnLst>
                                </p:cTn>
                              </p:par>
                            </p:childTnLst>
                          </p:cTn>
                        </p:par>
                        <p:par>
                          <p:cTn id="1754" fill="hold">
                            <p:stCondLst>
                              <p:cond delay="4400"/>
                            </p:stCondLst>
                            <p:childTnLst>
                              <p:par>
                                <p:cTn id="1755" nodeType="afterEffect" fill="hold" presetClass="entr" presetID="1">
                                  <p:stCondLst>
                                    <p:cond delay="2000"/>
                                  </p:stCondLst>
                                  <p:childTnLst>
                                    <p:set>
                                      <p:cBhvr>
                                        <p:cTn id="1756" dur="1" fill="hold">
                                          <p:stCondLst>
                                            <p:cond delay="0"/>
                                          </p:stCondLst>
                                        </p:cTn>
                                        <p:tgtEl>
                                          <p:spTgt spid="613"/>
                                        </p:tgtEl>
                                        <p:attrNameLst>
                                          <p:attrName>style.visibility</p:attrName>
                                        </p:attrNameLst>
                                      </p:cBhvr>
                                      <p:to>
                                        <p:strVal val="visible"/>
                                      </p:to>
                                    </p:set>
                                  </p:childTnLst>
                                </p:cTn>
                              </p:par>
                            </p:childTnLst>
                          </p:cTn>
                        </p:par>
                        <p:par>
                          <p:cTn id="1757" fill="hold">
                            <p:stCondLst>
                              <p:cond delay="6400"/>
                            </p:stCondLst>
                            <p:childTnLst>
                              <p:par>
                                <p:cTn id="1758" nodeType="afterEffect" fill="hold" presetClass="exit" presetID="9">
                                  <p:stCondLst>
                                    <p:cond delay="1000"/>
                                  </p:stCondLst>
                                  <p:childTnLst>
                                    <p:animEffect filter="dissolve" transition="out">
                                      <p:cBhvr additive="repl">
                                        <p:cTn id="1759" dur="500"/>
                                        <p:tgtEl>
                                          <p:spTgt spid="609"/>
                                        </p:tgtEl>
                                      </p:cBhvr>
                                    </p:animEffect>
                                    <p:set>
                                      <p:cBhvr>
                                        <p:cTn id="1760" dur="1" fill="hold">
                                          <p:stCondLst>
                                            <p:cond delay="499"/>
                                          </p:stCondLst>
                                        </p:cTn>
                                        <p:tgtEl>
                                          <p:spTgt spid="609"/>
                                        </p:tgtEl>
                                        <p:attrNameLst>
                                          <p:attrName>style.visibility</p:attrName>
                                        </p:attrNameLst>
                                      </p:cBhvr>
                                      <p:to>
                                        <p:strVal val="hidden"/>
                                      </p:to>
                                    </p:set>
                                  </p:childTnLst>
                                </p:cTn>
                              </p:par>
                              <p:par>
                                <p:cTn id="1761" nodeType="withEffect" fill="hold" presetClass="exit" presetID="1">
                                  <p:stCondLst>
                                    <p:cond delay="1000"/>
                                  </p:stCondLst>
                                  <p:iterate type="lt">
                                    <p:tmAbs val="0"/>
                                  </p:iterate>
                                  <p:childTnLst>
                                    <p:set>
                                      <p:cBhvr>
                                        <p:cTn id="1762" dur="1" fill="hold">
                                          <p:stCondLst>
                                            <p:cond delay="0"/>
                                          </p:stCondLst>
                                        </p:cTn>
                                        <p:tgtEl>
                                          <p:spTgt spid="610"/>
                                        </p:tgtEl>
                                        <p:attrNameLst>
                                          <p:attrName>style.visibility</p:attrName>
                                        </p:attrNameLst>
                                      </p:cBhvr>
                                      <p:to>
                                        <p:strVal val="hidden"/>
                                      </p:to>
                                    </p:set>
                                  </p:childTnLst>
                                </p:cTn>
                              </p:par>
                            </p:childTnLst>
                          </p:cTn>
                        </p:par>
                        <p:par>
                          <p:cTn id="1763" fill="hold">
                            <p:stCondLst>
                              <p:cond delay="7900"/>
                            </p:stCondLst>
                            <p:childTnLst>
                              <p:par>
                                <p:cTn id="1764" nodeType="afterEffect" fill="hold" presetClass="exit" presetID="9">
                                  <p:stCondLst>
                                    <p:cond delay="1000"/>
                                  </p:stCondLst>
                                  <p:childTnLst>
                                    <p:animEffect filter="dissolve" transition="out">
                                      <p:cBhvr additive="repl">
                                        <p:cTn id="1765" dur="500"/>
                                        <p:tgtEl>
                                          <p:spTgt spid="611"/>
                                        </p:tgtEl>
                                      </p:cBhvr>
                                    </p:animEffect>
                                    <p:set>
                                      <p:cBhvr>
                                        <p:cTn id="1766" dur="1" fill="hold">
                                          <p:stCondLst>
                                            <p:cond delay="499"/>
                                          </p:stCondLst>
                                        </p:cTn>
                                        <p:tgtEl>
                                          <p:spTgt spid="611"/>
                                        </p:tgtEl>
                                        <p:attrNameLst>
                                          <p:attrName>style.visibility</p:attrName>
                                        </p:attrNameLst>
                                      </p:cBhvr>
                                      <p:to>
                                        <p:strVal val="hidden"/>
                                      </p:to>
                                    </p:set>
                                  </p:childTnLst>
                                </p:cTn>
                              </p:par>
                              <p:par>
                                <p:cTn id="1767" nodeType="withEffect" fill="hold" presetClass="exit" presetID="1">
                                  <p:stCondLst>
                                    <p:cond delay="1000"/>
                                  </p:stCondLst>
                                  <p:childTnLst>
                                    <p:set>
                                      <p:cBhvr>
                                        <p:cTn id="1768" dur="1" fill="hold">
                                          <p:stCondLst>
                                            <p:cond delay="0"/>
                                          </p:stCondLst>
                                        </p:cTn>
                                        <p:tgtEl>
                                          <p:spTgt spid="613"/>
                                        </p:tgtEl>
                                        <p:attrNameLst>
                                          <p:attrName>style.visibility</p:attrName>
                                        </p:attrNameLst>
                                      </p:cBhvr>
                                      <p:to>
                                        <p:strVal val="hidden"/>
                                      </p:to>
                                    </p:set>
                                  </p:childTnLst>
                                </p:cTn>
                              </p:par>
                              <p:par>
                                <p:cTn id="1769" nodeType="withEffect" fill="hold" presetClass="exit" presetID="1">
                                  <p:stCondLst>
                                    <p:cond delay="1000"/>
                                  </p:stCondLst>
                                  <p:iterate type="lt">
                                    <p:tmAbs val="0"/>
                                  </p:iterate>
                                  <p:childTnLst>
                                    <p:set>
                                      <p:cBhvr>
                                        <p:cTn id="1770" dur="1" fill="hold">
                                          <p:stCondLst>
                                            <p:cond delay="0"/>
                                          </p:stCondLst>
                                        </p:cTn>
                                        <p:tgtEl>
                                          <p:spTgt spid="61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14" name="" descr=""/>
          <p:cNvPicPr/>
          <p:nvPr/>
        </p:nvPicPr>
        <p:blipFill>
          <a:blip r:embed="rId1"/>
          <a:stretch/>
        </p:blipFill>
        <p:spPr>
          <a:xfrm>
            <a:off x="0" y="0"/>
            <a:ext cx="9144000" cy="6858000"/>
          </a:xfrm>
          <a:prstGeom prst="rect">
            <a:avLst/>
          </a:prstGeom>
          <a:ln w="0">
            <a:noFill/>
          </a:ln>
        </p:spPr>
      </p:pic>
      <p:sp>
        <p:nvSpPr>
          <p:cNvPr id="615" name="">
            <a:hlinkClick r:id="rId2" action="ppaction://hlinksldjump"/>
          </p:cNvPr>
          <p:cNvSpPr/>
          <p:nvPr/>
        </p:nvSpPr>
        <p:spPr>
          <a:xfrm>
            <a:off x="0" y="2057400"/>
            <a:ext cx="838080" cy="16765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616" name="">
            <a:hlinkClick r:id="rId3" action="ppaction://hlinksldjump"/>
          </p:cNvPr>
          <p:cNvSpPr/>
          <p:nvPr/>
        </p:nvSpPr>
        <p:spPr>
          <a:xfrm>
            <a:off x="8077320" y="0"/>
            <a:ext cx="914400" cy="15238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617" name="">
            <a:hlinkClick r:id="rId4" action="ppaction://hlinksldjump"/>
          </p:cNvPr>
          <p:cNvSpPr/>
          <p:nvPr/>
        </p:nvSpPr>
        <p:spPr>
          <a:xfrm rot="2798400">
            <a:off x="2230200" y="5689440"/>
            <a:ext cx="533160" cy="1295640"/>
          </a:xfrm>
          <a:prstGeom prst="downArrow">
            <a:avLst>
              <a:gd name="adj1" fmla="val 50000"/>
              <a:gd name="adj2" fmla="val 60753"/>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771" dur="indefinite" restart="never" nodeType="tmRoot">
          <p:childTnLst>
            <p:seq>
              <p:cTn id="1772" dur="indefinite" nodeType="mainSeq">
                <p:childTnLst>
                  <p:par>
                    <p:cTn id="1773" fill="hold">
                      <p:stCondLst>
                        <p:cond delay="0"/>
                      </p:stCondLst>
                      <p:childTnLst>
                        <p:par>
                          <p:cTn id="1774" fill="hold">
                            <p:stCondLst>
                              <p:cond delay="0"/>
                            </p:stCondLst>
                            <p:childTnLst>
                              <p:par>
                                <p:cTn id="1775" nodeType="afterEffect" fill="hold" presetClass="entr" presetID="9">
                                  <p:stCondLst>
                                    <p:cond delay="0"/>
                                  </p:stCondLst>
                                  <p:childTnLst>
                                    <p:set>
                                      <p:cBhvr>
                                        <p:cTn id="1776" dur="1" fill="hold">
                                          <p:stCondLst>
                                            <p:cond delay="0"/>
                                          </p:stCondLst>
                                        </p:cTn>
                                        <p:tgtEl>
                                          <p:spTgt spid="617"/>
                                        </p:tgtEl>
                                        <p:attrNameLst>
                                          <p:attrName>style.visibility</p:attrName>
                                        </p:attrNameLst>
                                      </p:cBhvr>
                                      <p:to>
                                        <p:strVal val="visible"/>
                                      </p:to>
                                    </p:set>
                                    <p:animEffect filter="dissolve" transition="in">
                                      <p:cBhvr additive="repl">
                                        <p:cTn id="1777" dur="500"/>
                                        <p:tgtEl>
                                          <p:spTgt spid="6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18" name="" descr=""/>
          <p:cNvPicPr/>
          <p:nvPr/>
        </p:nvPicPr>
        <p:blipFill>
          <a:blip r:embed="rId1"/>
          <a:stretch/>
        </p:blipFill>
        <p:spPr>
          <a:xfrm>
            <a:off x="0" y="0"/>
            <a:ext cx="9144000" cy="6858000"/>
          </a:xfrm>
          <a:prstGeom prst="rect">
            <a:avLst/>
          </a:prstGeom>
          <a:ln w="0">
            <a:noFill/>
          </a:ln>
        </p:spPr>
      </p:pic>
      <p:sp>
        <p:nvSpPr>
          <p:cNvPr id="619" name=""/>
          <p:cNvSpPr/>
          <p:nvPr/>
        </p:nvSpPr>
        <p:spPr>
          <a:xfrm>
            <a:off x="6629400" y="-762120"/>
            <a:ext cx="32004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InfoLAdy1.MainB</a:t>
            </a:r>
            <a:endParaRPr b="0" lang="en-US" sz="1200" spc="-1" strike="noStrike">
              <a:solidFill>
                <a:srgbClr val="000000"/>
              </a:solidFill>
              <a:latin typeface="Arial"/>
            </a:endParaRPr>
          </a:p>
        </p:txBody>
      </p:sp>
      <p:sp>
        <p:nvSpPr>
          <p:cNvPr id="620" name="">
            <a:hlinkClick r:id="rId2" action="ppaction://hlinksldjump"/>
          </p:cNvPr>
          <p:cNvSpPr/>
          <p:nvPr/>
        </p:nvSpPr>
        <p:spPr>
          <a:xfrm rot="20374800">
            <a:off x="-696960" y="277560"/>
            <a:ext cx="1542960" cy="35812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21" name="" descr=""/>
          <p:cNvPicPr/>
          <p:nvPr/>
        </p:nvPicPr>
        <p:blipFill>
          <a:blip r:embed="rId1"/>
          <a:stretch/>
        </p:blipFill>
        <p:spPr>
          <a:xfrm>
            <a:off x="0" y="0"/>
            <a:ext cx="9144000" cy="6858000"/>
          </a:xfrm>
          <a:prstGeom prst="rect">
            <a:avLst/>
          </a:prstGeom>
          <a:ln w="0">
            <a:noFill/>
          </a:ln>
        </p:spPr>
      </p:pic>
      <p:sp>
        <p:nvSpPr>
          <p:cNvPr id="622" name=""/>
          <p:cNvSpPr/>
          <p:nvPr/>
        </p:nvSpPr>
        <p:spPr>
          <a:xfrm>
            <a:off x="6629400" y="-762120"/>
            <a:ext cx="32004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BUSI1.MainB</a:t>
            </a:r>
            <a:endParaRPr b="0" lang="en-US" sz="1200" spc="-1" strike="noStrike">
              <a:solidFill>
                <a:srgbClr val="000000"/>
              </a:solidFill>
              <a:latin typeface="Arial"/>
            </a:endParaRPr>
          </a:p>
        </p:txBody>
      </p:sp>
      <p:sp>
        <p:nvSpPr>
          <p:cNvPr id="623" name="">
            <a:hlinkClick r:id="rId2" action="ppaction://hlinksldjump"/>
          </p:cNvPr>
          <p:cNvSpPr/>
          <p:nvPr/>
        </p:nvSpPr>
        <p:spPr>
          <a:xfrm rot="20374800">
            <a:off x="-696960" y="277560"/>
            <a:ext cx="1542960" cy="35812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24" name="" descr=""/>
          <p:cNvPicPr/>
          <p:nvPr/>
        </p:nvPicPr>
        <p:blipFill>
          <a:blip r:embed="rId1"/>
          <a:stretch/>
        </p:blipFill>
        <p:spPr>
          <a:xfrm>
            <a:off x="0" y="0"/>
            <a:ext cx="9144000" cy="6858000"/>
          </a:xfrm>
          <a:prstGeom prst="rect">
            <a:avLst/>
          </a:prstGeom>
          <a:ln w="0">
            <a:noFill/>
          </a:ln>
        </p:spPr>
      </p:pic>
      <p:pic>
        <p:nvPicPr>
          <p:cNvPr id="625" name="" descr=""/>
          <p:cNvPicPr/>
          <p:nvPr/>
        </p:nvPicPr>
        <p:blipFill>
          <a:blip r:embed="rId2"/>
          <a:stretch/>
        </p:blipFill>
        <p:spPr>
          <a:xfrm>
            <a:off x="3200400" y="228600"/>
            <a:ext cx="2133720" cy="2035080"/>
          </a:xfrm>
          <a:prstGeom prst="rect">
            <a:avLst/>
          </a:prstGeom>
          <a:ln w="0">
            <a:noFill/>
          </a:ln>
        </p:spPr>
      </p:pic>
      <p:sp>
        <p:nvSpPr>
          <p:cNvPr id="626" name=""/>
          <p:cNvSpPr/>
          <p:nvPr/>
        </p:nvSpPr>
        <p:spPr>
          <a:xfrm>
            <a:off x="3352680" y="685800"/>
            <a:ext cx="175284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Yes, may I help you, sir?</a:t>
            </a:r>
            <a:endParaRPr b="0" lang="en-US" sz="1200" spc="-1" strike="noStrike">
              <a:solidFill>
                <a:srgbClr val="000000"/>
              </a:solidFill>
              <a:latin typeface="Arial"/>
            </a:endParaRPr>
          </a:p>
        </p:txBody>
      </p:sp>
      <p:pic>
        <p:nvPicPr>
          <p:cNvPr id="627" name="" descr=""/>
          <p:cNvPicPr/>
          <p:nvPr/>
        </p:nvPicPr>
        <p:blipFill>
          <a:blip r:embed="rId3"/>
          <a:stretch/>
        </p:blipFill>
        <p:spPr>
          <a:xfrm>
            <a:off x="0" y="2209680"/>
            <a:ext cx="4724280" cy="1497240"/>
          </a:xfrm>
          <a:prstGeom prst="rect">
            <a:avLst/>
          </a:prstGeom>
          <a:ln w="0">
            <a:noFill/>
          </a:ln>
        </p:spPr>
      </p:pic>
      <p:sp>
        <p:nvSpPr>
          <p:cNvPr id="628" name=""/>
          <p:cNvSpPr/>
          <p:nvPr/>
        </p:nvSpPr>
        <p:spPr>
          <a:xfrm>
            <a:off x="1828800" y="2666880"/>
            <a:ext cx="266688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Umm, no it’s allright…. Thank you for asking…</a:t>
            </a:r>
            <a:endParaRPr b="0" lang="en-US" sz="1200" spc="-1" strike="noStrike">
              <a:solidFill>
                <a:srgbClr val="000000"/>
              </a:solidFill>
              <a:latin typeface="Arial"/>
            </a:endParaRPr>
          </a:p>
        </p:txBody>
      </p:sp>
      <p:sp>
        <p:nvSpPr>
          <p:cNvPr id="629" name=""/>
          <p:cNvSpPr/>
          <p:nvPr/>
        </p:nvSpPr>
        <p:spPr>
          <a:xfrm>
            <a:off x="1828800" y="2666880"/>
            <a:ext cx="266688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(Man.. This guy’s scary lookin’…)</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630" name=""/>
          <p:cNvSpPr/>
          <p:nvPr/>
        </p:nvSpPr>
        <p:spPr>
          <a:xfrm>
            <a:off x="685800" y="-609480"/>
            <a:ext cx="35812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(As Second)</a:t>
            </a:r>
            <a:endParaRPr b="0" lang="en-US" sz="1200" spc="-1" strike="noStrike">
              <a:solidFill>
                <a:srgbClr val="000000"/>
              </a:solidFill>
              <a:latin typeface="Arial"/>
            </a:endParaRPr>
          </a:p>
        </p:txBody>
      </p:sp>
    </p:spTree>
  </p:cSld>
  <p:timing>
    <p:tnLst>
      <p:par>
        <p:cTn id="1778" dur="indefinite" restart="never" nodeType="tmRoot">
          <p:childTnLst>
            <p:seq>
              <p:cTn id="1779" dur="indefinite" nodeType="mainSeq">
                <p:childTnLst>
                  <p:par>
                    <p:cTn id="1780" fill="hold">
                      <p:stCondLst>
                        <p:cond delay="0"/>
                      </p:stCondLst>
                      <p:childTnLst>
                        <p:par>
                          <p:cTn id="1781" fill="hold">
                            <p:stCondLst>
                              <p:cond delay="0"/>
                            </p:stCondLst>
                            <p:childTnLst>
                              <p:par>
                                <p:cTn id="1782" nodeType="afterEffect" fill="hold" presetClass="entr" presetID="9">
                                  <p:stCondLst>
                                    <p:cond delay="0"/>
                                  </p:stCondLst>
                                  <p:childTnLst>
                                    <p:set>
                                      <p:cBhvr>
                                        <p:cTn id="1783" dur="1" fill="hold">
                                          <p:stCondLst>
                                            <p:cond delay="0"/>
                                          </p:stCondLst>
                                        </p:cTn>
                                        <p:tgtEl>
                                          <p:spTgt spid="625"/>
                                        </p:tgtEl>
                                        <p:attrNameLst>
                                          <p:attrName>style.visibility</p:attrName>
                                        </p:attrNameLst>
                                      </p:cBhvr>
                                      <p:to>
                                        <p:strVal val="visible"/>
                                      </p:to>
                                    </p:set>
                                    <p:animEffect filter="dissolve" transition="in">
                                      <p:cBhvr additive="repl">
                                        <p:cTn id="1784" dur="500"/>
                                        <p:tgtEl>
                                          <p:spTgt spid="625"/>
                                        </p:tgtEl>
                                      </p:cBhvr>
                                    </p:animEffect>
                                  </p:childTnLst>
                                </p:cTn>
                              </p:par>
                            </p:childTnLst>
                          </p:cTn>
                        </p:par>
                        <p:par>
                          <p:cTn id="1785" fill="hold">
                            <p:stCondLst>
                              <p:cond delay="500"/>
                            </p:stCondLst>
                            <p:childTnLst>
                              <p:par>
                                <p:cTn id="1786" nodeType="afterEffect" fill="hold" presetClass="entr" presetID="27">
                                  <p:stCondLst>
                                    <p:cond delay="0"/>
                                  </p:stCondLst>
                                  <p:iterate type="lt">
                                    <p:tmAbs val="40"/>
                                  </p:iterate>
                                  <p:childTnLst>
                                    <p:set>
                                      <p:cBhvr>
                                        <p:cTn id="1787" dur="1" fill="hold">
                                          <p:stCondLst>
                                            <p:cond delay="0"/>
                                          </p:stCondLst>
                                        </p:cTn>
                                        <p:tgtEl>
                                          <p:spTgt spid="626"/>
                                        </p:tgtEl>
                                        <p:attrNameLst>
                                          <p:attrName>style.visibility</p:attrName>
                                        </p:attrNameLst>
                                      </p:cBhvr>
                                      <p:to>
                                        <p:strVal val="visible"/>
                                      </p:to>
                                    </p:set>
                                    <p:anim calcmode="discrete" valueType="clr">
                                      <p:cBhvr additive="repl">
                                        <p:cTn id="1788" dur="80"/>
                                        <p:tgtEl>
                                          <p:spTgt spid="626"/>
                                        </p:tgtEl>
                                        <p:attrNameLst>
                                          <p:attrName>style.color</p:attrName>
                                        </p:attrNameLst>
                                      </p:cBhvr>
                                      <p:tavLst>
                                        <p:tav tm="0">
                                          <p:val>
                                            <p:strVal val="rgb(-103,51,51)"/>
                                          </p:val>
                                        </p:tav>
                                        <p:tav tm="50000">
                                          <p:val>
                                            <p:strVal val="rgb(-103,-103,0)"/>
                                          </p:val>
                                        </p:tav>
                                      </p:tavLst>
                                    </p:anim>
                                    <p:anim calcmode="discrete" valueType="clr">
                                      <p:cBhvr additive="repl">
                                        <p:cTn id="1789" dur="80"/>
                                        <p:tgtEl>
                                          <p:spTgt spid="626"/>
                                        </p:tgtEl>
                                        <p:attrNameLst>
                                          <p:attrName>fillcolor</p:attrName>
                                        </p:attrNameLst>
                                      </p:cBhvr>
                                      <p:tavLst>
                                        <p:tav tm="0">
                                          <p:val>
                                            <p:strVal val="rgb(-103,51,51)"/>
                                          </p:val>
                                        </p:tav>
                                        <p:tav tm="50000">
                                          <p:val>
                                            <p:strVal val="rgb(-103,-103,0)"/>
                                          </p:val>
                                        </p:tav>
                                      </p:tavLst>
                                    </p:anim>
                                    <p:set>
                                      <p:cBhvr>
                                        <p:cTn id="1790" dur="80"/>
                                        <p:tgtEl>
                                          <p:spTgt spid="626"/>
                                        </p:tgtEl>
                                        <p:attrNameLst>
                                          <p:attrName>fill.type</p:attrName>
                                        </p:attrNameLst>
                                      </p:cBhvr>
                                      <p:to>
                                        <p:strVal val="solid"/>
                                      </p:to>
                                    </p:set>
                                  </p:childTnLst>
                                </p:cTn>
                              </p:par>
                            </p:childTnLst>
                          </p:cTn>
                        </p:par>
                        <p:par>
                          <p:cTn id="1791" fill="hold">
                            <p:stCondLst>
                              <p:cond delay="1340"/>
                            </p:stCondLst>
                            <p:childTnLst>
                              <p:par>
                                <p:cTn id="1792" nodeType="afterEffect" fill="hold" presetClass="entr" presetID="9">
                                  <p:stCondLst>
                                    <p:cond delay="1000"/>
                                  </p:stCondLst>
                                  <p:childTnLst>
                                    <p:set>
                                      <p:cBhvr>
                                        <p:cTn id="1793" dur="1" fill="hold">
                                          <p:stCondLst>
                                            <p:cond delay="0"/>
                                          </p:stCondLst>
                                        </p:cTn>
                                        <p:tgtEl>
                                          <p:spTgt spid="627"/>
                                        </p:tgtEl>
                                        <p:attrNameLst>
                                          <p:attrName>style.visibility</p:attrName>
                                        </p:attrNameLst>
                                      </p:cBhvr>
                                      <p:to>
                                        <p:strVal val="visible"/>
                                      </p:to>
                                    </p:set>
                                    <p:animEffect filter="dissolve" transition="in">
                                      <p:cBhvr additive="repl">
                                        <p:cTn id="1794" dur="500"/>
                                        <p:tgtEl>
                                          <p:spTgt spid="627"/>
                                        </p:tgtEl>
                                      </p:cBhvr>
                                    </p:animEffect>
                                  </p:childTnLst>
                                </p:cTn>
                              </p:par>
                            </p:childTnLst>
                          </p:cTn>
                        </p:par>
                        <p:par>
                          <p:cTn id="1795" fill="hold">
                            <p:stCondLst>
                              <p:cond delay="2840"/>
                            </p:stCondLst>
                            <p:childTnLst>
                              <p:par>
                                <p:cTn id="1796" nodeType="afterEffect" fill="hold" presetClass="entr" presetID="27">
                                  <p:stCondLst>
                                    <p:cond delay="0"/>
                                  </p:stCondLst>
                                  <p:iterate type="lt">
                                    <p:tmAbs val="40"/>
                                  </p:iterate>
                                  <p:childTnLst>
                                    <p:set>
                                      <p:cBhvr>
                                        <p:cTn id="1797" dur="1" fill="hold">
                                          <p:stCondLst>
                                            <p:cond delay="0"/>
                                          </p:stCondLst>
                                        </p:cTn>
                                        <p:tgtEl>
                                          <p:spTgt spid="628"/>
                                        </p:tgtEl>
                                        <p:attrNameLst>
                                          <p:attrName>style.visibility</p:attrName>
                                        </p:attrNameLst>
                                      </p:cBhvr>
                                      <p:to>
                                        <p:strVal val="visible"/>
                                      </p:to>
                                    </p:set>
                                    <p:anim calcmode="discrete" valueType="clr">
                                      <p:cBhvr additive="repl">
                                        <p:cTn id="1798" dur="80"/>
                                        <p:tgtEl>
                                          <p:spTgt spid="628"/>
                                        </p:tgtEl>
                                        <p:attrNameLst>
                                          <p:attrName>style.color</p:attrName>
                                        </p:attrNameLst>
                                      </p:cBhvr>
                                      <p:tavLst>
                                        <p:tav tm="0">
                                          <p:val>
                                            <p:strVal val="rgb(-103,51,51)"/>
                                          </p:val>
                                        </p:tav>
                                        <p:tav tm="50000">
                                          <p:val>
                                            <p:strVal val="rgb(-103,-103,0)"/>
                                          </p:val>
                                        </p:tav>
                                      </p:tavLst>
                                    </p:anim>
                                    <p:anim calcmode="discrete" valueType="clr">
                                      <p:cBhvr additive="repl">
                                        <p:cTn id="1799" dur="80"/>
                                        <p:tgtEl>
                                          <p:spTgt spid="628"/>
                                        </p:tgtEl>
                                        <p:attrNameLst>
                                          <p:attrName>fillcolor</p:attrName>
                                        </p:attrNameLst>
                                      </p:cBhvr>
                                      <p:tavLst>
                                        <p:tav tm="0">
                                          <p:val>
                                            <p:strVal val="rgb(-103,51,51)"/>
                                          </p:val>
                                        </p:tav>
                                        <p:tav tm="50000">
                                          <p:val>
                                            <p:strVal val="rgb(-103,-103,0)"/>
                                          </p:val>
                                        </p:tav>
                                      </p:tavLst>
                                    </p:anim>
                                    <p:set>
                                      <p:cBhvr>
                                        <p:cTn id="1800" dur="80"/>
                                        <p:tgtEl>
                                          <p:spTgt spid="628"/>
                                        </p:tgtEl>
                                        <p:attrNameLst>
                                          <p:attrName>fill.type</p:attrName>
                                        </p:attrNameLst>
                                      </p:cBhvr>
                                      <p:to>
                                        <p:strVal val="solid"/>
                                      </p:to>
                                    </p:set>
                                  </p:childTnLst>
                                </p:cTn>
                              </p:par>
                            </p:childTnLst>
                          </p:cTn>
                        </p:par>
                        <p:par>
                          <p:cTn id="1801" fill="hold">
                            <p:stCondLst>
                              <p:cond delay="4400"/>
                            </p:stCondLst>
                            <p:childTnLst>
                              <p:par>
                                <p:cTn id="1802" nodeType="afterEffect" fill="hold" presetClass="entr" presetID="1">
                                  <p:stCondLst>
                                    <p:cond delay="2000"/>
                                  </p:stCondLst>
                                  <p:childTnLst>
                                    <p:set>
                                      <p:cBhvr>
                                        <p:cTn id="1803" dur="1" fill="hold">
                                          <p:stCondLst>
                                            <p:cond delay="0"/>
                                          </p:stCondLst>
                                        </p:cTn>
                                        <p:tgtEl>
                                          <p:spTgt spid="629"/>
                                        </p:tgtEl>
                                        <p:attrNameLst>
                                          <p:attrName>style.visibility</p:attrName>
                                        </p:attrNameLst>
                                      </p:cBhvr>
                                      <p:to>
                                        <p:strVal val="visible"/>
                                      </p:to>
                                    </p:set>
                                  </p:childTnLst>
                                </p:cTn>
                              </p:par>
                            </p:childTnLst>
                          </p:cTn>
                        </p:par>
                        <p:par>
                          <p:cTn id="1804" fill="hold">
                            <p:stCondLst>
                              <p:cond delay="6400"/>
                            </p:stCondLst>
                            <p:childTnLst>
                              <p:par>
                                <p:cTn id="1805" nodeType="afterEffect" fill="hold" presetClass="exit" presetID="9">
                                  <p:stCondLst>
                                    <p:cond delay="1000"/>
                                  </p:stCondLst>
                                  <p:childTnLst>
                                    <p:animEffect filter="dissolve" transition="out">
                                      <p:cBhvr additive="repl">
                                        <p:cTn id="1806" dur="500"/>
                                        <p:tgtEl>
                                          <p:spTgt spid="625"/>
                                        </p:tgtEl>
                                      </p:cBhvr>
                                    </p:animEffect>
                                    <p:set>
                                      <p:cBhvr>
                                        <p:cTn id="1807" dur="1" fill="hold">
                                          <p:stCondLst>
                                            <p:cond delay="499"/>
                                          </p:stCondLst>
                                        </p:cTn>
                                        <p:tgtEl>
                                          <p:spTgt spid="625"/>
                                        </p:tgtEl>
                                        <p:attrNameLst>
                                          <p:attrName>style.visibility</p:attrName>
                                        </p:attrNameLst>
                                      </p:cBhvr>
                                      <p:to>
                                        <p:strVal val="hidden"/>
                                      </p:to>
                                    </p:set>
                                  </p:childTnLst>
                                </p:cTn>
                              </p:par>
                              <p:par>
                                <p:cTn id="1808" nodeType="withEffect" fill="hold" presetClass="exit" presetID="1">
                                  <p:stCondLst>
                                    <p:cond delay="1000"/>
                                  </p:stCondLst>
                                  <p:iterate type="lt">
                                    <p:tmAbs val="0"/>
                                  </p:iterate>
                                  <p:childTnLst>
                                    <p:set>
                                      <p:cBhvr>
                                        <p:cTn id="1809" dur="1" fill="hold">
                                          <p:stCondLst>
                                            <p:cond delay="0"/>
                                          </p:stCondLst>
                                        </p:cTn>
                                        <p:tgtEl>
                                          <p:spTgt spid="626"/>
                                        </p:tgtEl>
                                        <p:attrNameLst>
                                          <p:attrName>style.visibility</p:attrName>
                                        </p:attrNameLst>
                                      </p:cBhvr>
                                      <p:to>
                                        <p:strVal val="hidden"/>
                                      </p:to>
                                    </p:set>
                                  </p:childTnLst>
                                </p:cTn>
                              </p:par>
                            </p:childTnLst>
                          </p:cTn>
                        </p:par>
                        <p:par>
                          <p:cTn id="1810" fill="hold">
                            <p:stCondLst>
                              <p:cond delay="7900"/>
                            </p:stCondLst>
                            <p:childTnLst>
                              <p:par>
                                <p:cTn id="1811" nodeType="afterEffect" fill="hold" presetClass="exit" presetID="9">
                                  <p:stCondLst>
                                    <p:cond delay="1000"/>
                                  </p:stCondLst>
                                  <p:childTnLst>
                                    <p:animEffect filter="dissolve" transition="out">
                                      <p:cBhvr additive="repl">
                                        <p:cTn id="1812" dur="500"/>
                                        <p:tgtEl>
                                          <p:spTgt spid="627"/>
                                        </p:tgtEl>
                                      </p:cBhvr>
                                    </p:animEffect>
                                    <p:set>
                                      <p:cBhvr>
                                        <p:cTn id="1813" dur="1" fill="hold">
                                          <p:stCondLst>
                                            <p:cond delay="499"/>
                                          </p:stCondLst>
                                        </p:cTn>
                                        <p:tgtEl>
                                          <p:spTgt spid="627"/>
                                        </p:tgtEl>
                                        <p:attrNameLst>
                                          <p:attrName>style.visibility</p:attrName>
                                        </p:attrNameLst>
                                      </p:cBhvr>
                                      <p:to>
                                        <p:strVal val="hidden"/>
                                      </p:to>
                                    </p:set>
                                  </p:childTnLst>
                                </p:cTn>
                              </p:par>
                              <p:par>
                                <p:cTn id="1814" nodeType="withEffect" fill="hold" presetClass="exit" presetID="1">
                                  <p:stCondLst>
                                    <p:cond delay="1000"/>
                                  </p:stCondLst>
                                  <p:childTnLst>
                                    <p:set>
                                      <p:cBhvr>
                                        <p:cTn id="1815" dur="1" fill="hold">
                                          <p:stCondLst>
                                            <p:cond delay="0"/>
                                          </p:stCondLst>
                                        </p:cTn>
                                        <p:tgtEl>
                                          <p:spTgt spid="629"/>
                                        </p:tgtEl>
                                        <p:attrNameLst>
                                          <p:attrName>style.visibility</p:attrName>
                                        </p:attrNameLst>
                                      </p:cBhvr>
                                      <p:to>
                                        <p:strVal val="hidden"/>
                                      </p:to>
                                    </p:set>
                                  </p:childTnLst>
                                </p:cTn>
                              </p:par>
                              <p:par>
                                <p:cTn id="1816" nodeType="withEffect" fill="hold" presetClass="exit" presetID="1">
                                  <p:stCondLst>
                                    <p:cond delay="1000"/>
                                  </p:stCondLst>
                                  <p:iterate type="lt">
                                    <p:tmAbs val="0"/>
                                  </p:iterate>
                                  <p:childTnLst>
                                    <p:set>
                                      <p:cBhvr>
                                        <p:cTn id="1817" dur="1" fill="hold">
                                          <p:stCondLst>
                                            <p:cond delay="0"/>
                                          </p:stCondLst>
                                        </p:cTn>
                                        <p:tgtEl>
                                          <p:spTgt spid="62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1" name=""/>
          <p:cNvSpPr/>
          <p:nvPr/>
        </p:nvSpPr>
        <p:spPr>
          <a:xfrm>
            <a:off x="1981080" y="-457200"/>
            <a:ext cx="44197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ALL OUT Info then Busi</a:t>
            </a:r>
            <a:endParaRPr b="0" lang="en-US" sz="2400" spc="-1" strike="noStrike">
              <a:solidFill>
                <a:srgbClr val="000000"/>
              </a:solidFill>
              <a:latin typeface="Arial"/>
            </a:endParaRPr>
          </a:p>
        </p:txBody>
      </p:sp>
      <p:pic>
        <p:nvPicPr>
          <p:cNvPr id="632" name="" descr=""/>
          <p:cNvPicPr/>
          <p:nvPr/>
        </p:nvPicPr>
        <p:blipFill>
          <a:blip r:embed="rId1"/>
          <a:stretch/>
        </p:blipFill>
        <p:spPr>
          <a:xfrm>
            <a:off x="0" y="0"/>
            <a:ext cx="9144000" cy="6858000"/>
          </a:xfrm>
          <a:prstGeom prst="rect">
            <a:avLst/>
          </a:prstGeom>
          <a:ln w="0">
            <a:noFill/>
          </a:ln>
        </p:spPr>
      </p:pic>
      <p:sp>
        <p:nvSpPr>
          <p:cNvPr id="633" name="">
            <a:hlinkClick r:id="rId2" action="ppaction://hlinksldjump"/>
          </p:cNvPr>
          <p:cNvSpPr/>
          <p:nvPr/>
        </p:nvSpPr>
        <p:spPr>
          <a:xfrm>
            <a:off x="0" y="1905120"/>
            <a:ext cx="762120" cy="167616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634" name="">
            <a:hlinkClick r:id="rId3" action="ppaction://hlinksldjump"/>
          </p:cNvPr>
          <p:cNvSpPr/>
          <p:nvPr/>
        </p:nvSpPr>
        <p:spPr>
          <a:xfrm>
            <a:off x="8077320" y="0"/>
            <a:ext cx="1066680" cy="14479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635" name="">
            <a:hlinkClick r:id="rId4" action="ppaction://hlinksldjump"/>
          </p:cNvPr>
          <p:cNvSpPr/>
          <p:nvPr/>
        </p:nvSpPr>
        <p:spPr>
          <a:xfrm rot="2798400">
            <a:off x="2230200" y="5689440"/>
            <a:ext cx="533160" cy="1295640"/>
          </a:xfrm>
          <a:prstGeom prst="downArrow">
            <a:avLst>
              <a:gd name="adj1" fmla="val 50000"/>
              <a:gd name="adj2" fmla="val 60753"/>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818" dur="indefinite" restart="never" nodeType="tmRoot">
          <p:childTnLst>
            <p:seq>
              <p:cTn id="1819" dur="indefinite" nodeType="mainSeq">
                <p:childTnLst>
                  <p:par>
                    <p:cTn id="1820" fill="hold">
                      <p:stCondLst>
                        <p:cond delay="0"/>
                      </p:stCondLst>
                      <p:childTnLst>
                        <p:par>
                          <p:cTn id="1821" fill="hold">
                            <p:stCondLst>
                              <p:cond delay="0"/>
                            </p:stCondLst>
                            <p:childTnLst>
                              <p:par>
                                <p:cTn id="1822" nodeType="afterEffect" fill="hold" presetClass="entr" presetID="9">
                                  <p:stCondLst>
                                    <p:cond delay="0"/>
                                  </p:stCondLst>
                                  <p:childTnLst>
                                    <p:set>
                                      <p:cBhvr>
                                        <p:cTn id="1823" dur="1" fill="hold">
                                          <p:stCondLst>
                                            <p:cond delay="0"/>
                                          </p:stCondLst>
                                        </p:cTn>
                                        <p:tgtEl>
                                          <p:spTgt spid="635"/>
                                        </p:tgtEl>
                                        <p:attrNameLst>
                                          <p:attrName>style.visibility</p:attrName>
                                        </p:attrNameLst>
                                      </p:cBhvr>
                                      <p:to>
                                        <p:strVal val="visible"/>
                                      </p:to>
                                    </p:set>
                                    <p:animEffect filter="dissolve" transition="in">
                                      <p:cBhvr additive="repl">
                                        <p:cTn id="1824" dur="500"/>
                                        <p:tgtEl>
                                          <p:spTgt spid="6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36" name="" descr=""/>
          <p:cNvPicPr/>
          <p:nvPr/>
        </p:nvPicPr>
        <p:blipFill>
          <a:blip r:embed="rId1"/>
          <a:stretch/>
        </p:blipFill>
        <p:spPr>
          <a:xfrm>
            <a:off x="0" y="0"/>
            <a:ext cx="9144000" cy="6858000"/>
          </a:xfrm>
          <a:prstGeom prst="rect">
            <a:avLst/>
          </a:prstGeom>
          <a:ln w="0">
            <a:noFill/>
          </a:ln>
        </p:spPr>
      </p:pic>
      <p:pic>
        <p:nvPicPr>
          <p:cNvPr id="637" name="" descr=""/>
          <p:cNvPicPr/>
          <p:nvPr/>
        </p:nvPicPr>
        <p:blipFill>
          <a:blip r:embed="rId2"/>
          <a:stretch/>
        </p:blipFill>
        <p:spPr>
          <a:xfrm>
            <a:off x="4038480" y="762120"/>
            <a:ext cx="2057400" cy="1174680"/>
          </a:xfrm>
          <a:prstGeom prst="rect">
            <a:avLst/>
          </a:prstGeom>
          <a:ln w="0">
            <a:noFill/>
          </a:ln>
        </p:spPr>
      </p:pic>
      <p:sp>
        <p:nvSpPr>
          <p:cNvPr id="638" name=""/>
          <p:cNvSpPr/>
          <p:nvPr/>
        </p:nvSpPr>
        <p:spPr>
          <a:xfrm>
            <a:off x="4038480" y="1066680"/>
            <a:ext cx="17528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is it…</a:t>
            </a:r>
            <a:endParaRPr b="0" lang="en-US" sz="1200" spc="-1" strike="noStrike">
              <a:solidFill>
                <a:srgbClr val="000000"/>
              </a:solidFill>
              <a:latin typeface="Arial"/>
            </a:endParaRPr>
          </a:p>
        </p:txBody>
      </p:sp>
      <p:pic>
        <p:nvPicPr>
          <p:cNvPr id="639" name="" descr=""/>
          <p:cNvPicPr/>
          <p:nvPr/>
        </p:nvPicPr>
        <p:blipFill>
          <a:blip r:embed="rId3"/>
          <a:stretch/>
        </p:blipFill>
        <p:spPr>
          <a:xfrm>
            <a:off x="4495680" y="1905120"/>
            <a:ext cx="4343400" cy="1376280"/>
          </a:xfrm>
          <a:prstGeom prst="rect">
            <a:avLst/>
          </a:prstGeom>
          <a:ln w="0">
            <a:noFill/>
          </a:ln>
        </p:spPr>
      </p:pic>
      <p:sp>
        <p:nvSpPr>
          <p:cNvPr id="640" name=""/>
          <p:cNvSpPr/>
          <p:nvPr/>
        </p:nvSpPr>
        <p:spPr>
          <a:xfrm>
            <a:off x="6172200" y="2286000"/>
            <a:ext cx="2209680" cy="738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What’s with the frown?</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 reason to be looking so mad.</a:t>
            </a:r>
            <a:endParaRPr b="0" lang="en-US" sz="1200" spc="-1" strike="noStrike">
              <a:solidFill>
                <a:srgbClr val="000000"/>
              </a:solidFill>
              <a:latin typeface="Arial"/>
            </a:endParaRPr>
          </a:p>
        </p:txBody>
      </p:sp>
      <p:sp>
        <p:nvSpPr>
          <p:cNvPr id="641" name=""/>
          <p:cNvSpPr/>
          <p:nvPr/>
        </p:nvSpPr>
        <p:spPr>
          <a:xfrm>
            <a:off x="4114800" y="1066680"/>
            <a:ext cx="175248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if you’d have my job, you’d probably be “frowning” too.</a:t>
            </a:r>
            <a:endParaRPr b="0" lang="en-US" sz="1200" spc="-1" strike="noStrike">
              <a:solidFill>
                <a:srgbClr val="000000"/>
              </a:solidFill>
              <a:latin typeface="Arial"/>
            </a:endParaRPr>
          </a:p>
        </p:txBody>
      </p:sp>
      <p:pic>
        <p:nvPicPr>
          <p:cNvPr id="642" name="" descr=""/>
          <p:cNvPicPr/>
          <p:nvPr/>
        </p:nvPicPr>
        <p:blipFill>
          <a:blip r:embed="rId4"/>
          <a:stretch/>
        </p:blipFill>
        <p:spPr>
          <a:xfrm>
            <a:off x="4495680" y="1905120"/>
            <a:ext cx="4343400" cy="1396800"/>
          </a:xfrm>
          <a:prstGeom prst="rect">
            <a:avLst/>
          </a:prstGeom>
          <a:ln w="0">
            <a:noFill/>
          </a:ln>
        </p:spPr>
      </p:pic>
      <p:sp>
        <p:nvSpPr>
          <p:cNvPr id="643" name=""/>
          <p:cNvSpPr/>
          <p:nvPr/>
        </p:nvSpPr>
        <p:spPr>
          <a:xfrm>
            <a:off x="6324480" y="2362320"/>
            <a:ext cx="22100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Probably…</a:t>
            </a:r>
            <a:endParaRPr b="0" lang="en-US" sz="1200" spc="-1" strike="noStrike">
              <a:solidFill>
                <a:srgbClr val="000000"/>
              </a:solidFill>
              <a:latin typeface="Arial"/>
            </a:endParaRPr>
          </a:p>
        </p:txBody>
      </p:sp>
      <p:sp>
        <p:nvSpPr>
          <p:cNvPr id="644" name=""/>
          <p:cNvSpPr/>
          <p:nvPr/>
        </p:nvSpPr>
        <p:spPr>
          <a:xfrm>
            <a:off x="2133720" y="-609480"/>
            <a:ext cx="2743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Info lady 2</a:t>
            </a:r>
            <a:endParaRPr b="0" lang="en-US" sz="1200" spc="-1" strike="noStrike">
              <a:solidFill>
                <a:srgbClr val="000000"/>
              </a:solidFill>
              <a:latin typeface="Arial"/>
            </a:endParaRPr>
          </a:p>
        </p:txBody>
      </p:sp>
    </p:spTree>
  </p:cSld>
  <p:timing>
    <p:tnLst>
      <p:par>
        <p:cTn id="1825" dur="indefinite" restart="never" nodeType="tmRoot">
          <p:childTnLst>
            <p:seq>
              <p:cTn id="1826" dur="indefinite" nodeType="mainSeq">
                <p:childTnLst>
                  <p:par>
                    <p:cTn id="1827" fill="hold">
                      <p:stCondLst>
                        <p:cond delay="0"/>
                      </p:stCondLst>
                      <p:childTnLst>
                        <p:par>
                          <p:cTn id="1828" fill="hold">
                            <p:stCondLst>
                              <p:cond delay="0"/>
                            </p:stCondLst>
                            <p:childTnLst>
                              <p:par>
                                <p:cTn id="1829" nodeType="afterEffect" fill="hold" presetClass="entr" presetID="9">
                                  <p:stCondLst>
                                    <p:cond delay="0"/>
                                  </p:stCondLst>
                                  <p:childTnLst>
                                    <p:set>
                                      <p:cBhvr>
                                        <p:cTn id="1830" dur="1" fill="hold">
                                          <p:stCondLst>
                                            <p:cond delay="0"/>
                                          </p:stCondLst>
                                        </p:cTn>
                                        <p:tgtEl>
                                          <p:spTgt spid="637"/>
                                        </p:tgtEl>
                                        <p:attrNameLst>
                                          <p:attrName>style.visibility</p:attrName>
                                        </p:attrNameLst>
                                      </p:cBhvr>
                                      <p:to>
                                        <p:strVal val="visible"/>
                                      </p:to>
                                    </p:set>
                                    <p:animEffect filter="dissolve" transition="in">
                                      <p:cBhvr additive="repl">
                                        <p:cTn id="1831" dur="500"/>
                                        <p:tgtEl>
                                          <p:spTgt spid="637"/>
                                        </p:tgtEl>
                                      </p:cBhvr>
                                    </p:animEffect>
                                  </p:childTnLst>
                                </p:cTn>
                              </p:par>
                            </p:childTnLst>
                          </p:cTn>
                        </p:par>
                        <p:par>
                          <p:cTn id="1832" fill="hold">
                            <p:stCondLst>
                              <p:cond delay="500"/>
                            </p:stCondLst>
                            <p:childTnLst>
                              <p:par>
                                <p:cTn id="1833" nodeType="afterEffect" fill="hold" presetClass="entr" presetID="27">
                                  <p:stCondLst>
                                    <p:cond delay="0"/>
                                  </p:stCondLst>
                                  <p:iterate type="lt">
                                    <p:tmAbs val="40"/>
                                  </p:iterate>
                                  <p:childTnLst>
                                    <p:set>
                                      <p:cBhvr>
                                        <p:cTn id="1834" dur="1" fill="hold">
                                          <p:stCondLst>
                                            <p:cond delay="0"/>
                                          </p:stCondLst>
                                        </p:cTn>
                                        <p:tgtEl>
                                          <p:spTgt spid="638"/>
                                        </p:tgtEl>
                                        <p:attrNameLst>
                                          <p:attrName>style.visibility</p:attrName>
                                        </p:attrNameLst>
                                      </p:cBhvr>
                                      <p:to>
                                        <p:strVal val="visible"/>
                                      </p:to>
                                    </p:set>
                                    <p:anim calcmode="discrete" valueType="clr">
                                      <p:cBhvr additive="repl">
                                        <p:cTn id="1835" dur="80"/>
                                        <p:tgtEl>
                                          <p:spTgt spid="638"/>
                                        </p:tgtEl>
                                        <p:attrNameLst>
                                          <p:attrName>style.color</p:attrName>
                                        </p:attrNameLst>
                                      </p:cBhvr>
                                      <p:tavLst>
                                        <p:tav tm="0">
                                          <p:val>
                                            <p:strVal val="rgb(-103,51,51)"/>
                                          </p:val>
                                        </p:tav>
                                        <p:tav tm="50000">
                                          <p:val>
                                            <p:strVal val="rgb(-103,-103,0)"/>
                                          </p:val>
                                        </p:tav>
                                      </p:tavLst>
                                    </p:anim>
                                    <p:anim calcmode="discrete" valueType="clr">
                                      <p:cBhvr additive="repl">
                                        <p:cTn id="1836" dur="80"/>
                                        <p:tgtEl>
                                          <p:spTgt spid="638"/>
                                        </p:tgtEl>
                                        <p:attrNameLst>
                                          <p:attrName>fillcolor</p:attrName>
                                        </p:attrNameLst>
                                      </p:cBhvr>
                                      <p:tavLst>
                                        <p:tav tm="0">
                                          <p:val>
                                            <p:strVal val="rgb(-103,51,51)"/>
                                          </p:val>
                                        </p:tav>
                                        <p:tav tm="50000">
                                          <p:val>
                                            <p:strVal val="rgb(-103,-103,0)"/>
                                          </p:val>
                                        </p:tav>
                                      </p:tavLst>
                                    </p:anim>
                                    <p:set>
                                      <p:cBhvr>
                                        <p:cTn id="1837" dur="80"/>
                                        <p:tgtEl>
                                          <p:spTgt spid="638"/>
                                        </p:tgtEl>
                                        <p:attrNameLst>
                                          <p:attrName>fill.type</p:attrName>
                                        </p:attrNameLst>
                                      </p:cBhvr>
                                      <p:to>
                                        <p:strVal val="solid"/>
                                      </p:to>
                                    </p:set>
                                  </p:childTnLst>
                                </p:cTn>
                              </p:par>
                            </p:childTnLst>
                          </p:cTn>
                        </p:par>
                        <p:par>
                          <p:cTn id="1838" fill="hold">
                            <p:stCondLst>
                              <p:cond delay="900"/>
                            </p:stCondLst>
                            <p:childTnLst>
                              <p:par>
                                <p:cTn id="1839" nodeType="afterEffect" fill="hold" presetClass="entr" presetID="9">
                                  <p:stCondLst>
                                    <p:cond delay="1000"/>
                                  </p:stCondLst>
                                  <p:childTnLst>
                                    <p:set>
                                      <p:cBhvr>
                                        <p:cTn id="1840" dur="1" fill="hold">
                                          <p:stCondLst>
                                            <p:cond delay="0"/>
                                          </p:stCondLst>
                                        </p:cTn>
                                        <p:tgtEl>
                                          <p:spTgt spid="639"/>
                                        </p:tgtEl>
                                        <p:attrNameLst>
                                          <p:attrName>style.visibility</p:attrName>
                                        </p:attrNameLst>
                                      </p:cBhvr>
                                      <p:to>
                                        <p:strVal val="visible"/>
                                      </p:to>
                                    </p:set>
                                    <p:animEffect filter="dissolve" transition="in">
                                      <p:cBhvr additive="repl">
                                        <p:cTn id="1841" dur="500"/>
                                        <p:tgtEl>
                                          <p:spTgt spid="639"/>
                                        </p:tgtEl>
                                      </p:cBhvr>
                                    </p:animEffect>
                                  </p:childTnLst>
                                </p:cTn>
                              </p:par>
                            </p:childTnLst>
                          </p:cTn>
                        </p:par>
                        <p:par>
                          <p:cTn id="1842" fill="hold">
                            <p:stCondLst>
                              <p:cond delay="2400"/>
                            </p:stCondLst>
                            <p:childTnLst>
                              <p:par>
                                <p:cTn id="1843" nodeType="afterEffect" fill="hold" presetClass="entr" presetID="27">
                                  <p:stCondLst>
                                    <p:cond delay="0"/>
                                  </p:stCondLst>
                                  <p:iterate type="lt">
                                    <p:tmAbs val="40"/>
                                  </p:iterate>
                                  <p:childTnLst>
                                    <p:set>
                                      <p:cBhvr>
                                        <p:cTn id="1844" dur="1" fill="hold">
                                          <p:stCondLst>
                                            <p:cond delay="0"/>
                                          </p:stCondLst>
                                        </p:cTn>
                                        <p:tgtEl>
                                          <p:spTgt spid="640"/>
                                        </p:tgtEl>
                                        <p:attrNameLst>
                                          <p:attrName>style.visibility</p:attrName>
                                        </p:attrNameLst>
                                      </p:cBhvr>
                                      <p:to>
                                        <p:strVal val="visible"/>
                                      </p:to>
                                    </p:set>
                                    <p:anim calcmode="discrete" valueType="clr">
                                      <p:cBhvr additive="repl">
                                        <p:cTn id="1845" dur="80"/>
                                        <p:tgtEl>
                                          <p:spTgt spid="640"/>
                                        </p:tgtEl>
                                        <p:attrNameLst>
                                          <p:attrName>style.color</p:attrName>
                                        </p:attrNameLst>
                                      </p:cBhvr>
                                      <p:tavLst>
                                        <p:tav tm="0">
                                          <p:val>
                                            <p:strVal val="rgb(-103,51,51)"/>
                                          </p:val>
                                        </p:tav>
                                        <p:tav tm="50000">
                                          <p:val>
                                            <p:strVal val="rgb(-103,-103,0)"/>
                                          </p:val>
                                        </p:tav>
                                      </p:tavLst>
                                    </p:anim>
                                    <p:anim calcmode="discrete" valueType="clr">
                                      <p:cBhvr additive="repl">
                                        <p:cTn id="1846" dur="80"/>
                                        <p:tgtEl>
                                          <p:spTgt spid="640"/>
                                        </p:tgtEl>
                                        <p:attrNameLst>
                                          <p:attrName>fillcolor</p:attrName>
                                        </p:attrNameLst>
                                      </p:cBhvr>
                                      <p:tavLst>
                                        <p:tav tm="0">
                                          <p:val>
                                            <p:strVal val="rgb(-103,51,51)"/>
                                          </p:val>
                                        </p:tav>
                                        <p:tav tm="50000">
                                          <p:val>
                                            <p:strVal val="rgb(-103,-103,0)"/>
                                          </p:val>
                                        </p:tav>
                                      </p:tavLst>
                                    </p:anim>
                                    <p:set>
                                      <p:cBhvr>
                                        <p:cTn id="1847" dur="80"/>
                                        <p:tgtEl>
                                          <p:spTgt spid="640"/>
                                        </p:tgtEl>
                                        <p:attrNameLst>
                                          <p:attrName>fill.type</p:attrName>
                                        </p:attrNameLst>
                                      </p:cBhvr>
                                      <p:to>
                                        <p:strVal val="solid"/>
                                      </p:to>
                                    </p:set>
                                  </p:childTnLst>
                                </p:cTn>
                              </p:par>
                            </p:childTnLst>
                          </p:cTn>
                        </p:par>
                        <p:par>
                          <p:cTn id="1848" fill="hold">
                            <p:stCondLst>
                              <p:cond delay="4200"/>
                            </p:stCondLst>
                            <p:childTnLst>
                              <p:par>
                                <p:cTn id="1849" nodeType="afterEffect" fill="hold" presetClass="exit" presetID="9">
                                  <p:stCondLst>
                                    <p:cond delay="1500"/>
                                  </p:stCondLst>
                                  <p:childTnLst>
                                    <p:animEffect filter="dissolve" transition="out">
                                      <p:cBhvr additive="repl">
                                        <p:cTn id="1850" dur="500"/>
                                        <p:tgtEl>
                                          <p:spTgt spid="639"/>
                                        </p:tgtEl>
                                      </p:cBhvr>
                                    </p:animEffect>
                                    <p:set>
                                      <p:cBhvr>
                                        <p:cTn id="1851" dur="1" fill="hold">
                                          <p:stCondLst>
                                            <p:cond delay="499"/>
                                          </p:stCondLst>
                                        </p:cTn>
                                        <p:tgtEl>
                                          <p:spTgt spid="639"/>
                                        </p:tgtEl>
                                        <p:attrNameLst>
                                          <p:attrName>style.visibility</p:attrName>
                                        </p:attrNameLst>
                                      </p:cBhvr>
                                      <p:to>
                                        <p:strVal val="hidden"/>
                                      </p:to>
                                    </p:set>
                                  </p:childTnLst>
                                </p:cTn>
                              </p:par>
                              <p:par>
                                <p:cTn id="1852" nodeType="withEffect" fill="hold" presetClass="exit" presetID="9">
                                  <p:stCondLst>
                                    <p:cond delay="1500"/>
                                  </p:stCondLst>
                                  <p:iterate type="lt">
                                    <p:tmAbs val="0"/>
                                  </p:iterate>
                                  <p:childTnLst>
                                    <p:animEffect filter="dissolve" transition="out">
                                      <p:cBhvr additive="repl">
                                        <p:cTn id="1853" dur="500"/>
                                        <p:tgtEl>
                                          <p:spTgt spid="640"/>
                                        </p:tgtEl>
                                      </p:cBhvr>
                                    </p:animEffect>
                                    <p:set>
                                      <p:cBhvr>
                                        <p:cTn id="1854" dur="1" fill="hold">
                                          <p:stCondLst>
                                            <p:cond delay="499"/>
                                          </p:stCondLst>
                                        </p:cTn>
                                        <p:tgtEl>
                                          <p:spTgt spid="640"/>
                                        </p:tgtEl>
                                        <p:attrNameLst>
                                          <p:attrName>style.visibility</p:attrName>
                                        </p:attrNameLst>
                                      </p:cBhvr>
                                      <p:to>
                                        <p:strVal val="hidden"/>
                                      </p:to>
                                    </p:set>
                                  </p:childTnLst>
                                </p:cTn>
                              </p:par>
                            </p:childTnLst>
                          </p:cTn>
                        </p:par>
                        <p:par>
                          <p:cTn id="1855" fill="hold">
                            <p:stCondLst>
                              <p:cond delay="6200"/>
                            </p:stCondLst>
                            <p:childTnLst>
                              <p:par>
                                <p:cTn id="1856" nodeType="afterEffect" fill="hold" presetClass="entr" presetID="27">
                                  <p:stCondLst>
                                    <p:cond delay="0"/>
                                  </p:stCondLst>
                                  <p:iterate type="lt">
                                    <p:tmAbs val="40"/>
                                  </p:iterate>
                                  <p:childTnLst>
                                    <p:set>
                                      <p:cBhvr>
                                        <p:cTn id="1857" dur="1" fill="hold">
                                          <p:stCondLst>
                                            <p:cond delay="0"/>
                                          </p:stCondLst>
                                        </p:cTn>
                                        <p:tgtEl>
                                          <p:spTgt spid="641"/>
                                        </p:tgtEl>
                                        <p:attrNameLst>
                                          <p:attrName>style.visibility</p:attrName>
                                        </p:attrNameLst>
                                      </p:cBhvr>
                                      <p:to>
                                        <p:strVal val="visible"/>
                                      </p:to>
                                    </p:set>
                                    <p:anim calcmode="discrete" valueType="clr">
                                      <p:cBhvr additive="repl">
                                        <p:cTn id="1858" dur="80"/>
                                        <p:tgtEl>
                                          <p:spTgt spid="641"/>
                                        </p:tgtEl>
                                        <p:attrNameLst>
                                          <p:attrName>style.color</p:attrName>
                                        </p:attrNameLst>
                                      </p:cBhvr>
                                      <p:tavLst>
                                        <p:tav tm="0">
                                          <p:val>
                                            <p:strVal val="rgb(-103,51,51)"/>
                                          </p:val>
                                        </p:tav>
                                        <p:tav tm="50000">
                                          <p:val>
                                            <p:strVal val="rgb(-103,-103,0)"/>
                                          </p:val>
                                        </p:tav>
                                      </p:tavLst>
                                    </p:anim>
                                    <p:anim calcmode="discrete" valueType="clr">
                                      <p:cBhvr additive="repl">
                                        <p:cTn id="1859" dur="80"/>
                                        <p:tgtEl>
                                          <p:spTgt spid="641"/>
                                        </p:tgtEl>
                                        <p:attrNameLst>
                                          <p:attrName>fillcolor</p:attrName>
                                        </p:attrNameLst>
                                      </p:cBhvr>
                                      <p:tavLst>
                                        <p:tav tm="0">
                                          <p:val>
                                            <p:strVal val="rgb(-103,51,51)"/>
                                          </p:val>
                                        </p:tav>
                                        <p:tav tm="50000">
                                          <p:val>
                                            <p:strVal val="rgb(-103,-103,0)"/>
                                          </p:val>
                                        </p:tav>
                                      </p:tavLst>
                                    </p:anim>
                                    <p:set>
                                      <p:cBhvr>
                                        <p:cTn id="1860" dur="80"/>
                                        <p:tgtEl>
                                          <p:spTgt spid="641"/>
                                        </p:tgtEl>
                                        <p:attrNameLst>
                                          <p:attrName>fill.type</p:attrName>
                                        </p:attrNameLst>
                                      </p:cBhvr>
                                      <p:to>
                                        <p:strVal val="solid"/>
                                      </p:to>
                                    </p:set>
                                  </p:childTnLst>
                                </p:cTn>
                              </p:par>
                            </p:childTnLst>
                          </p:cTn>
                        </p:par>
                        <p:par>
                          <p:cTn id="1861" fill="hold">
                            <p:stCondLst>
                              <p:cond delay="8280"/>
                            </p:stCondLst>
                            <p:childTnLst>
                              <p:par>
                                <p:cTn id="1862" nodeType="afterEffect" fill="hold" presetClass="entr" presetID="9">
                                  <p:stCondLst>
                                    <p:cond delay="1000"/>
                                  </p:stCondLst>
                                  <p:childTnLst>
                                    <p:set>
                                      <p:cBhvr>
                                        <p:cTn id="1863" dur="1" fill="hold">
                                          <p:stCondLst>
                                            <p:cond delay="0"/>
                                          </p:stCondLst>
                                        </p:cTn>
                                        <p:tgtEl>
                                          <p:spTgt spid="642"/>
                                        </p:tgtEl>
                                        <p:attrNameLst>
                                          <p:attrName>style.visibility</p:attrName>
                                        </p:attrNameLst>
                                      </p:cBhvr>
                                      <p:to>
                                        <p:strVal val="visible"/>
                                      </p:to>
                                    </p:set>
                                    <p:animEffect filter="dissolve" transition="in">
                                      <p:cBhvr additive="repl">
                                        <p:cTn id="1864" dur="500"/>
                                        <p:tgtEl>
                                          <p:spTgt spid="642"/>
                                        </p:tgtEl>
                                      </p:cBhvr>
                                    </p:animEffect>
                                  </p:childTnLst>
                                </p:cTn>
                              </p:par>
                            </p:childTnLst>
                          </p:cTn>
                        </p:par>
                        <p:par>
                          <p:cTn id="1865" fill="hold">
                            <p:stCondLst>
                              <p:cond delay="9780"/>
                            </p:stCondLst>
                            <p:childTnLst>
                              <p:par>
                                <p:cTn id="1866" nodeType="afterEffect" fill="hold" presetClass="entr" presetID="27">
                                  <p:stCondLst>
                                    <p:cond delay="0"/>
                                  </p:stCondLst>
                                  <p:iterate type="lt">
                                    <p:tmAbs val="40"/>
                                  </p:iterate>
                                  <p:childTnLst>
                                    <p:set>
                                      <p:cBhvr>
                                        <p:cTn id="1867" dur="1" fill="hold">
                                          <p:stCondLst>
                                            <p:cond delay="0"/>
                                          </p:stCondLst>
                                        </p:cTn>
                                        <p:tgtEl>
                                          <p:spTgt spid="643"/>
                                        </p:tgtEl>
                                        <p:attrNameLst>
                                          <p:attrName>style.visibility</p:attrName>
                                        </p:attrNameLst>
                                      </p:cBhvr>
                                      <p:to>
                                        <p:strVal val="visible"/>
                                      </p:to>
                                    </p:set>
                                    <p:anim calcmode="discrete" valueType="clr">
                                      <p:cBhvr additive="repl">
                                        <p:cTn id="1868" dur="80"/>
                                        <p:tgtEl>
                                          <p:spTgt spid="643"/>
                                        </p:tgtEl>
                                        <p:attrNameLst>
                                          <p:attrName>style.color</p:attrName>
                                        </p:attrNameLst>
                                      </p:cBhvr>
                                      <p:tavLst>
                                        <p:tav tm="0">
                                          <p:val>
                                            <p:strVal val="rgb(-103,51,51)"/>
                                          </p:val>
                                        </p:tav>
                                        <p:tav tm="50000">
                                          <p:val>
                                            <p:strVal val="rgb(-103,-103,0)"/>
                                          </p:val>
                                        </p:tav>
                                      </p:tavLst>
                                    </p:anim>
                                    <p:anim calcmode="discrete" valueType="clr">
                                      <p:cBhvr additive="repl">
                                        <p:cTn id="1869" dur="80"/>
                                        <p:tgtEl>
                                          <p:spTgt spid="643"/>
                                        </p:tgtEl>
                                        <p:attrNameLst>
                                          <p:attrName>fillcolor</p:attrName>
                                        </p:attrNameLst>
                                      </p:cBhvr>
                                      <p:tavLst>
                                        <p:tav tm="0">
                                          <p:val>
                                            <p:strVal val="rgb(-103,51,51)"/>
                                          </p:val>
                                        </p:tav>
                                        <p:tav tm="50000">
                                          <p:val>
                                            <p:strVal val="rgb(-103,-103,0)"/>
                                          </p:val>
                                        </p:tav>
                                      </p:tavLst>
                                    </p:anim>
                                    <p:set>
                                      <p:cBhvr>
                                        <p:cTn id="1870" dur="80"/>
                                        <p:tgtEl>
                                          <p:spTgt spid="643"/>
                                        </p:tgtEl>
                                        <p:attrNameLst>
                                          <p:attrName>fill.type</p:attrName>
                                        </p:attrNameLst>
                                      </p:cBhvr>
                                      <p:to>
                                        <p:strVal val="solid"/>
                                      </p:to>
                                    </p:set>
                                  </p:childTnLst>
                                </p:cTn>
                              </p:par>
                            </p:childTnLst>
                          </p:cTn>
                        </p:par>
                        <p:par>
                          <p:cTn id="1871" fill="hold">
                            <p:stCondLst>
                              <p:cond delay="10180"/>
                            </p:stCondLst>
                            <p:childTnLst>
                              <p:par>
                                <p:cTn id="1872" nodeType="afterEffect" fill="hold" presetClass="exit" presetID="9">
                                  <p:stCondLst>
                                    <p:cond delay="1000"/>
                                  </p:stCondLst>
                                  <p:childTnLst>
                                    <p:animEffect filter="dissolve" transition="out">
                                      <p:cBhvr additive="repl">
                                        <p:cTn id="1873" dur="500"/>
                                        <p:tgtEl>
                                          <p:spTgt spid="642"/>
                                        </p:tgtEl>
                                      </p:cBhvr>
                                    </p:animEffect>
                                    <p:set>
                                      <p:cBhvr>
                                        <p:cTn id="1874" dur="1" fill="hold">
                                          <p:stCondLst>
                                            <p:cond delay="499"/>
                                          </p:stCondLst>
                                        </p:cTn>
                                        <p:tgtEl>
                                          <p:spTgt spid="642"/>
                                        </p:tgtEl>
                                        <p:attrNameLst>
                                          <p:attrName>style.visibility</p:attrName>
                                        </p:attrNameLst>
                                      </p:cBhvr>
                                      <p:to>
                                        <p:strVal val="hidden"/>
                                      </p:to>
                                    </p:set>
                                  </p:childTnLst>
                                </p:cTn>
                              </p:par>
                              <p:par>
                                <p:cTn id="1875" nodeType="withEffect" fill="hold" presetClass="exit" presetID="9">
                                  <p:stCondLst>
                                    <p:cond delay="1000"/>
                                  </p:stCondLst>
                                  <p:iterate type="lt">
                                    <p:tmAbs val="0"/>
                                  </p:iterate>
                                  <p:childTnLst>
                                    <p:animEffect filter="dissolve" transition="out">
                                      <p:cBhvr additive="repl">
                                        <p:cTn id="1876" dur="500"/>
                                        <p:tgtEl>
                                          <p:spTgt spid="643"/>
                                        </p:tgtEl>
                                      </p:cBhvr>
                                    </p:animEffect>
                                    <p:set>
                                      <p:cBhvr>
                                        <p:cTn id="1877" dur="1" fill="hold">
                                          <p:stCondLst>
                                            <p:cond delay="499"/>
                                          </p:stCondLst>
                                        </p:cTn>
                                        <p:tgtEl>
                                          <p:spTgt spid="643"/>
                                        </p:tgtEl>
                                        <p:attrNameLst>
                                          <p:attrName>style.visibility</p:attrName>
                                        </p:attrNameLst>
                                      </p:cBhvr>
                                      <p:to>
                                        <p:strVal val="hidden"/>
                                      </p:to>
                                    </p:set>
                                  </p:childTnLst>
                                </p:cTn>
                              </p:par>
                              <p:par>
                                <p:cTn id="1878" nodeType="withEffect" fill="hold" presetClass="exit" presetID="9">
                                  <p:stCondLst>
                                    <p:cond delay="1000"/>
                                  </p:stCondLst>
                                  <p:childTnLst>
                                    <p:animEffect filter="dissolve" transition="out">
                                      <p:cBhvr additive="repl">
                                        <p:cTn id="1879" dur="500"/>
                                        <p:tgtEl>
                                          <p:spTgt spid="637"/>
                                        </p:tgtEl>
                                      </p:cBhvr>
                                    </p:animEffect>
                                    <p:set>
                                      <p:cBhvr>
                                        <p:cTn id="1880" dur="1" fill="hold">
                                          <p:stCondLst>
                                            <p:cond delay="499"/>
                                          </p:stCondLst>
                                        </p:cTn>
                                        <p:tgtEl>
                                          <p:spTgt spid="637"/>
                                        </p:tgtEl>
                                        <p:attrNameLst>
                                          <p:attrName>style.visibility</p:attrName>
                                        </p:attrNameLst>
                                      </p:cBhvr>
                                      <p:to>
                                        <p:strVal val="hidden"/>
                                      </p:to>
                                    </p:set>
                                  </p:childTnLst>
                                </p:cTn>
                              </p:par>
                              <p:par>
                                <p:cTn id="1881" nodeType="withEffect" fill="hold" presetClass="exit" presetID="9">
                                  <p:stCondLst>
                                    <p:cond delay="1000"/>
                                  </p:stCondLst>
                                  <p:iterate type="lt">
                                    <p:tmAbs val="0"/>
                                  </p:iterate>
                                  <p:childTnLst>
                                    <p:animEffect filter="dissolve" transition="out">
                                      <p:cBhvr additive="repl">
                                        <p:cTn id="1882" dur="500"/>
                                        <p:tgtEl>
                                          <p:spTgt spid="641"/>
                                        </p:tgtEl>
                                      </p:cBhvr>
                                    </p:animEffect>
                                    <p:set>
                                      <p:cBhvr>
                                        <p:cTn id="1883" dur="1" fill="hold">
                                          <p:stCondLst>
                                            <p:cond delay="499"/>
                                          </p:stCondLst>
                                        </p:cTn>
                                        <p:tgtEl>
                                          <p:spTgt spid="64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45" name="" descr=""/>
          <p:cNvPicPr/>
          <p:nvPr/>
        </p:nvPicPr>
        <p:blipFill>
          <a:blip r:embed="rId1"/>
          <a:stretch/>
        </p:blipFill>
        <p:spPr>
          <a:xfrm>
            <a:off x="0" y="0"/>
            <a:ext cx="9144000" cy="6858000"/>
          </a:xfrm>
          <a:prstGeom prst="rect">
            <a:avLst/>
          </a:prstGeom>
          <a:ln w="0">
            <a:noFill/>
          </a:ln>
        </p:spPr>
      </p:pic>
      <p:pic>
        <p:nvPicPr>
          <p:cNvPr id="646" name="" descr=""/>
          <p:cNvPicPr/>
          <p:nvPr/>
        </p:nvPicPr>
        <p:blipFill>
          <a:blip r:embed="rId2"/>
          <a:stretch/>
        </p:blipFill>
        <p:spPr>
          <a:xfrm>
            <a:off x="4952880" y="304920"/>
            <a:ext cx="1925640" cy="3047760"/>
          </a:xfrm>
          <a:prstGeom prst="rect">
            <a:avLst/>
          </a:prstGeom>
          <a:ln w="0">
            <a:noFill/>
          </a:ln>
        </p:spPr>
      </p:pic>
      <p:sp>
        <p:nvSpPr>
          <p:cNvPr id="647" name=""/>
          <p:cNvSpPr/>
          <p:nvPr/>
        </p:nvSpPr>
        <p:spPr>
          <a:xfrm>
            <a:off x="5105520" y="609480"/>
            <a:ext cx="14475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t>
            </a:r>
            <a:r>
              <a:rPr b="1" lang="en-US" sz="1200" spc="-1" strike="noStrike">
                <a:solidFill>
                  <a:srgbClr val="000000"/>
                </a:solidFill>
                <a:latin typeface="Arial"/>
              </a:rPr>
              <a:t>Research…”</a:t>
            </a:r>
            <a:endParaRPr b="0" lang="en-US" sz="1200" spc="-1" strike="noStrike">
              <a:solidFill>
                <a:srgbClr val="000000"/>
              </a:solidFill>
              <a:latin typeface="Arial"/>
            </a:endParaRPr>
          </a:p>
        </p:txBody>
      </p:sp>
      <p:sp>
        <p:nvSpPr>
          <p:cNvPr id="648" name=""/>
          <p:cNvSpPr/>
          <p:nvPr/>
        </p:nvSpPr>
        <p:spPr>
          <a:xfrm>
            <a:off x="5105520" y="9144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3" action="ppaction://hlinksldjump"/>
              </a:rPr>
              <a:t>-“Current News”</a:t>
            </a:r>
            <a:endParaRPr b="0" lang="en-US" sz="1200" spc="-1" strike="noStrike">
              <a:solidFill>
                <a:srgbClr val="000000"/>
              </a:solidFill>
              <a:latin typeface="Arial"/>
            </a:endParaRPr>
          </a:p>
        </p:txBody>
      </p:sp>
      <p:sp>
        <p:nvSpPr>
          <p:cNvPr id="649" name=""/>
          <p:cNvSpPr/>
          <p:nvPr/>
        </p:nvSpPr>
        <p:spPr>
          <a:xfrm>
            <a:off x="5105520" y="129528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4" action="ppaction://hlinksldjump"/>
              </a:rPr>
              <a:t>-“This warp gate”</a:t>
            </a:r>
            <a:endParaRPr b="0" lang="en-US" sz="1200" spc="-1" strike="noStrike">
              <a:solidFill>
                <a:srgbClr val="000000"/>
              </a:solidFill>
              <a:latin typeface="Arial"/>
            </a:endParaRPr>
          </a:p>
        </p:txBody>
      </p:sp>
      <p:sp>
        <p:nvSpPr>
          <p:cNvPr id="650" name=""/>
          <p:cNvSpPr/>
          <p:nvPr/>
        </p:nvSpPr>
        <p:spPr>
          <a:xfrm>
            <a:off x="5105520" y="167652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5" action="ppaction://hlinksldjump"/>
              </a:rPr>
              <a:t>-“Your Ship</a:t>
            </a:r>
            <a:r>
              <a:rPr b="0" lang="en-US" sz="1200" spc="-1" strike="noStrike" u="sng">
                <a:solidFill>
                  <a:srgbClr val="009999"/>
                </a:solidFill>
                <a:uFillTx/>
                <a:latin typeface="Arial"/>
                <a:hlinkClick r:id="rId6" action="ppaction://hlinksldjump"/>
              </a:rPr>
              <a:t> </a:t>
            </a:r>
            <a:r>
              <a:rPr b="0" lang="en-US" sz="1200" spc="-1" strike="noStrike" u="sng">
                <a:solidFill>
                  <a:srgbClr val="009999"/>
                </a:solidFill>
                <a:uFillTx/>
                <a:latin typeface="Arial"/>
                <a:hlinkClick r:id="rId7" action="ppaction://hlinksldjump"/>
              </a:rPr>
              <a:t>model”</a:t>
            </a:r>
            <a:endParaRPr b="0" lang="en-US" sz="1200" spc="-1" strike="noStrike">
              <a:solidFill>
                <a:srgbClr val="000000"/>
              </a:solidFill>
              <a:latin typeface="Arial"/>
            </a:endParaRPr>
          </a:p>
        </p:txBody>
      </p:sp>
      <p:sp>
        <p:nvSpPr>
          <p:cNvPr id="651" name="">
            <a:hlinkClick r:id="rId8" action="ppaction://hlinksldjump"/>
          </p:cNvPr>
          <p:cNvSpPr/>
          <p:nvPr/>
        </p:nvSpPr>
        <p:spPr>
          <a:xfrm>
            <a:off x="5257800" y="259092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
        <p:nvSpPr>
          <p:cNvPr id="652" name=""/>
          <p:cNvSpPr/>
          <p:nvPr/>
        </p:nvSpPr>
        <p:spPr>
          <a:xfrm>
            <a:off x="5105520" y="2057400"/>
            <a:ext cx="17524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9" action="ppaction://hlinksldjump"/>
              </a:rPr>
              <a:t>-”How Ya doin’ baby?”</a:t>
            </a:r>
            <a:endParaRPr b="0" lang="en-US" sz="1200" spc="-1" strike="noStrike">
              <a:solidFill>
                <a:srgbClr val="000000"/>
              </a:solidFill>
              <a:latin typeface="Arial"/>
            </a:endParaRPr>
          </a:p>
        </p:txBody>
      </p:sp>
      <p:sp>
        <p:nvSpPr>
          <p:cNvPr id="653" name=""/>
          <p:cNvSpPr/>
          <p:nvPr/>
        </p:nvSpPr>
        <p:spPr>
          <a:xfrm>
            <a:off x="2895480" y="914400"/>
            <a:ext cx="121932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Stop staring at me…</a:t>
            </a:r>
            <a:endParaRPr b="0" lang="en-US" sz="1200" spc="-1" strike="noStrike">
              <a:solidFill>
                <a:srgbClr val="000000"/>
              </a:solidFill>
              <a:latin typeface="Arial"/>
            </a:endParaRPr>
          </a:p>
        </p:txBody>
      </p:sp>
    </p:spTree>
  </p:cSld>
  <p:timing>
    <p:tnLst>
      <p:par>
        <p:cTn id="1884" dur="indefinite" restart="never" nodeType="tmRoot">
          <p:childTnLst>
            <p:seq>
              <p:cTn id="1885" dur="indefinite" nodeType="mainSeq">
                <p:childTnLst>
                  <p:par>
                    <p:cTn id="1886" fill="hold">
                      <p:stCondLst>
                        <p:cond delay="0"/>
                      </p:stCondLst>
                      <p:childTnLst>
                        <p:par>
                          <p:cTn id="1887" fill="hold">
                            <p:stCondLst>
                              <p:cond delay="0"/>
                            </p:stCondLst>
                            <p:childTnLst>
                              <p:par>
                                <p:cTn id="1888" nodeType="afterEffect" fill="hold" presetClass="entr" presetID="27">
                                  <p:stCondLst>
                                    <p:cond delay="9000"/>
                                  </p:stCondLst>
                                  <p:iterate type="lt">
                                    <p:tmAbs val="40"/>
                                  </p:iterate>
                                  <p:childTnLst>
                                    <p:set>
                                      <p:cBhvr>
                                        <p:cTn id="1889" dur="1" fill="hold">
                                          <p:stCondLst>
                                            <p:cond delay="0"/>
                                          </p:stCondLst>
                                        </p:cTn>
                                        <p:tgtEl>
                                          <p:spTgt spid="653"/>
                                        </p:tgtEl>
                                        <p:attrNameLst>
                                          <p:attrName>style.visibility</p:attrName>
                                        </p:attrNameLst>
                                      </p:cBhvr>
                                      <p:to>
                                        <p:strVal val="visible"/>
                                      </p:to>
                                    </p:set>
                                    <p:anim calcmode="discrete" valueType="clr">
                                      <p:cBhvr additive="repl">
                                        <p:cTn id="1890" dur="80"/>
                                        <p:tgtEl>
                                          <p:spTgt spid="653"/>
                                        </p:tgtEl>
                                        <p:attrNameLst>
                                          <p:attrName>style.color</p:attrName>
                                        </p:attrNameLst>
                                      </p:cBhvr>
                                      <p:tavLst>
                                        <p:tav tm="0">
                                          <p:val>
                                            <p:strVal val="rgb(-103,51,51)"/>
                                          </p:val>
                                        </p:tav>
                                        <p:tav tm="50000">
                                          <p:val>
                                            <p:strVal val="rgb(-103,-103,0)"/>
                                          </p:val>
                                        </p:tav>
                                      </p:tavLst>
                                    </p:anim>
                                    <p:anim calcmode="discrete" valueType="clr">
                                      <p:cBhvr additive="repl">
                                        <p:cTn id="1891" dur="80"/>
                                        <p:tgtEl>
                                          <p:spTgt spid="653"/>
                                        </p:tgtEl>
                                        <p:attrNameLst>
                                          <p:attrName>fillcolor</p:attrName>
                                        </p:attrNameLst>
                                      </p:cBhvr>
                                      <p:tavLst>
                                        <p:tav tm="0">
                                          <p:val>
                                            <p:strVal val="rgb(-103,51,51)"/>
                                          </p:val>
                                        </p:tav>
                                        <p:tav tm="50000">
                                          <p:val>
                                            <p:strVal val="rgb(-103,-103,0)"/>
                                          </p:val>
                                        </p:tav>
                                      </p:tavLst>
                                    </p:anim>
                                    <p:set>
                                      <p:cBhvr>
                                        <p:cTn id="1892" dur="80"/>
                                        <p:tgtEl>
                                          <p:spTgt spid="653"/>
                                        </p:tgtEl>
                                        <p:attrNameLst>
                                          <p:attrName>fill.type</p:attrName>
                                        </p:attrNameLst>
                                      </p:cBhvr>
                                      <p:to>
                                        <p:strVal val="solid"/>
                                      </p:to>
                                    </p:set>
                                  </p:childTnLst>
                                </p:cTn>
                              </p:par>
                            </p:childTnLst>
                          </p:cTn>
                        </p:par>
                        <p:par>
                          <p:cTn id="1893" fill="hold">
                            <p:stCondLst>
                              <p:cond delay="9680"/>
                            </p:stCondLst>
                            <p:childTnLst>
                              <p:par>
                                <p:cTn id="1894" nodeType="afterEffect" fill="hold" presetClass="exit" presetID="27">
                                  <p:stCondLst>
                                    <p:cond delay="1500"/>
                                  </p:stCondLst>
                                  <p:iterate type="lt">
                                    <p:tmAbs val="40"/>
                                  </p:iterate>
                                  <p:childTnLst>
                                    <p:anim calcmode="discrete" valueType="clr">
                                      <p:cBhvr additive="repl">
                                        <p:cTn id="1895" dur="80"/>
                                        <p:tgtEl>
                                          <p:spTgt spid="653"/>
                                        </p:tgtEl>
                                        <p:attrNameLst>
                                          <p:attrName>style.color</p:attrName>
                                        </p:attrNameLst>
                                      </p:cBhvr>
                                      <p:tavLst>
                                        <p:tav tm="0">
                                          <p:val>
                                            <p:strVal val="rgb(-103,-103,0)"/>
                                          </p:val>
                                        </p:tav>
                                        <p:tav tm="50000">
                                          <p:val>
                                            <p:strVal val="rgb(-103,51,51)"/>
                                          </p:val>
                                        </p:tav>
                                      </p:tavLst>
                                    </p:anim>
                                    <p:anim calcmode="discrete" valueType="clr">
                                      <p:cBhvr additive="repl">
                                        <p:cTn id="1896" dur="80"/>
                                        <p:tgtEl>
                                          <p:spTgt spid="653"/>
                                        </p:tgtEl>
                                        <p:attrNameLst>
                                          <p:attrName>fillcolor</p:attrName>
                                        </p:attrNameLst>
                                      </p:cBhvr>
                                      <p:tavLst>
                                        <p:tav tm="0">
                                          <p:val>
                                            <p:strVal val="rgb(-103,-103,0)"/>
                                          </p:val>
                                        </p:tav>
                                        <p:tav tm="50000">
                                          <p:val>
                                            <p:strVal val="rgb(-103,51,51)"/>
                                          </p:val>
                                        </p:tav>
                                      </p:tavLst>
                                    </p:anim>
                                    <p:set>
                                      <p:cBhvr>
                                        <p:cTn id="1897" dur="80"/>
                                        <p:tgtEl>
                                          <p:spTgt spid="653"/>
                                        </p:tgtEl>
                                        <p:attrNameLst>
                                          <p:attrName>fill.type</p:attrName>
                                        </p:attrNameLst>
                                      </p:cBhvr>
                                      <p:to>
                                        <p:strVal val="solid"/>
                                      </p:to>
                                    </p:set>
                                    <p:set>
                                      <p:cBhvr>
                                        <p:cTn id="1898" dur="1" fill="hold">
                                          <p:stCondLst>
                                            <p:cond delay="79"/>
                                          </p:stCondLst>
                                        </p:cTn>
                                        <p:tgtEl>
                                          <p:spTgt spid="65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54" name="" descr=""/>
          <p:cNvPicPr/>
          <p:nvPr/>
        </p:nvPicPr>
        <p:blipFill>
          <a:blip r:embed="rId1"/>
          <a:stretch/>
        </p:blipFill>
        <p:spPr>
          <a:xfrm>
            <a:off x="0" y="0"/>
            <a:ext cx="9144000" cy="6858000"/>
          </a:xfrm>
          <a:prstGeom prst="rect">
            <a:avLst/>
          </a:prstGeom>
          <a:ln w="0">
            <a:noFill/>
          </a:ln>
        </p:spPr>
      </p:pic>
      <p:pic>
        <p:nvPicPr>
          <p:cNvPr id="655" name="" descr=""/>
          <p:cNvPicPr/>
          <p:nvPr/>
        </p:nvPicPr>
        <p:blipFill>
          <a:blip r:embed="rId2"/>
          <a:stretch/>
        </p:blipFill>
        <p:spPr>
          <a:xfrm>
            <a:off x="4038480" y="762120"/>
            <a:ext cx="2057400" cy="1174680"/>
          </a:xfrm>
          <a:prstGeom prst="rect">
            <a:avLst/>
          </a:prstGeom>
          <a:ln w="0">
            <a:noFill/>
          </a:ln>
        </p:spPr>
      </p:pic>
      <p:sp>
        <p:nvSpPr>
          <p:cNvPr id="656" name=""/>
          <p:cNvSpPr/>
          <p:nvPr/>
        </p:nvSpPr>
        <p:spPr>
          <a:xfrm>
            <a:off x="4191120" y="1066680"/>
            <a:ext cx="1523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Don’t even try…</a:t>
            </a:r>
            <a:endParaRPr b="0" lang="en-US" sz="1200" spc="-1" strike="noStrike">
              <a:solidFill>
                <a:srgbClr val="000000"/>
              </a:solidFill>
              <a:latin typeface="Arial"/>
            </a:endParaRPr>
          </a:p>
        </p:txBody>
      </p:sp>
      <p:sp>
        <p:nvSpPr>
          <p:cNvPr id="657" name="">
            <a:hlinkClick r:id="rId3" action="ppaction://hlinksldjump"/>
          </p:cNvPr>
          <p:cNvSpPr/>
          <p:nvPr/>
        </p:nvSpPr>
        <p:spPr>
          <a:xfrm>
            <a:off x="4343400" y="144792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58" name="" descr=""/>
          <p:cNvPicPr/>
          <p:nvPr/>
        </p:nvPicPr>
        <p:blipFill>
          <a:blip r:embed="rId1"/>
          <a:stretch/>
        </p:blipFill>
        <p:spPr>
          <a:xfrm>
            <a:off x="0" y="0"/>
            <a:ext cx="9144000" cy="6858000"/>
          </a:xfrm>
          <a:prstGeom prst="rect">
            <a:avLst/>
          </a:prstGeom>
          <a:ln w="0">
            <a:noFill/>
          </a:ln>
        </p:spPr>
      </p:pic>
      <p:pic>
        <p:nvPicPr>
          <p:cNvPr id="659" name="" descr=""/>
          <p:cNvPicPr/>
          <p:nvPr/>
        </p:nvPicPr>
        <p:blipFill>
          <a:blip r:embed="rId2"/>
          <a:stretch/>
        </p:blipFill>
        <p:spPr>
          <a:xfrm>
            <a:off x="4952880" y="304920"/>
            <a:ext cx="2214720" cy="3504960"/>
          </a:xfrm>
          <a:prstGeom prst="rect">
            <a:avLst/>
          </a:prstGeom>
          <a:ln w="0">
            <a:noFill/>
          </a:ln>
        </p:spPr>
      </p:pic>
      <p:pic>
        <p:nvPicPr>
          <p:cNvPr id="660" name="" descr=""/>
          <p:cNvPicPr/>
          <p:nvPr/>
        </p:nvPicPr>
        <p:blipFill>
          <a:blip r:embed="rId3"/>
          <a:stretch/>
        </p:blipFill>
        <p:spPr>
          <a:xfrm>
            <a:off x="5105520" y="685800"/>
            <a:ext cx="838080" cy="447840"/>
          </a:xfrm>
          <a:prstGeom prst="rect">
            <a:avLst/>
          </a:prstGeom>
          <a:ln w="0">
            <a:noFill/>
          </a:ln>
        </p:spPr>
      </p:pic>
      <p:sp>
        <p:nvSpPr>
          <p:cNvPr id="661" name=""/>
          <p:cNvSpPr/>
          <p:nvPr/>
        </p:nvSpPr>
        <p:spPr>
          <a:xfrm>
            <a:off x="5181480" y="1066680"/>
            <a:ext cx="990720" cy="23148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Model: F-11Y</a:t>
            </a:r>
            <a:endParaRPr b="0" lang="en-US" sz="900" spc="-1" strike="noStrike">
              <a:solidFill>
                <a:srgbClr val="000000"/>
              </a:solidFill>
              <a:latin typeface="Arial"/>
            </a:endParaRPr>
          </a:p>
        </p:txBody>
      </p:sp>
      <p:sp>
        <p:nvSpPr>
          <p:cNvPr id="662" name=""/>
          <p:cNvSpPr/>
          <p:nvPr/>
        </p:nvSpPr>
        <p:spPr>
          <a:xfrm>
            <a:off x="5181480" y="1295280"/>
            <a:ext cx="1524240" cy="20260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is your ship?</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a standard model in bad condition.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Pretty pathetic.</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Then again, knowing you, you couldn’t afford anything better…</a:t>
            </a:r>
            <a:endParaRPr b="0" lang="en-US" sz="1200" spc="-1" strike="noStrike">
              <a:solidFill>
                <a:srgbClr val="000000"/>
              </a:solidFill>
              <a:latin typeface="Arial"/>
            </a:endParaRPr>
          </a:p>
        </p:txBody>
      </p:sp>
      <p:sp>
        <p:nvSpPr>
          <p:cNvPr id="663" name="">
            <a:hlinkClick r:id="rId4" action="ppaction://hlinksldjump"/>
          </p:cNvPr>
          <p:cNvSpPr/>
          <p:nvPr/>
        </p:nvSpPr>
        <p:spPr>
          <a:xfrm>
            <a:off x="5334120" y="3352680"/>
            <a:ext cx="121896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64" name="" descr=""/>
          <p:cNvPicPr/>
          <p:nvPr/>
        </p:nvPicPr>
        <p:blipFill>
          <a:blip r:embed="rId1"/>
          <a:stretch/>
        </p:blipFill>
        <p:spPr>
          <a:xfrm>
            <a:off x="0" y="0"/>
            <a:ext cx="9144000" cy="6858000"/>
          </a:xfrm>
          <a:prstGeom prst="rect">
            <a:avLst/>
          </a:prstGeom>
          <a:ln w="0">
            <a:noFill/>
          </a:ln>
        </p:spPr>
      </p:pic>
      <p:pic>
        <p:nvPicPr>
          <p:cNvPr id="665" name="" descr=""/>
          <p:cNvPicPr/>
          <p:nvPr/>
        </p:nvPicPr>
        <p:blipFill>
          <a:blip r:embed="rId2"/>
          <a:stretch/>
        </p:blipFill>
        <p:spPr>
          <a:xfrm>
            <a:off x="4952880" y="304920"/>
            <a:ext cx="1925640" cy="3047760"/>
          </a:xfrm>
          <a:prstGeom prst="rect">
            <a:avLst/>
          </a:prstGeom>
          <a:ln w="0">
            <a:noFill/>
          </a:ln>
        </p:spPr>
      </p:pic>
      <p:sp>
        <p:nvSpPr>
          <p:cNvPr id="666" name=""/>
          <p:cNvSpPr/>
          <p:nvPr/>
        </p:nvSpPr>
        <p:spPr>
          <a:xfrm>
            <a:off x="5105520" y="762120"/>
            <a:ext cx="14475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Hmm… </a:t>
            </a:r>
            <a:endParaRPr b="0" lang="en-US" sz="1200" spc="-1" strike="noStrike">
              <a:solidFill>
                <a:srgbClr val="000000"/>
              </a:solidFill>
              <a:latin typeface="Arial"/>
            </a:endParaRPr>
          </a:p>
        </p:txBody>
      </p:sp>
      <p:sp>
        <p:nvSpPr>
          <p:cNvPr id="667" name=""/>
          <p:cNvSpPr/>
          <p:nvPr/>
        </p:nvSpPr>
        <p:spPr>
          <a:xfrm>
            <a:off x="5105520" y="99072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Legislature Debates,</a:t>
            </a:r>
            <a:endParaRPr b="0" lang="en-US" sz="1200" spc="-1" strike="noStrike">
              <a:solidFill>
                <a:srgbClr val="000000"/>
              </a:solidFill>
              <a:latin typeface="Arial"/>
            </a:endParaRPr>
          </a:p>
        </p:txBody>
      </p:sp>
      <p:sp>
        <p:nvSpPr>
          <p:cNvPr id="668" name=""/>
          <p:cNvSpPr/>
          <p:nvPr/>
        </p:nvSpPr>
        <p:spPr>
          <a:xfrm>
            <a:off x="5105520" y="1219320"/>
            <a:ext cx="16002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Terrorism arrests,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669" name=""/>
          <p:cNvSpPr/>
          <p:nvPr/>
        </p:nvSpPr>
        <p:spPr>
          <a:xfrm>
            <a:off x="5105520" y="1447920"/>
            <a:ext cx="14475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Assassinations,</a:t>
            </a:r>
            <a:endParaRPr b="0" lang="en-US" sz="1200" spc="-1" strike="noStrike">
              <a:solidFill>
                <a:srgbClr val="000000"/>
              </a:solidFill>
              <a:latin typeface="Arial"/>
            </a:endParaRPr>
          </a:p>
        </p:txBody>
      </p:sp>
      <p:sp>
        <p:nvSpPr>
          <p:cNvPr id="670" name=""/>
          <p:cNvSpPr/>
          <p:nvPr/>
        </p:nvSpPr>
        <p:spPr>
          <a:xfrm>
            <a:off x="5105520" y="1752480"/>
            <a:ext cx="1523880" cy="9208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Every day life.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Stuff I know YOU wouldn’t care about.</a:t>
            </a:r>
            <a:endParaRPr b="0" lang="en-US" sz="1200" spc="-1" strike="noStrike">
              <a:solidFill>
                <a:srgbClr val="000000"/>
              </a:solidFill>
              <a:latin typeface="Arial"/>
            </a:endParaRPr>
          </a:p>
        </p:txBody>
      </p:sp>
      <p:sp>
        <p:nvSpPr>
          <p:cNvPr id="671" name="">
            <a:hlinkClick r:id="rId3" action="ppaction://hlinksldjump"/>
          </p:cNvPr>
          <p:cNvSpPr/>
          <p:nvPr/>
        </p:nvSpPr>
        <p:spPr>
          <a:xfrm>
            <a:off x="5257800" y="274320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72" name="" descr=""/>
          <p:cNvPicPr/>
          <p:nvPr/>
        </p:nvPicPr>
        <p:blipFill>
          <a:blip r:embed="rId1"/>
          <a:stretch/>
        </p:blipFill>
        <p:spPr>
          <a:xfrm>
            <a:off x="0" y="0"/>
            <a:ext cx="9144000" cy="6858000"/>
          </a:xfrm>
          <a:prstGeom prst="rect">
            <a:avLst/>
          </a:prstGeom>
          <a:ln w="0">
            <a:noFill/>
          </a:ln>
        </p:spPr>
      </p:pic>
      <p:pic>
        <p:nvPicPr>
          <p:cNvPr id="673" name="" descr=""/>
          <p:cNvPicPr/>
          <p:nvPr/>
        </p:nvPicPr>
        <p:blipFill>
          <a:blip r:embed="rId2"/>
          <a:stretch/>
        </p:blipFill>
        <p:spPr>
          <a:xfrm>
            <a:off x="4952880" y="304920"/>
            <a:ext cx="2262240" cy="3581280"/>
          </a:xfrm>
          <a:prstGeom prst="rect">
            <a:avLst/>
          </a:prstGeom>
          <a:ln w="0">
            <a:noFill/>
          </a:ln>
        </p:spPr>
      </p:pic>
      <p:sp>
        <p:nvSpPr>
          <p:cNvPr id="674" name=""/>
          <p:cNvSpPr/>
          <p:nvPr/>
        </p:nvSpPr>
        <p:spPr>
          <a:xfrm>
            <a:off x="5105520" y="685800"/>
            <a:ext cx="175248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old piece of orbiting crap is warp gate No.23431.</a:t>
            </a:r>
            <a:endParaRPr b="0" lang="en-US" sz="1200" spc="-1" strike="noStrike">
              <a:solidFill>
                <a:srgbClr val="000000"/>
              </a:solidFill>
              <a:latin typeface="Arial"/>
            </a:endParaRPr>
          </a:p>
        </p:txBody>
      </p:sp>
      <p:sp>
        <p:nvSpPr>
          <p:cNvPr id="675" name=""/>
          <p:cNvSpPr/>
          <p:nvPr/>
        </p:nvSpPr>
        <p:spPr>
          <a:xfrm>
            <a:off x="5105520" y="1295280"/>
            <a:ext cx="1447560" cy="18352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Stationed between 4 minor systems REN, WBL, UYO and GMY, there’s not to much too activity here, only about 100,000 travelers a year.</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676" name=""/>
          <p:cNvSpPr/>
          <p:nvPr/>
        </p:nvSpPr>
        <p:spPr>
          <a:xfrm>
            <a:off x="5105520" y="2819520"/>
            <a:ext cx="167616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But hey, it’s all good to you, huh?</a:t>
            </a:r>
            <a:endParaRPr b="0" lang="en-US" sz="1200" spc="-1" strike="noStrike">
              <a:solidFill>
                <a:srgbClr val="000000"/>
              </a:solidFill>
              <a:latin typeface="Arial"/>
            </a:endParaRPr>
          </a:p>
        </p:txBody>
      </p:sp>
      <p:sp>
        <p:nvSpPr>
          <p:cNvPr id="677" name="">
            <a:hlinkClick r:id="rId3" action="ppaction://hlinksldjump"/>
          </p:cNvPr>
          <p:cNvSpPr/>
          <p:nvPr/>
        </p:nvSpPr>
        <p:spPr>
          <a:xfrm>
            <a:off x="5257800" y="335268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78" name="" descr=""/>
          <p:cNvPicPr/>
          <p:nvPr/>
        </p:nvPicPr>
        <p:blipFill>
          <a:blip r:embed="rId1"/>
          <a:stretch/>
        </p:blipFill>
        <p:spPr>
          <a:xfrm>
            <a:off x="0" y="0"/>
            <a:ext cx="9144000" cy="6858000"/>
          </a:xfrm>
          <a:prstGeom prst="rect">
            <a:avLst/>
          </a:prstGeom>
          <a:ln w="0">
            <a:noFill/>
          </a:ln>
        </p:spPr>
      </p:pic>
      <p:sp>
        <p:nvSpPr>
          <p:cNvPr id="679" name=""/>
          <p:cNvSpPr/>
          <p:nvPr/>
        </p:nvSpPr>
        <p:spPr>
          <a:xfrm>
            <a:off x="1447920" y="-685800"/>
            <a:ext cx="39621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All out Busi then info</a:t>
            </a:r>
            <a:endParaRPr b="0" lang="en-US" sz="1200" spc="-1" strike="noStrike">
              <a:solidFill>
                <a:srgbClr val="000000"/>
              </a:solidFill>
              <a:latin typeface="Arial"/>
            </a:endParaRPr>
          </a:p>
        </p:txBody>
      </p:sp>
      <p:sp>
        <p:nvSpPr>
          <p:cNvPr id="680" name="">
            <a:hlinkClick r:id="rId2" action="ppaction://hlinksldjump"/>
          </p:cNvPr>
          <p:cNvSpPr/>
          <p:nvPr/>
        </p:nvSpPr>
        <p:spPr>
          <a:xfrm>
            <a:off x="0" y="1905120"/>
            <a:ext cx="762120" cy="17524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681" name="">
            <a:hlinkClick r:id="rId3" action="ppaction://hlinksldjump"/>
          </p:cNvPr>
          <p:cNvSpPr/>
          <p:nvPr/>
        </p:nvSpPr>
        <p:spPr>
          <a:xfrm>
            <a:off x="8077320" y="0"/>
            <a:ext cx="914400" cy="15238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682" name="">
            <a:hlinkClick r:id="rId4" action="ppaction://hlinksldjump"/>
          </p:cNvPr>
          <p:cNvSpPr/>
          <p:nvPr/>
        </p:nvSpPr>
        <p:spPr>
          <a:xfrm rot="2798400">
            <a:off x="2230200" y="5689440"/>
            <a:ext cx="533160" cy="1295640"/>
          </a:xfrm>
          <a:prstGeom prst="downArrow">
            <a:avLst>
              <a:gd name="adj1" fmla="val 50000"/>
              <a:gd name="adj2" fmla="val 60753"/>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899" dur="indefinite" restart="never" nodeType="tmRoot">
          <p:childTnLst>
            <p:seq>
              <p:cTn id="1900" dur="indefinite" nodeType="mainSeq">
                <p:childTnLst>
                  <p:par>
                    <p:cTn id="1901" fill="hold">
                      <p:stCondLst>
                        <p:cond delay="0"/>
                      </p:stCondLst>
                      <p:childTnLst>
                        <p:par>
                          <p:cTn id="1902" fill="hold">
                            <p:stCondLst>
                              <p:cond delay="0"/>
                            </p:stCondLst>
                            <p:childTnLst>
                              <p:par>
                                <p:cTn id="1903" nodeType="afterEffect" fill="hold" presetClass="entr" presetID="9">
                                  <p:stCondLst>
                                    <p:cond delay="0"/>
                                  </p:stCondLst>
                                  <p:childTnLst>
                                    <p:set>
                                      <p:cBhvr>
                                        <p:cTn id="1904" dur="1" fill="hold">
                                          <p:stCondLst>
                                            <p:cond delay="0"/>
                                          </p:stCondLst>
                                        </p:cTn>
                                        <p:tgtEl>
                                          <p:spTgt spid="682"/>
                                        </p:tgtEl>
                                        <p:attrNameLst>
                                          <p:attrName>style.visibility</p:attrName>
                                        </p:attrNameLst>
                                      </p:cBhvr>
                                      <p:to>
                                        <p:strVal val="visible"/>
                                      </p:to>
                                    </p:set>
                                    <p:animEffect filter="dissolve" transition="in">
                                      <p:cBhvr additive="repl">
                                        <p:cTn id="1905" dur="500"/>
                                        <p:tgtEl>
                                          <p:spTgt spid="6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83" name="" descr=""/>
          <p:cNvPicPr/>
          <p:nvPr/>
        </p:nvPicPr>
        <p:blipFill>
          <a:blip r:embed="rId1"/>
          <a:stretch/>
        </p:blipFill>
        <p:spPr>
          <a:xfrm>
            <a:off x="0" y="0"/>
            <a:ext cx="9144000" cy="6858000"/>
          </a:xfrm>
          <a:prstGeom prst="rect">
            <a:avLst/>
          </a:prstGeom>
          <a:ln w="0">
            <a:noFill/>
          </a:ln>
        </p:spPr>
      </p:pic>
      <p:sp>
        <p:nvSpPr>
          <p:cNvPr id="684" name=""/>
          <p:cNvSpPr/>
          <p:nvPr/>
        </p:nvSpPr>
        <p:spPr>
          <a:xfrm>
            <a:off x="6629400" y="-762120"/>
            <a:ext cx="32004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Allout Busi&gt;info</a:t>
            </a:r>
            <a:endParaRPr b="0" lang="en-US" sz="1200" spc="-1" strike="noStrike">
              <a:solidFill>
                <a:srgbClr val="000000"/>
              </a:solidFill>
              <a:latin typeface="Arial"/>
            </a:endParaRPr>
          </a:p>
        </p:txBody>
      </p:sp>
      <p:sp>
        <p:nvSpPr>
          <p:cNvPr id="685" name="">
            <a:hlinkClick r:id="rId2" action="ppaction://hlinksldjump"/>
          </p:cNvPr>
          <p:cNvSpPr/>
          <p:nvPr/>
        </p:nvSpPr>
        <p:spPr>
          <a:xfrm rot="20374800">
            <a:off x="-696960" y="277560"/>
            <a:ext cx="1542960" cy="35812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86" name="" descr=""/>
          <p:cNvPicPr/>
          <p:nvPr/>
        </p:nvPicPr>
        <p:blipFill>
          <a:blip r:embed="rId1"/>
          <a:stretch/>
        </p:blipFill>
        <p:spPr>
          <a:xfrm>
            <a:off x="0" y="0"/>
            <a:ext cx="9144000" cy="6858000"/>
          </a:xfrm>
          <a:prstGeom prst="rect">
            <a:avLst/>
          </a:prstGeom>
          <a:ln w="0">
            <a:noFill/>
          </a:ln>
        </p:spPr>
      </p:pic>
      <p:sp>
        <p:nvSpPr>
          <p:cNvPr id="687" name=""/>
          <p:cNvSpPr/>
          <p:nvPr/>
        </p:nvSpPr>
        <p:spPr>
          <a:xfrm>
            <a:off x="6629400" y="-762120"/>
            <a:ext cx="32004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Allout info&gt;Busi</a:t>
            </a:r>
            <a:endParaRPr b="0" lang="en-US" sz="1200" spc="-1" strike="noStrike">
              <a:solidFill>
                <a:srgbClr val="000000"/>
              </a:solidFill>
              <a:latin typeface="Arial"/>
            </a:endParaRPr>
          </a:p>
        </p:txBody>
      </p:sp>
      <p:sp>
        <p:nvSpPr>
          <p:cNvPr id="688" name="">
            <a:hlinkClick r:id="rId2" action="ppaction://hlinksldjump"/>
          </p:cNvPr>
          <p:cNvSpPr/>
          <p:nvPr/>
        </p:nvSpPr>
        <p:spPr>
          <a:xfrm rot="20374800">
            <a:off x="-696960" y="277560"/>
            <a:ext cx="1542960" cy="35812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89" name="" descr=""/>
          <p:cNvPicPr/>
          <p:nvPr/>
        </p:nvPicPr>
        <p:blipFill>
          <a:blip r:embed="rId1"/>
          <a:stretch/>
        </p:blipFill>
        <p:spPr>
          <a:xfrm>
            <a:off x="0" y="0"/>
            <a:ext cx="9144000" cy="6858000"/>
          </a:xfrm>
          <a:prstGeom prst="rect">
            <a:avLst/>
          </a:prstGeom>
          <a:ln w="0">
            <a:noFill/>
          </a:ln>
        </p:spPr>
      </p:pic>
      <p:pic>
        <p:nvPicPr>
          <p:cNvPr id="690" name="" descr=""/>
          <p:cNvPicPr/>
          <p:nvPr/>
        </p:nvPicPr>
        <p:blipFill>
          <a:blip r:embed="rId2"/>
          <a:stretch/>
        </p:blipFill>
        <p:spPr>
          <a:xfrm>
            <a:off x="4952880" y="304920"/>
            <a:ext cx="1925640" cy="3047760"/>
          </a:xfrm>
          <a:prstGeom prst="rect">
            <a:avLst/>
          </a:prstGeom>
          <a:ln w="0">
            <a:noFill/>
          </a:ln>
        </p:spPr>
      </p:pic>
      <p:sp>
        <p:nvSpPr>
          <p:cNvPr id="691" name=""/>
          <p:cNvSpPr/>
          <p:nvPr/>
        </p:nvSpPr>
        <p:spPr>
          <a:xfrm>
            <a:off x="5105520" y="609480"/>
            <a:ext cx="14475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t>
            </a:r>
            <a:r>
              <a:rPr b="1" lang="en-US" sz="1200" spc="-1" strike="noStrike">
                <a:solidFill>
                  <a:srgbClr val="000000"/>
                </a:solidFill>
                <a:latin typeface="Arial"/>
              </a:rPr>
              <a:t>Research…”</a:t>
            </a:r>
            <a:endParaRPr b="0" lang="en-US" sz="1200" spc="-1" strike="noStrike">
              <a:solidFill>
                <a:srgbClr val="000000"/>
              </a:solidFill>
              <a:latin typeface="Arial"/>
            </a:endParaRPr>
          </a:p>
        </p:txBody>
      </p:sp>
      <p:sp>
        <p:nvSpPr>
          <p:cNvPr id="692" name=""/>
          <p:cNvSpPr/>
          <p:nvPr/>
        </p:nvSpPr>
        <p:spPr>
          <a:xfrm>
            <a:off x="5105520" y="9144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3" action="ppaction://hlinksldjump"/>
              </a:rPr>
              <a:t>-“Current News”</a:t>
            </a:r>
            <a:endParaRPr b="0" lang="en-US" sz="1200" spc="-1" strike="noStrike">
              <a:solidFill>
                <a:srgbClr val="000000"/>
              </a:solidFill>
              <a:latin typeface="Arial"/>
            </a:endParaRPr>
          </a:p>
        </p:txBody>
      </p:sp>
      <p:sp>
        <p:nvSpPr>
          <p:cNvPr id="693" name=""/>
          <p:cNvSpPr/>
          <p:nvPr/>
        </p:nvSpPr>
        <p:spPr>
          <a:xfrm>
            <a:off x="5105520" y="129528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4" action="ppaction://hlinksldjump"/>
              </a:rPr>
              <a:t>-“This warp gate”</a:t>
            </a:r>
            <a:endParaRPr b="0" lang="en-US" sz="1200" spc="-1" strike="noStrike">
              <a:solidFill>
                <a:srgbClr val="000000"/>
              </a:solidFill>
              <a:latin typeface="Arial"/>
            </a:endParaRPr>
          </a:p>
        </p:txBody>
      </p:sp>
      <p:sp>
        <p:nvSpPr>
          <p:cNvPr id="694" name=""/>
          <p:cNvSpPr/>
          <p:nvPr/>
        </p:nvSpPr>
        <p:spPr>
          <a:xfrm>
            <a:off x="5105520" y="167652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5" action="ppaction://hlinksldjump"/>
              </a:rPr>
              <a:t>-“Your Ship</a:t>
            </a:r>
            <a:r>
              <a:rPr b="0" lang="en-US" sz="1200" spc="-1" strike="noStrike" u="sng">
                <a:solidFill>
                  <a:srgbClr val="009999"/>
                </a:solidFill>
                <a:uFillTx/>
                <a:latin typeface="Arial"/>
                <a:hlinkClick r:id="rId6" action="ppaction://hlinksldjump"/>
              </a:rPr>
              <a:t> </a:t>
            </a:r>
            <a:r>
              <a:rPr b="0" lang="en-US" sz="1200" spc="-1" strike="noStrike" u="sng">
                <a:solidFill>
                  <a:srgbClr val="009999"/>
                </a:solidFill>
                <a:uFillTx/>
                <a:latin typeface="Arial"/>
                <a:hlinkClick r:id="rId7" action="ppaction://hlinksldjump"/>
              </a:rPr>
              <a:t>model”</a:t>
            </a:r>
            <a:endParaRPr b="0" lang="en-US" sz="1200" spc="-1" strike="noStrike">
              <a:solidFill>
                <a:srgbClr val="000000"/>
              </a:solidFill>
              <a:latin typeface="Arial"/>
            </a:endParaRPr>
          </a:p>
        </p:txBody>
      </p:sp>
      <p:sp>
        <p:nvSpPr>
          <p:cNvPr id="695" name="">
            <a:hlinkClick r:id="rId8" action="ppaction://hlinksldjump"/>
          </p:cNvPr>
          <p:cNvSpPr/>
          <p:nvPr/>
        </p:nvSpPr>
        <p:spPr>
          <a:xfrm>
            <a:off x="5257800" y="259092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
        <p:nvSpPr>
          <p:cNvPr id="696" name=""/>
          <p:cNvSpPr/>
          <p:nvPr/>
        </p:nvSpPr>
        <p:spPr>
          <a:xfrm>
            <a:off x="5105520" y="2057400"/>
            <a:ext cx="17524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u="sng">
                <a:solidFill>
                  <a:srgbClr val="009999"/>
                </a:solidFill>
                <a:uFillTx/>
                <a:latin typeface="Arial"/>
                <a:hlinkClick r:id="rId9" action="ppaction://hlinksldjump"/>
              </a:rPr>
              <a:t>-”How Ya doin’ baby?”</a:t>
            </a:r>
            <a:endParaRPr b="0" lang="en-US" sz="1200" spc="-1" strike="noStrike">
              <a:solidFill>
                <a:srgbClr val="000000"/>
              </a:solidFill>
              <a:latin typeface="Arial"/>
            </a:endParaRPr>
          </a:p>
        </p:txBody>
      </p:sp>
      <p:sp>
        <p:nvSpPr>
          <p:cNvPr id="697" name=""/>
          <p:cNvSpPr/>
          <p:nvPr/>
        </p:nvSpPr>
        <p:spPr>
          <a:xfrm>
            <a:off x="2895480" y="914400"/>
            <a:ext cx="121932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Stop staring at me…</a:t>
            </a:r>
            <a:endParaRPr b="0" lang="en-US" sz="1200" spc="-1" strike="noStrike">
              <a:solidFill>
                <a:srgbClr val="000000"/>
              </a:solidFill>
              <a:latin typeface="Arial"/>
            </a:endParaRPr>
          </a:p>
        </p:txBody>
      </p:sp>
      <p:sp>
        <p:nvSpPr>
          <p:cNvPr id="698" name=""/>
          <p:cNvSpPr/>
          <p:nvPr/>
        </p:nvSpPr>
        <p:spPr>
          <a:xfrm>
            <a:off x="1371600" y="-685800"/>
            <a:ext cx="3962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Repeat&gt;Allout info&gt;Busi</a:t>
            </a:r>
            <a:endParaRPr b="0" lang="en-US" sz="1200" spc="-1" strike="noStrike">
              <a:solidFill>
                <a:srgbClr val="000000"/>
              </a:solidFill>
              <a:latin typeface="Arial"/>
            </a:endParaRPr>
          </a:p>
        </p:txBody>
      </p:sp>
    </p:spTree>
  </p:cSld>
  <p:timing>
    <p:tnLst>
      <p:par>
        <p:cTn id="1906" dur="indefinite" restart="never" nodeType="tmRoot">
          <p:childTnLst>
            <p:seq>
              <p:cTn id="1907" dur="indefinite" nodeType="mainSeq">
                <p:childTnLst>
                  <p:par>
                    <p:cTn id="1908" fill="hold">
                      <p:stCondLst>
                        <p:cond delay="0"/>
                      </p:stCondLst>
                      <p:childTnLst>
                        <p:par>
                          <p:cTn id="1909" fill="hold">
                            <p:stCondLst>
                              <p:cond delay="0"/>
                            </p:stCondLst>
                            <p:childTnLst>
                              <p:par>
                                <p:cTn id="1910" nodeType="afterEffect" fill="hold" presetClass="entr" presetID="27">
                                  <p:stCondLst>
                                    <p:cond delay="9000"/>
                                  </p:stCondLst>
                                  <p:iterate type="lt">
                                    <p:tmAbs val="40"/>
                                  </p:iterate>
                                  <p:childTnLst>
                                    <p:set>
                                      <p:cBhvr>
                                        <p:cTn id="1911" dur="1" fill="hold">
                                          <p:stCondLst>
                                            <p:cond delay="0"/>
                                          </p:stCondLst>
                                        </p:cTn>
                                        <p:tgtEl>
                                          <p:spTgt spid="697"/>
                                        </p:tgtEl>
                                        <p:attrNameLst>
                                          <p:attrName>style.visibility</p:attrName>
                                        </p:attrNameLst>
                                      </p:cBhvr>
                                      <p:to>
                                        <p:strVal val="visible"/>
                                      </p:to>
                                    </p:set>
                                    <p:anim calcmode="discrete" valueType="clr">
                                      <p:cBhvr additive="repl">
                                        <p:cTn id="1912" dur="80"/>
                                        <p:tgtEl>
                                          <p:spTgt spid="697"/>
                                        </p:tgtEl>
                                        <p:attrNameLst>
                                          <p:attrName>style.color</p:attrName>
                                        </p:attrNameLst>
                                      </p:cBhvr>
                                      <p:tavLst>
                                        <p:tav tm="0">
                                          <p:val>
                                            <p:strVal val="rgb(-103,51,51)"/>
                                          </p:val>
                                        </p:tav>
                                        <p:tav tm="50000">
                                          <p:val>
                                            <p:strVal val="rgb(-103,-103,0)"/>
                                          </p:val>
                                        </p:tav>
                                      </p:tavLst>
                                    </p:anim>
                                    <p:anim calcmode="discrete" valueType="clr">
                                      <p:cBhvr additive="repl">
                                        <p:cTn id="1913" dur="80"/>
                                        <p:tgtEl>
                                          <p:spTgt spid="697"/>
                                        </p:tgtEl>
                                        <p:attrNameLst>
                                          <p:attrName>fillcolor</p:attrName>
                                        </p:attrNameLst>
                                      </p:cBhvr>
                                      <p:tavLst>
                                        <p:tav tm="0">
                                          <p:val>
                                            <p:strVal val="rgb(-103,51,51)"/>
                                          </p:val>
                                        </p:tav>
                                        <p:tav tm="50000">
                                          <p:val>
                                            <p:strVal val="rgb(-103,-103,0)"/>
                                          </p:val>
                                        </p:tav>
                                      </p:tavLst>
                                    </p:anim>
                                    <p:set>
                                      <p:cBhvr>
                                        <p:cTn id="1914" dur="80"/>
                                        <p:tgtEl>
                                          <p:spTgt spid="697"/>
                                        </p:tgtEl>
                                        <p:attrNameLst>
                                          <p:attrName>fill.type</p:attrName>
                                        </p:attrNameLst>
                                      </p:cBhvr>
                                      <p:to>
                                        <p:strVal val="solid"/>
                                      </p:to>
                                    </p:set>
                                  </p:childTnLst>
                                </p:cTn>
                              </p:par>
                            </p:childTnLst>
                          </p:cTn>
                        </p:par>
                        <p:par>
                          <p:cTn id="1915" fill="hold">
                            <p:stCondLst>
                              <p:cond delay="9680"/>
                            </p:stCondLst>
                            <p:childTnLst>
                              <p:par>
                                <p:cTn id="1916" nodeType="afterEffect" fill="hold" presetClass="exit" presetID="27">
                                  <p:stCondLst>
                                    <p:cond delay="1500"/>
                                  </p:stCondLst>
                                  <p:iterate type="lt">
                                    <p:tmAbs val="40"/>
                                  </p:iterate>
                                  <p:childTnLst>
                                    <p:anim calcmode="discrete" valueType="clr">
                                      <p:cBhvr additive="repl">
                                        <p:cTn id="1917" dur="80"/>
                                        <p:tgtEl>
                                          <p:spTgt spid="697"/>
                                        </p:tgtEl>
                                        <p:attrNameLst>
                                          <p:attrName>style.color</p:attrName>
                                        </p:attrNameLst>
                                      </p:cBhvr>
                                      <p:tavLst>
                                        <p:tav tm="0">
                                          <p:val>
                                            <p:strVal val="rgb(-103,-103,0)"/>
                                          </p:val>
                                        </p:tav>
                                        <p:tav tm="50000">
                                          <p:val>
                                            <p:strVal val="rgb(-103,51,51)"/>
                                          </p:val>
                                        </p:tav>
                                      </p:tavLst>
                                    </p:anim>
                                    <p:anim calcmode="discrete" valueType="clr">
                                      <p:cBhvr additive="repl">
                                        <p:cTn id="1918" dur="80"/>
                                        <p:tgtEl>
                                          <p:spTgt spid="697"/>
                                        </p:tgtEl>
                                        <p:attrNameLst>
                                          <p:attrName>fillcolor</p:attrName>
                                        </p:attrNameLst>
                                      </p:cBhvr>
                                      <p:tavLst>
                                        <p:tav tm="0">
                                          <p:val>
                                            <p:strVal val="rgb(-103,-103,0)"/>
                                          </p:val>
                                        </p:tav>
                                        <p:tav tm="50000">
                                          <p:val>
                                            <p:strVal val="rgb(-103,51,51)"/>
                                          </p:val>
                                        </p:tav>
                                      </p:tavLst>
                                    </p:anim>
                                    <p:set>
                                      <p:cBhvr>
                                        <p:cTn id="1919" dur="80"/>
                                        <p:tgtEl>
                                          <p:spTgt spid="697"/>
                                        </p:tgtEl>
                                        <p:attrNameLst>
                                          <p:attrName>fill.type</p:attrName>
                                        </p:attrNameLst>
                                      </p:cBhvr>
                                      <p:to>
                                        <p:strVal val="solid"/>
                                      </p:to>
                                    </p:set>
                                    <p:set>
                                      <p:cBhvr>
                                        <p:cTn id="1920" dur="1" fill="hold">
                                          <p:stCondLst>
                                            <p:cond delay="79"/>
                                          </p:stCondLst>
                                        </p:cTn>
                                        <p:tgtEl>
                                          <p:spTgt spid="69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99" name="" descr=""/>
          <p:cNvPicPr/>
          <p:nvPr/>
        </p:nvPicPr>
        <p:blipFill>
          <a:blip r:embed="rId1"/>
          <a:stretch/>
        </p:blipFill>
        <p:spPr>
          <a:xfrm>
            <a:off x="0" y="0"/>
            <a:ext cx="9144000" cy="6858000"/>
          </a:xfrm>
          <a:prstGeom prst="rect">
            <a:avLst/>
          </a:prstGeom>
          <a:ln w="0">
            <a:noFill/>
          </a:ln>
        </p:spPr>
      </p:pic>
      <p:pic>
        <p:nvPicPr>
          <p:cNvPr id="700" name="" descr=""/>
          <p:cNvPicPr/>
          <p:nvPr/>
        </p:nvPicPr>
        <p:blipFill>
          <a:blip r:embed="rId2"/>
          <a:stretch/>
        </p:blipFill>
        <p:spPr>
          <a:xfrm>
            <a:off x="4038480" y="762120"/>
            <a:ext cx="2057400" cy="1174680"/>
          </a:xfrm>
          <a:prstGeom prst="rect">
            <a:avLst/>
          </a:prstGeom>
          <a:ln w="0">
            <a:noFill/>
          </a:ln>
        </p:spPr>
      </p:pic>
      <p:sp>
        <p:nvSpPr>
          <p:cNvPr id="701" name=""/>
          <p:cNvSpPr/>
          <p:nvPr/>
        </p:nvSpPr>
        <p:spPr>
          <a:xfrm>
            <a:off x="4191120" y="1066680"/>
            <a:ext cx="1523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Don’t even try…</a:t>
            </a:r>
            <a:endParaRPr b="0" lang="en-US" sz="1200" spc="-1" strike="noStrike">
              <a:solidFill>
                <a:srgbClr val="000000"/>
              </a:solidFill>
              <a:latin typeface="Arial"/>
            </a:endParaRPr>
          </a:p>
        </p:txBody>
      </p:sp>
      <p:sp>
        <p:nvSpPr>
          <p:cNvPr id="702" name="">
            <a:hlinkClick r:id="rId3" action="ppaction://hlinksldjump"/>
          </p:cNvPr>
          <p:cNvSpPr/>
          <p:nvPr/>
        </p:nvSpPr>
        <p:spPr>
          <a:xfrm>
            <a:off x="4343400" y="144792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03" name="" descr=""/>
          <p:cNvPicPr/>
          <p:nvPr/>
        </p:nvPicPr>
        <p:blipFill>
          <a:blip r:embed="rId1"/>
          <a:stretch/>
        </p:blipFill>
        <p:spPr>
          <a:xfrm>
            <a:off x="0" y="0"/>
            <a:ext cx="9144000" cy="6858000"/>
          </a:xfrm>
          <a:prstGeom prst="rect">
            <a:avLst/>
          </a:prstGeom>
          <a:ln w="0">
            <a:noFill/>
          </a:ln>
        </p:spPr>
      </p:pic>
      <p:pic>
        <p:nvPicPr>
          <p:cNvPr id="704" name="" descr=""/>
          <p:cNvPicPr/>
          <p:nvPr/>
        </p:nvPicPr>
        <p:blipFill>
          <a:blip r:embed="rId2"/>
          <a:stretch/>
        </p:blipFill>
        <p:spPr>
          <a:xfrm>
            <a:off x="4952880" y="304920"/>
            <a:ext cx="2214720" cy="3504960"/>
          </a:xfrm>
          <a:prstGeom prst="rect">
            <a:avLst/>
          </a:prstGeom>
          <a:ln w="0">
            <a:noFill/>
          </a:ln>
        </p:spPr>
      </p:pic>
      <p:pic>
        <p:nvPicPr>
          <p:cNvPr id="705" name="" descr=""/>
          <p:cNvPicPr/>
          <p:nvPr/>
        </p:nvPicPr>
        <p:blipFill>
          <a:blip r:embed="rId3"/>
          <a:stretch/>
        </p:blipFill>
        <p:spPr>
          <a:xfrm>
            <a:off x="5105520" y="685800"/>
            <a:ext cx="838080" cy="447840"/>
          </a:xfrm>
          <a:prstGeom prst="rect">
            <a:avLst/>
          </a:prstGeom>
          <a:ln w="0">
            <a:noFill/>
          </a:ln>
        </p:spPr>
      </p:pic>
      <p:sp>
        <p:nvSpPr>
          <p:cNvPr id="706" name=""/>
          <p:cNvSpPr/>
          <p:nvPr/>
        </p:nvSpPr>
        <p:spPr>
          <a:xfrm>
            <a:off x="5181480" y="1066680"/>
            <a:ext cx="990720" cy="23148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Model: F-11Y</a:t>
            </a:r>
            <a:endParaRPr b="0" lang="en-US" sz="900" spc="-1" strike="noStrike">
              <a:solidFill>
                <a:srgbClr val="000000"/>
              </a:solidFill>
              <a:latin typeface="Arial"/>
            </a:endParaRPr>
          </a:p>
        </p:txBody>
      </p:sp>
      <p:sp>
        <p:nvSpPr>
          <p:cNvPr id="707" name=""/>
          <p:cNvSpPr/>
          <p:nvPr/>
        </p:nvSpPr>
        <p:spPr>
          <a:xfrm>
            <a:off x="5181480" y="1295280"/>
            <a:ext cx="1524240" cy="20260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is your ship?</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a standard model in bad condition.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Pretty pathetic.</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Then again, knowing you, you couldn’t afford anything better…</a:t>
            </a:r>
            <a:endParaRPr b="0" lang="en-US" sz="1200" spc="-1" strike="noStrike">
              <a:solidFill>
                <a:srgbClr val="000000"/>
              </a:solidFill>
              <a:latin typeface="Arial"/>
            </a:endParaRPr>
          </a:p>
        </p:txBody>
      </p:sp>
      <p:sp>
        <p:nvSpPr>
          <p:cNvPr id="708" name="">
            <a:hlinkClick r:id="rId4" action="ppaction://hlinksldjump"/>
          </p:cNvPr>
          <p:cNvSpPr/>
          <p:nvPr/>
        </p:nvSpPr>
        <p:spPr>
          <a:xfrm>
            <a:off x="5334120" y="3352680"/>
            <a:ext cx="121896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09" name="" descr=""/>
          <p:cNvPicPr/>
          <p:nvPr/>
        </p:nvPicPr>
        <p:blipFill>
          <a:blip r:embed="rId1"/>
          <a:stretch/>
        </p:blipFill>
        <p:spPr>
          <a:xfrm>
            <a:off x="0" y="0"/>
            <a:ext cx="9144000" cy="6858000"/>
          </a:xfrm>
          <a:prstGeom prst="rect">
            <a:avLst/>
          </a:prstGeom>
          <a:ln w="0">
            <a:noFill/>
          </a:ln>
        </p:spPr>
      </p:pic>
      <p:pic>
        <p:nvPicPr>
          <p:cNvPr id="710" name="" descr=""/>
          <p:cNvPicPr/>
          <p:nvPr/>
        </p:nvPicPr>
        <p:blipFill>
          <a:blip r:embed="rId2"/>
          <a:stretch/>
        </p:blipFill>
        <p:spPr>
          <a:xfrm>
            <a:off x="4952880" y="304920"/>
            <a:ext cx="1925640" cy="3047760"/>
          </a:xfrm>
          <a:prstGeom prst="rect">
            <a:avLst/>
          </a:prstGeom>
          <a:ln w="0">
            <a:noFill/>
          </a:ln>
        </p:spPr>
      </p:pic>
      <p:sp>
        <p:nvSpPr>
          <p:cNvPr id="711" name=""/>
          <p:cNvSpPr/>
          <p:nvPr/>
        </p:nvSpPr>
        <p:spPr>
          <a:xfrm>
            <a:off x="5105520" y="762120"/>
            <a:ext cx="14475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Hmm… </a:t>
            </a:r>
            <a:endParaRPr b="0" lang="en-US" sz="1200" spc="-1" strike="noStrike">
              <a:solidFill>
                <a:srgbClr val="000000"/>
              </a:solidFill>
              <a:latin typeface="Arial"/>
            </a:endParaRPr>
          </a:p>
        </p:txBody>
      </p:sp>
      <p:sp>
        <p:nvSpPr>
          <p:cNvPr id="712" name=""/>
          <p:cNvSpPr/>
          <p:nvPr/>
        </p:nvSpPr>
        <p:spPr>
          <a:xfrm>
            <a:off x="5105520" y="99072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Legislature Debates,</a:t>
            </a:r>
            <a:endParaRPr b="0" lang="en-US" sz="1200" spc="-1" strike="noStrike">
              <a:solidFill>
                <a:srgbClr val="000000"/>
              </a:solidFill>
              <a:latin typeface="Arial"/>
            </a:endParaRPr>
          </a:p>
        </p:txBody>
      </p:sp>
      <p:sp>
        <p:nvSpPr>
          <p:cNvPr id="713" name=""/>
          <p:cNvSpPr/>
          <p:nvPr/>
        </p:nvSpPr>
        <p:spPr>
          <a:xfrm>
            <a:off x="5105520" y="1219320"/>
            <a:ext cx="16002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Terrorism arrests,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714" name=""/>
          <p:cNvSpPr/>
          <p:nvPr/>
        </p:nvSpPr>
        <p:spPr>
          <a:xfrm>
            <a:off x="5105520" y="1447920"/>
            <a:ext cx="14475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Assassinations,</a:t>
            </a:r>
            <a:endParaRPr b="0" lang="en-US" sz="1200" spc="-1" strike="noStrike">
              <a:solidFill>
                <a:srgbClr val="000000"/>
              </a:solidFill>
              <a:latin typeface="Arial"/>
            </a:endParaRPr>
          </a:p>
        </p:txBody>
      </p:sp>
      <p:sp>
        <p:nvSpPr>
          <p:cNvPr id="715" name=""/>
          <p:cNvSpPr/>
          <p:nvPr/>
        </p:nvSpPr>
        <p:spPr>
          <a:xfrm>
            <a:off x="5105520" y="1752480"/>
            <a:ext cx="1523880" cy="9208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Every day life.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Stuff I know YOU wouldn’t care about.</a:t>
            </a:r>
            <a:endParaRPr b="0" lang="en-US" sz="1200" spc="-1" strike="noStrike">
              <a:solidFill>
                <a:srgbClr val="000000"/>
              </a:solidFill>
              <a:latin typeface="Arial"/>
            </a:endParaRPr>
          </a:p>
        </p:txBody>
      </p:sp>
      <p:sp>
        <p:nvSpPr>
          <p:cNvPr id="716" name="">
            <a:hlinkClick r:id="rId3" action="ppaction://hlinksldjump"/>
          </p:cNvPr>
          <p:cNvSpPr/>
          <p:nvPr/>
        </p:nvSpPr>
        <p:spPr>
          <a:xfrm>
            <a:off x="5257800" y="274320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17" name="" descr=""/>
          <p:cNvPicPr/>
          <p:nvPr/>
        </p:nvPicPr>
        <p:blipFill>
          <a:blip r:embed="rId1"/>
          <a:stretch/>
        </p:blipFill>
        <p:spPr>
          <a:xfrm>
            <a:off x="0" y="0"/>
            <a:ext cx="9144000" cy="6858000"/>
          </a:xfrm>
          <a:prstGeom prst="rect">
            <a:avLst/>
          </a:prstGeom>
          <a:ln w="0">
            <a:noFill/>
          </a:ln>
        </p:spPr>
      </p:pic>
      <p:pic>
        <p:nvPicPr>
          <p:cNvPr id="718" name="" descr=""/>
          <p:cNvPicPr/>
          <p:nvPr/>
        </p:nvPicPr>
        <p:blipFill>
          <a:blip r:embed="rId2"/>
          <a:stretch/>
        </p:blipFill>
        <p:spPr>
          <a:xfrm>
            <a:off x="4952880" y="304920"/>
            <a:ext cx="2262240" cy="3581280"/>
          </a:xfrm>
          <a:prstGeom prst="rect">
            <a:avLst/>
          </a:prstGeom>
          <a:ln w="0">
            <a:noFill/>
          </a:ln>
        </p:spPr>
      </p:pic>
      <p:sp>
        <p:nvSpPr>
          <p:cNvPr id="719" name=""/>
          <p:cNvSpPr/>
          <p:nvPr/>
        </p:nvSpPr>
        <p:spPr>
          <a:xfrm>
            <a:off x="5105520" y="685800"/>
            <a:ext cx="175248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old piece of orbiting crap is warp gate No.23431.</a:t>
            </a:r>
            <a:endParaRPr b="0" lang="en-US" sz="1200" spc="-1" strike="noStrike">
              <a:solidFill>
                <a:srgbClr val="000000"/>
              </a:solidFill>
              <a:latin typeface="Arial"/>
            </a:endParaRPr>
          </a:p>
        </p:txBody>
      </p:sp>
      <p:sp>
        <p:nvSpPr>
          <p:cNvPr id="720" name=""/>
          <p:cNvSpPr/>
          <p:nvPr/>
        </p:nvSpPr>
        <p:spPr>
          <a:xfrm>
            <a:off x="5105520" y="1295280"/>
            <a:ext cx="1447560" cy="1557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Stationed between 4 minor systems REN, WBL, UYO and GMY, there’s not to much too activity here, only about 100,000 travelers a year.</a:t>
            </a:r>
            <a:endParaRPr b="0" lang="en-US" sz="1200" spc="-1" strike="noStrike">
              <a:solidFill>
                <a:srgbClr val="000000"/>
              </a:solidFill>
              <a:latin typeface="Arial"/>
            </a:endParaRPr>
          </a:p>
        </p:txBody>
      </p:sp>
      <p:sp>
        <p:nvSpPr>
          <p:cNvPr id="721" name=""/>
          <p:cNvSpPr/>
          <p:nvPr/>
        </p:nvSpPr>
        <p:spPr>
          <a:xfrm>
            <a:off x="5105520" y="2819520"/>
            <a:ext cx="167616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But hey, it’s all good to you, huh?</a:t>
            </a:r>
            <a:endParaRPr b="0" lang="en-US" sz="1200" spc="-1" strike="noStrike">
              <a:solidFill>
                <a:srgbClr val="000000"/>
              </a:solidFill>
              <a:latin typeface="Arial"/>
            </a:endParaRPr>
          </a:p>
        </p:txBody>
      </p:sp>
      <p:sp>
        <p:nvSpPr>
          <p:cNvPr id="722" name="">
            <a:hlinkClick r:id="rId3" action="ppaction://hlinksldjump"/>
          </p:cNvPr>
          <p:cNvSpPr/>
          <p:nvPr/>
        </p:nvSpPr>
        <p:spPr>
          <a:xfrm>
            <a:off x="5257800" y="3352680"/>
            <a:ext cx="121932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   </a:t>
            </a:r>
            <a:r>
              <a:rPr b="1" lang="en-US" sz="1600" spc="-1" strike="noStrike">
                <a:solidFill>
                  <a:srgbClr val="000000"/>
                </a:solidFill>
                <a:latin typeface="Arial"/>
              </a:rPr>
              <a:t>Back</a:t>
            </a:r>
            <a:endParaRPr b="0" lang="en-US" sz="1600" spc="-1" strike="noStrike">
              <a:solidFill>
                <a:srgbClr val="000000"/>
              </a:solidFill>
              <a:latin typeface="Arial"/>
            </a:endParaRPr>
          </a:p>
        </p:txBody>
      </p:sp>
    </p:spTree>
  </p:cSld>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3" name=""/>
          <p:cNvSpPr/>
          <p:nvPr/>
        </p:nvSpPr>
        <p:spPr>
          <a:xfrm>
            <a:off x="1676520" y="1905120"/>
            <a:ext cx="44193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EXIT</a:t>
            </a:r>
            <a:endParaRPr b="0" lang="en-US" sz="1200" spc="-1" strike="noStrike">
              <a:solidFill>
                <a:srgbClr val="000000"/>
              </a:solidFill>
              <a:latin typeface="Arial"/>
            </a:endParaRPr>
          </a:p>
        </p:txBody>
      </p:sp>
      <p:pic>
        <p:nvPicPr>
          <p:cNvPr id="724" name="" descr=""/>
          <p:cNvPicPr/>
          <p:nvPr/>
        </p:nvPicPr>
        <p:blipFill>
          <a:blip r:embed="rId1"/>
          <a:stretch/>
        </p:blipFill>
        <p:spPr>
          <a:xfrm>
            <a:off x="0" y="0"/>
            <a:ext cx="9144000" cy="6858000"/>
          </a:xfrm>
          <a:prstGeom prst="rect">
            <a:avLst/>
          </a:prstGeom>
          <a:ln w="0">
            <a:noFill/>
          </a:ln>
        </p:spPr>
      </p:pic>
      <p:pic>
        <p:nvPicPr>
          <p:cNvPr id="725" name="" descr=""/>
          <p:cNvPicPr/>
          <p:nvPr/>
        </p:nvPicPr>
        <p:blipFill>
          <a:blip r:embed="rId2"/>
          <a:stretch/>
        </p:blipFill>
        <p:spPr>
          <a:xfrm>
            <a:off x="1828800" y="5105520"/>
            <a:ext cx="2752560" cy="1427040"/>
          </a:xfrm>
          <a:prstGeom prst="rect">
            <a:avLst/>
          </a:prstGeom>
          <a:ln w="0">
            <a:noFill/>
          </a:ln>
        </p:spPr>
      </p:pic>
    </p:spTree>
  </p:cSld>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26" name="" descr=""/>
          <p:cNvPicPr/>
          <p:nvPr/>
        </p:nvPicPr>
        <p:blipFill>
          <a:blip r:embed="rId1"/>
          <a:stretch/>
        </p:blipFill>
        <p:spPr>
          <a:xfrm>
            <a:off x="0" y="0"/>
            <a:ext cx="9144000" cy="6858000"/>
          </a:xfrm>
          <a:prstGeom prst="rect">
            <a:avLst/>
          </a:prstGeom>
          <a:ln w="0">
            <a:noFill/>
          </a:ln>
        </p:spPr>
      </p:pic>
      <p:sp>
        <p:nvSpPr>
          <p:cNvPr id="727" name=""/>
          <p:cNvSpPr/>
          <p:nvPr/>
        </p:nvSpPr>
        <p:spPr>
          <a:xfrm>
            <a:off x="-609480" y="6858000"/>
            <a:ext cx="609480" cy="4572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728" name="" descr=""/>
          <p:cNvPicPr/>
          <p:nvPr/>
        </p:nvPicPr>
        <p:blipFill>
          <a:blip r:embed="rId2"/>
          <a:stretch/>
        </p:blipFill>
        <p:spPr>
          <a:xfrm>
            <a:off x="1828800" y="5105520"/>
            <a:ext cx="2752560" cy="1427040"/>
          </a:xfrm>
          <a:prstGeom prst="rect">
            <a:avLst/>
          </a:prstGeom>
          <a:ln w="0">
            <a:noFill/>
          </a:ln>
        </p:spPr>
      </p:pic>
    </p:spTree>
  </p:cSld>
  <p:timing>
    <p:tnLst>
      <p:par>
        <p:cTn id="1921" dur="indefinite" restart="never" nodeType="tmRoot">
          <p:childTnLst>
            <p:seq>
              <p:cTn id="1922" dur="indefinite" nodeType="mainSeq">
                <p:childTnLst>
                  <p:par>
                    <p:cTn id="1923" fill="hold">
                      <p:stCondLst>
                        <p:cond delay="0"/>
                      </p:stCondLst>
                      <p:childTnLst>
                        <p:par>
                          <p:cTn id="1924" fill="hold">
                            <p:stCondLst>
                              <p:cond delay="0"/>
                            </p:stCondLst>
                            <p:childTnLst>
                              <p:par>
                                <p:cTn id="1925" nodeType="afterEffect" fill="hold" presetClass="entr" presetID="1">
                                  <p:stCondLst>
                                    <p:cond delay="0"/>
                                  </p:stCondLst>
                                  <p:childTnLst>
                                    <p:audio isNarration="0">
                                      <p:cMediaNode showWhenStopped="1">
                                        <p:cTn/>
                                        <p:tgtEl>
                                          <p:sndTgt r:embed="rId3" name="wind.wav"/>
                                        </p:tgtEl>
                                      </p:cMediaNode>
                                    </p:audio>
                                    <p:set>
                                      <p:cBhvr>
                                        <p:cTn id="1926" dur="1" fill="hold">
                                          <p:stCondLst>
                                            <p:cond delay="0"/>
                                          </p:stCondLst>
                                        </p:cTn>
                                        <p:tgtEl>
                                          <p:spTgt spid="727"/>
                                        </p:tgtEl>
                                        <p:attrNameLst>
                                          <p:attrName>style.visibility</p:attrName>
                                        </p:attrNameLst>
                                      </p:cBhvr>
                                      <p:to>
                                        <p:strVal val="visible"/>
                                      </p:to>
                                    </p:set>
                                  </p:childTnLst>
                                </p:cTn>
                              </p:par>
                              <p:par>
                                <p:cTn id="1927" nodeType="withEffect" fill="hold" presetClass="path" presetID="0">
                                  <p:stCondLst>
                                    <p:cond delay="0"/>
                                  </p:stCondLst>
                                  <p:childTnLst>
                                    <p:animMotion origin="layout" path="M 8.33333E-007 2.36994E-006 L 8.33333E-007 0.22196 E">
                                      <p:cBhvr>
                                        <p:cTn id="1928" dur="2000" fill="hold"/>
                                        <p:tgtEl>
                                          <p:spTgt spid="728"/>
                                        </p:tgtEl>
                                      </p:cBhvr>
                                    </p:animMotion>
                                  </p:childTnLst>
                                </p:cTn>
                              </p:par>
                            </p:childTnLst>
                          </p:cTn>
                        </p:par>
                        <p:par>
                          <p:cTn id="1929" fill="hold">
                            <p:stCondLst>
                              <p:cond delay="2000"/>
                            </p:stCondLst>
                            <p:childTnLst>
                              <p:par>
                                <p:cTn id="1930" nodeType="afterEffect" fill="hold" presetClass="path" presetID="0">
                                  <p:stCondLst>
                                    <p:cond delay="0"/>
                                  </p:stCondLst>
                                  <p:childTnLst>
                                    <p:animMotion origin="layout" path="M 8.33333E-007 0.22196 L -0.525 0.28855 E">
                                      <p:cBhvr>
                                        <p:cTn id="1931" dur="500" fill="hold"/>
                                        <p:tgtEl>
                                          <p:spTgt spid="728"/>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29" name="" descr=""/>
          <p:cNvPicPr/>
          <p:nvPr/>
        </p:nvPicPr>
        <p:blipFill>
          <a:blip r:embed="rId1"/>
          <a:stretch/>
        </p:blipFill>
        <p:spPr>
          <a:xfrm>
            <a:off x="0" y="0"/>
            <a:ext cx="9144000" cy="6858000"/>
          </a:xfrm>
          <a:prstGeom prst="rect">
            <a:avLst/>
          </a:prstGeom>
          <a:ln w="0">
            <a:noFill/>
          </a:ln>
        </p:spPr>
      </p:pic>
      <p:pic>
        <p:nvPicPr>
          <p:cNvPr id="730" name="" descr=""/>
          <p:cNvPicPr/>
          <p:nvPr/>
        </p:nvPicPr>
        <p:blipFill>
          <a:blip r:embed="rId2"/>
          <a:stretch/>
        </p:blipFill>
        <p:spPr>
          <a:xfrm>
            <a:off x="9448920" y="2286000"/>
            <a:ext cx="714240" cy="257040"/>
          </a:xfrm>
          <a:prstGeom prst="rect">
            <a:avLst/>
          </a:prstGeom>
          <a:ln w="0">
            <a:noFill/>
          </a:ln>
        </p:spPr>
      </p:pic>
    </p:spTree>
  </p:cSld>
  <p:timing>
    <p:tnLst>
      <p:par>
        <p:cTn id="1932" dur="indefinite" restart="never" nodeType="tmRoot">
          <p:childTnLst>
            <p:seq>
              <p:cTn id="1933" dur="indefinite" nodeType="mainSeq">
                <p:childTnLst>
                  <p:par>
                    <p:cTn id="1934" fill="hold">
                      <p:stCondLst>
                        <p:cond delay="0"/>
                      </p:stCondLst>
                      <p:childTnLst>
                        <p:par>
                          <p:cTn id="1935" fill="hold">
                            <p:stCondLst>
                              <p:cond delay="0"/>
                            </p:stCondLst>
                            <p:childTnLst>
                              <p:par>
                                <p:cTn id="1936" nodeType="afterEffect" fill="hold" presetClass="path" presetID="0">
                                  <p:stCondLst>
                                    <p:cond delay="0"/>
                                  </p:stCondLst>
                                  <p:childTnLst>
                                    <p:animMotion origin="layout" path="M -0.2724 -0.00763 L -0.2724 0.04786 E">
                                      <p:cBhvr>
                                        <p:cTn id="1937" dur="500" fill="hold"/>
                                        <p:tgtEl>
                                          <p:spTgt spid="730"/>
                                        </p:tgtEl>
                                      </p:cBhvr>
                                    </p:animMotion>
                                  </p:childTnLst>
                                </p:cTn>
                              </p:par>
                            </p:childTnLst>
                          </p:cTn>
                        </p:par>
                        <p:par>
                          <p:cTn id="1938" fill="hold">
                            <p:stCondLst>
                              <p:cond delay="500"/>
                            </p:stCondLst>
                            <p:childTnLst>
                              <p:par>
                                <p:cTn id="1939" nodeType="afterEffect" fill="hold" presetClass="path" presetID="0">
                                  <p:stCondLst>
                                    <p:cond delay="0"/>
                                  </p:stCondLst>
                                  <p:childTnLst>
                                    <p:animMotion origin="layout" path="M -0.2724 0.04786 L -0.68907 0.04786 E">
                                      <p:cBhvr>
                                        <p:cTn id="1940" dur="1000" fill="hold"/>
                                        <p:tgtEl>
                                          <p:spTgt spid="730"/>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31" name="" descr=""/>
          <p:cNvPicPr/>
          <p:nvPr/>
        </p:nvPicPr>
        <p:blipFill>
          <a:blip r:embed="rId1"/>
          <a:stretch/>
        </p:blipFill>
        <p:spPr>
          <a:xfrm>
            <a:off x="0" y="0"/>
            <a:ext cx="9144000" cy="6858000"/>
          </a:xfrm>
          <a:prstGeom prst="rect">
            <a:avLst/>
          </a:prstGeom>
          <a:ln w="0">
            <a:noFill/>
          </a:ln>
        </p:spPr>
      </p:pic>
      <p:sp>
        <p:nvSpPr>
          <p:cNvPr id="732" name=""/>
          <p:cNvSpPr/>
          <p:nvPr/>
        </p:nvSpPr>
        <p:spPr>
          <a:xfrm>
            <a:off x="5334120" y="152280"/>
            <a:ext cx="281916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Operator #2386</a:t>
            </a:r>
            <a:endParaRPr b="0" lang="en-US" sz="2000" spc="-1" strike="noStrike">
              <a:solidFill>
                <a:srgbClr val="000000"/>
              </a:solidFill>
              <a:latin typeface="Arial"/>
            </a:endParaRPr>
          </a:p>
        </p:txBody>
      </p:sp>
      <p:sp>
        <p:nvSpPr>
          <p:cNvPr id="733" name=""/>
          <p:cNvSpPr/>
          <p:nvPr/>
        </p:nvSpPr>
        <p:spPr>
          <a:xfrm>
            <a:off x="1828800" y="480060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734" name=""/>
          <p:cNvSpPr/>
          <p:nvPr/>
        </p:nvSpPr>
        <p:spPr>
          <a:xfrm>
            <a:off x="3124080" y="609480"/>
            <a:ext cx="4800600" cy="58140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**PLEASE TRANSMIT DESTINATION COORDINATES**</a:t>
            </a:r>
            <a:endParaRPr b="0" lang="en-US" sz="1600" spc="-1" strike="noStrike">
              <a:solidFill>
                <a:srgbClr val="000000"/>
              </a:solidFill>
              <a:latin typeface="Arial"/>
            </a:endParaRPr>
          </a:p>
        </p:txBody>
      </p:sp>
      <p:sp>
        <p:nvSpPr>
          <p:cNvPr id="735" name=""/>
          <p:cNvSpPr/>
          <p:nvPr/>
        </p:nvSpPr>
        <p:spPr>
          <a:xfrm>
            <a:off x="1905120" y="5257800"/>
            <a:ext cx="48006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Hmm? Oh, yah that. Now hold on a sec…</a:t>
            </a:r>
            <a:endParaRPr b="0" lang="en-US" sz="1600" spc="-1" strike="noStrike">
              <a:solidFill>
                <a:srgbClr val="000000"/>
              </a:solidFill>
              <a:latin typeface="Arial"/>
            </a:endParaRPr>
          </a:p>
        </p:txBody>
      </p:sp>
      <p:sp>
        <p:nvSpPr>
          <p:cNvPr id="736" name=""/>
          <p:cNvSpPr/>
          <p:nvPr/>
        </p:nvSpPr>
        <p:spPr>
          <a:xfrm>
            <a:off x="0" y="396252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2000</a:t>
            </a:r>
            <a:endParaRPr b="0" lang="en-US" sz="1600" spc="-1" strike="noStrike">
              <a:solidFill>
                <a:srgbClr val="000000"/>
              </a:solidFill>
              <a:latin typeface="Arial"/>
            </a:endParaRPr>
          </a:p>
        </p:txBody>
      </p:sp>
      <p:sp>
        <p:nvSpPr>
          <p:cNvPr id="737" name=""/>
          <p:cNvSpPr/>
          <p:nvPr/>
        </p:nvSpPr>
        <p:spPr>
          <a:xfrm>
            <a:off x="6934320" y="2209680"/>
            <a:ext cx="2209680" cy="55512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FACILITY Credits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XXXXXXXXXXXXXXXXXXX</a:t>
            </a:r>
            <a:endParaRPr b="0" lang="en-US" sz="1200" spc="-1" strike="noStrike">
              <a:solidFill>
                <a:srgbClr val="000000"/>
              </a:solidFill>
              <a:latin typeface="Arial"/>
            </a:endParaRPr>
          </a:p>
        </p:txBody>
      </p:sp>
    </p:spTree>
  </p:cSld>
  <p:transition spd="slow" advTm="5000">
    <p:fade/>
  </p:transition>
  <p:timing>
    <p:tnLst>
      <p:par>
        <p:cTn id="1941" dur="indefinite" restart="never" nodeType="tmRoot">
          <p:childTnLst>
            <p:seq>
              <p:cTn id="1942" dur="indefinite" nodeType="mainSeq">
                <p:childTnLst>
                  <p:par>
                    <p:cTn id="1943" fill="hold">
                      <p:stCondLst>
                        <p:cond delay="0"/>
                      </p:stCondLst>
                      <p:childTnLst>
                        <p:par>
                          <p:cTn id="1944" fill="hold">
                            <p:stCondLst>
                              <p:cond delay="0"/>
                            </p:stCondLst>
                            <p:childTnLst>
                              <p:par>
                                <p:cTn id="1945" nodeType="afterEffect" fill="hold" presetClass="entr" presetID="27">
                                  <p:stCondLst>
                                    <p:cond delay="0"/>
                                  </p:stCondLst>
                                  <p:iterate type="lt">
                                    <p:tmAbs val="40"/>
                                  </p:iterate>
                                  <p:childTnLst>
                                    <p:set>
                                      <p:cBhvr>
                                        <p:cTn id="1946" dur="1" fill="hold">
                                          <p:stCondLst>
                                            <p:cond delay="0"/>
                                          </p:stCondLst>
                                        </p:cTn>
                                        <p:tgtEl>
                                          <p:spTgt spid="734"/>
                                        </p:tgtEl>
                                        <p:attrNameLst>
                                          <p:attrName>style.visibility</p:attrName>
                                        </p:attrNameLst>
                                      </p:cBhvr>
                                      <p:to>
                                        <p:strVal val="visible"/>
                                      </p:to>
                                    </p:set>
                                    <p:anim calcmode="discrete" valueType="clr">
                                      <p:cBhvr additive="repl">
                                        <p:cTn id="1947" dur="80"/>
                                        <p:tgtEl>
                                          <p:spTgt spid="734"/>
                                        </p:tgtEl>
                                        <p:attrNameLst>
                                          <p:attrName>style.color</p:attrName>
                                        </p:attrNameLst>
                                      </p:cBhvr>
                                      <p:tavLst>
                                        <p:tav tm="0">
                                          <p:val>
                                            <p:strVal val="rgb(-103,51,51)"/>
                                          </p:val>
                                        </p:tav>
                                        <p:tav tm="50000">
                                          <p:val>
                                            <p:strVal val="rgb(-103,-103,0)"/>
                                          </p:val>
                                        </p:tav>
                                      </p:tavLst>
                                    </p:anim>
                                    <p:anim calcmode="discrete" valueType="clr">
                                      <p:cBhvr additive="repl">
                                        <p:cTn id="1948" dur="80"/>
                                        <p:tgtEl>
                                          <p:spTgt spid="734"/>
                                        </p:tgtEl>
                                        <p:attrNameLst>
                                          <p:attrName>fillcolor</p:attrName>
                                        </p:attrNameLst>
                                      </p:cBhvr>
                                      <p:tavLst>
                                        <p:tav tm="0">
                                          <p:val>
                                            <p:strVal val="rgb(-103,51,51)"/>
                                          </p:val>
                                        </p:tav>
                                        <p:tav tm="50000">
                                          <p:val>
                                            <p:strVal val="rgb(-103,-103,0)"/>
                                          </p:val>
                                        </p:tav>
                                      </p:tavLst>
                                    </p:anim>
                                    <p:set>
                                      <p:cBhvr>
                                        <p:cTn id="1949" dur="80"/>
                                        <p:tgtEl>
                                          <p:spTgt spid="734"/>
                                        </p:tgtEl>
                                        <p:attrNameLst>
                                          <p:attrName>fill.type</p:attrName>
                                        </p:attrNameLst>
                                      </p:cBhvr>
                                      <p:to>
                                        <p:strVal val="solid"/>
                                      </p:to>
                                    </p:set>
                                  </p:childTnLst>
                                </p:cTn>
                              </p:par>
                            </p:childTnLst>
                          </p:cTn>
                        </p:par>
                        <p:par>
                          <p:cTn id="1950" fill="hold">
                            <p:stCondLst>
                              <p:cond delay="1640"/>
                            </p:stCondLst>
                            <p:childTnLst>
                              <p:par>
                                <p:cTn id="1951" nodeType="afterEffect" fill="hold" presetClass="entr" presetID="27">
                                  <p:stCondLst>
                                    <p:cond delay="500"/>
                                  </p:stCondLst>
                                  <p:iterate type="lt">
                                    <p:tmAbs val="40"/>
                                  </p:iterate>
                                  <p:childTnLst>
                                    <p:set>
                                      <p:cBhvr>
                                        <p:cTn id="1952" dur="1" fill="hold">
                                          <p:stCondLst>
                                            <p:cond delay="0"/>
                                          </p:stCondLst>
                                        </p:cTn>
                                        <p:tgtEl>
                                          <p:spTgt spid="735"/>
                                        </p:tgtEl>
                                        <p:attrNameLst>
                                          <p:attrName>style.visibility</p:attrName>
                                        </p:attrNameLst>
                                      </p:cBhvr>
                                      <p:to>
                                        <p:strVal val="visible"/>
                                      </p:to>
                                    </p:set>
                                    <p:anim calcmode="discrete" valueType="clr">
                                      <p:cBhvr additive="repl">
                                        <p:cTn id="1953" dur="80"/>
                                        <p:tgtEl>
                                          <p:spTgt spid="735"/>
                                        </p:tgtEl>
                                        <p:attrNameLst>
                                          <p:attrName>style.color</p:attrName>
                                        </p:attrNameLst>
                                      </p:cBhvr>
                                      <p:tavLst>
                                        <p:tav tm="0">
                                          <p:val>
                                            <p:strVal val="rgb(-103,51,51)"/>
                                          </p:val>
                                        </p:tav>
                                        <p:tav tm="50000">
                                          <p:val>
                                            <p:strVal val="rgb(-103,-103,0)"/>
                                          </p:val>
                                        </p:tav>
                                      </p:tavLst>
                                    </p:anim>
                                    <p:anim calcmode="discrete" valueType="clr">
                                      <p:cBhvr additive="repl">
                                        <p:cTn id="1954" dur="80"/>
                                        <p:tgtEl>
                                          <p:spTgt spid="735"/>
                                        </p:tgtEl>
                                        <p:attrNameLst>
                                          <p:attrName>fillcolor</p:attrName>
                                        </p:attrNameLst>
                                      </p:cBhvr>
                                      <p:tavLst>
                                        <p:tav tm="0">
                                          <p:val>
                                            <p:strVal val="rgb(-103,51,51)"/>
                                          </p:val>
                                        </p:tav>
                                        <p:tav tm="50000">
                                          <p:val>
                                            <p:strVal val="rgb(-103,-103,0)"/>
                                          </p:val>
                                        </p:tav>
                                      </p:tavLst>
                                    </p:anim>
                                    <p:set>
                                      <p:cBhvr>
                                        <p:cTn id="1955" dur="80"/>
                                        <p:tgtEl>
                                          <p:spTgt spid="73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38" name="" descr=""/>
          <p:cNvPicPr/>
          <p:nvPr/>
        </p:nvPicPr>
        <p:blipFill>
          <a:blip r:embed="rId1"/>
          <a:stretch/>
        </p:blipFill>
        <p:spPr>
          <a:xfrm>
            <a:off x="0" y="0"/>
            <a:ext cx="9144000" cy="6858000"/>
          </a:xfrm>
          <a:prstGeom prst="rect">
            <a:avLst/>
          </a:prstGeom>
          <a:ln w="0">
            <a:noFill/>
          </a:ln>
        </p:spPr>
      </p:pic>
      <p:sp>
        <p:nvSpPr>
          <p:cNvPr id="739" name=""/>
          <p:cNvSpPr/>
          <p:nvPr/>
        </p:nvSpPr>
        <p:spPr>
          <a:xfrm>
            <a:off x="6553080" y="3238560"/>
            <a:ext cx="1828800" cy="609480"/>
          </a:xfrm>
          <a:prstGeom prst="borderCallout2">
            <a:avLst>
              <a:gd name="adj1" fmla="val 18750"/>
              <a:gd name="adj2" fmla="val -8333"/>
              <a:gd name="adj3" fmla="val 18518"/>
              <a:gd name="adj4" fmla="val -26648"/>
              <a:gd name="adj5" fmla="val 93750"/>
              <a:gd name="adj6" fmla="val -50000"/>
            </a:avLst>
          </a:prstGeom>
          <a:solidFill>
            <a:srgbClr val="ffffff"/>
          </a:solidFill>
          <a:ln w="9360">
            <a:solidFill>
              <a:srgbClr val="80808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System Quisti Vela V</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(CURRENT LOCAL)</a:t>
            </a:r>
            <a:endParaRPr b="0" lang="en-US" sz="1200" spc="-1" strike="noStrike">
              <a:solidFill>
                <a:srgbClr val="000000"/>
              </a:solidFill>
              <a:latin typeface="Arial"/>
            </a:endParaRPr>
          </a:p>
        </p:txBody>
      </p:sp>
      <p:sp>
        <p:nvSpPr>
          <p:cNvPr id="740" name="">
            <a:hlinkClick r:id="rId2" action="ppaction://hlinksldjump"/>
          </p:cNvPr>
          <p:cNvSpPr/>
          <p:nvPr/>
        </p:nvSpPr>
        <p:spPr>
          <a:xfrm>
            <a:off x="0" y="5943600"/>
            <a:ext cx="1828800" cy="609480"/>
          </a:xfrm>
          <a:prstGeom prst="borderCallout2">
            <a:avLst>
              <a:gd name="adj1" fmla="val 18750"/>
              <a:gd name="adj2" fmla="val -8333"/>
              <a:gd name="adj3" fmla="val 18518"/>
              <a:gd name="adj4" fmla="val 110675"/>
              <a:gd name="adj5" fmla="val -38800"/>
              <a:gd name="adj6" fmla="val 111634"/>
            </a:avLst>
          </a:prstGeom>
          <a:solidFill>
            <a:srgbClr val="ffffff"/>
          </a:solidFill>
          <a:ln w="9360">
            <a:solidFill>
              <a:srgbClr val="80808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System Zeta Pasm II</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Go to=-</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741" name="">
            <a:hlinkClick r:id="rId3" action="ppaction://hlinksldjump"/>
          </p:cNvPr>
          <p:cNvSpPr/>
          <p:nvPr/>
        </p:nvSpPr>
        <p:spPr>
          <a:xfrm>
            <a:off x="5334120" y="5907240"/>
            <a:ext cx="1784160" cy="609480"/>
          </a:xfrm>
          <a:prstGeom prst="borderCallout2">
            <a:avLst>
              <a:gd name="adj1" fmla="val 18750"/>
              <a:gd name="adj2" fmla="val -8333"/>
              <a:gd name="adj3" fmla="val 18518"/>
              <a:gd name="adj4" fmla="val 139680"/>
              <a:gd name="adj5" fmla="val -37240"/>
              <a:gd name="adj6" fmla="val 143949"/>
            </a:avLst>
          </a:prstGeom>
          <a:solidFill>
            <a:srgbClr val="ffffff"/>
          </a:solidFill>
          <a:ln w="9360">
            <a:solidFill>
              <a:srgbClr val="80808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System Quisti Vela VI</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Go to=-</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742" name="">
            <a:hlinkClick r:id="rId4" action="ppaction://hlinksldjump"/>
          </p:cNvPr>
          <p:cNvSpPr/>
          <p:nvPr/>
        </p:nvSpPr>
        <p:spPr>
          <a:xfrm>
            <a:off x="1066680" y="2209680"/>
            <a:ext cx="1752840" cy="609840"/>
          </a:xfrm>
          <a:prstGeom prst="borderCallout2">
            <a:avLst>
              <a:gd name="adj1" fmla="val 18750"/>
              <a:gd name="adj2" fmla="val -8333"/>
              <a:gd name="adj3" fmla="val 18518"/>
              <a:gd name="adj4" fmla="val 140398"/>
              <a:gd name="adj5" fmla="val -37240"/>
              <a:gd name="adj6" fmla="val 144745"/>
            </a:avLst>
          </a:prstGeom>
          <a:solidFill>
            <a:srgbClr val="ffffff"/>
          </a:solidFill>
          <a:ln w="9360">
            <a:solidFill>
              <a:srgbClr val="80808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System Quisti Vela IV -=Click to Go to=-</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pic>
        <p:nvPicPr>
          <p:cNvPr id="743" name="" descr=""/>
          <p:cNvPicPr/>
          <p:nvPr/>
        </p:nvPicPr>
        <p:blipFill>
          <a:blip r:embed="rId5"/>
          <a:stretch/>
        </p:blipFill>
        <p:spPr>
          <a:xfrm>
            <a:off x="4495680" y="0"/>
            <a:ext cx="4648320" cy="1473120"/>
          </a:xfrm>
          <a:prstGeom prst="rect">
            <a:avLst/>
          </a:prstGeom>
          <a:ln w="0">
            <a:noFill/>
          </a:ln>
        </p:spPr>
      </p:pic>
      <p:sp>
        <p:nvSpPr>
          <p:cNvPr id="744" name=""/>
          <p:cNvSpPr/>
          <p:nvPr/>
        </p:nvSpPr>
        <p:spPr>
          <a:xfrm>
            <a:off x="6324480" y="457200"/>
            <a:ext cx="228600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need to return to system Quisti Vela VI. That shouldn’t be too hard to find, should it?</a:t>
            </a:r>
            <a:endParaRPr b="0" lang="en-US" sz="1200" spc="-1" strike="noStrike">
              <a:solidFill>
                <a:srgbClr val="000000"/>
              </a:solidFill>
              <a:latin typeface="Arial"/>
            </a:endParaRPr>
          </a:p>
        </p:txBody>
      </p:sp>
    </p:spTree>
  </p:cSld>
  <p:timing>
    <p:tnLst>
      <p:par>
        <p:cTn id="1956" dur="indefinite" restart="never" nodeType="tmRoot">
          <p:childTnLst>
            <p:seq>
              <p:cTn id="1957" dur="indefinite" nodeType="mainSeq">
                <p:childTnLst>
                  <p:par>
                    <p:cTn id="1958" fill="hold">
                      <p:stCondLst>
                        <p:cond delay="0"/>
                      </p:stCondLst>
                      <p:childTnLst>
                        <p:par>
                          <p:cTn id="1959" fill="hold">
                            <p:stCondLst>
                              <p:cond delay="0"/>
                            </p:stCondLst>
                            <p:childTnLst>
                              <p:par>
                                <p:cTn id="1960" nodeType="afterEffect" fill="hold" presetClass="entr" presetID="9">
                                  <p:stCondLst>
                                    <p:cond delay="0"/>
                                  </p:stCondLst>
                                  <p:childTnLst>
                                    <p:set>
                                      <p:cBhvr>
                                        <p:cTn id="1961" dur="1" fill="hold">
                                          <p:stCondLst>
                                            <p:cond delay="0"/>
                                          </p:stCondLst>
                                        </p:cTn>
                                        <p:tgtEl>
                                          <p:spTgt spid="743"/>
                                        </p:tgtEl>
                                        <p:attrNameLst>
                                          <p:attrName>style.visibility</p:attrName>
                                        </p:attrNameLst>
                                      </p:cBhvr>
                                      <p:to>
                                        <p:strVal val="visible"/>
                                      </p:to>
                                    </p:set>
                                    <p:animEffect filter="dissolve" transition="in">
                                      <p:cBhvr additive="repl">
                                        <p:cTn id="1962" dur="500"/>
                                        <p:tgtEl>
                                          <p:spTgt spid="743"/>
                                        </p:tgtEl>
                                      </p:cBhvr>
                                    </p:animEffect>
                                  </p:childTnLst>
                                </p:cTn>
                              </p:par>
                            </p:childTnLst>
                          </p:cTn>
                        </p:par>
                        <p:par>
                          <p:cTn id="1963" fill="hold">
                            <p:stCondLst>
                              <p:cond delay="500"/>
                            </p:stCondLst>
                            <p:childTnLst>
                              <p:par>
                                <p:cTn id="1964" nodeType="afterEffect" fill="hold" presetClass="entr" presetID="27">
                                  <p:stCondLst>
                                    <p:cond delay="0"/>
                                  </p:stCondLst>
                                  <p:iterate type="lt">
                                    <p:tmAbs val="40"/>
                                  </p:iterate>
                                  <p:childTnLst>
                                    <p:set>
                                      <p:cBhvr>
                                        <p:cTn id="1965" dur="1" fill="hold">
                                          <p:stCondLst>
                                            <p:cond delay="0"/>
                                          </p:stCondLst>
                                        </p:cTn>
                                        <p:tgtEl>
                                          <p:spTgt spid="744"/>
                                        </p:tgtEl>
                                        <p:attrNameLst>
                                          <p:attrName>style.visibility</p:attrName>
                                        </p:attrNameLst>
                                      </p:cBhvr>
                                      <p:to>
                                        <p:strVal val="visible"/>
                                      </p:to>
                                    </p:set>
                                    <p:anim calcmode="discrete" valueType="clr">
                                      <p:cBhvr additive="repl">
                                        <p:cTn id="1966" dur="80"/>
                                        <p:tgtEl>
                                          <p:spTgt spid="744"/>
                                        </p:tgtEl>
                                        <p:attrNameLst>
                                          <p:attrName>style.color</p:attrName>
                                        </p:attrNameLst>
                                      </p:cBhvr>
                                      <p:tavLst>
                                        <p:tav tm="0">
                                          <p:val>
                                            <p:strVal val="rgb(-103,51,51)"/>
                                          </p:val>
                                        </p:tav>
                                        <p:tav tm="50000">
                                          <p:val>
                                            <p:strVal val="rgb(-103,-103,0)"/>
                                          </p:val>
                                        </p:tav>
                                      </p:tavLst>
                                    </p:anim>
                                    <p:anim calcmode="discrete" valueType="clr">
                                      <p:cBhvr additive="repl">
                                        <p:cTn id="1967" dur="80"/>
                                        <p:tgtEl>
                                          <p:spTgt spid="744"/>
                                        </p:tgtEl>
                                        <p:attrNameLst>
                                          <p:attrName>fillcolor</p:attrName>
                                        </p:attrNameLst>
                                      </p:cBhvr>
                                      <p:tavLst>
                                        <p:tav tm="0">
                                          <p:val>
                                            <p:strVal val="rgb(-103,51,51)"/>
                                          </p:val>
                                        </p:tav>
                                        <p:tav tm="50000">
                                          <p:val>
                                            <p:strVal val="rgb(-103,-103,0)"/>
                                          </p:val>
                                        </p:tav>
                                      </p:tavLst>
                                    </p:anim>
                                    <p:set>
                                      <p:cBhvr>
                                        <p:cTn id="1968" dur="80"/>
                                        <p:tgtEl>
                                          <p:spTgt spid="744"/>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45" name="" descr=""/>
          <p:cNvPicPr/>
          <p:nvPr/>
        </p:nvPicPr>
        <p:blipFill>
          <a:blip r:embed="rId1"/>
          <a:stretch/>
        </p:blipFill>
        <p:spPr>
          <a:xfrm>
            <a:off x="0" y="0"/>
            <a:ext cx="9144000" cy="6858000"/>
          </a:xfrm>
          <a:prstGeom prst="rect">
            <a:avLst/>
          </a:prstGeom>
          <a:ln w="0">
            <a:noFill/>
          </a:ln>
        </p:spPr>
      </p:pic>
      <p:sp>
        <p:nvSpPr>
          <p:cNvPr id="746" name=""/>
          <p:cNvSpPr/>
          <p:nvPr/>
        </p:nvSpPr>
        <p:spPr>
          <a:xfrm>
            <a:off x="6553080" y="3238560"/>
            <a:ext cx="1828800" cy="609480"/>
          </a:xfrm>
          <a:prstGeom prst="borderCallout2">
            <a:avLst>
              <a:gd name="adj1" fmla="val 18750"/>
              <a:gd name="adj2" fmla="val -8333"/>
              <a:gd name="adj3" fmla="val 18518"/>
              <a:gd name="adj4" fmla="val -26648"/>
              <a:gd name="adj5" fmla="val 93750"/>
              <a:gd name="adj6" fmla="val -50000"/>
            </a:avLst>
          </a:prstGeom>
          <a:solidFill>
            <a:srgbClr val="ffffff"/>
          </a:solidFill>
          <a:ln w="9360">
            <a:solidFill>
              <a:srgbClr val="80808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System Quisti Vela V</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3300"/>
                </a:solidFill>
                <a:latin typeface="Arial"/>
              </a:rPr>
              <a:t>(CURRENT LOCAL)</a:t>
            </a:r>
            <a:endParaRPr b="0" lang="en-US" sz="1200" spc="-1" strike="noStrike">
              <a:solidFill>
                <a:srgbClr val="000000"/>
              </a:solidFill>
              <a:latin typeface="Arial"/>
            </a:endParaRPr>
          </a:p>
        </p:txBody>
      </p:sp>
      <p:sp>
        <p:nvSpPr>
          <p:cNvPr id="747" name="">
            <a:hlinkClick r:id="rId2" action="ppaction://hlinksldjump"/>
          </p:cNvPr>
          <p:cNvSpPr/>
          <p:nvPr/>
        </p:nvSpPr>
        <p:spPr>
          <a:xfrm>
            <a:off x="0" y="5943600"/>
            <a:ext cx="1828800" cy="609480"/>
          </a:xfrm>
          <a:prstGeom prst="borderCallout2">
            <a:avLst>
              <a:gd name="adj1" fmla="val 18750"/>
              <a:gd name="adj2" fmla="val -8333"/>
              <a:gd name="adj3" fmla="val 18518"/>
              <a:gd name="adj4" fmla="val 110592"/>
              <a:gd name="adj5" fmla="val -38800"/>
              <a:gd name="adj6" fmla="val 111634"/>
            </a:avLst>
          </a:prstGeom>
          <a:solidFill>
            <a:srgbClr val="ffffff"/>
          </a:solidFill>
          <a:ln w="9360">
            <a:solidFill>
              <a:srgbClr val="80808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System Zeta Pasm II</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Go to=-</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748" name="">
            <a:hlinkClick r:id="rId3" action="ppaction://hlinksldjump"/>
          </p:cNvPr>
          <p:cNvSpPr/>
          <p:nvPr/>
        </p:nvSpPr>
        <p:spPr>
          <a:xfrm>
            <a:off x="5334120" y="5907240"/>
            <a:ext cx="1784160" cy="609480"/>
          </a:xfrm>
          <a:prstGeom prst="borderCallout2">
            <a:avLst>
              <a:gd name="adj1" fmla="val 18750"/>
              <a:gd name="adj2" fmla="val -8333"/>
              <a:gd name="adj3" fmla="val 18518"/>
              <a:gd name="adj4" fmla="val 139680"/>
              <a:gd name="adj5" fmla="val -37240"/>
              <a:gd name="adj6" fmla="val 143949"/>
            </a:avLst>
          </a:prstGeom>
          <a:solidFill>
            <a:srgbClr val="ffffff"/>
          </a:solidFill>
          <a:ln w="9360">
            <a:solidFill>
              <a:srgbClr val="80808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System Quisti Vela VI</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Go to=-</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749" name="">
            <a:hlinkClick r:id="rId4" action="ppaction://hlinksldjump"/>
          </p:cNvPr>
          <p:cNvSpPr/>
          <p:nvPr/>
        </p:nvSpPr>
        <p:spPr>
          <a:xfrm>
            <a:off x="1066680" y="2209680"/>
            <a:ext cx="1752840" cy="609840"/>
          </a:xfrm>
          <a:prstGeom prst="borderCallout2">
            <a:avLst>
              <a:gd name="adj1" fmla="val 18750"/>
              <a:gd name="adj2" fmla="val -8333"/>
              <a:gd name="adj3" fmla="val 18518"/>
              <a:gd name="adj4" fmla="val 140398"/>
              <a:gd name="adj5" fmla="val -37240"/>
              <a:gd name="adj6" fmla="val 144745"/>
            </a:avLst>
          </a:prstGeom>
          <a:solidFill>
            <a:srgbClr val="ffffff"/>
          </a:solidFill>
          <a:ln w="9360">
            <a:solidFill>
              <a:srgbClr val="80808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System Quisti Vela IV</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Go to=-</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pic>
        <p:nvPicPr>
          <p:cNvPr id="750" name="" descr=""/>
          <p:cNvPicPr/>
          <p:nvPr/>
        </p:nvPicPr>
        <p:blipFill>
          <a:blip r:embed="rId5"/>
          <a:stretch/>
        </p:blipFill>
        <p:spPr>
          <a:xfrm>
            <a:off x="4495680" y="0"/>
            <a:ext cx="4648320" cy="1494000"/>
          </a:xfrm>
          <a:prstGeom prst="rect">
            <a:avLst/>
          </a:prstGeom>
          <a:ln w="0">
            <a:noFill/>
          </a:ln>
        </p:spPr>
      </p:pic>
      <p:sp>
        <p:nvSpPr>
          <p:cNvPr id="751" name=""/>
          <p:cNvSpPr/>
          <p:nvPr/>
        </p:nvSpPr>
        <p:spPr>
          <a:xfrm>
            <a:off x="6248520" y="457200"/>
            <a:ext cx="17524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Not that one…</a:t>
            </a:r>
            <a:endParaRPr b="0" lang="en-US" sz="1200" spc="-1" strike="noStrike">
              <a:solidFill>
                <a:srgbClr val="000000"/>
              </a:solidFill>
              <a:latin typeface="Arial"/>
            </a:endParaRPr>
          </a:p>
        </p:txBody>
      </p:sp>
    </p:spTree>
  </p:cSld>
  <p:timing>
    <p:tnLst>
      <p:par>
        <p:cTn id="1969" dur="indefinite" restart="never" nodeType="tmRoot">
          <p:childTnLst>
            <p:seq>
              <p:cTn id="1970" dur="indefinite" nodeType="mainSeq">
                <p:childTnLst>
                  <p:par>
                    <p:cTn id="1971" fill="hold">
                      <p:stCondLst>
                        <p:cond delay="0"/>
                      </p:stCondLst>
                      <p:childTnLst>
                        <p:par>
                          <p:cTn id="1972" fill="hold">
                            <p:stCondLst>
                              <p:cond delay="0"/>
                            </p:stCondLst>
                            <p:childTnLst>
                              <p:par>
                                <p:cTn id="1973" nodeType="afterEffect" fill="hold" presetClass="entr" presetID="27">
                                  <p:stCondLst>
                                    <p:cond delay="0"/>
                                  </p:stCondLst>
                                  <p:iterate type="lt">
                                    <p:tmAbs val="40"/>
                                  </p:iterate>
                                  <p:childTnLst>
                                    <p:set>
                                      <p:cBhvr>
                                        <p:cTn id="1974" dur="1" fill="hold">
                                          <p:stCondLst>
                                            <p:cond delay="0"/>
                                          </p:stCondLst>
                                        </p:cTn>
                                        <p:tgtEl>
                                          <p:spTgt spid="751"/>
                                        </p:tgtEl>
                                        <p:attrNameLst>
                                          <p:attrName>style.visibility</p:attrName>
                                        </p:attrNameLst>
                                      </p:cBhvr>
                                      <p:to>
                                        <p:strVal val="visible"/>
                                      </p:to>
                                    </p:set>
                                    <p:anim calcmode="discrete" valueType="clr">
                                      <p:cBhvr additive="repl">
                                        <p:cTn id="1975" dur="80"/>
                                        <p:tgtEl>
                                          <p:spTgt spid="751"/>
                                        </p:tgtEl>
                                        <p:attrNameLst>
                                          <p:attrName>style.color</p:attrName>
                                        </p:attrNameLst>
                                      </p:cBhvr>
                                      <p:tavLst>
                                        <p:tav tm="0">
                                          <p:val>
                                            <p:strVal val="rgb(-103,51,51)"/>
                                          </p:val>
                                        </p:tav>
                                        <p:tav tm="50000">
                                          <p:val>
                                            <p:strVal val="rgb(-103,-103,0)"/>
                                          </p:val>
                                        </p:tav>
                                      </p:tavLst>
                                    </p:anim>
                                    <p:anim calcmode="discrete" valueType="clr">
                                      <p:cBhvr additive="repl">
                                        <p:cTn id="1976" dur="80"/>
                                        <p:tgtEl>
                                          <p:spTgt spid="751"/>
                                        </p:tgtEl>
                                        <p:attrNameLst>
                                          <p:attrName>fillcolor</p:attrName>
                                        </p:attrNameLst>
                                      </p:cBhvr>
                                      <p:tavLst>
                                        <p:tav tm="0">
                                          <p:val>
                                            <p:strVal val="rgb(-103,51,51)"/>
                                          </p:val>
                                        </p:tav>
                                        <p:tav tm="50000">
                                          <p:val>
                                            <p:strVal val="rgb(-103,-103,0)"/>
                                          </p:val>
                                        </p:tav>
                                      </p:tavLst>
                                    </p:anim>
                                    <p:set>
                                      <p:cBhvr>
                                        <p:cTn id="1977" dur="80"/>
                                        <p:tgtEl>
                                          <p:spTgt spid="751"/>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52" name="" descr=""/>
          <p:cNvPicPr/>
          <p:nvPr/>
        </p:nvPicPr>
        <p:blipFill>
          <a:blip r:embed="rId1"/>
          <a:stretch/>
        </p:blipFill>
        <p:spPr>
          <a:xfrm>
            <a:off x="0" y="0"/>
            <a:ext cx="9144000" cy="6858000"/>
          </a:xfrm>
          <a:prstGeom prst="rect">
            <a:avLst/>
          </a:prstGeom>
          <a:ln w="0">
            <a:noFill/>
          </a:ln>
        </p:spPr>
      </p:pic>
      <p:sp>
        <p:nvSpPr>
          <p:cNvPr id="753" name=""/>
          <p:cNvSpPr/>
          <p:nvPr/>
        </p:nvSpPr>
        <p:spPr>
          <a:xfrm>
            <a:off x="5334120" y="152280"/>
            <a:ext cx="281916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Operator #2386</a:t>
            </a:r>
            <a:endParaRPr b="0" lang="en-US" sz="2000" spc="-1" strike="noStrike">
              <a:solidFill>
                <a:srgbClr val="000000"/>
              </a:solidFill>
              <a:latin typeface="Arial"/>
            </a:endParaRPr>
          </a:p>
        </p:txBody>
      </p:sp>
      <p:sp>
        <p:nvSpPr>
          <p:cNvPr id="754" name=""/>
          <p:cNvSpPr/>
          <p:nvPr/>
        </p:nvSpPr>
        <p:spPr>
          <a:xfrm>
            <a:off x="1828800" y="480060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755" name=""/>
          <p:cNvSpPr/>
          <p:nvPr/>
        </p:nvSpPr>
        <p:spPr>
          <a:xfrm>
            <a:off x="1828800" y="5105520"/>
            <a:ext cx="48006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Yah, system </a:t>
            </a:r>
            <a:r>
              <a:rPr b="0" lang="en-US" sz="1600" spc="-1" strike="noStrike">
                <a:solidFill>
                  <a:srgbClr val="ff0000"/>
                </a:solidFill>
                <a:latin typeface="Arial"/>
              </a:rPr>
              <a:t>Quisti Vela VI</a:t>
            </a:r>
            <a:r>
              <a:rPr b="0" lang="en-US" sz="1600" spc="-1" strike="noStrike">
                <a:solidFill>
                  <a:srgbClr val="ff3300"/>
                </a:solidFill>
                <a:latin typeface="Arial"/>
              </a:rPr>
              <a:t>. Transmitting data.</a:t>
            </a:r>
            <a:endParaRPr b="0" lang="en-US" sz="1600" spc="-1" strike="noStrike">
              <a:solidFill>
                <a:srgbClr val="000000"/>
              </a:solidFill>
              <a:latin typeface="Arial"/>
            </a:endParaRPr>
          </a:p>
        </p:txBody>
      </p:sp>
      <p:sp>
        <p:nvSpPr>
          <p:cNvPr id="756" name=""/>
          <p:cNvSpPr/>
          <p:nvPr/>
        </p:nvSpPr>
        <p:spPr>
          <a:xfrm>
            <a:off x="0" y="396252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2000</a:t>
            </a:r>
            <a:endParaRPr b="0" lang="en-US" sz="1600" spc="-1" strike="noStrike">
              <a:solidFill>
                <a:srgbClr val="000000"/>
              </a:solidFill>
              <a:latin typeface="Arial"/>
            </a:endParaRPr>
          </a:p>
        </p:txBody>
      </p:sp>
      <p:sp>
        <p:nvSpPr>
          <p:cNvPr id="757" name=""/>
          <p:cNvSpPr/>
          <p:nvPr/>
        </p:nvSpPr>
        <p:spPr>
          <a:xfrm>
            <a:off x="6934320" y="2209680"/>
            <a:ext cx="2209680" cy="55512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FACILITY Credits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XXXXXXXXXXXXXXXXXXX</a:t>
            </a:r>
            <a:endParaRPr b="0" lang="en-US" sz="1200" spc="-1" strike="noStrike">
              <a:solidFill>
                <a:srgbClr val="000000"/>
              </a:solidFill>
              <a:latin typeface="Arial"/>
            </a:endParaRPr>
          </a:p>
        </p:txBody>
      </p:sp>
      <p:sp>
        <p:nvSpPr>
          <p:cNvPr id="758" name=""/>
          <p:cNvSpPr/>
          <p:nvPr/>
        </p:nvSpPr>
        <p:spPr>
          <a:xfrm>
            <a:off x="4343400" y="3809880"/>
            <a:ext cx="304920" cy="838440"/>
          </a:xfrm>
          <a:prstGeom prst="upArrow">
            <a:avLst>
              <a:gd name="adj1" fmla="val 50000"/>
              <a:gd name="adj2" fmla="val 68743"/>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759" name=""/>
          <p:cNvSpPr/>
          <p:nvPr/>
        </p:nvSpPr>
        <p:spPr>
          <a:xfrm>
            <a:off x="2666880" y="762120"/>
            <a:ext cx="6477120" cy="7084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RECIEVED. TRIP WILL COST 750 CREDITS.</a:t>
            </a:r>
            <a:endParaRPr b="0" lang="en-US" sz="16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pc="-1" strike="noStrike">
              <a:solidFill>
                <a:srgbClr val="000000"/>
              </a:solidFill>
              <a:latin typeface="Arial"/>
            </a:endParaRPr>
          </a:p>
        </p:txBody>
      </p:sp>
      <p:sp>
        <p:nvSpPr>
          <p:cNvPr id="760" name=""/>
          <p:cNvSpPr/>
          <p:nvPr/>
        </p:nvSpPr>
        <p:spPr>
          <a:xfrm>
            <a:off x="1905120" y="5105520"/>
            <a:ext cx="4800600" cy="58140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Hold up… 750???  I should say that’s highway robbery!</a:t>
            </a:r>
            <a:endParaRPr b="0" lang="en-US" sz="1600" spc="-1" strike="noStrike">
              <a:solidFill>
                <a:srgbClr val="000000"/>
              </a:solidFill>
              <a:latin typeface="Arial"/>
            </a:endParaRPr>
          </a:p>
        </p:txBody>
      </p:sp>
      <p:sp>
        <p:nvSpPr>
          <p:cNvPr id="761" name=""/>
          <p:cNvSpPr/>
          <p:nvPr/>
        </p:nvSpPr>
        <p:spPr>
          <a:xfrm>
            <a:off x="5410080" y="838080"/>
            <a:ext cx="17528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0000"/>
                </a:solidFill>
                <a:latin typeface="Arial"/>
              </a:rPr>
              <a:t>……………………</a:t>
            </a:r>
            <a:r>
              <a:rPr b="0" lang="en-US" sz="1200" spc="-1" strike="noStrike">
                <a:solidFill>
                  <a:srgbClr val="ff0000"/>
                </a:solidFill>
                <a:latin typeface="Arial"/>
              </a:rPr>
              <a:t>..</a:t>
            </a:r>
            <a:endParaRPr b="0" lang="en-US" sz="1200" spc="-1" strike="noStrike">
              <a:solidFill>
                <a:srgbClr val="000000"/>
              </a:solidFill>
              <a:latin typeface="Arial"/>
            </a:endParaRPr>
          </a:p>
        </p:txBody>
      </p:sp>
      <p:sp>
        <p:nvSpPr>
          <p:cNvPr id="762" name=""/>
          <p:cNvSpPr/>
          <p:nvPr/>
        </p:nvSpPr>
        <p:spPr>
          <a:xfrm>
            <a:off x="-914400" y="5410080"/>
            <a:ext cx="457200" cy="60984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1978" dur="indefinite" restart="never" nodeType="tmRoot">
          <p:childTnLst>
            <p:seq>
              <p:cTn id="1979" dur="indefinite" nodeType="mainSeq">
                <p:childTnLst>
                  <p:par>
                    <p:cTn id="1980" fill="hold">
                      <p:stCondLst>
                        <p:cond delay="0"/>
                      </p:stCondLst>
                      <p:childTnLst>
                        <p:par>
                          <p:cTn id="1981" fill="hold">
                            <p:stCondLst>
                              <p:cond delay="0"/>
                            </p:stCondLst>
                            <p:childTnLst>
                              <p:par>
                                <p:cTn id="1982" nodeType="afterEffect" fill="hold" presetClass="entr" presetID="27">
                                  <p:stCondLst>
                                    <p:cond delay="500"/>
                                  </p:stCondLst>
                                  <p:iterate type="lt">
                                    <p:tmAbs val="40"/>
                                  </p:iterate>
                                  <p:childTnLst>
                                    <p:set>
                                      <p:cBhvr>
                                        <p:cTn id="1983" dur="1" fill="hold">
                                          <p:stCondLst>
                                            <p:cond delay="0"/>
                                          </p:stCondLst>
                                        </p:cTn>
                                        <p:tgtEl>
                                          <p:spTgt spid="755"/>
                                        </p:tgtEl>
                                        <p:attrNameLst>
                                          <p:attrName>style.visibility</p:attrName>
                                        </p:attrNameLst>
                                      </p:cBhvr>
                                      <p:to>
                                        <p:strVal val="visible"/>
                                      </p:to>
                                    </p:set>
                                    <p:anim calcmode="discrete" valueType="clr">
                                      <p:cBhvr additive="repl">
                                        <p:cTn id="1984" dur="80"/>
                                        <p:tgtEl>
                                          <p:spTgt spid="755"/>
                                        </p:tgtEl>
                                        <p:attrNameLst>
                                          <p:attrName>style.color</p:attrName>
                                        </p:attrNameLst>
                                      </p:cBhvr>
                                      <p:tavLst>
                                        <p:tav tm="0">
                                          <p:val>
                                            <p:strVal val="rgb(-103,51,51)"/>
                                          </p:val>
                                        </p:tav>
                                        <p:tav tm="50000">
                                          <p:val>
                                            <p:strVal val="rgb(-103,-103,0)"/>
                                          </p:val>
                                        </p:tav>
                                      </p:tavLst>
                                    </p:anim>
                                    <p:anim calcmode="discrete" valueType="clr">
                                      <p:cBhvr additive="repl">
                                        <p:cTn id="1985" dur="80"/>
                                        <p:tgtEl>
                                          <p:spTgt spid="755"/>
                                        </p:tgtEl>
                                        <p:attrNameLst>
                                          <p:attrName>fillcolor</p:attrName>
                                        </p:attrNameLst>
                                      </p:cBhvr>
                                      <p:tavLst>
                                        <p:tav tm="0">
                                          <p:val>
                                            <p:strVal val="rgb(-103,51,51)"/>
                                          </p:val>
                                        </p:tav>
                                        <p:tav tm="50000">
                                          <p:val>
                                            <p:strVal val="rgb(-103,-103,0)"/>
                                          </p:val>
                                        </p:tav>
                                      </p:tavLst>
                                    </p:anim>
                                    <p:set>
                                      <p:cBhvr>
                                        <p:cTn id="1986" dur="80"/>
                                        <p:tgtEl>
                                          <p:spTgt spid="755"/>
                                        </p:tgtEl>
                                        <p:attrNameLst>
                                          <p:attrName>fill.type</p:attrName>
                                        </p:attrNameLst>
                                      </p:cBhvr>
                                      <p:to>
                                        <p:strVal val="solid"/>
                                      </p:to>
                                    </p:set>
                                  </p:childTnLst>
                                </p:cTn>
                              </p:par>
                            </p:childTnLst>
                          </p:cTn>
                        </p:par>
                        <p:par>
                          <p:cTn id="1987" fill="hold">
                            <p:stCondLst>
                              <p:cond delay="2140"/>
                            </p:stCondLst>
                            <p:childTnLst>
                              <p:par>
                                <p:cTn id="1988" nodeType="afterEffect" fill="hold" presetClass="entr" presetID="1">
                                  <p:stCondLst>
                                    <p:cond delay="1500"/>
                                  </p:stCondLst>
                                  <p:childTnLst>
                                    <p:set>
                                      <p:cBhvr>
                                        <p:cTn id="1989" dur="1" fill="hold">
                                          <p:stCondLst>
                                            <p:cond delay="0"/>
                                          </p:stCondLst>
                                        </p:cTn>
                                        <p:tgtEl>
                                          <p:spTgt spid="758"/>
                                        </p:tgtEl>
                                        <p:attrNameLst>
                                          <p:attrName>style.visibility</p:attrName>
                                        </p:attrNameLst>
                                      </p:cBhvr>
                                      <p:to>
                                        <p:strVal val="visible"/>
                                      </p:to>
                                    </p:set>
                                  </p:childTnLst>
                                </p:cTn>
                              </p:par>
                            </p:childTnLst>
                          </p:cTn>
                        </p:par>
                        <p:par>
                          <p:cTn id="1990" fill="hold">
                            <p:stCondLst>
                              <p:cond delay="3640"/>
                            </p:stCondLst>
                            <p:childTnLst>
                              <p:par>
                                <p:cTn id="1991" nodeType="afterEffect" fill="hold" presetClass="path" presetID="0">
                                  <p:stCondLst>
                                    <p:cond delay="0"/>
                                  </p:stCondLst>
                                  <p:childTnLst>
                                    <p:animMotion origin="layout" path="M 3.33333E-006 8.67052E-007 L 3.33333E-006 -0.27745 E">
                                      <p:cBhvr>
                                        <p:cTn id="1992" dur="2000" fill="hold"/>
                                        <p:tgtEl>
                                          <p:spTgt spid="758"/>
                                        </p:tgtEl>
                                      </p:cBhvr>
                                    </p:animMotion>
                                  </p:childTnLst>
                                </p:cTn>
                              </p:par>
                            </p:childTnLst>
                          </p:cTn>
                        </p:par>
                        <p:par>
                          <p:cTn id="1993" fill="hold">
                            <p:stCondLst>
                              <p:cond delay="5640"/>
                            </p:stCondLst>
                            <p:childTnLst>
                              <p:par>
                                <p:cTn id="1994" nodeType="afterEffect" fill="hold" presetClass="path" presetID="0">
                                  <p:stCondLst>
                                    <p:cond delay="0"/>
                                  </p:stCondLst>
                                  <p:childTnLst>
                                    <p:animMotion origin="layout" path="M 3.33333E-006 -8.67052E-007 L 3.33333E-006 -0.25526 E">
                                      <p:cBhvr>
                                        <p:cTn id="1995" dur="2000" fill="hold"/>
                                        <p:tgtEl>
                                          <p:spTgt spid="758"/>
                                        </p:tgtEl>
                                      </p:cBhvr>
                                    </p:animMotion>
                                  </p:childTnLst>
                                </p:cTn>
                              </p:par>
                            </p:childTnLst>
                          </p:cTn>
                        </p:par>
                        <p:par>
                          <p:cTn id="1996" fill="hold">
                            <p:stCondLst>
                              <p:cond delay="7640"/>
                            </p:stCondLst>
                            <p:childTnLst>
                              <p:par>
                                <p:cTn id="1997" nodeType="afterEffect" fill="hold" presetClass="path" presetID="0">
                                  <p:stCondLst>
                                    <p:cond delay="0"/>
                                  </p:stCondLst>
                                  <p:childTnLst>
                                    <p:animMotion origin="layout" path="M 3.33333E-006 -8.67052E-007 L 3.33333E-006 -0.26635 E">
                                      <p:cBhvr>
                                        <p:cTn id="1998" dur="2000" fill="hold"/>
                                        <p:tgtEl>
                                          <p:spTgt spid="758"/>
                                        </p:tgtEl>
                                      </p:cBhvr>
                                    </p:animMotion>
                                  </p:childTnLst>
                                </p:cTn>
                              </p:par>
                              <p:set>
                                <p:cBhvr>
                                  <p:cTn id="1999" dur="1" fill="hold">
                                    <p:stCondLst>
                                      <p:cond evt="end">
                                        <p:tn val="1997"/>
                                      </p:cond>
                                    </p:stCondLst>
                                  </p:cTn>
                                  <p:tgtEl>
                                    <p:spTgt spid="758"/>
                                  </p:tgtEl>
                                  <p:attrNameLst>
                                    <p:attrName>style.visibility</p:attrName>
                                  </p:attrNameLst>
                                </p:cBhvr>
                                <p:to>
                                  <p:strVal val="hidden"/>
                                </p:to>
                              </p:set>
                            </p:childTnLst>
                          </p:cTn>
                        </p:par>
                        <p:par>
                          <p:cTn id="2000" fill="hold">
                            <p:stCondLst>
                              <p:cond delay="9640"/>
                            </p:stCondLst>
                            <p:childTnLst>
                              <p:par>
                                <p:cTn id="2001" nodeType="afterEffect" fill="hold" presetClass="entr" presetID="27">
                                  <p:stCondLst>
                                    <p:cond delay="0"/>
                                  </p:stCondLst>
                                  <p:iterate type="lt">
                                    <p:tmAbs val="40"/>
                                  </p:iterate>
                                  <p:childTnLst>
                                    <p:set>
                                      <p:cBhvr>
                                        <p:cTn id="2002" dur="1" fill="hold">
                                          <p:stCondLst>
                                            <p:cond delay="0"/>
                                          </p:stCondLst>
                                        </p:cTn>
                                        <p:tgtEl>
                                          <p:spTgt spid="759"/>
                                        </p:tgtEl>
                                        <p:attrNameLst>
                                          <p:attrName>style.visibility</p:attrName>
                                        </p:attrNameLst>
                                      </p:cBhvr>
                                      <p:to>
                                        <p:strVal val="visible"/>
                                      </p:to>
                                    </p:set>
                                    <p:anim calcmode="discrete" valueType="clr">
                                      <p:cBhvr additive="repl">
                                        <p:cTn id="2003" dur="80"/>
                                        <p:tgtEl>
                                          <p:spTgt spid="759"/>
                                        </p:tgtEl>
                                        <p:attrNameLst>
                                          <p:attrName>style.color</p:attrName>
                                        </p:attrNameLst>
                                      </p:cBhvr>
                                      <p:tavLst>
                                        <p:tav tm="0">
                                          <p:val>
                                            <p:strVal val="rgb(-103,51,51)"/>
                                          </p:val>
                                        </p:tav>
                                        <p:tav tm="50000">
                                          <p:val>
                                            <p:strVal val="rgb(-103,-103,0)"/>
                                          </p:val>
                                        </p:tav>
                                      </p:tavLst>
                                    </p:anim>
                                    <p:anim calcmode="discrete" valueType="clr">
                                      <p:cBhvr additive="repl">
                                        <p:cTn id="2004" dur="80"/>
                                        <p:tgtEl>
                                          <p:spTgt spid="759"/>
                                        </p:tgtEl>
                                        <p:attrNameLst>
                                          <p:attrName>fillcolor</p:attrName>
                                        </p:attrNameLst>
                                      </p:cBhvr>
                                      <p:tavLst>
                                        <p:tav tm="0">
                                          <p:val>
                                            <p:strVal val="rgb(-103,51,51)"/>
                                          </p:val>
                                        </p:tav>
                                        <p:tav tm="50000">
                                          <p:val>
                                            <p:strVal val="rgb(-103,-103,0)"/>
                                          </p:val>
                                        </p:tav>
                                      </p:tavLst>
                                    </p:anim>
                                    <p:set>
                                      <p:cBhvr>
                                        <p:cTn id="2005" dur="80"/>
                                        <p:tgtEl>
                                          <p:spTgt spid="759"/>
                                        </p:tgtEl>
                                        <p:attrNameLst>
                                          <p:attrName>fill.type</p:attrName>
                                        </p:attrNameLst>
                                      </p:cBhvr>
                                      <p:to>
                                        <p:strVal val="solid"/>
                                      </p:to>
                                    </p:set>
                                  </p:childTnLst>
                                </p:cTn>
                              </p:par>
                            </p:childTnLst>
                          </p:cTn>
                        </p:par>
                        <p:par>
                          <p:cTn id="2006" fill="hold">
                            <p:stCondLst>
                              <p:cond delay="10960"/>
                            </p:stCondLst>
                            <p:childTnLst>
                              <p:par>
                                <p:cTn id="2007" nodeType="afterEffect" fill="hold" presetClass="exit" presetID="1">
                                  <p:stCondLst>
                                    <p:cond delay="2000"/>
                                  </p:stCondLst>
                                  <p:iterate type="lt">
                                    <p:tmAbs val="0"/>
                                  </p:iterate>
                                  <p:childTnLst>
                                    <p:set>
                                      <p:cBhvr>
                                        <p:cTn id="2008" dur="1" fill="hold">
                                          <p:stCondLst>
                                            <p:cond delay="0"/>
                                          </p:stCondLst>
                                        </p:cTn>
                                        <p:tgtEl>
                                          <p:spTgt spid="755"/>
                                        </p:tgtEl>
                                        <p:attrNameLst>
                                          <p:attrName>style.visibility</p:attrName>
                                        </p:attrNameLst>
                                      </p:cBhvr>
                                      <p:to>
                                        <p:strVal val="hidden"/>
                                      </p:to>
                                    </p:set>
                                  </p:childTnLst>
                                </p:cTn>
                              </p:par>
                            </p:childTnLst>
                          </p:cTn>
                        </p:par>
                        <p:par>
                          <p:cTn id="2009" fill="hold">
                            <p:stCondLst>
                              <p:cond delay="12960"/>
                            </p:stCondLst>
                            <p:childTnLst>
                              <p:par>
                                <p:cTn id="2010" nodeType="afterEffect" fill="hold" presetClass="entr" presetID="27">
                                  <p:stCondLst>
                                    <p:cond delay="0"/>
                                  </p:stCondLst>
                                  <p:iterate type="lt">
                                    <p:tmAbs val="40"/>
                                  </p:iterate>
                                  <p:childTnLst>
                                    <p:set>
                                      <p:cBhvr>
                                        <p:cTn id="2011" dur="1" fill="hold">
                                          <p:stCondLst>
                                            <p:cond delay="0"/>
                                          </p:stCondLst>
                                        </p:cTn>
                                        <p:tgtEl>
                                          <p:spTgt spid="760"/>
                                        </p:tgtEl>
                                        <p:attrNameLst>
                                          <p:attrName>style.visibility</p:attrName>
                                        </p:attrNameLst>
                                      </p:cBhvr>
                                      <p:to>
                                        <p:strVal val="visible"/>
                                      </p:to>
                                    </p:set>
                                    <p:anim calcmode="discrete" valueType="clr">
                                      <p:cBhvr additive="repl">
                                        <p:cTn id="2012" dur="80"/>
                                        <p:tgtEl>
                                          <p:spTgt spid="760"/>
                                        </p:tgtEl>
                                        <p:attrNameLst>
                                          <p:attrName>style.color</p:attrName>
                                        </p:attrNameLst>
                                      </p:cBhvr>
                                      <p:tavLst>
                                        <p:tav tm="0">
                                          <p:val>
                                            <p:strVal val="rgb(-103,51,51)"/>
                                          </p:val>
                                        </p:tav>
                                        <p:tav tm="50000">
                                          <p:val>
                                            <p:strVal val="rgb(-103,-103,0)"/>
                                          </p:val>
                                        </p:tav>
                                      </p:tavLst>
                                    </p:anim>
                                    <p:anim calcmode="discrete" valueType="clr">
                                      <p:cBhvr additive="repl">
                                        <p:cTn id="2013" dur="80"/>
                                        <p:tgtEl>
                                          <p:spTgt spid="760"/>
                                        </p:tgtEl>
                                        <p:attrNameLst>
                                          <p:attrName>fillcolor</p:attrName>
                                        </p:attrNameLst>
                                      </p:cBhvr>
                                      <p:tavLst>
                                        <p:tav tm="0">
                                          <p:val>
                                            <p:strVal val="rgb(-103,51,51)"/>
                                          </p:val>
                                        </p:tav>
                                        <p:tav tm="50000">
                                          <p:val>
                                            <p:strVal val="rgb(-103,-103,0)"/>
                                          </p:val>
                                        </p:tav>
                                      </p:tavLst>
                                    </p:anim>
                                    <p:set>
                                      <p:cBhvr>
                                        <p:cTn id="2014" dur="80"/>
                                        <p:tgtEl>
                                          <p:spTgt spid="760"/>
                                        </p:tgtEl>
                                        <p:attrNameLst>
                                          <p:attrName>fill.type</p:attrName>
                                        </p:attrNameLst>
                                      </p:cBhvr>
                                      <p:to>
                                        <p:strVal val="solid"/>
                                      </p:to>
                                    </p:set>
                                  </p:childTnLst>
                                </p:cTn>
                              </p:par>
                            </p:childTnLst>
                          </p:cTn>
                        </p:par>
                        <p:par>
                          <p:cTn id="2015" fill="hold">
                            <p:stCondLst>
                              <p:cond delay="14760"/>
                            </p:stCondLst>
                            <p:childTnLst>
                              <p:par>
                                <p:cTn id="2016" nodeType="afterEffect" fill="hold" presetClass="exit" presetID="1">
                                  <p:stCondLst>
                                    <p:cond delay="0"/>
                                  </p:stCondLst>
                                  <p:iterate type="lt">
                                    <p:tmAbs val="0"/>
                                  </p:iterate>
                                  <p:childTnLst>
                                    <p:set>
                                      <p:cBhvr>
                                        <p:cTn id="2017" dur="1" fill="hold">
                                          <p:stCondLst>
                                            <p:cond delay="0"/>
                                          </p:stCondLst>
                                        </p:cTn>
                                        <p:tgtEl>
                                          <p:spTgt spid="759"/>
                                        </p:tgtEl>
                                        <p:attrNameLst>
                                          <p:attrName>style.visibility</p:attrName>
                                        </p:attrNameLst>
                                      </p:cBhvr>
                                      <p:to>
                                        <p:strVal val="hidden"/>
                                      </p:to>
                                    </p:set>
                                  </p:childTnLst>
                                </p:cTn>
                              </p:par>
                              <p:par>
                                <p:cTn id="2018" nodeType="withEffect" fill="hold" presetClass="entr" presetID="27">
                                  <p:stCondLst>
                                    <p:cond delay="0"/>
                                  </p:stCondLst>
                                  <p:iterate type="lt">
                                    <p:tmAbs val="40"/>
                                  </p:iterate>
                                  <p:childTnLst>
                                    <p:set>
                                      <p:cBhvr>
                                        <p:cTn id="2019" dur="1" fill="hold">
                                          <p:stCondLst>
                                            <p:cond delay="0"/>
                                          </p:stCondLst>
                                        </p:cTn>
                                        <p:tgtEl>
                                          <p:spTgt spid="761"/>
                                        </p:tgtEl>
                                        <p:attrNameLst>
                                          <p:attrName>style.visibility</p:attrName>
                                        </p:attrNameLst>
                                      </p:cBhvr>
                                      <p:to>
                                        <p:strVal val="visible"/>
                                      </p:to>
                                    </p:set>
                                    <p:anim calcmode="discrete" valueType="clr">
                                      <p:cBhvr additive="repl">
                                        <p:cTn id="2020" dur="80"/>
                                        <p:tgtEl>
                                          <p:spTgt spid="761"/>
                                        </p:tgtEl>
                                        <p:attrNameLst>
                                          <p:attrName>style.color</p:attrName>
                                        </p:attrNameLst>
                                      </p:cBhvr>
                                      <p:tavLst>
                                        <p:tav tm="0">
                                          <p:val>
                                            <p:strVal val="rgb(-103,51,51)"/>
                                          </p:val>
                                        </p:tav>
                                        <p:tav tm="50000">
                                          <p:val>
                                            <p:strVal val="rgb(-103,-103,0)"/>
                                          </p:val>
                                        </p:tav>
                                      </p:tavLst>
                                    </p:anim>
                                    <p:anim calcmode="discrete" valueType="clr">
                                      <p:cBhvr additive="repl">
                                        <p:cTn id="2021" dur="80"/>
                                        <p:tgtEl>
                                          <p:spTgt spid="761"/>
                                        </p:tgtEl>
                                        <p:attrNameLst>
                                          <p:attrName>fillcolor</p:attrName>
                                        </p:attrNameLst>
                                      </p:cBhvr>
                                      <p:tavLst>
                                        <p:tav tm="0">
                                          <p:val>
                                            <p:strVal val="rgb(-103,51,51)"/>
                                          </p:val>
                                        </p:tav>
                                        <p:tav tm="50000">
                                          <p:val>
                                            <p:strVal val="rgb(-103,-103,0)"/>
                                          </p:val>
                                        </p:tav>
                                      </p:tavLst>
                                    </p:anim>
                                    <p:set>
                                      <p:cBhvr>
                                        <p:cTn id="2022" dur="80"/>
                                        <p:tgtEl>
                                          <p:spTgt spid="761"/>
                                        </p:tgtEl>
                                        <p:attrNameLst>
                                          <p:attrName>fill.type</p:attrName>
                                        </p:attrNameLst>
                                      </p:cBhvr>
                                      <p:to>
                                        <p:strVal val="solid"/>
                                      </p:to>
                                    </p:set>
                                  </p:childTnLst>
                                </p:cTn>
                              </p:par>
                            </p:childTnLst>
                          </p:cTn>
                        </p:par>
                        <p:par>
                          <p:cTn id="2023" fill="hold">
                            <p:stCondLst>
                              <p:cond delay="15200"/>
                            </p:stCondLst>
                            <p:childTnLst>
                              <p:par>
                                <p:cTn id="2024" nodeType="afterEffect" fill="hold" presetClass="entr" presetID="1">
                                  <p:stCondLst>
                                    <p:cond delay="5000"/>
                                  </p:stCondLst>
                                  <p:childTnLst>
                                    <p:set>
                                      <p:cBhvr>
                                        <p:cTn id="2025" dur="1" fill="hold">
                                          <p:stCondLst>
                                            <p:cond delay="0"/>
                                          </p:stCondLst>
                                        </p:cTn>
                                        <p:tgtEl>
                                          <p:spTgt spid="7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63" name="" descr=""/>
          <p:cNvPicPr/>
          <p:nvPr/>
        </p:nvPicPr>
        <p:blipFill>
          <a:blip r:embed="rId1"/>
          <a:stretch/>
        </p:blipFill>
        <p:spPr>
          <a:xfrm>
            <a:off x="0" y="0"/>
            <a:ext cx="9144000" cy="6858000"/>
          </a:xfrm>
          <a:prstGeom prst="rect">
            <a:avLst/>
          </a:prstGeom>
          <a:ln w="0">
            <a:noFill/>
          </a:ln>
        </p:spPr>
      </p:pic>
      <p:sp>
        <p:nvSpPr>
          <p:cNvPr id="764" name=""/>
          <p:cNvSpPr/>
          <p:nvPr/>
        </p:nvSpPr>
        <p:spPr>
          <a:xfrm>
            <a:off x="6934320" y="2209680"/>
            <a:ext cx="2209680" cy="55512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FACILITY Credits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XXXXXXXXXXXXXXXXXXX</a:t>
            </a:r>
            <a:endParaRPr b="0" lang="en-US" sz="1200" spc="-1" strike="noStrike">
              <a:solidFill>
                <a:srgbClr val="000000"/>
              </a:solidFill>
              <a:latin typeface="Arial"/>
            </a:endParaRPr>
          </a:p>
        </p:txBody>
      </p:sp>
      <p:sp>
        <p:nvSpPr>
          <p:cNvPr id="765" name=""/>
          <p:cNvSpPr/>
          <p:nvPr/>
        </p:nvSpPr>
        <p:spPr>
          <a:xfrm>
            <a:off x="5334120" y="152280"/>
            <a:ext cx="281916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Operator #2386</a:t>
            </a:r>
            <a:endParaRPr b="0" lang="en-US" sz="2000" spc="-1" strike="noStrike">
              <a:solidFill>
                <a:srgbClr val="000000"/>
              </a:solidFill>
              <a:latin typeface="Arial"/>
            </a:endParaRPr>
          </a:p>
        </p:txBody>
      </p:sp>
      <p:sp>
        <p:nvSpPr>
          <p:cNvPr id="766" name=""/>
          <p:cNvSpPr/>
          <p:nvPr/>
        </p:nvSpPr>
        <p:spPr>
          <a:xfrm>
            <a:off x="1828800" y="480060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767" name=""/>
          <p:cNvSpPr/>
          <p:nvPr/>
        </p:nvSpPr>
        <p:spPr>
          <a:xfrm>
            <a:off x="3962520" y="533520"/>
            <a:ext cx="6476760" cy="7084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SIR, IT’S A STANDARD FARE…</a:t>
            </a:r>
            <a:endParaRPr b="0" lang="en-US" sz="16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pc="-1" strike="noStrike">
              <a:solidFill>
                <a:srgbClr val="000000"/>
              </a:solidFill>
              <a:latin typeface="Arial"/>
            </a:endParaRPr>
          </a:p>
        </p:txBody>
      </p:sp>
      <p:sp>
        <p:nvSpPr>
          <p:cNvPr id="768" name=""/>
          <p:cNvSpPr/>
          <p:nvPr/>
        </p:nvSpPr>
        <p:spPr>
          <a:xfrm>
            <a:off x="1828800" y="5105520"/>
            <a:ext cx="48006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Yah, yah, whatever. Just take it.</a:t>
            </a:r>
            <a:endParaRPr b="0" lang="en-US" sz="1600" spc="-1" strike="noStrike">
              <a:solidFill>
                <a:srgbClr val="000000"/>
              </a:solidFill>
              <a:latin typeface="Arial"/>
            </a:endParaRPr>
          </a:p>
        </p:txBody>
      </p:sp>
      <p:sp>
        <p:nvSpPr>
          <p:cNvPr id="769" name=""/>
          <p:cNvSpPr/>
          <p:nvPr/>
        </p:nvSpPr>
        <p:spPr>
          <a:xfrm>
            <a:off x="0" y="403848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2000</a:t>
            </a:r>
            <a:endParaRPr b="0" lang="en-US" sz="1600" spc="-1" strike="noStrike">
              <a:solidFill>
                <a:srgbClr val="000000"/>
              </a:solidFill>
              <a:latin typeface="Arial"/>
            </a:endParaRPr>
          </a:p>
        </p:txBody>
      </p:sp>
      <p:sp>
        <p:nvSpPr>
          <p:cNvPr id="770" name=""/>
          <p:cNvSpPr/>
          <p:nvPr/>
        </p:nvSpPr>
        <p:spPr>
          <a:xfrm>
            <a:off x="-609480" y="4114800"/>
            <a:ext cx="60948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0000"/>
                </a:solidFill>
                <a:latin typeface="Arial"/>
              </a:rPr>
              <a:t>-750</a:t>
            </a:r>
            <a:endParaRPr b="0" lang="en-US" sz="1600" spc="-1" strike="noStrike">
              <a:solidFill>
                <a:srgbClr val="000000"/>
              </a:solidFill>
              <a:latin typeface="Arial"/>
            </a:endParaRPr>
          </a:p>
        </p:txBody>
      </p:sp>
      <p:sp>
        <p:nvSpPr>
          <p:cNvPr id="771" name=""/>
          <p:cNvSpPr/>
          <p:nvPr/>
        </p:nvSpPr>
        <p:spPr>
          <a:xfrm>
            <a:off x="9144000" y="2209680"/>
            <a:ext cx="1600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0000"/>
                </a:solidFill>
                <a:latin typeface="Arial"/>
              </a:rPr>
              <a:t>+750</a:t>
            </a:r>
            <a:endParaRPr b="0" lang="en-US" sz="1600" spc="-1" strike="noStrike">
              <a:solidFill>
                <a:srgbClr val="000000"/>
              </a:solidFill>
              <a:latin typeface="Arial"/>
            </a:endParaRPr>
          </a:p>
        </p:txBody>
      </p:sp>
      <p:sp>
        <p:nvSpPr>
          <p:cNvPr id="772" name=""/>
          <p:cNvSpPr/>
          <p:nvPr/>
        </p:nvSpPr>
        <p:spPr>
          <a:xfrm>
            <a:off x="0" y="4343400"/>
            <a:ext cx="1143000" cy="33768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1250</a:t>
            </a:r>
            <a:endParaRPr b="0" lang="en-US" sz="1600" spc="-1" strike="noStrike">
              <a:solidFill>
                <a:srgbClr val="000000"/>
              </a:solidFill>
              <a:latin typeface="Arial"/>
            </a:endParaRPr>
          </a:p>
        </p:txBody>
      </p:sp>
    </p:spTree>
  </p:cSld>
  <p:timing>
    <p:tnLst>
      <p:par>
        <p:cTn id="2026" dur="indefinite" restart="never" nodeType="tmRoot">
          <p:childTnLst>
            <p:seq>
              <p:cTn id="2027" dur="indefinite" nodeType="mainSeq">
                <p:childTnLst>
                  <p:par>
                    <p:cTn id="2028" fill="hold">
                      <p:stCondLst>
                        <p:cond delay="0"/>
                      </p:stCondLst>
                      <p:childTnLst>
                        <p:par>
                          <p:cTn id="2029" fill="hold">
                            <p:stCondLst>
                              <p:cond delay="0"/>
                            </p:stCondLst>
                            <p:childTnLst>
                              <p:par>
                                <p:cTn id="2030" nodeType="afterEffect" fill="hold" presetClass="entr" presetID="27">
                                  <p:stCondLst>
                                    <p:cond delay="0"/>
                                  </p:stCondLst>
                                  <p:iterate type="lt">
                                    <p:tmAbs val="40"/>
                                  </p:iterate>
                                  <p:childTnLst>
                                    <p:set>
                                      <p:cBhvr>
                                        <p:cTn id="2031" dur="1" fill="hold">
                                          <p:stCondLst>
                                            <p:cond delay="0"/>
                                          </p:stCondLst>
                                        </p:cTn>
                                        <p:tgtEl>
                                          <p:spTgt spid="767"/>
                                        </p:tgtEl>
                                        <p:attrNameLst>
                                          <p:attrName>style.visibility</p:attrName>
                                        </p:attrNameLst>
                                      </p:cBhvr>
                                      <p:to>
                                        <p:strVal val="visible"/>
                                      </p:to>
                                    </p:set>
                                    <p:anim calcmode="discrete" valueType="clr">
                                      <p:cBhvr additive="repl">
                                        <p:cTn id="2032" dur="80"/>
                                        <p:tgtEl>
                                          <p:spTgt spid="767"/>
                                        </p:tgtEl>
                                        <p:attrNameLst>
                                          <p:attrName>style.color</p:attrName>
                                        </p:attrNameLst>
                                      </p:cBhvr>
                                      <p:tavLst>
                                        <p:tav tm="0">
                                          <p:val>
                                            <p:strVal val="rgb(-103,51,51)"/>
                                          </p:val>
                                        </p:tav>
                                        <p:tav tm="50000">
                                          <p:val>
                                            <p:strVal val="rgb(-103,-103,0)"/>
                                          </p:val>
                                        </p:tav>
                                      </p:tavLst>
                                    </p:anim>
                                    <p:anim calcmode="discrete" valueType="clr">
                                      <p:cBhvr additive="repl">
                                        <p:cTn id="2033" dur="80"/>
                                        <p:tgtEl>
                                          <p:spTgt spid="767"/>
                                        </p:tgtEl>
                                        <p:attrNameLst>
                                          <p:attrName>fillcolor</p:attrName>
                                        </p:attrNameLst>
                                      </p:cBhvr>
                                      <p:tavLst>
                                        <p:tav tm="0">
                                          <p:val>
                                            <p:strVal val="rgb(-103,51,51)"/>
                                          </p:val>
                                        </p:tav>
                                        <p:tav tm="50000">
                                          <p:val>
                                            <p:strVal val="rgb(-103,-103,0)"/>
                                          </p:val>
                                        </p:tav>
                                      </p:tavLst>
                                    </p:anim>
                                    <p:set>
                                      <p:cBhvr>
                                        <p:cTn id="2034" dur="80"/>
                                        <p:tgtEl>
                                          <p:spTgt spid="767"/>
                                        </p:tgtEl>
                                        <p:attrNameLst>
                                          <p:attrName>fill.type</p:attrName>
                                        </p:attrNameLst>
                                      </p:cBhvr>
                                      <p:to>
                                        <p:strVal val="solid"/>
                                      </p:to>
                                    </p:set>
                                  </p:childTnLst>
                                </p:cTn>
                              </p:par>
                              <p:par>
                                <p:cTn id="2035" nodeType="withEffect" fill="hold" presetClass="entr" presetID="27">
                                  <p:stCondLst>
                                    <p:cond delay="0"/>
                                  </p:stCondLst>
                                  <p:iterate type="lt">
                                    <p:tmAbs val="40"/>
                                  </p:iterate>
                                  <p:childTnLst>
                                    <p:set>
                                      <p:cBhvr>
                                        <p:cTn id="2036" dur="1" fill="hold">
                                          <p:stCondLst>
                                            <p:cond delay="0"/>
                                          </p:stCondLst>
                                        </p:cTn>
                                        <p:tgtEl>
                                          <p:spTgt spid="768"/>
                                        </p:tgtEl>
                                        <p:attrNameLst>
                                          <p:attrName>style.visibility</p:attrName>
                                        </p:attrNameLst>
                                      </p:cBhvr>
                                      <p:to>
                                        <p:strVal val="visible"/>
                                      </p:to>
                                    </p:set>
                                    <p:anim calcmode="discrete" valueType="clr">
                                      <p:cBhvr additive="repl">
                                        <p:cTn id="2037" dur="80"/>
                                        <p:tgtEl>
                                          <p:spTgt spid="768"/>
                                        </p:tgtEl>
                                        <p:attrNameLst>
                                          <p:attrName>style.color</p:attrName>
                                        </p:attrNameLst>
                                      </p:cBhvr>
                                      <p:tavLst>
                                        <p:tav tm="0">
                                          <p:val>
                                            <p:strVal val="rgb(-103,51,51)"/>
                                          </p:val>
                                        </p:tav>
                                        <p:tav tm="50000">
                                          <p:val>
                                            <p:strVal val="rgb(-103,-103,0)"/>
                                          </p:val>
                                        </p:tav>
                                      </p:tavLst>
                                    </p:anim>
                                    <p:anim calcmode="discrete" valueType="clr">
                                      <p:cBhvr additive="repl">
                                        <p:cTn id="2038" dur="80"/>
                                        <p:tgtEl>
                                          <p:spTgt spid="768"/>
                                        </p:tgtEl>
                                        <p:attrNameLst>
                                          <p:attrName>fillcolor</p:attrName>
                                        </p:attrNameLst>
                                      </p:cBhvr>
                                      <p:tavLst>
                                        <p:tav tm="0">
                                          <p:val>
                                            <p:strVal val="rgb(-103,51,51)"/>
                                          </p:val>
                                        </p:tav>
                                        <p:tav tm="50000">
                                          <p:val>
                                            <p:strVal val="rgb(-103,-103,0)"/>
                                          </p:val>
                                        </p:tav>
                                      </p:tavLst>
                                    </p:anim>
                                    <p:set>
                                      <p:cBhvr>
                                        <p:cTn id="2039" dur="80"/>
                                        <p:tgtEl>
                                          <p:spTgt spid="768"/>
                                        </p:tgtEl>
                                        <p:attrNameLst>
                                          <p:attrName>fill.type</p:attrName>
                                        </p:attrNameLst>
                                      </p:cBhvr>
                                      <p:to>
                                        <p:strVal val="solid"/>
                                      </p:to>
                                    </p:set>
                                  </p:childTnLst>
                                </p:cTn>
                              </p:par>
                            </p:childTnLst>
                          </p:cTn>
                        </p:par>
                        <p:par>
                          <p:cTn id="2040" fill="hold">
                            <p:stCondLst>
                              <p:cond delay="1160"/>
                            </p:stCondLst>
                            <p:childTnLst>
                              <p:par>
                                <p:cTn id="2041" nodeType="afterEffect" fill="hold" presetClass="path" presetID="0">
                                  <p:stCondLst>
                                    <p:cond delay="2000"/>
                                  </p:stCondLst>
                                  <p:childTnLst>
                                    <p:audio isNarration="0">
                                      <p:cMediaNode showWhenStopped="1">
                                        <p:cTn/>
                                        <p:tgtEl>
                                          <p:sndTgt r:embed="rId2" name="cashreg.wav"/>
                                        </p:tgtEl>
                                      </p:cMediaNode>
                                    </p:audio>
                                    <p:animMotion origin="layout" path="M 0.06666 0.01988 L 0.06666 -0.1244 E">
                                      <p:cBhvr>
                                        <p:cTn id="2042" dur="1000" fill="hold"/>
                                        <p:tgtEl>
                                          <p:spTgt spid="770"/>
                                        </p:tgtEl>
                                      </p:cBhvr>
                                    </p:animMotion>
                                  </p:childTnLst>
                                </p:cTn>
                              </p:par>
                              <p:par>
                                <p:cTn id="2043" nodeType="withEffect" fill="hold" presetClass="path" presetID="0">
                                  <p:stCondLst>
                                    <p:cond delay="2000"/>
                                  </p:stCondLst>
                                  <p:childTnLst>
                                    <p:animMotion origin="layout" path="M -0.2125 0.03098 L -0.2125 0.09757 E">
                                      <p:cBhvr>
                                        <p:cTn id="2044" dur="1000" fill="hold"/>
                                        <p:tgtEl>
                                          <p:spTgt spid="771"/>
                                        </p:tgtEl>
                                      </p:cBhvr>
                                    </p:animMotion>
                                  </p:childTnLst>
                                </p:cTn>
                              </p:par>
                              <p:par>
                                <p:cTn id="2045" nodeType="withEffect" fill="hold" presetClass="entr" presetID="1">
                                  <p:stCondLst>
                                    <p:cond delay="2000"/>
                                  </p:stCondLst>
                                  <p:childTnLst>
                                    <p:set>
                                      <p:cBhvr>
                                        <p:cTn id="2046" dur="1" fill="hold">
                                          <p:stCondLst>
                                            <p:cond delay="0"/>
                                          </p:stCondLst>
                                        </p:cTn>
                                        <p:tgtEl>
                                          <p:spTgt spid="772"/>
                                        </p:tgtEl>
                                        <p:attrNameLst>
                                          <p:attrName>style.visibility</p:attrName>
                                        </p:attrNameLst>
                                      </p:cBhvr>
                                      <p:to>
                                        <p:strVal val="visible"/>
                                      </p:to>
                                    </p:set>
                                  </p:childTnLst>
                                </p:cTn>
                              </p:par>
                              <p:par>
                                <p:cTn id="2047" nodeType="withEffect" fill="hold" presetClass="entr" presetID="27">
                                  <p:stCondLst>
                                    <p:cond delay="2000"/>
                                  </p:stCondLst>
                                  <p:iterate type="lt">
                                    <p:tmAbs val="50"/>
                                  </p:iterate>
                                  <p:childTnLst>
                                    <p:set>
                                      <p:cBhvr>
                                        <p:cTn id="2048" dur="1" fill="hold">
                                          <p:stCondLst>
                                            <p:cond delay="0"/>
                                          </p:stCondLst>
                                        </p:cTn>
                                        <p:tgtEl>
                                          <p:spTgt spid="772">
                                            <p:txEl>
                                              <p:pRg st="0" end="0"/>
                                            </p:txEl>
                                          </p:spTgt>
                                        </p:tgtEl>
                                        <p:attrNameLst>
                                          <p:attrName>style.visibility</p:attrName>
                                        </p:attrNameLst>
                                      </p:cBhvr>
                                      <p:to>
                                        <p:strVal val="visible"/>
                                      </p:to>
                                    </p:set>
                                    <p:anim calcmode="discrete" valueType="clr">
                                      <p:cBhvr additive="repl">
                                        <p:cTn id="2049" dur="100"/>
                                        <p:tgtEl>
                                          <p:spTgt spid="772">
                                            <p:txEl>
                                              <p:pRg st="0" end="0"/>
                                            </p:txEl>
                                          </p:spTgt>
                                        </p:tgtEl>
                                        <p:attrNameLst>
                                          <p:attrName>style.color</p:attrName>
                                        </p:attrNameLst>
                                      </p:cBhvr>
                                      <p:tavLst>
                                        <p:tav tm="0">
                                          <p:val>
                                            <p:strVal val="rgb(-103,51,51)"/>
                                          </p:val>
                                        </p:tav>
                                        <p:tav tm="50000">
                                          <p:val>
                                            <p:strVal val="rgb(-103,-103,0)"/>
                                          </p:val>
                                        </p:tav>
                                      </p:tavLst>
                                    </p:anim>
                                    <p:anim calcmode="discrete" valueType="clr">
                                      <p:cBhvr additive="repl">
                                        <p:cTn id="2050" dur="100"/>
                                        <p:tgtEl>
                                          <p:spTgt spid="772">
                                            <p:txEl>
                                              <p:pRg st="0" end="0"/>
                                            </p:txEl>
                                          </p:spTgt>
                                        </p:tgtEl>
                                        <p:attrNameLst>
                                          <p:attrName>fillcolor</p:attrName>
                                        </p:attrNameLst>
                                      </p:cBhvr>
                                      <p:tavLst>
                                        <p:tav tm="0">
                                          <p:val>
                                            <p:strVal val="rgb(-103,51,51)"/>
                                          </p:val>
                                        </p:tav>
                                        <p:tav tm="50000">
                                          <p:val>
                                            <p:strVal val="rgb(-103,-103,0)"/>
                                          </p:val>
                                        </p:tav>
                                      </p:tavLst>
                                    </p:anim>
                                    <p:set>
                                      <p:cBhvr>
                                        <p:cTn id="2051" dur="100"/>
                                        <p:tgtEl>
                                          <p:spTgt spid="772">
                                            <p:txEl>
                                              <p:pRg st="0" end="0"/>
                                            </p:txEl>
                                          </p:spTgt>
                                        </p:tgtEl>
                                        <p:attrNameLst>
                                          <p:attrName>fill.type</p:attrName>
                                        </p:attrNameLst>
                                      </p:cBhvr>
                                      <p:to>
                                        <p:strVal val="solid"/>
                                      </p:to>
                                    </p:set>
                                  </p:childTnLst>
                                </p:cTn>
                              </p:par>
                            </p:childTnLst>
                          </p:cTn>
                        </p:par>
                        <p:par>
                          <p:cTn id="2052" fill="hold">
                            <p:stCondLst>
                              <p:cond delay="4160"/>
                            </p:stCondLst>
                            <p:childTnLst>
                              <p:par>
                                <p:cTn id="2053" nodeType="afterEffect" fill="hold" presetClass="exit" presetID="1">
                                  <p:stCondLst>
                                    <p:cond delay="1500"/>
                                  </p:stCondLst>
                                  <p:childTnLst>
                                    <p:set>
                                      <p:cBhvr>
                                        <p:cTn id="2054" dur="1" fill="hold">
                                          <p:stCondLst>
                                            <p:cond delay="0"/>
                                          </p:stCondLst>
                                        </p:cTn>
                                        <p:tgtEl>
                                          <p:spTgt spid="77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73" name="" descr=""/>
          <p:cNvPicPr/>
          <p:nvPr/>
        </p:nvPicPr>
        <p:blipFill>
          <a:blip r:embed="rId1"/>
          <a:stretch/>
        </p:blipFill>
        <p:spPr>
          <a:xfrm>
            <a:off x="0" y="0"/>
            <a:ext cx="9144000" cy="6858000"/>
          </a:xfrm>
          <a:prstGeom prst="rect">
            <a:avLst/>
          </a:prstGeom>
          <a:ln w="0">
            <a:noFill/>
          </a:ln>
        </p:spPr>
      </p:pic>
      <p:sp>
        <p:nvSpPr>
          <p:cNvPr id="774" name=""/>
          <p:cNvSpPr/>
          <p:nvPr/>
        </p:nvSpPr>
        <p:spPr>
          <a:xfrm>
            <a:off x="5334120" y="152280"/>
            <a:ext cx="281916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Operator #2386</a:t>
            </a:r>
            <a:endParaRPr b="0" lang="en-US" sz="2000" spc="-1" strike="noStrike">
              <a:solidFill>
                <a:srgbClr val="000000"/>
              </a:solidFill>
              <a:latin typeface="Arial"/>
            </a:endParaRPr>
          </a:p>
        </p:txBody>
      </p:sp>
      <p:sp>
        <p:nvSpPr>
          <p:cNvPr id="775" name=""/>
          <p:cNvSpPr/>
          <p:nvPr/>
        </p:nvSpPr>
        <p:spPr>
          <a:xfrm>
            <a:off x="6934320" y="2209680"/>
            <a:ext cx="2209680" cy="55512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FACILITY Credits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XXXXXXXXXXXXXXXXXXX</a:t>
            </a:r>
            <a:endParaRPr b="0" lang="en-US" sz="1200" spc="-1" strike="noStrike">
              <a:solidFill>
                <a:srgbClr val="000000"/>
              </a:solidFill>
              <a:latin typeface="Arial"/>
            </a:endParaRPr>
          </a:p>
        </p:txBody>
      </p:sp>
      <p:sp>
        <p:nvSpPr>
          <p:cNvPr id="776" name=""/>
          <p:cNvSpPr/>
          <p:nvPr/>
        </p:nvSpPr>
        <p:spPr>
          <a:xfrm>
            <a:off x="0" y="403848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1250</a:t>
            </a:r>
            <a:endParaRPr b="0" lang="en-US" sz="1600" spc="-1" strike="noStrike">
              <a:solidFill>
                <a:srgbClr val="000000"/>
              </a:solidFill>
              <a:latin typeface="Arial"/>
            </a:endParaRPr>
          </a:p>
        </p:txBody>
      </p:sp>
      <p:sp>
        <p:nvSpPr>
          <p:cNvPr id="777" name=""/>
          <p:cNvSpPr/>
          <p:nvPr/>
        </p:nvSpPr>
        <p:spPr>
          <a:xfrm>
            <a:off x="1828800" y="480060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778" name=""/>
          <p:cNvSpPr/>
          <p:nvPr/>
        </p:nvSpPr>
        <p:spPr>
          <a:xfrm>
            <a:off x="3962520" y="533520"/>
            <a:ext cx="647676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WELL, SIR, ENJOY YOUR TRIP…</a:t>
            </a:r>
            <a:endParaRPr b="0" lang="en-US" sz="1600" spc="-1" strike="noStrike">
              <a:solidFill>
                <a:srgbClr val="000000"/>
              </a:solidFill>
              <a:latin typeface="Arial"/>
            </a:endParaRPr>
          </a:p>
        </p:txBody>
      </p:sp>
      <p:sp>
        <p:nvSpPr>
          <p:cNvPr id="779" name=""/>
          <p:cNvSpPr/>
          <p:nvPr/>
        </p:nvSpPr>
        <p:spPr>
          <a:xfrm>
            <a:off x="1828800" y="5105520"/>
            <a:ext cx="48006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Like that’s possible…</a:t>
            </a:r>
            <a:endParaRPr b="0" lang="en-US" sz="1600" spc="-1" strike="noStrike">
              <a:solidFill>
                <a:srgbClr val="000000"/>
              </a:solidFill>
              <a:latin typeface="Arial"/>
            </a:endParaRPr>
          </a:p>
        </p:txBody>
      </p:sp>
    </p:spTree>
  </p:cSld>
  <p:timing>
    <p:tnLst>
      <p:par>
        <p:cTn id="2055" dur="indefinite" restart="never" nodeType="tmRoot">
          <p:childTnLst>
            <p:seq>
              <p:cTn id="2056" dur="indefinite" nodeType="mainSeq">
                <p:childTnLst>
                  <p:par>
                    <p:cTn id="2057" fill="hold">
                      <p:stCondLst>
                        <p:cond delay="0"/>
                      </p:stCondLst>
                      <p:childTnLst>
                        <p:par>
                          <p:cTn id="2058" fill="hold">
                            <p:stCondLst>
                              <p:cond delay="0"/>
                            </p:stCondLst>
                            <p:childTnLst>
                              <p:par>
                                <p:cTn id="2059" nodeType="afterEffect" fill="hold" presetClass="entr" presetID="27">
                                  <p:stCondLst>
                                    <p:cond delay="0"/>
                                  </p:stCondLst>
                                  <p:iterate type="lt">
                                    <p:tmAbs val="40"/>
                                  </p:iterate>
                                  <p:childTnLst>
                                    <p:set>
                                      <p:cBhvr>
                                        <p:cTn id="2060" dur="1" fill="hold">
                                          <p:stCondLst>
                                            <p:cond delay="0"/>
                                          </p:stCondLst>
                                        </p:cTn>
                                        <p:tgtEl>
                                          <p:spTgt spid="778"/>
                                        </p:tgtEl>
                                        <p:attrNameLst>
                                          <p:attrName>style.visibility</p:attrName>
                                        </p:attrNameLst>
                                      </p:cBhvr>
                                      <p:to>
                                        <p:strVal val="visible"/>
                                      </p:to>
                                    </p:set>
                                    <p:anim calcmode="discrete" valueType="clr">
                                      <p:cBhvr additive="repl">
                                        <p:cTn id="2061" dur="80"/>
                                        <p:tgtEl>
                                          <p:spTgt spid="778"/>
                                        </p:tgtEl>
                                        <p:attrNameLst>
                                          <p:attrName>style.color</p:attrName>
                                        </p:attrNameLst>
                                      </p:cBhvr>
                                      <p:tavLst>
                                        <p:tav tm="0">
                                          <p:val>
                                            <p:strVal val="rgb(-103,51,51)"/>
                                          </p:val>
                                        </p:tav>
                                        <p:tav tm="50000">
                                          <p:val>
                                            <p:strVal val="rgb(-103,-103,0)"/>
                                          </p:val>
                                        </p:tav>
                                      </p:tavLst>
                                    </p:anim>
                                    <p:anim calcmode="discrete" valueType="clr">
                                      <p:cBhvr additive="repl">
                                        <p:cTn id="2062" dur="80"/>
                                        <p:tgtEl>
                                          <p:spTgt spid="778"/>
                                        </p:tgtEl>
                                        <p:attrNameLst>
                                          <p:attrName>fillcolor</p:attrName>
                                        </p:attrNameLst>
                                      </p:cBhvr>
                                      <p:tavLst>
                                        <p:tav tm="0">
                                          <p:val>
                                            <p:strVal val="rgb(-103,51,51)"/>
                                          </p:val>
                                        </p:tav>
                                        <p:tav tm="50000">
                                          <p:val>
                                            <p:strVal val="rgb(-103,-103,0)"/>
                                          </p:val>
                                        </p:tav>
                                      </p:tavLst>
                                    </p:anim>
                                    <p:set>
                                      <p:cBhvr>
                                        <p:cTn id="2063" dur="80"/>
                                        <p:tgtEl>
                                          <p:spTgt spid="778"/>
                                        </p:tgtEl>
                                        <p:attrNameLst>
                                          <p:attrName>fill.type</p:attrName>
                                        </p:attrNameLst>
                                      </p:cBhvr>
                                      <p:to>
                                        <p:strVal val="solid"/>
                                      </p:to>
                                    </p:set>
                                  </p:childTnLst>
                                </p:cTn>
                              </p:par>
                            </p:childTnLst>
                          </p:cTn>
                        </p:par>
                        <p:par>
                          <p:cTn id="2064" fill="hold">
                            <p:stCondLst>
                              <p:cond delay="960"/>
                            </p:stCondLst>
                            <p:childTnLst>
                              <p:par>
                                <p:cTn id="2065" nodeType="afterEffect" fill="hold" presetClass="entr" presetID="27">
                                  <p:stCondLst>
                                    <p:cond delay="0"/>
                                  </p:stCondLst>
                                  <p:iterate type="lt">
                                    <p:tmAbs val="40"/>
                                  </p:iterate>
                                  <p:childTnLst>
                                    <p:set>
                                      <p:cBhvr>
                                        <p:cTn id="2066" dur="1" fill="hold">
                                          <p:stCondLst>
                                            <p:cond delay="0"/>
                                          </p:stCondLst>
                                        </p:cTn>
                                        <p:tgtEl>
                                          <p:spTgt spid="779"/>
                                        </p:tgtEl>
                                        <p:attrNameLst>
                                          <p:attrName>style.visibility</p:attrName>
                                        </p:attrNameLst>
                                      </p:cBhvr>
                                      <p:to>
                                        <p:strVal val="visible"/>
                                      </p:to>
                                    </p:set>
                                    <p:anim calcmode="discrete" valueType="clr">
                                      <p:cBhvr additive="repl">
                                        <p:cTn id="2067" dur="80"/>
                                        <p:tgtEl>
                                          <p:spTgt spid="779"/>
                                        </p:tgtEl>
                                        <p:attrNameLst>
                                          <p:attrName>style.color</p:attrName>
                                        </p:attrNameLst>
                                      </p:cBhvr>
                                      <p:tavLst>
                                        <p:tav tm="0">
                                          <p:val>
                                            <p:strVal val="rgb(-103,51,51)"/>
                                          </p:val>
                                        </p:tav>
                                        <p:tav tm="50000">
                                          <p:val>
                                            <p:strVal val="rgb(-103,-103,0)"/>
                                          </p:val>
                                        </p:tav>
                                      </p:tavLst>
                                    </p:anim>
                                    <p:anim calcmode="discrete" valueType="clr">
                                      <p:cBhvr additive="repl">
                                        <p:cTn id="2068" dur="80"/>
                                        <p:tgtEl>
                                          <p:spTgt spid="779"/>
                                        </p:tgtEl>
                                        <p:attrNameLst>
                                          <p:attrName>fillcolor</p:attrName>
                                        </p:attrNameLst>
                                      </p:cBhvr>
                                      <p:tavLst>
                                        <p:tav tm="0">
                                          <p:val>
                                            <p:strVal val="rgb(-103,51,51)"/>
                                          </p:val>
                                        </p:tav>
                                        <p:tav tm="50000">
                                          <p:val>
                                            <p:strVal val="rgb(-103,-103,0)"/>
                                          </p:val>
                                        </p:tav>
                                      </p:tavLst>
                                    </p:anim>
                                    <p:set>
                                      <p:cBhvr>
                                        <p:cTn id="2069" dur="80"/>
                                        <p:tgtEl>
                                          <p:spTgt spid="779"/>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80" name="" descr=""/>
          <p:cNvPicPr/>
          <p:nvPr/>
        </p:nvPicPr>
        <p:blipFill>
          <a:blip r:embed="rId1"/>
          <a:stretch/>
        </p:blipFill>
        <p:spPr>
          <a:xfrm>
            <a:off x="380880" y="-533520"/>
            <a:ext cx="8458200" cy="6890040"/>
          </a:xfrm>
          <a:prstGeom prst="rect">
            <a:avLst/>
          </a:prstGeom>
          <a:ln w="0">
            <a:noFill/>
          </a:ln>
        </p:spPr>
      </p:pic>
      <p:sp>
        <p:nvSpPr>
          <p:cNvPr id="781" name=""/>
          <p:cNvSpPr/>
          <p:nvPr/>
        </p:nvSpPr>
        <p:spPr>
          <a:xfrm>
            <a:off x="-304920" y="0"/>
            <a:ext cx="876600" cy="70102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782" name=""/>
          <p:cNvSpPr/>
          <p:nvPr/>
        </p:nvSpPr>
        <p:spPr>
          <a:xfrm>
            <a:off x="8705880" y="0"/>
            <a:ext cx="876240" cy="70102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783" name=""/>
          <p:cNvSpPr/>
          <p:nvPr/>
        </p:nvSpPr>
        <p:spPr>
          <a:xfrm>
            <a:off x="-304920" y="6019920"/>
            <a:ext cx="9906120" cy="121896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784" name="" descr=""/>
          <p:cNvPicPr/>
          <p:nvPr/>
        </p:nvPicPr>
        <p:blipFill>
          <a:blip r:embed="rId2"/>
          <a:stretch/>
        </p:blipFill>
        <p:spPr>
          <a:xfrm>
            <a:off x="8381880" y="3962520"/>
            <a:ext cx="228600" cy="182520"/>
          </a:xfrm>
          <a:prstGeom prst="rect">
            <a:avLst/>
          </a:prstGeom>
          <a:ln w="0">
            <a:noFill/>
          </a:ln>
        </p:spPr>
      </p:pic>
      <p:pic>
        <p:nvPicPr>
          <p:cNvPr id="785" name="" descr=""/>
          <p:cNvPicPr/>
          <p:nvPr/>
        </p:nvPicPr>
        <p:blipFill>
          <a:blip r:embed="rId3"/>
          <a:stretch/>
        </p:blipFill>
        <p:spPr>
          <a:xfrm>
            <a:off x="7315200" y="609480"/>
            <a:ext cx="228600" cy="182520"/>
          </a:xfrm>
          <a:prstGeom prst="rect">
            <a:avLst/>
          </a:prstGeom>
          <a:ln w="0">
            <a:noFill/>
          </a:ln>
        </p:spPr>
      </p:pic>
      <p:pic>
        <p:nvPicPr>
          <p:cNvPr id="786" name="" descr=""/>
          <p:cNvPicPr/>
          <p:nvPr/>
        </p:nvPicPr>
        <p:blipFill>
          <a:blip r:embed="rId4"/>
          <a:stretch/>
        </p:blipFill>
        <p:spPr>
          <a:xfrm>
            <a:off x="1066680" y="6324480"/>
            <a:ext cx="228600" cy="182520"/>
          </a:xfrm>
          <a:prstGeom prst="rect">
            <a:avLst/>
          </a:prstGeom>
          <a:ln w="0">
            <a:noFill/>
          </a:ln>
        </p:spPr>
      </p:pic>
      <p:sp>
        <p:nvSpPr>
          <p:cNvPr id="787" name=""/>
          <p:cNvSpPr/>
          <p:nvPr/>
        </p:nvSpPr>
        <p:spPr>
          <a:xfrm rot="2694000">
            <a:off x="-2209680" y="152280"/>
            <a:ext cx="761760" cy="762120"/>
          </a:xfrm>
          <a:prstGeom prst="lightningBol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788" name=""/>
          <p:cNvSpPr/>
          <p:nvPr/>
        </p:nvSpPr>
        <p:spPr>
          <a:xfrm rot="18507000">
            <a:off x="-2742840" y="685440"/>
            <a:ext cx="762120" cy="762120"/>
          </a:xfrm>
          <a:prstGeom prst="lightningBol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789" name=""/>
          <p:cNvSpPr/>
          <p:nvPr/>
        </p:nvSpPr>
        <p:spPr>
          <a:xfrm rot="7734000">
            <a:off x="-1676160" y="608760"/>
            <a:ext cx="762120" cy="762120"/>
          </a:xfrm>
          <a:prstGeom prst="lightningBol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790" name=""/>
          <p:cNvSpPr/>
          <p:nvPr/>
        </p:nvSpPr>
        <p:spPr>
          <a:xfrm rot="13366800">
            <a:off x="-2209680" y="1218960"/>
            <a:ext cx="761760" cy="761760"/>
          </a:xfrm>
          <a:prstGeom prst="lightningBol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791" name=""/>
          <p:cNvSpPr/>
          <p:nvPr/>
        </p:nvSpPr>
        <p:spPr>
          <a:xfrm rot="2569200">
            <a:off x="2614320" y="1076400"/>
            <a:ext cx="2543040" cy="2565360"/>
          </a:xfrm>
          <a:prstGeom prst="rect">
            <a:avLst/>
          </a:prstGeom>
          <a:gradFill rotWithShape="0">
            <a:gsLst>
              <a:gs pos="0">
                <a:srgbClr val="000000"/>
              </a:gs>
              <a:gs pos="100000">
                <a:srgbClr val="444444">
                  <a:alpha val="97255"/>
                </a:srgbClr>
              </a:gs>
            </a:gsLst>
            <a:path path="rect">
              <a:fillToRect l="50000" t="50000" r="50000" b="50000"/>
            </a:path>
          </a:gra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792" name="" descr=""/>
          <p:cNvPicPr/>
          <p:nvPr/>
        </p:nvPicPr>
        <p:blipFill>
          <a:blip r:embed="rId5"/>
          <a:stretch/>
        </p:blipFill>
        <p:spPr>
          <a:xfrm rot="401400">
            <a:off x="4191120" y="5866920"/>
            <a:ext cx="1523880" cy="1257480"/>
          </a:xfrm>
          <a:prstGeom prst="rect">
            <a:avLst/>
          </a:prstGeom>
          <a:ln w="0">
            <a:noFill/>
          </a:ln>
        </p:spPr>
      </p:pic>
      <p:pic>
        <p:nvPicPr>
          <p:cNvPr id="793" name="" descr=""/>
          <p:cNvPicPr/>
          <p:nvPr/>
        </p:nvPicPr>
        <p:blipFill>
          <a:blip r:embed="rId6"/>
          <a:stretch/>
        </p:blipFill>
        <p:spPr>
          <a:xfrm>
            <a:off x="4876920" y="4419720"/>
            <a:ext cx="4647960" cy="1473120"/>
          </a:xfrm>
          <a:prstGeom prst="rect">
            <a:avLst/>
          </a:prstGeom>
          <a:ln w="0">
            <a:noFill/>
          </a:ln>
        </p:spPr>
      </p:pic>
      <p:sp>
        <p:nvSpPr>
          <p:cNvPr id="794" name=""/>
          <p:cNvSpPr/>
          <p:nvPr/>
        </p:nvSpPr>
        <p:spPr>
          <a:xfrm>
            <a:off x="6705720" y="4800600"/>
            <a:ext cx="22860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here goes…</a:t>
            </a:r>
            <a:endParaRPr b="0" lang="en-US" sz="1200" spc="-1" strike="noStrike">
              <a:solidFill>
                <a:srgbClr val="000000"/>
              </a:solidFill>
              <a:latin typeface="Arial"/>
            </a:endParaRPr>
          </a:p>
        </p:txBody>
      </p:sp>
      <p:pic>
        <p:nvPicPr>
          <p:cNvPr id="795" name="" descr=""/>
          <p:cNvPicPr/>
          <p:nvPr/>
        </p:nvPicPr>
        <p:blipFill>
          <a:blip r:embed="rId7"/>
          <a:stretch/>
        </p:blipFill>
        <p:spPr>
          <a:xfrm>
            <a:off x="4876920" y="3276720"/>
            <a:ext cx="2971800" cy="1474560"/>
          </a:xfrm>
          <a:prstGeom prst="rect">
            <a:avLst/>
          </a:prstGeom>
          <a:ln w="0">
            <a:noFill/>
          </a:ln>
        </p:spPr>
      </p:pic>
      <p:sp>
        <p:nvSpPr>
          <p:cNvPr id="796" name=""/>
          <p:cNvSpPr/>
          <p:nvPr/>
        </p:nvSpPr>
        <p:spPr>
          <a:xfrm>
            <a:off x="5029200" y="3657600"/>
            <a:ext cx="2209680" cy="8254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AAAAAAAAAAAAAAAAAAAAAAAAAAAAAAAAAAAAAAAAAAAAAAAAAAAAAAAAAA!!!!!!!!!!!!!!!!!!!!!!!!!!!!!!!!!!!!!!!!!!!</a:t>
            </a:r>
            <a:endParaRPr b="0" lang="en-US" sz="1200" spc="-1" strike="noStrike">
              <a:solidFill>
                <a:srgbClr val="000000"/>
              </a:solidFill>
              <a:latin typeface="Arial"/>
            </a:endParaRPr>
          </a:p>
        </p:txBody>
      </p:sp>
    </p:spTree>
  </p:cSld>
  <p:timing>
    <p:tnLst>
      <p:par>
        <p:cTn id="2070" dur="indefinite" restart="never" nodeType="tmRoot">
          <p:childTnLst>
            <p:seq>
              <p:cTn id="2071" dur="indefinite" nodeType="mainSeq">
                <p:childTnLst>
                  <p:par>
                    <p:cTn id="2072" fill="hold">
                      <p:stCondLst>
                        <p:cond delay="0"/>
                      </p:stCondLst>
                      <p:childTnLst>
                        <p:par>
                          <p:cTn id="2073" fill="hold">
                            <p:stCondLst>
                              <p:cond delay="0"/>
                            </p:stCondLst>
                            <p:childTnLst>
                              <p:par>
                                <p:cTn id="2074" nodeType="afterEffect" fill="hold" presetClass="path" presetID="0">
                                  <p:stCondLst>
                                    <p:cond delay="1500"/>
                                  </p:stCondLst>
                                  <p:childTnLst>
                                    <p:animMotion origin="layout" path="M 0.61667 2.13873E-006 L 0.625 0.21086 E">
                                      <p:cBhvr>
                                        <p:cTn id="2075" dur="1000" fill="hold"/>
                                        <p:tgtEl>
                                          <p:spTgt spid="787"/>
                                        </p:tgtEl>
                                      </p:cBhvr>
                                    </p:animMotion>
                                  </p:childTnLst>
                                </p:cTn>
                              </p:par>
                              <p:set>
                                <p:cBhvr>
                                  <p:cTn id="2076" dur="1" fill="hold">
                                    <p:stCondLst>
                                      <p:cond evt="end">
                                        <p:tn val="2074"/>
                                      </p:cond>
                                    </p:stCondLst>
                                  </p:cTn>
                                  <p:tgtEl>
                                    <p:spTgt spid="787"/>
                                  </p:tgtEl>
                                  <p:attrNameLst>
                                    <p:attrName>style.visibility</p:attrName>
                                  </p:attrNameLst>
                                </p:cBhvr>
                                <p:to>
                                  <p:strVal val="hidden"/>
                                </p:to>
                              </p:set>
                              <p:par>
                                <p:cTn id="2077" nodeType="withEffect" fill="hold" presetClass="path" presetID="0">
                                  <p:stCondLst>
                                    <p:cond delay="1500"/>
                                  </p:stCondLst>
                                  <p:childTnLst>
                                    <p:animMotion origin="layout" path="M 0.73334 0.19977 L 0.59167 0.19977 E">
                                      <p:cBhvr>
                                        <p:cTn id="2078" dur="1000" fill="hold"/>
                                        <p:tgtEl>
                                          <p:spTgt spid="789"/>
                                        </p:tgtEl>
                                      </p:cBhvr>
                                    </p:animMotion>
                                  </p:childTnLst>
                                </p:cTn>
                              </p:par>
                              <p:set>
                                <p:cBhvr>
                                  <p:cTn id="2079" dur="1" fill="hold">
                                    <p:stCondLst>
                                      <p:cond evt="end">
                                        <p:tn val="2077"/>
                                      </p:cond>
                                    </p:stCondLst>
                                  </p:cTn>
                                  <p:tgtEl>
                                    <p:spTgt spid="789"/>
                                  </p:tgtEl>
                                  <p:attrNameLst>
                                    <p:attrName>style.visibility</p:attrName>
                                  </p:attrNameLst>
                                </p:cBhvr>
                                <p:to>
                                  <p:strVal val="hidden"/>
                                </p:to>
                              </p:set>
                              <p:par>
                                <p:cTn id="2080" nodeType="withEffect" fill="hold" presetClass="path" presetID="0">
                                  <p:stCondLst>
                                    <p:cond delay="1500"/>
                                  </p:stCondLst>
                                  <p:childTnLst>
                                    <p:animMotion origin="layout" path="M 0.63333 0.34405 L 0.625 0.12208 E">
                                      <p:cBhvr>
                                        <p:cTn id="2081" dur="1000" fill="hold"/>
                                        <p:tgtEl>
                                          <p:spTgt spid="790"/>
                                        </p:tgtEl>
                                      </p:cBhvr>
                                    </p:animMotion>
                                  </p:childTnLst>
                                </p:cTn>
                              </p:par>
                              <p:set>
                                <p:cBhvr>
                                  <p:cTn id="2082" dur="1" fill="hold">
                                    <p:stCondLst>
                                      <p:cond evt="end">
                                        <p:tn val="2080"/>
                                      </p:cond>
                                    </p:stCondLst>
                                  </p:cTn>
                                  <p:tgtEl>
                                    <p:spTgt spid="790"/>
                                  </p:tgtEl>
                                  <p:attrNameLst>
                                    <p:attrName>style.visibility</p:attrName>
                                  </p:attrNameLst>
                                </p:cBhvr>
                                <p:to>
                                  <p:strVal val="hidden"/>
                                </p:to>
                              </p:set>
                              <p:par>
                                <p:cTn id="2083" nodeType="withEffect" fill="hold" presetClass="path" presetID="0">
                                  <p:stCondLst>
                                    <p:cond delay="1500"/>
                                  </p:stCondLst>
                                  <p:childTnLst>
                                    <p:animMotion origin="layout" path="M 0.49166 0.19976 L 0.65833 0.18867 E">
                                      <p:cBhvr>
                                        <p:cTn id="2084" dur="1000" fill="hold"/>
                                        <p:tgtEl>
                                          <p:spTgt spid="788"/>
                                        </p:tgtEl>
                                      </p:cBhvr>
                                    </p:animMotion>
                                  </p:childTnLst>
                                </p:cTn>
                              </p:par>
                              <p:set>
                                <p:cBhvr>
                                  <p:cTn id="2085" dur="1" fill="hold">
                                    <p:stCondLst>
                                      <p:cond evt="end">
                                        <p:tn val="2083"/>
                                      </p:cond>
                                    </p:stCondLst>
                                  </p:cTn>
                                  <p:tgtEl>
                                    <p:spTgt spid="788"/>
                                  </p:tgtEl>
                                  <p:attrNameLst>
                                    <p:attrName>style.visibility</p:attrName>
                                  </p:attrNameLst>
                                </p:cBhvr>
                                <p:to>
                                  <p:strVal val="hidden"/>
                                </p:to>
                              </p:set>
                            </p:childTnLst>
                          </p:cTn>
                        </p:par>
                        <p:par>
                          <p:cTn id="2086" fill="hold">
                            <p:stCondLst>
                              <p:cond delay="2500"/>
                            </p:stCondLst>
                            <p:childTnLst>
                              <p:par>
                                <p:cTn id="2087" nodeType="afterEffect" fill="hold" presetClass="entr" presetID="23" presetSubtype="16">
                                  <p:stCondLst>
                                    <p:cond delay="0"/>
                                  </p:stCondLst>
                                  <p:childTnLst>
                                    <p:set>
                                      <p:cBhvr>
                                        <p:cTn id="2088" dur="1" fill="hold">
                                          <p:stCondLst>
                                            <p:cond delay="0"/>
                                          </p:stCondLst>
                                        </p:cTn>
                                        <p:tgtEl>
                                          <p:spTgt spid="791"/>
                                        </p:tgtEl>
                                        <p:attrNameLst>
                                          <p:attrName>style.visibility</p:attrName>
                                        </p:attrNameLst>
                                      </p:cBhvr>
                                      <p:to>
                                        <p:strVal val="visible"/>
                                      </p:to>
                                    </p:set>
                                    <p:anim calcmode="lin" valueType="num">
                                      <p:cBhvr additive="repl">
                                        <p:cTn id="2089" dur="5000" fill="hold"/>
                                        <p:tgtEl>
                                          <p:spTgt spid="791"/>
                                        </p:tgtEl>
                                        <p:attrNameLst>
                                          <p:attrName>ppt_w</p:attrName>
                                        </p:attrNameLst>
                                      </p:cBhvr>
                                      <p:tavLst>
                                        <p:tav tm="0">
                                          <p:val>
                                            <p:fltVal val="0"/>
                                          </p:val>
                                        </p:tav>
                                        <p:tav tm="100000">
                                          <p:val>
                                            <p:strVal val="#ppt_w"/>
                                          </p:val>
                                        </p:tav>
                                      </p:tavLst>
                                    </p:anim>
                                    <p:anim calcmode="lin" valueType="num">
                                      <p:cBhvr additive="repl">
                                        <p:cTn id="2090" dur="5000" fill="hold"/>
                                        <p:tgtEl>
                                          <p:spTgt spid="791"/>
                                        </p:tgtEl>
                                        <p:attrNameLst>
                                          <p:attrName>ppt_h</p:attrName>
                                        </p:attrNameLst>
                                      </p:cBhvr>
                                      <p:tavLst>
                                        <p:tav tm="0">
                                          <p:val>
                                            <p:fltVal val="0"/>
                                          </p:val>
                                        </p:tav>
                                        <p:tav tm="100000">
                                          <p:val>
                                            <p:strVal val="#ppt_h"/>
                                          </p:val>
                                        </p:tav>
                                      </p:tavLst>
                                    </p:anim>
                                  </p:childTnLst>
                                </p:cTn>
                              </p:par>
                            </p:childTnLst>
                          </p:cTn>
                        </p:par>
                        <p:par>
                          <p:cTn id="2091" fill="hold">
                            <p:stCondLst>
                              <p:cond delay="7500"/>
                            </p:stCondLst>
                            <p:childTnLst>
                              <p:par>
                                <p:cTn id="2092" nodeType="afterEffect" fill="hold" presetClass="entr" presetID="9">
                                  <p:stCondLst>
                                    <p:cond delay="0"/>
                                  </p:stCondLst>
                                  <p:childTnLst>
                                    <p:set>
                                      <p:cBhvr>
                                        <p:cTn id="2093" dur="1" fill="hold">
                                          <p:stCondLst>
                                            <p:cond delay="0"/>
                                          </p:stCondLst>
                                        </p:cTn>
                                        <p:tgtEl>
                                          <p:spTgt spid="793"/>
                                        </p:tgtEl>
                                        <p:attrNameLst>
                                          <p:attrName>style.visibility</p:attrName>
                                        </p:attrNameLst>
                                      </p:cBhvr>
                                      <p:to>
                                        <p:strVal val="visible"/>
                                      </p:to>
                                    </p:set>
                                    <p:animEffect filter="dissolve" transition="in">
                                      <p:cBhvr additive="repl">
                                        <p:cTn id="2094" dur="500"/>
                                        <p:tgtEl>
                                          <p:spTgt spid="793"/>
                                        </p:tgtEl>
                                      </p:cBhvr>
                                    </p:animEffect>
                                  </p:childTnLst>
                                </p:cTn>
                              </p:par>
                            </p:childTnLst>
                          </p:cTn>
                        </p:par>
                        <p:par>
                          <p:cTn id="2095" fill="hold">
                            <p:stCondLst>
                              <p:cond delay="8000"/>
                            </p:stCondLst>
                            <p:childTnLst>
                              <p:par>
                                <p:cTn id="2096" nodeType="afterEffect" fill="hold" presetClass="entr" presetID="27">
                                  <p:stCondLst>
                                    <p:cond delay="0"/>
                                  </p:stCondLst>
                                  <p:iterate type="lt">
                                    <p:tmAbs val="40"/>
                                  </p:iterate>
                                  <p:childTnLst>
                                    <p:set>
                                      <p:cBhvr>
                                        <p:cTn id="2097" dur="1" fill="hold">
                                          <p:stCondLst>
                                            <p:cond delay="0"/>
                                          </p:stCondLst>
                                        </p:cTn>
                                        <p:tgtEl>
                                          <p:spTgt spid="794"/>
                                        </p:tgtEl>
                                        <p:attrNameLst>
                                          <p:attrName>style.visibility</p:attrName>
                                        </p:attrNameLst>
                                      </p:cBhvr>
                                      <p:to>
                                        <p:strVal val="visible"/>
                                      </p:to>
                                    </p:set>
                                    <p:anim calcmode="discrete" valueType="clr">
                                      <p:cBhvr additive="repl">
                                        <p:cTn id="2098" dur="80"/>
                                        <p:tgtEl>
                                          <p:spTgt spid="794"/>
                                        </p:tgtEl>
                                        <p:attrNameLst>
                                          <p:attrName>style.color</p:attrName>
                                        </p:attrNameLst>
                                      </p:cBhvr>
                                      <p:tavLst>
                                        <p:tav tm="0">
                                          <p:val>
                                            <p:strVal val="rgb(-103,51,51)"/>
                                          </p:val>
                                        </p:tav>
                                        <p:tav tm="50000">
                                          <p:val>
                                            <p:strVal val="rgb(-103,-103,0)"/>
                                          </p:val>
                                        </p:tav>
                                      </p:tavLst>
                                    </p:anim>
                                    <p:anim calcmode="discrete" valueType="clr">
                                      <p:cBhvr additive="repl">
                                        <p:cTn id="2099" dur="80"/>
                                        <p:tgtEl>
                                          <p:spTgt spid="794"/>
                                        </p:tgtEl>
                                        <p:attrNameLst>
                                          <p:attrName>fillcolor</p:attrName>
                                        </p:attrNameLst>
                                      </p:cBhvr>
                                      <p:tavLst>
                                        <p:tav tm="0">
                                          <p:val>
                                            <p:strVal val="rgb(-103,51,51)"/>
                                          </p:val>
                                        </p:tav>
                                        <p:tav tm="50000">
                                          <p:val>
                                            <p:strVal val="rgb(-103,-103,0)"/>
                                          </p:val>
                                        </p:tav>
                                      </p:tavLst>
                                    </p:anim>
                                    <p:set>
                                      <p:cBhvr>
                                        <p:cTn id="2100" dur="80"/>
                                        <p:tgtEl>
                                          <p:spTgt spid="794"/>
                                        </p:tgtEl>
                                        <p:attrNameLst>
                                          <p:attrName>fill.type</p:attrName>
                                        </p:attrNameLst>
                                      </p:cBhvr>
                                      <p:to>
                                        <p:strVal val="solid"/>
                                      </p:to>
                                    </p:set>
                                  </p:childTnLst>
                                </p:cTn>
                              </p:par>
                            </p:childTnLst>
                          </p:cTn>
                        </p:par>
                        <p:par>
                          <p:cTn id="2101" fill="hold">
                            <p:stCondLst>
                              <p:cond delay="8600"/>
                            </p:stCondLst>
                            <p:childTnLst>
                              <p:par>
                                <p:cTn id="2102" nodeType="afterEffect" fill="hold" presetClass="exit" presetID="1">
                                  <p:stCondLst>
                                    <p:cond delay="2500"/>
                                  </p:stCondLst>
                                  <p:iterate type="lt">
                                    <p:tmAbs val="0"/>
                                  </p:iterate>
                                  <p:childTnLst>
                                    <p:set>
                                      <p:cBhvr>
                                        <p:cTn id="2103" dur="1" fill="hold">
                                          <p:stCondLst>
                                            <p:cond delay="0"/>
                                          </p:stCondLst>
                                        </p:cTn>
                                        <p:tgtEl>
                                          <p:spTgt spid="794"/>
                                        </p:tgtEl>
                                        <p:attrNameLst>
                                          <p:attrName>style.visibility</p:attrName>
                                        </p:attrNameLst>
                                      </p:cBhvr>
                                      <p:to>
                                        <p:strVal val="hidden"/>
                                      </p:to>
                                    </p:set>
                                  </p:childTnLst>
                                </p:cTn>
                              </p:par>
                            </p:childTnLst>
                          </p:cTn>
                        </p:par>
                        <p:par>
                          <p:cTn id="2104" fill="hold">
                            <p:stCondLst>
                              <p:cond delay="11100"/>
                            </p:stCondLst>
                            <p:childTnLst>
                              <p:par>
                                <p:cTn id="2105" nodeType="afterEffect" fill="hold" presetClass="exit" presetID="9">
                                  <p:stCondLst>
                                    <p:cond delay="0"/>
                                  </p:stCondLst>
                                  <p:childTnLst>
                                    <p:animEffect filter="dissolve" transition="out">
                                      <p:cBhvr additive="repl">
                                        <p:cTn id="2106" dur="500"/>
                                        <p:tgtEl>
                                          <p:spTgt spid="793"/>
                                        </p:tgtEl>
                                      </p:cBhvr>
                                    </p:animEffect>
                                    <p:set>
                                      <p:cBhvr>
                                        <p:cTn id="2107" dur="1" fill="hold">
                                          <p:stCondLst>
                                            <p:cond delay="499"/>
                                          </p:stCondLst>
                                        </p:cTn>
                                        <p:tgtEl>
                                          <p:spTgt spid="793"/>
                                        </p:tgtEl>
                                        <p:attrNameLst>
                                          <p:attrName>style.visibility</p:attrName>
                                        </p:attrNameLst>
                                      </p:cBhvr>
                                      <p:to>
                                        <p:strVal val="hidden"/>
                                      </p:to>
                                    </p:set>
                                  </p:childTnLst>
                                </p:cTn>
                              </p:par>
                            </p:childTnLst>
                          </p:cTn>
                        </p:par>
                        <p:par>
                          <p:cTn id="2108" fill="hold">
                            <p:stCondLst>
                              <p:cond delay="11600"/>
                            </p:stCondLst>
                            <p:childTnLst>
                              <p:par>
                                <p:cTn id="2109" nodeType="afterEffect" fill="hold" presetClass="path" presetID="0">
                                  <p:stCondLst>
                                    <p:cond delay="1000"/>
                                  </p:stCondLst>
                                  <p:childTnLst>
                                    <p:animMotion origin="layout" path="M -6.66667E-006 -5.43353E-006 L -0.10834 -0.61041 E">
                                      <p:cBhvr>
                                        <p:cTn id="2110" dur="500" fill="hold"/>
                                        <p:tgtEl>
                                          <p:spTgt spid="792"/>
                                        </p:tgtEl>
                                      </p:cBhvr>
                                    </p:animMotion>
                                  </p:childTnLst>
                                </p:cTn>
                              </p:par>
                              <p:set>
                                <p:cBhvr>
                                  <p:cTn id="2111" dur="1" fill="hold">
                                    <p:stCondLst>
                                      <p:cond evt="end">
                                        <p:tn val="2109"/>
                                      </p:cond>
                                    </p:stCondLst>
                                  </p:cTn>
                                  <p:tgtEl>
                                    <p:spTgt spid="792"/>
                                  </p:tgtEl>
                                  <p:attrNameLst>
                                    <p:attrName>style.visibility</p:attrName>
                                  </p:attrNameLst>
                                </p:cBhvr>
                                <p:to>
                                  <p:strVal val="hidden"/>
                                </p:to>
                              </p:set>
                              <p:par>
                                <p:cTn id="2112" nodeType="withEffect" fill="hold" presetClass="emph" presetID="8">
                                  <p:stCondLst>
                                    <p:cond delay="1000"/>
                                  </p:stCondLst>
                                  <p:childTnLst>
                                    <p:animRot by="43200000">
                                      <p:cBhvr>
                                        <p:cTn id="2113" dur="500" fill="hold"/>
                                        <p:tgtEl>
                                          <p:spTgt spid="792"/>
                                        </p:tgtEl>
                                        <p:attrNameLst>
                                          <p:attrName>r</p:attrName>
                                        </p:attrNameLst>
                                      </p:cBhvr>
                                    </p:animRot>
                                  </p:childTnLst>
                                </p:cTn>
                              </p:par>
                            </p:childTnLst>
                          </p:cTn>
                        </p:par>
                        <p:par>
                          <p:cTn id="2114" fill="hold">
                            <p:stCondLst>
                              <p:cond delay="13100"/>
                            </p:stCondLst>
                            <p:childTnLst>
                              <p:par>
                                <p:cTn id="2115" nodeType="afterEffect" fill="hold" presetClass="entr" presetID="9">
                                  <p:stCondLst>
                                    <p:cond delay="0"/>
                                  </p:stCondLst>
                                  <p:childTnLst>
                                    <p:set>
                                      <p:cBhvr>
                                        <p:cTn id="2116" dur="1" fill="hold">
                                          <p:stCondLst>
                                            <p:cond delay="0"/>
                                          </p:stCondLst>
                                        </p:cTn>
                                        <p:tgtEl>
                                          <p:spTgt spid="795"/>
                                        </p:tgtEl>
                                        <p:attrNameLst>
                                          <p:attrName>style.visibility</p:attrName>
                                        </p:attrNameLst>
                                      </p:cBhvr>
                                      <p:to>
                                        <p:strVal val="visible"/>
                                      </p:to>
                                    </p:set>
                                    <p:animEffect filter="dissolve" transition="in">
                                      <p:cBhvr additive="repl">
                                        <p:cTn id="2117" dur="500"/>
                                        <p:tgtEl>
                                          <p:spTgt spid="795"/>
                                        </p:tgtEl>
                                      </p:cBhvr>
                                    </p:animEffect>
                                  </p:childTnLst>
                                </p:cTn>
                              </p:par>
                            </p:childTnLst>
                          </p:cTn>
                        </p:par>
                        <p:par>
                          <p:cTn id="2118" fill="hold">
                            <p:stCondLst>
                              <p:cond delay="13600"/>
                            </p:stCondLst>
                            <p:childTnLst>
                              <p:par>
                                <p:cTn id="2119" nodeType="afterEffect" fill="hold" presetClass="entr" presetID="27">
                                  <p:stCondLst>
                                    <p:cond delay="0"/>
                                  </p:stCondLst>
                                  <p:iterate type="lt">
                                    <p:tmAbs val="40"/>
                                  </p:iterate>
                                  <p:childTnLst>
                                    <p:set>
                                      <p:cBhvr>
                                        <p:cTn id="2120" dur="1" fill="hold">
                                          <p:stCondLst>
                                            <p:cond delay="0"/>
                                          </p:stCondLst>
                                        </p:cTn>
                                        <p:tgtEl>
                                          <p:spTgt spid="796"/>
                                        </p:tgtEl>
                                        <p:attrNameLst>
                                          <p:attrName>style.visibility</p:attrName>
                                        </p:attrNameLst>
                                      </p:cBhvr>
                                      <p:to>
                                        <p:strVal val="visible"/>
                                      </p:to>
                                    </p:set>
                                    <p:anim calcmode="discrete" valueType="clr">
                                      <p:cBhvr additive="repl">
                                        <p:cTn id="2121" dur="80"/>
                                        <p:tgtEl>
                                          <p:spTgt spid="796"/>
                                        </p:tgtEl>
                                        <p:attrNameLst>
                                          <p:attrName>style.color</p:attrName>
                                        </p:attrNameLst>
                                      </p:cBhvr>
                                      <p:tavLst>
                                        <p:tav tm="0">
                                          <p:val>
                                            <p:strVal val="rgb(-103,51,51)"/>
                                          </p:val>
                                        </p:tav>
                                        <p:tav tm="50000">
                                          <p:val>
                                            <p:strVal val="rgb(-103,-103,0)"/>
                                          </p:val>
                                        </p:tav>
                                      </p:tavLst>
                                    </p:anim>
                                    <p:anim calcmode="discrete" valueType="clr">
                                      <p:cBhvr additive="repl">
                                        <p:cTn id="2122" dur="80"/>
                                        <p:tgtEl>
                                          <p:spTgt spid="796"/>
                                        </p:tgtEl>
                                        <p:attrNameLst>
                                          <p:attrName>fillcolor</p:attrName>
                                        </p:attrNameLst>
                                      </p:cBhvr>
                                      <p:tavLst>
                                        <p:tav tm="0">
                                          <p:val>
                                            <p:strVal val="rgb(-103,51,51)"/>
                                          </p:val>
                                        </p:tav>
                                        <p:tav tm="50000">
                                          <p:val>
                                            <p:strVal val="rgb(-103,-103,0)"/>
                                          </p:val>
                                        </p:tav>
                                      </p:tavLst>
                                    </p:anim>
                                    <p:set>
                                      <p:cBhvr>
                                        <p:cTn id="2123" dur="80"/>
                                        <p:tgtEl>
                                          <p:spTgt spid="796"/>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7"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798" name="" descr=""/>
          <p:cNvPicPr/>
          <p:nvPr/>
        </p:nvPicPr>
        <p:blipFill>
          <a:blip r:embed="rId1"/>
          <a:stretch/>
        </p:blipFill>
        <p:spPr>
          <a:xfrm rot="401400">
            <a:off x="9372600" y="2742840"/>
            <a:ext cx="1523880" cy="1257480"/>
          </a:xfrm>
          <a:prstGeom prst="rect">
            <a:avLst/>
          </a:prstGeom>
          <a:ln w="0">
            <a:noFill/>
          </a:ln>
        </p:spPr>
      </p:pic>
      <p:pic>
        <p:nvPicPr>
          <p:cNvPr id="799" name="" descr=""/>
          <p:cNvPicPr/>
          <p:nvPr/>
        </p:nvPicPr>
        <p:blipFill>
          <a:blip r:embed="rId2"/>
          <a:stretch/>
        </p:blipFill>
        <p:spPr>
          <a:xfrm rot="401400">
            <a:off x="-847440" y="1922040"/>
            <a:ext cx="809640" cy="668520"/>
          </a:xfrm>
          <a:prstGeom prst="rect">
            <a:avLst/>
          </a:prstGeom>
          <a:ln w="0">
            <a:noFill/>
          </a:ln>
        </p:spPr>
      </p:pic>
      <p:pic>
        <p:nvPicPr>
          <p:cNvPr id="800" name="" descr=""/>
          <p:cNvPicPr/>
          <p:nvPr/>
        </p:nvPicPr>
        <p:blipFill>
          <a:blip r:embed="rId3"/>
          <a:stretch/>
        </p:blipFill>
        <p:spPr>
          <a:xfrm rot="401400">
            <a:off x="9372240" y="914400"/>
            <a:ext cx="533520" cy="439560"/>
          </a:xfrm>
          <a:prstGeom prst="rect">
            <a:avLst/>
          </a:prstGeom>
          <a:ln w="0">
            <a:noFill/>
          </a:ln>
        </p:spPr>
      </p:pic>
      <p:pic>
        <p:nvPicPr>
          <p:cNvPr id="801" name="" descr=""/>
          <p:cNvPicPr/>
          <p:nvPr/>
        </p:nvPicPr>
        <p:blipFill>
          <a:blip r:embed="rId4"/>
          <a:stretch/>
        </p:blipFill>
        <p:spPr>
          <a:xfrm rot="401400">
            <a:off x="-317520" y="580680"/>
            <a:ext cx="304920" cy="250920"/>
          </a:xfrm>
          <a:prstGeom prst="rect">
            <a:avLst/>
          </a:prstGeom>
          <a:ln w="0">
            <a:noFill/>
          </a:ln>
        </p:spPr>
      </p:pic>
    </p:spTree>
  </p:cSld>
  <p:timing>
    <p:tnLst>
      <p:par>
        <p:cTn id="2124" dur="indefinite" restart="never" nodeType="tmRoot">
          <p:childTnLst>
            <p:seq>
              <p:cTn id="2125" dur="indefinite" nodeType="mainSeq">
                <p:childTnLst>
                  <p:par>
                    <p:cTn id="2126" fill="hold">
                      <p:stCondLst>
                        <p:cond delay="0"/>
                      </p:stCondLst>
                      <p:childTnLst>
                        <p:par>
                          <p:cTn id="2127" fill="hold">
                            <p:stCondLst>
                              <p:cond delay="0"/>
                            </p:stCondLst>
                            <p:childTnLst>
                              <p:par>
                                <p:cTn id="2128" nodeType="afterEffect" fill="hold" presetClass="path" presetID="0">
                                  <p:stCondLst>
                                    <p:cond delay="0"/>
                                  </p:stCondLst>
                                  <p:childTnLst>
                                    <p:animMotion origin="layout" path="M -3.33333E-006 1.7341E-006 L -1.175 0.00832 E">
                                      <p:cBhvr>
                                        <p:cTn id="2129" dur="5000" fill="hold"/>
                                        <p:tgtEl>
                                          <p:spTgt spid="798"/>
                                        </p:tgtEl>
                                      </p:cBhvr>
                                    </p:animMotion>
                                  </p:childTnLst>
                                </p:cTn>
                              </p:par>
                              <p:set>
                                <p:cBhvr>
                                  <p:cTn id="2130" dur="1" fill="hold">
                                    <p:stCondLst>
                                      <p:cond evt="end">
                                        <p:tn val="2128"/>
                                      </p:cond>
                                    </p:stCondLst>
                                  </p:cTn>
                                  <p:tgtEl>
                                    <p:spTgt spid="798"/>
                                  </p:tgtEl>
                                  <p:attrNameLst>
                                    <p:attrName>style.visibility</p:attrName>
                                  </p:attrNameLst>
                                </p:cBhvr>
                                <p:to>
                                  <p:strVal val="hidden"/>
                                </p:to>
                              </p:set>
                              <p:par>
                                <p:cTn id="2131" nodeType="withEffect" fill="hold" presetClass="emph" presetID="8">
                                  <p:stCondLst>
                                    <p:cond delay="0"/>
                                  </p:stCondLst>
                                  <p:childTnLst>
                                    <p:animRot by="43200000">
                                      <p:cBhvr>
                                        <p:cTn id="2132" dur="1000" fill="hold"/>
                                        <p:tgtEl>
                                          <p:spTgt spid="798"/>
                                        </p:tgtEl>
                                        <p:attrNameLst>
                                          <p:attrName>r</p:attrName>
                                        </p:attrNameLst>
                                      </p:cBhvr>
                                    </p:animRot>
                                  </p:childTnLst>
                                </p:cTn>
                              </p:par>
                              <p:par>
                                <p:cTn id="2133" nodeType="withEffect" fill="hold" presetClass="emph" presetID="8">
                                  <p:stCondLst>
                                    <p:cond delay="1000"/>
                                  </p:stCondLst>
                                  <p:childTnLst>
                                    <p:animRot by="21600000">
                                      <p:cBhvr>
                                        <p:cTn id="2134" dur="1000" fill="hold"/>
                                        <p:tgtEl>
                                          <p:spTgt spid="798"/>
                                        </p:tgtEl>
                                        <p:attrNameLst>
                                          <p:attrName>r</p:attrName>
                                        </p:attrNameLst>
                                      </p:cBhvr>
                                    </p:animRot>
                                  </p:childTnLst>
                                </p:cTn>
                              </p:par>
                              <p:par>
                                <p:cTn id="2135" nodeType="withEffect" fill="hold" presetClass="emph" presetID="8">
                                  <p:stCondLst>
                                    <p:cond delay="2000"/>
                                  </p:stCondLst>
                                  <p:childTnLst>
                                    <p:animRot by="21600000">
                                      <p:cBhvr>
                                        <p:cTn id="2136" dur="1000" fill="hold"/>
                                        <p:tgtEl>
                                          <p:spTgt spid="798"/>
                                        </p:tgtEl>
                                        <p:attrNameLst>
                                          <p:attrName>r</p:attrName>
                                        </p:attrNameLst>
                                      </p:cBhvr>
                                    </p:animRot>
                                  </p:childTnLst>
                                </p:cTn>
                              </p:par>
                              <p:par>
                                <p:cTn id="2137" nodeType="withEffect" fill="hold" presetClass="emph" presetID="8">
                                  <p:stCondLst>
                                    <p:cond delay="3000"/>
                                  </p:stCondLst>
                                  <p:childTnLst>
                                    <p:animRot by="21600000">
                                      <p:cBhvr>
                                        <p:cTn id="2138" dur="1000" fill="hold"/>
                                        <p:tgtEl>
                                          <p:spTgt spid="798"/>
                                        </p:tgtEl>
                                        <p:attrNameLst>
                                          <p:attrName>r</p:attrName>
                                        </p:attrNameLst>
                                      </p:cBhvr>
                                    </p:animRot>
                                  </p:childTnLst>
                                </p:cTn>
                              </p:par>
                              <p:par>
                                <p:cTn id="2139" nodeType="withEffect" fill="hold" presetClass="emph" presetID="8">
                                  <p:stCondLst>
                                    <p:cond delay="4000"/>
                                  </p:stCondLst>
                                  <p:childTnLst>
                                    <p:animRot by="21600000">
                                      <p:cBhvr>
                                        <p:cTn id="2140" dur="2000" fill="hold"/>
                                        <p:tgtEl>
                                          <p:spTgt spid="798"/>
                                        </p:tgtEl>
                                        <p:attrNameLst>
                                          <p:attrName>r</p:attrName>
                                        </p:attrNameLst>
                                      </p:cBhvr>
                                    </p:animRot>
                                  </p:childTnLst>
                                </p:cTn>
                              </p:par>
                            </p:childTnLst>
                          </p:cTn>
                        </p:par>
                        <p:par>
                          <p:cTn id="2141" fill="hold">
                            <p:stCondLst>
                              <p:cond delay="6000"/>
                            </p:stCondLst>
                            <p:childTnLst>
                              <p:par>
                                <p:cTn id="2142" nodeType="afterEffect" fill="hold" presetClass="path" presetID="0">
                                  <p:stCondLst>
                                    <p:cond delay="0"/>
                                  </p:stCondLst>
                                  <p:childTnLst>
                                    <p:animMotion origin="layout" path="M 3.33333E-006 4.44444E-006 L 1.175 -0.00278 E">
                                      <p:cBhvr>
                                        <p:cTn id="2143" dur="5000" fill="hold"/>
                                        <p:tgtEl>
                                          <p:spTgt spid="799"/>
                                        </p:tgtEl>
                                      </p:cBhvr>
                                    </p:animMotion>
                                  </p:childTnLst>
                                </p:cTn>
                              </p:par>
                              <p:set>
                                <p:cBhvr>
                                  <p:cTn id="2144" dur="1" fill="hold">
                                    <p:stCondLst>
                                      <p:cond evt="end">
                                        <p:tn val="2142"/>
                                      </p:cond>
                                    </p:stCondLst>
                                  </p:cTn>
                                  <p:tgtEl>
                                    <p:spTgt spid="799"/>
                                  </p:tgtEl>
                                  <p:attrNameLst>
                                    <p:attrName>style.visibility</p:attrName>
                                  </p:attrNameLst>
                                </p:cBhvr>
                                <p:to>
                                  <p:strVal val="hidden"/>
                                </p:to>
                              </p:set>
                              <p:par>
                                <p:cTn id="2145" nodeType="withEffect" fill="hold" presetClass="emph" presetID="8">
                                  <p:stCondLst>
                                    <p:cond delay="0"/>
                                  </p:stCondLst>
                                  <p:childTnLst>
                                    <p:animRot by="43200000">
                                      <p:cBhvr>
                                        <p:cTn id="2146" dur="1000" fill="hold"/>
                                        <p:tgtEl>
                                          <p:spTgt spid="799"/>
                                        </p:tgtEl>
                                        <p:attrNameLst>
                                          <p:attrName>r</p:attrName>
                                        </p:attrNameLst>
                                      </p:cBhvr>
                                    </p:animRot>
                                  </p:childTnLst>
                                </p:cTn>
                              </p:par>
                              <p:par>
                                <p:cTn id="2147" nodeType="withEffect" fill="hold" presetClass="emph" presetID="8">
                                  <p:stCondLst>
                                    <p:cond delay="1000"/>
                                  </p:stCondLst>
                                  <p:childTnLst>
                                    <p:animRot by="21600000">
                                      <p:cBhvr>
                                        <p:cTn id="2148" dur="1000" fill="hold"/>
                                        <p:tgtEl>
                                          <p:spTgt spid="799"/>
                                        </p:tgtEl>
                                        <p:attrNameLst>
                                          <p:attrName>r</p:attrName>
                                        </p:attrNameLst>
                                      </p:cBhvr>
                                    </p:animRot>
                                  </p:childTnLst>
                                </p:cTn>
                              </p:par>
                              <p:par>
                                <p:cTn id="2149" nodeType="withEffect" fill="hold" presetClass="emph" presetID="8">
                                  <p:stCondLst>
                                    <p:cond delay="2000"/>
                                  </p:stCondLst>
                                  <p:childTnLst>
                                    <p:animRot by="21600000">
                                      <p:cBhvr>
                                        <p:cTn id="2150" dur="1000" fill="hold"/>
                                        <p:tgtEl>
                                          <p:spTgt spid="799"/>
                                        </p:tgtEl>
                                        <p:attrNameLst>
                                          <p:attrName>r</p:attrName>
                                        </p:attrNameLst>
                                      </p:cBhvr>
                                    </p:animRot>
                                  </p:childTnLst>
                                </p:cTn>
                              </p:par>
                              <p:par>
                                <p:cTn id="2151" nodeType="withEffect" fill="hold" presetClass="emph" presetID="8">
                                  <p:stCondLst>
                                    <p:cond delay="3000"/>
                                  </p:stCondLst>
                                  <p:childTnLst>
                                    <p:animRot by="21600000">
                                      <p:cBhvr>
                                        <p:cTn id="2152" dur="1000" fill="hold"/>
                                        <p:tgtEl>
                                          <p:spTgt spid="799"/>
                                        </p:tgtEl>
                                        <p:attrNameLst>
                                          <p:attrName>r</p:attrName>
                                        </p:attrNameLst>
                                      </p:cBhvr>
                                    </p:animRot>
                                  </p:childTnLst>
                                </p:cTn>
                              </p:par>
                              <p:par>
                                <p:cTn id="2153" nodeType="withEffect" fill="hold" presetClass="emph" presetID="8">
                                  <p:stCondLst>
                                    <p:cond delay="4000"/>
                                  </p:stCondLst>
                                  <p:childTnLst>
                                    <p:animRot by="21600000">
                                      <p:cBhvr>
                                        <p:cTn id="2154" dur="2000" fill="hold"/>
                                        <p:tgtEl>
                                          <p:spTgt spid="799"/>
                                        </p:tgtEl>
                                        <p:attrNameLst>
                                          <p:attrName>r</p:attrName>
                                        </p:attrNameLst>
                                      </p:cBhvr>
                                    </p:animRot>
                                  </p:childTnLst>
                                </p:cTn>
                              </p:par>
                            </p:childTnLst>
                          </p:cTn>
                        </p:par>
                        <p:par>
                          <p:cTn id="2155" fill="hold">
                            <p:stCondLst>
                              <p:cond delay="12000"/>
                            </p:stCondLst>
                            <p:childTnLst>
                              <p:par>
                                <p:cTn id="2156" nodeType="afterEffect" fill="hold" presetClass="path" presetID="0">
                                  <p:stCondLst>
                                    <p:cond delay="0"/>
                                  </p:stCondLst>
                                  <p:childTnLst>
                                    <p:animMotion origin="layout" path="M -3.33333E-006 1.7341E-006 L -1.175 0.00832 E">
                                      <p:cBhvr>
                                        <p:cTn id="2157" dur="5000" fill="hold"/>
                                        <p:tgtEl>
                                          <p:spTgt spid="800"/>
                                        </p:tgtEl>
                                      </p:cBhvr>
                                    </p:animMotion>
                                  </p:childTnLst>
                                </p:cTn>
                              </p:par>
                              <p:set>
                                <p:cBhvr>
                                  <p:cTn id="2158" dur="1" fill="hold">
                                    <p:stCondLst>
                                      <p:cond evt="end">
                                        <p:tn val="2156"/>
                                      </p:cond>
                                    </p:stCondLst>
                                  </p:cTn>
                                  <p:tgtEl>
                                    <p:spTgt spid="800"/>
                                  </p:tgtEl>
                                  <p:attrNameLst>
                                    <p:attrName>style.visibility</p:attrName>
                                  </p:attrNameLst>
                                </p:cBhvr>
                                <p:to>
                                  <p:strVal val="hidden"/>
                                </p:to>
                              </p:set>
                              <p:par>
                                <p:cTn id="2159" nodeType="withEffect" fill="hold" presetClass="emph" presetID="8">
                                  <p:stCondLst>
                                    <p:cond delay="0"/>
                                  </p:stCondLst>
                                  <p:childTnLst>
                                    <p:animRot by="43200000">
                                      <p:cBhvr>
                                        <p:cTn id="2160" dur="1000" fill="hold"/>
                                        <p:tgtEl>
                                          <p:spTgt spid="800"/>
                                        </p:tgtEl>
                                        <p:attrNameLst>
                                          <p:attrName>r</p:attrName>
                                        </p:attrNameLst>
                                      </p:cBhvr>
                                    </p:animRot>
                                  </p:childTnLst>
                                </p:cTn>
                              </p:par>
                              <p:par>
                                <p:cTn id="2161" nodeType="withEffect" fill="hold" presetClass="emph" presetID="8">
                                  <p:stCondLst>
                                    <p:cond delay="1000"/>
                                  </p:stCondLst>
                                  <p:childTnLst>
                                    <p:animRot by="21600000">
                                      <p:cBhvr>
                                        <p:cTn id="2162" dur="1000" fill="hold"/>
                                        <p:tgtEl>
                                          <p:spTgt spid="800"/>
                                        </p:tgtEl>
                                        <p:attrNameLst>
                                          <p:attrName>r</p:attrName>
                                        </p:attrNameLst>
                                      </p:cBhvr>
                                    </p:animRot>
                                  </p:childTnLst>
                                </p:cTn>
                              </p:par>
                              <p:par>
                                <p:cTn id="2163" nodeType="withEffect" fill="hold" presetClass="emph" presetID="8">
                                  <p:stCondLst>
                                    <p:cond delay="2000"/>
                                  </p:stCondLst>
                                  <p:childTnLst>
                                    <p:animRot by="21600000">
                                      <p:cBhvr>
                                        <p:cTn id="2164" dur="1000" fill="hold"/>
                                        <p:tgtEl>
                                          <p:spTgt spid="800"/>
                                        </p:tgtEl>
                                        <p:attrNameLst>
                                          <p:attrName>r</p:attrName>
                                        </p:attrNameLst>
                                      </p:cBhvr>
                                    </p:animRot>
                                  </p:childTnLst>
                                </p:cTn>
                              </p:par>
                              <p:par>
                                <p:cTn id="2165" nodeType="withEffect" fill="hold" presetClass="emph" presetID="8">
                                  <p:stCondLst>
                                    <p:cond delay="3000"/>
                                  </p:stCondLst>
                                  <p:childTnLst>
                                    <p:animRot by="21600000">
                                      <p:cBhvr>
                                        <p:cTn id="2166" dur="1000" fill="hold"/>
                                        <p:tgtEl>
                                          <p:spTgt spid="800"/>
                                        </p:tgtEl>
                                        <p:attrNameLst>
                                          <p:attrName>r</p:attrName>
                                        </p:attrNameLst>
                                      </p:cBhvr>
                                    </p:animRot>
                                  </p:childTnLst>
                                </p:cTn>
                              </p:par>
                              <p:par>
                                <p:cTn id="2167" nodeType="withEffect" fill="hold" presetClass="emph" presetID="8">
                                  <p:stCondLst>
                                    <p:cond delay="4000"/>
                                  </p:stCondLst>
                                  <p:childTnLst>
                                    <p:animRot by="21600000">
                                      <p:cBhvr>
                                        <p:cTn id="2168" dur="2000" fill="hold"/>
                                        <p:tgtEl>
                                          <p:spTgt spid="800"/>
                                        </p:tgtEl>
                                        <p:attrNameLst>
                                          <p:attrName>r</p:attrName>
                                        </p:attrNameLst>
                                      </p:cBhvr>
                                    </p:animRot>
                                  </p:childTnLst>
                                </p:cTn>
                              </p:par>
                            </p:childTnLst>
                          </p:cTn>
                        </p:par>
                        <p:par>
                          <p:cTn id="2169" fill="hold">
                            <p:stCondLst>
                              <p:cond delay="18000"/>
                            </p:stCondLst>
                            <p:childTnLst>
                              <p:par>
                                <p:cTn id="2170" nodeType="afterEffect" fill="hold" presetClass="path" presetID="0">
                                  <p:stCondLst>
                                    <p:cond delay="0"/>
                                  </p:stCondLst>
                                  <p:childTnLst>
                                    <p:animMotion origin="layout" path="M -3.33333E-006 -4.39306E-006 L 1.07917 -4.39306E-006 E">
                                      <p:cBhvr>
                                        <p:cTn id="2171" dur="5000" fill="hold"/>
                                        <p:tgtEl>
                                          <p:spTgt spid="801"/>
                                        </p:tgtEl>
                                      </p:cBhvr>
                                    </p:animMotion>
                                  </p:childTnLst>
                                </p:cTn>
                              </p:par>
                              <p:set>
                                <p:cBhvr>
                                  <p:cTn id="2172" dur="1" fill="hold">
                                    <p:stCondLst>
                                      <p:cond evt="end">
                                        <p:tn val="2170"/>
                                      </p:cond>
                                    </p:stCondLst>
                                  </p:cTn>
                                  <p:tgtEl>
                                    <p:spTgt spid="801"/>
                                  </p:tgtEl>
                                  <p:attrNameLst>
                                    <p:attrName>style.visibility</p:attrName>
                                  </p:attrNameLst>
                                </p:cBhvr>
                                <p:to>
                                  <p:strVal val="hidden"/>
                                </p:to>
                              </p:set>
                              <p:par>
                                <p:cTn id="2173" nodeType="withEffect" fill="hold" presetClass="emph" presetID="8">
                                  <p:stCondLst>
                                    <p:cond delay="0"/>
                                  </p:stCondLst>
                                  <p:childTnLst>
                                    <p:animRot by="43200000">
                                      <p:cBhvr>
                                        <p:cTn id="2174" dur="1000" fill="hold"/>
                                        <p:tgtEl>
                                          <p:spTgt spid="801"/>
                                        </p:tgtEl>
                                        <p:attrNameLst>
                                          <p:attrName>r</p:attrName>
                                        </p:attrNameLst>
                                      </p:cBhvr>
                                    </p:animRot>
                                  </p:childTnLst>
                                </p:cTn>
                              </p:par>
                              <p:par>
                                <p:cTn id="2175" nodeType="withEffect" fill="hold" presetClass="emph" presetID="8">
                                  <p:stCondLst>
                                    <p:cond delay="1000"/>
                                  </p:stCondLst>
                                  <p:childTnLst>
                                    <p:animRot by="21600000">
                                      <p:cBhvr>
                                        <p:cTn id="2176" dur="1000" fill="hold"/>
                                        <p:tgtEl>
                                          <p:spTgt spid="801"/>
                                        </p:tgtEl>
                                        <p:attrNameLst>
                                          <p:attrName>r</p:attrName>
                                        </p:attrNameLst>
                                      </p:cBhvr>
                                    </p:animRot>
                                  </p:childTnLst>
                                </p:cTn>
                              </p:par>
                              <p:par>
                                <p:cTn id="2177" nodeType="withEffect" fill="hold" presetClass="emph" presetID="8">
                                  <p:stCondLst>
                                    <p:cond delay="2000"/>
                                  </p:stCondLst>
                                  <p:childTnLst>
                                    <p:animRot by="21600000">
                                      <p:cBhvr>
                                        <p:cTn id="2178" dur="1000" fill="hold"/>
                                        <p:tgtEl>
                                          <p:spTgt spid="801"/>
                                        </p:tgtEl>
                                        <p:attrNameLst>
                                          <p:attrName>r</p:attrName>
                                        </p:attrNameLst>
                                      </p:cBhvr>
                                    </p:animRot>
                                  </p:childTnLst>
                                </p:cTn>
                              </p:par>
                              <p:par>
                                <p:cTn id="2179" nodeType="withEffect" fill="hold" presetClass="emph" presetID="8">
                                  <p:stCondLst>
                                    <p:cond delay="3000"/>
                                  </p:stCondLst>
                                  <p:childTnLst>
                                    <p:animRot by="21600000">
                                      <p:cBhvr>
                                        <p:cTn id="2180" dur="1000" fill="hold"/>
                                        <p:tgtEl>
                                          <p:spTgt spid="801"/>
                                        </p:tgtEl>
                                        <p:attrNameLst>
                                          <p:attrName>r</p:attrName>
                                        </p:attrNameLst>
                                      </p:cBhvr>
                                    </p:animRot>
                                  </p:childTnLst>
                                </p:cTn>
                              </p:par>
                              <p:par>
                                <p:cTn id="2181" nodeType="withEffect" fill="hold" presetClass="emph" presetID="8">
                                  <p:stCondLst>
                                    <p:cond delay="4000"/>
                                  </p:stCondLst>
                                  <p:childTnLst>
                                    <p:animRot by="21600000">
                                      <p:cBhvr>
                                        <p:cTn id="2182" dur="2000" fill="hold"/>
                                        <p:tgtEl>
                                          <p:spTgt spid="80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transition advTm="0">
    <p:circle/>
  </p:transition>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2" name=""/>
          <p:cNvSpPr/>
          <p:nvPr/>
        </p:nvSpPr>
        <p:spPr>
          <a:xfrm>
            <a:off x="-457200" y="0"/>
            <a:ext cx="98298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circle/>
  </p:transition>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03" name="" descr="">
            <a:hlinkClick r:id="rId1"/>
          </p:cNvPr>
          <p:cNvPicPr/>
          <p:nvPr/>
        </p:nvPicPr>
        <p:blipFill>
          <a:blip r:embed="rId2"/>
          <a:stretch/>
        </p:blipFill>
        <p:spPr>
          <a:xfrm>
            <a:off x="7772400" y="0"/>
            <a:ext cx="1371600" cy="1231920"/>
          </a:xfrm>
          <a:prstGeom prst="rect">
            <a:avLst/>
          </a:prstGeom>
          <a:ln w="0">
            <a:noFill/>
          </a:ln>
        </p:spPr>
      </p:pic>
    </p:spTree>
  </p:cSld>
  <p:transition advTm="0">
    <p:circle/>
  </p:transition>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4" name=""/>
          <p:cNvSpPr/>
          <p:nvPr/>
        </p:nvSpPr>
        <p:spPr>
          <a:xfrm>
            <a:off x="-457200" y="0"/>
            <a:ext cx="98298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circle/>
  </p:transition>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transition advTm="0">
    <p:circle/>
  </p:transition>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5" name=""/>
          <p:cNvSpPr/>
          <p:nvPr/>
        </p:nvSpPr>
        <p:spPr>
          <a:xfrm>
            <a:off x="-457200" y="0"/>
            <a:ext cx="98298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circle/>
  </p:transition>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transition advTm="0">
    <p:circle/>
  </p:transition>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6" name=""/>
          <p:cNvSpPr/>
          <p:nvPr/>
        </p:nvSpPr>
        <p:spPr>
          <a:xfrm>
            <a:off x="-457200" y="0"/>
            <a:ext cx="98298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circle/>
  </p:transition>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transition advTm="0">
    <p:circle/>
  </p:transition>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7" name=""/>
          <p:cNvSpPr/>
          <p:nvPr/>
        </p:nvSpPr>
        <p:spPr>
          <a:xfrm>
            <a:off x="-457200" y="0"/>
            <a:ext cx="98298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circle/>
  </p:transition>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transition advTm="0">
    <p:circle/>
  </p:transition>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8" name=""/>
          <p:cNvSpPr/>
          <p:nvPr/>
        </p:nvSpPr>
        <p:spPr>
          <a:xfrm>
            <a:off x="-457200" y="0"/>
            <a:ext cx="98298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circle/>
  </p:transition>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transition advTm="0">
    <p:circle/>
  </p:transition>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9" name=""/>
          <p:cNvSpPr/>
          <p:nvPr/>
        </p:nvSpPr>
        <p:spPr>
          <a:xfrm>
            <a:off x="-457200" y="0"/>
            <a:ext cx="98298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circle/>
  </p:transition>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10" name="" descr=""/>
          <p:cNvPicPr/>
          <p:nvPr/>
        </p:nvPicPr>
        <p:blipFill>
          <a:blip r:embed="rId1"/>
          <a:stretch/>
        </p:blipFill>
        <p:spPr>
          <a:xfrm>
            <a:off x="0" y="0"/>
            <a:ext cx="9144000" cy="6858000"/>
          </a:xfrm>
          <a:prstGeom prst="rect">
            <a:avLst/>
          </a:prstGeom>
          <a:ln w="0">
            <a:noFill/>
          </a:ln>
        </p:spPr>
      </p:pic>
      <p:sp>
        <p:nvSpPr>
          <p:cNvPr id="811" name=""/>
          <p:cNvSpPr/>
          <p:nvPr/>
        </p:nvSpPr>
        <p:spPr>
          <a:xfrm rot="2569200">
            <a:off x="3047760" y="762120"/>
            <a:ext cx="2543040" cy="2565360"/>
          </a:xfrm>
          <a:prstGeom prst="rect">
            <a:avLst/>
          </a:prstGeom>
          <a:gradFill rotWithShape="0">
            <a:gsLst>
              <a:gs pos="0">
                <a:srgbClr val="000000"/>
              </a:gs>
              <a:gs pos="100000">
                <a:srgbClr val="444444">
                  <a:alpha val="97255"/>
                </a:srgbClr>
              </a:gs>
            </a:gsLst>
            <a:path path="rect">
              <a:fillToRect l="50000" t="50000" r="50000" b="50000"/>
            </a:path>
          </a:gra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812" name="" descr=""/>
          <p:cNvPicPr/>
          <p:nvPr/>
        </p:nvPicPr>
        <p:blipFill>
          <a:blip r:embed="rId2"/>
          <a:stretch/>
        </p:blipFill>
        <p:spPr>
          <a:xfrm>
            <a:off x="4800600" y="3657600"/>
            <a:ext cx="1905120" cy="901800"/>
          </a:xfrm>
          <a:prstGeom prst="rect">
            <a:avLst/>
          </a:prstGeom>
          <a:ln w="0">
            <a:noFill/>
          </a:ln>
        </p:spPr>
      </p:pic>
    </p:spTree>
  </p:cSld>
  <p:timing>
    <p:tnLst>
      <p:par>
        <p:cTn id="2183" dur="indefinite" restart="never" nodeType="tmRoot">
          <p:childTnLst>
            <p:seq>
              <p:cTn id="2184" dur="indefinite" nodeType="mainSeq">
                <p:childTnLst>
                  <p:par>
                    <p:cTn id="2185" fill="hold">
                      <p:stCondLst>
                        <p:cond delay="0"/>
                      </p:stCondLst>
                      <p:childTnLst>
                        <p:par>
                          <p:cTn id="2186" fill="hold">
                            <p:stCondLst>
                              <p:cond delay="0"/>
                            </p:stCondLst>
                            <p:childTnLst>
                              <p:par>
                                <p:cTn id="2187" nodeType="afterEffect" fill="hold" presetClass="entr" presetID="23" presetSubtype="16">
                                  <p:stCondLst>
                                    <p:cond delay="0"/>
                                  </p:stCondLst>
                                  <p:childTnLst>
                                    <p:set>
                                      <p:cBhvr>
                                        <p:cTn id="2188" dur="1" fill="hold">
                                          <p:stCondLst>
                                            <p:cond delay="0"/>
                                          </p:stCondLst>
                                        </p:cTn>
                                        <p:tgtEl>
                                          <p:spTgt spid="811"/>
                                        </p:tgtEl>
                                        <p:attrNameLst>
                                          <p:attrName>style.visibility</p:attrName>
                                        </p:attrNameLst>
                                      </p:cBhvr>
                                      <p:to>
                                        <p:strVal val="visible"/>
                                      </p:to>
                                    </p:set>
                                    <p:anim calcmode="lin" valueType="num">
                                      <p:cBhvr additive="repl">
                                        <p:cTn id="2189" dur="1000" fill="hold"/>
                                        <p:tgtEl>
                                          <p:spTgt spid="811"/>
                                        </p:tgtEl>
                                        <p:attrNameLst>
                                          <p:attrName>ppt_w</p:attrName>
                                        </p:attrNameLst>
                                      </p:cBhvr>
                                      <p:tavLst>
                                        <p:tav tm="0">
                                          <p:val>
                                            <p:fltVal val="0"/>
                                          </p:val>
                                        </p:tav>
                                        <p:tav tm="100000">
                                          <p:val>
                                            <p:strVal val="#ppt_w"/>
                                          </p:val>
                                        </p:tav>
                                      </p:tavLst>
                                    </p:anim>
                                    <p:anim calcmode="lin" valueType="num">
                                      <p:cBhvr additive="repl">
                                        <p:cTn id="2190" dur="1000" fill="hold"/>
                                        <p:tgtEl>
                                          <p:spTgt spid="811"/>
                                        </p:tgtEl>
                                        <p:attrNameLst>
                                          <p:attrName>ppt_h</p:attrName>
                                        </p:attrNameLst>
                                      </p:cBhvr>
                                      <p:tavLst>
                                        <p:tav tm="0">
                                          <p:val>
                                            <p:fltVal val="0"/>
                                          </p:val>
                                        </p:tav>
                                        <p:tav tm="100000">
                                          <p:val>
                                            <p:strVal val="#ppt_h"/>
                                          </p:val>
                                        </p:tav>
                                      </p:tavLst>
                                    </p:anim>
                                  </p:childTnLst>
                                </p:cTn>
                              </p:par>
                            </p:childTnLst>
                          </p:cTn>
                        </p:par>
                        <p:par>
                          <p:cTn id="2191" fill="hold">
                            <p:stCondLst>
                              <p:cond delay="1000"/>
                            </p:stCondLst>
                            <p:childTnLst>
                              <p:par>
                                <p:cTn id="2192" nodeType="afterEffect" fill="hold" presetClass="entr" presetID="26">
                                  <p:stCondLst>
                                    <p:cond delay="0"/>
                                  </p:stCondLst>
                                  <p:childTnLst>
                                    <p:set>
                                      <p:cBhvr>
                                        <p:cTn id="2193" dur="1" fill="hold">
                                          <p:stCondLst>
                                            <p:cond delay="0"/>
                                          </p:stCondLst>
                                        </p:cTn>
                                        <p:tgtEl>
                                          <p:spTgt spid="812"/>
                                        </p:tgtEl>
                                        <p:attrNameLst>
                                          <p:attrName>style.visibility</p:attrName>
                                        </p:attrNameLst>
                                      </p:cBhvr>
                                      <p:to>
                                        <p:strVal val="visible"/>
                                      </p:to>
                                    </p:set>
                                    <p:animEffect filter="wipe(down)" transition="in">
                                      <p:cBhvr additive="repl">
                                        <p:cTn id="2194" dur="580">
                                          <p:stCondLst>
                                            <p:cond delay="0"/>
                                          </p:stCondLst>
                                        </p:cTn>
                                        <p:tgtEl>
                                          <p:spTgt spid="812"/>
                                        </p:tgtEl>
                                      </p:cBhvr>
                                    </p:animEffect>
                                    <p:anim calcmode="lin" valueType="num">
                                      <p:cBhvr additive="repl">
                                        <p:cTn id="2195" dur="1822">
                                          <p:stCondLst>
                                            <p:cond delay="0"/>
                                          </p:stCondLst>
                                        </p:cTn>
                                        <p:tgtEl>
                                          <p:spTgt spid="812"/>
                                        </p:tgtEl>
                                        <p:attrNameLst>
                                          <p:attrName>ppt_x</p:attrName>
                                        </p:attrNameLst>
                                      </p:cBhvr>
                                      <p:tavLst>
                                        <p:tav tm="0">
                                          <p:val>
                                            <p:strVal val="#ppt_x-0.25"/>
                                          </p:val>
                                        </p:tav>
                                        <p:tav tm="100000">
                                          <p:val>
                                            <p:strVal val="#ppt_x"/>
                                          </p:val>
                                        </p:tav>
                                      </p:tavLst>
                                    </p:anim>
                                    <p:anim calcmode="lin" valueType="num">
                                      <p:cBhvr additive="repl">
                                        <p:cTn id="2196" dur="664">
                                          <p:stCondLst>
                                            <p:cond delay="0"/>
                                          </p:stCondLst>
                                        </p:cTn>
                                        <p:tgtEl>
                                          <p:spTgt spid="812"/>
                                        </p:tgtEl>
                                        <p:attrNameLst>
                                          <p:attrName>ppt_y</p:attrName>
                                        </p:attrNameLst>
                                      </p:cBhvr>
                                      <p:tavLst>
                                        <p:tav fmla="y-sin(pi*$)/3" tm="0">
                                          <p:val>
                                            <p:fltVal val="0.5"/>
                                          </p:val>
                                        </p:tav>
                                        <p:tav fmla="y-sin(pi*$)/3" tm="100000">
                                          <p:val>
                                            <p:fltVal val="1"/>
                                          </p:val>
                                        </p:tav>
                                      </p:tavLst>
                                    </p:anim>
                                    <p:anim calcmode="lin" valueType="num">
                                      <p:cBhvr additive="repl">
                                        <p:cTn id="2197" dur="664">
                                          <p:stCondLst>
                                            <p:cond delay="664"/>
                                          </p:stCondLst>
                                        </p:cTn>
                                        <p:tgtEl>
                                          <p:spTgt spid="812"/>
                                        </p:tgtEl>
                                        <p:attrNameLst>
                                          <p:attrName>ppt_y</p:attrName>
                                        </p:attrNameLst>
                                      </p:cBhvr>
                                      <p:tavLst>
                                        <p:tav fmla="y-sin(pi*$)/9" tm="0">
                                          <p:val>
                                            <p:fltVal val="0"/>
                                          </p:val>
                                        </p:tav>
                                        <p:tav fmla="y-sin(pi*$)/9" tm="100000">
                                          <p:val>
                                            <p:fltVal val="1"/>
                                          </p:val>
                                        </p:tav>
                                      </p:tavLst>
                                    </p:anim>
                                    <p:anim calcmode="lin" valueType="num">
                                      <p:cBhvr additive="repl">
                                        <p:cTn id="2198" dur="332">
                                          <p:stCondLst>
                                            <p:cond delay="1324"/>
                                          </p:stCondLst>
                                        </p:cTn>
                                        <p:tgtEl>
                                          <p:spTgt spid="812"/>
                                        </p:tgtEl>
                                        <p:attrNameLst>
                                          <p:attrName>ppt_y</p:attrName>
                                        </p:attrNameLst>
                                      </p:cBhvr>
                                      <p:tavLst>
                                        <p:tav fmla="y-sin(pi*$)/27" tm="0">
                                          <p:val>
                                            <p:fltVal val="0"/>
                                          </p:val>
                                        </p:tav>
                                        <p:tav fmla="y-sin(pi*$)/27" tm="100000">
                                          <p:val>
                                            <p:fltVal val="1"/>
                                          </p:val>
                                        </p:tav>
                                      </p:tavLst>
                                    </p:anim>
                                    <p:anim calcmode="lin" valueType="num">
                                      <p:cBhvr additive="repl">
                                        <p:cTn id="2199" dur="164">
                                          <p:stCondLst>
                                            <p:cond delay="1656"/>
                                          </p:stCondLst>
                                        </p:cTn>
                                        <p:tgtEl>
                                          <p:spTgt spid="812"/>
                                        </p:tgtEl>
                                        <p:attrNameLst>
                                          <p:attrName>ppt_y</p:attrName>
                                        </p:attrNameLst>
                                      </p:cBhvr>
                                      <p:tavLst>
                                        <p:tav fmla="y-sin(pi*$)/81" tm="0">
                                          <p:val>
                                            <p:fltVal val="0"/>
                                          </p:val>
                                        </p:tav>
                                        <p:tav fmla="y-sin(pi*$)/81" tm="100000">
                                          <p:val>
                                            <p:fltVal val="1"/>
                                          </p:val>
                                        </p:tav>
                                      </p:tavLst>
                                    </p:anim>
                                    <p:animScale>
                                      <p:cBhvr>
                                        <p:cTn id="2200" dur="26" fill="hold">
                                          <p:stCondLst>
                                            <p:cond delay="650"/>
                                          </p:stCondLst>
                                        </p:cTn>
                                        <p:tgtEl>
                                          <p:spTgt spid="812"/>
                                        </p:tgtEl>
                                      </p:cBhvr>
                                      <p:to x="100000" y="60000"/>
                                    </p:animScale>
                                    <p:animScale>
                                      <p:cBhvr>
                                        <p:cTn id="2201" dur="166" fill="hold">
                                          <p:stCondLst>
                                            <p:cond delay="676"/>
                                          </p:stCondLst>
                                        </p:cTn>
                                        <p:tgtEl>
                                          <p:spTgt spid="812"/>
                                        </p:tgtEl>
                                      </p:cBhvr>
                                      <p:to x="100000" y="100000"/>
                                    </p:animScale>
                                    <p:animScale>
                                      <p:cBhvr>
                                        <p:cTn id="2202" dur="26" fill="hold">
                                          <p:stCondLst>
                                            <p:cond delay="1312"/>
                                          </p:stCondLst>
                                        </p:cTn>
                                        <p:tgtEl>
                                          <p:spTgt spid="812"/>
                                        </p:tgtEl>
                                      </p:cBhvr>
                                      <p:to x="100000" y="80000"/>
                                    </p:animScale>
                                    <p:animScale>
                                      <p:cBhvr>
                                        <p:cTn id="2203" dur="166" fill="hold">
                                          <p:stCondLst>
                                            <p:cond delay="1338"/>
                                          </p:stCondLst>
                                        </p:cTn>
                                        <p:tgtEl>
                                          <p:spTgt spid="812"/>
                                        </p:tgtEl>
                                      </p:cBhvr>
                                      <p:to x="100000" y="100000"/>
                                    </p:animScale>
                                    <p:animScale>
                                      <p:cBhvr>
                                        <p:cTn id="2204" dur="26" fill="hold">
                                          <p:stCondLst>
                                            <p:cond delay="1642"/>
                                          </p:stCondLst>
                                        </p:cTn>
                                        <p:tgtEl>
                                          <p:spTgt spid="812"/>
                                        </p:tgtEl>
                                      </p:cBhvr>
                                      <p:to x="100000" y="90000"/>
                                    </p:animScale>
                                    <p:animScale>
                                      <p:cBhvr>
                                        <p:cTn id="2205" dur="166" fill="hold">
                                          <p:stCondLst>
                                            <p:cond delay="1668"/>
                                          </p:stCondLst>
                                        </p:cTn>
                                        <p:tgtEl>
                                          <p:spTgt spid="812"/>
                                        </p:tgtEl>
                                      </p:cBhvr>
                                      <p:to x="100000" y="100000"/>
                                    </p:animScale>
                                    <p:animScale>
                                      <p:cBhvr>
                                        <p:cTn id="2206" dur="26" fill="hold">
                                          <p:stCondLst>
                                            <p:cond delay="1808"/>
                                          </p:stCondLst>
                                        </p:cTn>
                                        <p:tgtEl>
                                          <p:spTgt spid="812"/>
                                        </p:tgtEl>
                                      </p:cBhvr>
                                      <p:to x="100000" y="95000"/>
                                    </p:animScale>
                                    <p:animScale>
                                      <p:cBhvr>
                                        <p:cTn id="2207" dur="166" fill="hold">
                                          <p:stCondLst>
                                            <p:cond delay="1834"/>
                                          </p:stCondLst>
                                        </p:cTn>
                                        <p:tgtEl>
                                          <p:spTgt spid="812"/>
                                        </p:tgtEl>
                                      </p:cBhvr>
                                      <p:to x="100000" y="100000"/>
                                    </p:animScale>
                                  </p:childTnLst>
                                </p:cTn>
                              </p:par>
                              <p:par>
                                <p:cTn id="2208" nodeType="withEffect" fill="hold" presetClass="emph" presetID="8">
                                  <p:stCondLst>
                                    <p:cond delay="0"/>
                                  </p:stCondLst>
                                  <p:childTnLst>
                                    <p:animRot by="21600000">
                                      <p:cBhvr>
                                        <p:cTn id="2209" dur="2000" fill="hold"/>
                                        <p:tgtEl>
                                          <p:spTgt spid="812"/>
                                        </p:tgtEl>
                                        <p:attrNameLst>
                                          <p:attrName>r</p:attrName>
                                        </p:attrNameLst>
                                      </p:cBhvr>
                                    </p:animRot>
                                  </p:childTnLst>
                                </p:cTn>
                              </p:par>
                            </p:childTnLst>
                          </p:cTn>
                        </p:par>
                        <p:par>
                          <p:cTn id="2210" fill="hold">
                            <p:stCondLst>
                              <p:cond delay="3000"/>
                            </p:stCondLst>
                            <p:childTnLst>
                              <p:par>
                                <p:cTn id="2211" nodeType="afterEffect" fill="hold" presetClass="emph" presetID="6">
                                  <p:stCondLst>
                                    <p:cond delay="0"/>
                                  </p:stCondLst>
                                  <p:childTnLst>
                                    <p:animScale>
                                      <p:cBhvr>
                                        <p:cTn id="2212" dur="2000" fill="hold"/>
                                        <p:tgtEl>
                                          <p:spTgt spid="811"/>
                                        </p:tgtEl>
                                      </p:cBhvr>
                                      <p:to x="1000" y="1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814"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pic>
        <p:nvPicPr>
          <p:cNvPr id="815" name="" descr=""/>
          <p:cNvPicPr/>
          <p:nvPr/>
        </p:nvPicPr>
        <p:blipFill>
          <a:blip r:embed="rId1"/>
          <a:stretch/>
        </p:blipFill>
        <p:spPr>
          <a:xfrm>
            <a:off x="0" y="0"/>
            <a:ext cx="9144000" cy="6858000"/>
          </a:xfrm>
          <a:prstGeom prst="rect">
            <a:avLst/>
          </a:prstGeom>
          <a:ln w="0">
            <a:noFill/>
          </a:ln>
        </p:spPr>
      </p:pic>
      <p:pic>
        <p:nvPicPr>
          <p:cNvPr id="816" name="" descr=""/>
          <p:cNvPicPr/>
          <p:nvPr/>
        </p:nvPicPr>
        <p:blipFill>
          <a:blip r:embed="rId2"/>
          <a:stretch/>
        </p:blipFill>
        <p:spPr>
          <a:xfrm>
            <a:off x="4800600" y="3657600"/>
            <a:ext cx="1905120" cy="901800"/>
          </a:xfrm>
          <a:prstGeom prst="rect">
            <a:avLst/>
          </a:prstGeom>
          <a:ln w="0">
            <a:noFill/>
          </a:ln>
        </p:spPr>
      </p:pic>
      <p:pic>
        <p:nvPicPr>
          <p:cNvPr id="817" name="" descr=""/>
          <p:cNvPicPr/>
          <p:nvPr/>
        </p:nvPicPr>
        <p:blipFill>
          <a:blip r:embed="rId3"/>
          <a:stretch/>
        </p:blipFill>
        <p:spPr>
          <a:xfrm>
            <a:off x="5181480" y="4495680"/>
            <a:ext cx="3962520" cy="1257480"/>
          </a:xfrm>
          <a:prstGeom prst="rect">
            <a:avLst/>
          </a:prstGeom>
          <a:ln w="0">
            <a:noFill/>
          </a:ln>
        </p:spPr>
      </p:pic>
      <p:sp>
        <p:nvSpPr>
          <p:cNvPr id="818" name=""/>
          <p:cNvSpPr/>
          <p:nvPr/>
        </p:nvSpPr>
        <p:spPr>
          <a:xfrm>
            <a:off x="6705720" y="4800600"/>
            <a:ext cx="213336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Okay… Well that was weird… as usual…</a:t>
            </a:r>
            <a:endParaRPr b="0" lang="en-US" sz="1200" spc="-1" strike="noStrike">
              <a:solidFill>
                <a:srgbClr val="000000"/>
              </a:solidFill>
              <a:latin typeface="Arial"/>
            </a:endParaRPr>
          </a:p>
        </p:txBody>
      </p:sp>
    </p:spTree>
  </p:cSld>
  <p:timing>
    <p:tnLst>
      <p:par>
        <p:cTn id="2213" dur="indefinite" restart="never" nodeType="tmRoot">
          <p:childTnLst>
            <p:seq>
              <p:cTn id="2214" dur="indefinite" nodeType="mainSeq">
                <p:childTnLst>
                  <p:par>
                    <p:cTn id="2215" fill="hold">
                      <p:stCondLst>
                        <p:cond delay="0"/>
                      </p:stCondLst>
                      <p:childTnLst>
                        <p:par>
                          <p:cTn id="2216" fill="hold">
                            <p:stCondLst>
                              <p:cond delay="0"/>
                            </p:stCondLst>
                            <p:childTnLst>
                              <p:par>
                                <p:cTn id="2217" nodeType="withEffect" fill="hold" presetClass="entr" presetID="9">
                                  <p:stCondLst>
                                    <p:cond delay="1000"/>
                                  </p:stCondLst>
                                  <p:childTnLst>
                                    <p:set>
                                      <p:cBhvr>
                                        <p:cTn id="2218" dur="1" fill="hold">
                                          <p:stCondLst>
                                            <p:cond delay="0"/>
                                          </p:stCondLst>
                                        </p:cTn>
                                        <p:tgtEl>
                                          <p:spTgt spid="817"/>
                                        </p:tgtEl>
                                        <p:attrNameLst>
                                          <p:attrName>style.visibility</p:attrName>
                                        </p:attrNameLst>
                                      </p:cBhvr>
                                      <p:to>
                                        <p:strVal val="visible"/>
                                      </p:to>
                                    </p:set>
                                    <p:animEffect filter="dissolve" transition="in">
                                      <p:cBhvr additive="repl">
                                        <p:cTn id="2219" dur="500"/>
                                        <p:tgtEl>
                                          <p:spTgt spid="817"/>
                                        </p:tgtEl>
                                      </p:cBhvr>
                                    </p:animEffect>
                                  </p:childTnLst>
                                </p:cTn>
                              </p:par>
                            </p:childTnLst>
                          </p:cTn>
                        </p:par>
                        <p:par>
                          <p:cTn id="2220" fill="hold">
                            <p:stCondLst>
                              <p:cond delay="1500"/>
                            </p:stCondLst>
                            <p:childTnLst>
                              <p:par>
                                <p:cTn id="2221" nodeType="afterEffect" fill="hold" presetClass="entr" presetID="27">
                                  <p:stCondLst>
                                    <p:cond delay="0"/>
                                  </p:stCondLst>
                                  <p:iterate type="lt">
                                    <p:tmAbs val="40"/>
                                  </p:iterate>
                                  <p:childTnLst>
                                    <p:set>
                                      <p:cBhvr>
                                        <p:cTn id="2222" dur="1" fill="hold">
                                          <p:stCondLst>
                                            <p:cond delay="0"/>
                                          </p:stCondLst>
                                        </p:cTn>
                                        <p:tgtEl>
                                          <p:spTgt spid="818"/>
                                        </p:tgtEl>
                                        <p:attrNameLst>
                                          <p:attrName>style.visibility</p:attrName>
                                        </p:attrNameLst>
                                      </p:cBhvr>
                                      <p:to>
                                        <p:strVal val="visible"/>
                                      </p:to>
                                    </p:set>
                                    <p:anim calcmode="discrete" valueType="clr">
                                      <p:cBhvr additive="repl">
                                        <p:cTn id="2223" dur="80"/>
                                        <p:tgtEl>
                                          <p:spTgt spid="818"/>
                                        </p:tgtEl>
                                        <p:attrNameLst>
                                          <p:attrName>style.color</p:attrName>
                                        </p:attrNameLst>
                                      </p:cBhvr>
                                      <p:tavLst>
                                        <p:tav tm="0">
                                          <p:val>
                                            <p:strVal val="rgb(-103,51,51)"/>
                                          </p:val>
                                        </p:tav>
                                        <p:tav tm="50000">
                                          <p:val>
                                            <p:strVal val="rgb(-103,-103,0)"/>
                                          </p:val>
                                        </p:tav>
                                      </p:tavLst>
                                    </p:anim>
                                    <p:anim calcmode="discrete" valueType="clr">
                                      <p:cBhvr additive="repl">
                                        <p:cTn id="2224" dur="80"/>
                                        <p:tgtEl>
                                          <p:spTgt spid="818"/>
                                        </p:tgtEl>
                                        <p:attrNameLst>
                                          <p:attrName>fillcolor</p:attrName>
                                        </p:attrNameLst>
                                      </p:cBhvr>
                                      <p:tavLst>
                                        <p:tav tm="0">
                                          <p:val>
                                            <p:strVal val="rgb(-103,51,51)"/>
                                          </p:val>
                                        </p:tav>
                                        <p:tav tm="50000">
                                          <p:val>
                                            <p:strVal val="rgb(-103,-103,0)"/>
                                          </p:val>
                                        </p:tav>
                                      </p:tavLst>
                                    </p:anim>
                                    <p:set>
                                      <p:cBhvr>
                                        <p:cTn id="2225" dur="80"/>
                                        <p:tgtEl>
                                          <p:spTgt spid="818"/>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19" name="" descr=""/>
          <p:cNvPicPr/>
          <p:nvPr/>
        </p:nvPicPr>
        <p:blipFill>
          <a:blip r:embed="rId1"/>
          <a:stretch/>
        </p:blipFill>
        <p:spPr>
          <a:xfrm>
            <a:off x="0" y="0"/>
            <a:ext cx="9144000" cy="6858000"/>
          </a:xfrm>
          <a:prstGeom prst="rect">
            <a:avLst/>
          </a:prstGeom>
          <a:ln w="0">
            <a:noFill/>
          </a:ln>
        </p:spPr>
      </p:pic>
      <p:pic>
        <p:nvPicPr>
          <p:cNvPr id="820" name="" descr=""/>
          <p:cNvPicPr/>
          <p:nvPr/>
        </p:nvPicPr>
        <p:blipFill>
          <a:blip r:embed="rId2"/>
          <a:stretch/>
        </p:blipFill>
        <p:spPr>
          <a:xfrm flipH="1" rot="21506400">
            <a:off x="380880" y="5029200"/>
            <a:ext cx="990720" cy="468000"/>
          </a:xfrm>
          <a:prstGeom prst="rect">
            <a:avLst/>
          </a:prstGeom>
          <a:ln w="0">
            <a:noFill/>
          </a:ln>
        </p:spPr>
      </p:pic>
      <p:pic>
        <p:nvPicPr>
          <p:cNvPr id="821" name="" descr=""/>
          <p:cNvPicPr/>
          <p:nvPr/>
        </p:nvPicPr>
        <p:blipFill>
          <a:blip r:embed="rId3"/>
          <a:stretch/>
        </p:blipFill>
        <p:spPr>
          <a:xfrm>
            <a:off x="7162920" y="1143000"/>
            <a:ext cx="752400" cy="361800"/>
          </a:xfrm>
          <a:prstGeom prst="rect">
            <a:avLst/>
          </a:prstGeom>
          <a:ln w="0">
            <a:noFill/>
          </a:ln>
        </p:spPr>
      </p:pic>
      <p:pic>
        <p:nvPicPr>
          <p:cNvPr id="822" name="" descr=""/>
          <p:cNvPicPr/>
          <p:nvPr/>
        </p:nvPicPr>
        <p:blipFill>
          <a:blip r:embed="rId4"/>
          <a:stretch/>
        </p:blipFill>
        <p:spPr>
          <a:xfrm>
            <a:off x="4648320" y="504720"/>
            <a:ext cx="380880" cy="201600"/>
          </a:xfrm>
          <a:prstGeom prst="rect">
            <a:avLst/>
          </a:prstGeom>
          <a:ln w="0">
            <a:noFill/>
          </a:ln>
        </p:spPr>
      </p:pic>
      <p:sp>
        <p:nvSpPr>
          <p:cNvPr id="823" name=""/>
          <p:cNvSpPr/>
          <p:nvPr/>
        </p:nvSpPr>
        <p:spPr>
          <a:xfrm>
            <a:off x="533520" y="5638680"/>
            <a:ext cx="2209680" cy="632160"/>
          </a:xfrm>
          <a:prstGeom prst="rect">
            <a:avLst/>
          </a:prstGeom>
          <a:solidFill>
            <a:srgbClr val="c0c0c0"/>
          </a:solidFill>
          <a:ln w="9360">
            <a:solidFill>
              <a:srgbClr val="000000"/>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-=option=-</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5" action="ppaction://hlinksldjump"/>
              </a:rPr>
              <a:t>-Land</a:t>
            </a:r>
            <a:endParaRPr b="0" lang="en-US" sz="1400" spc="-1" strike="noStrike">
              <a:solidFill>
                <a:srgbClr val="000000"/>
              </a:solidFill>
              <a:latin typeface="Arial"/>
            </a:endParaRPr>
          </a:p>
        </p:txBody>
      </p:sp>
    </p:spTree>
  </p:cSld>
  <p:timing>
    <p:tnLst>
      <p:par>
        <p:cTn id="2226" dur="indefinite" restart="never" nodeType="tmRoot">
          <p:childTnLst>
            <p:seq>
              <p:cTn id="2227" dur="indefinite" nodeType="mainSeq">
                <p:childTnLst>
                  <p:par>
                    <p:cTn id="2228" fill="hold">
                      <p:stCondLst>
                        <p:cond delay="0"/>
                      </p:stCondLst>
                      <p:childTnLst>
                        <p:par>
                          <p:cTn id="2229" fill="hold">
                            <p:stCondLst>
                              <p:cond delay="0"/>
                            </p:stCondLst>
                            <p:childTnLst>
                              <p:par>
                                <p:cTn id="2230" nodeType="afterEffect" fill="hold" presetClass="entr" presetID="9">
                                  <p:stCondLst>
                                    <p:cond delay="0"/>
                                  </p:stCondLst>
                                  <p:childTnLst>
                                    <p:set>
                                      <p:cBhvr>
                                        <p:cTn id="2231" dur="1" fill="hold">
                                          <p:stCondLst>
                                            <p:cond delay="0"/>
                                          </p:stCondLst>
                                        </p:cTn>
                                        <p:tgtEl>
                                          <p:spTgt spid="823"/>
                                        </p:tgtEl>
                                        <p:attrNameLst>
                                          <p:attrName>style.visibility</p:attrName>
                                        </p:attrNameLst>
                                      </p:cBhvr>
                                      <p:to>
                                        <p:strVal val="visible"/>
                                      </p:to>
                                    </p:set>
                                    <p:animEffect filter="dissolve" transition="in">
                                      <p:cBhvr additive="repl">
                                        <p:cTn id="2232" dur="500"/>
                                        <p:tgtEl>
                                          <p:spTgt spid="8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24" name="" descr=""/>
          <p:cNvPicPr/>
          <p:nvPr/>
        </p:nvPicPr>
        <p:blipFill>
          <a:blip r:embed="rId1"/>
          <a:stretch/>
        </p:blipFill>
        <p:spPr>
          <a:xfrm>
            <a:off x="0" y="0"/>
            <a:ext cx="9144000" cy="6858000"/>
          </a:xfrm>
          <a:prstGeom prst="rect">
            <a:avLst/>
          </a:prstGeom>
          <a:ln w="0">
            <a:noFill/>
          </a:ln>
        </p:spPr>
      </p:pic>
      <p:pic>
        <p:nvPicPr>
          <p:cNvPr id="825" name="" descr=""/>
          <p:cNvPicPr/>
          <p:nvPr/>
        </p:nvPicPr>
        <p:blipFill>
          <a:blip r:embed="rId2"/>
          <a:stretch/>
        </p:blipFill>
        <p:spPr>
          <a:xfrm>
            <a:off x="-1200240" y="685800"/>
            <a:ext cx="1352520" cy="517680"/>
          </a:xfrm>
          <a:prstGeom prst="rect">
            <a:avLst/>
          </a:prstGeom>
          <a:ln w="0">
            <a:noFill/>
          </a:ln>
        </p:spPr>
      </p:pic>
    </p:spTree>
  </p:cSld>
  <p:timing>
    <p:tnLst>
      <p:par>
        <p:cTn id="2233" dur="indefinite" restart="never" nodeType="tmRoot">
          <p:childTnLst>
            <p:seq>
              <p:cTn id="2234" dur="indefinite" nodeType="mainSeq">
                <p:childTnLst>
                  <p:par>
                    <p:cTn id="2235" fill="hold">
                      <p:stCondLst>
                        <p:cond delay="0"/>
                      </p:stCondLst>
                      <p:childTnLst>
                        <p:par>
                          <p:cTn id="2236" fill="hold">
                            <p:stCondLst>
                              <p:cond delay="0"/>
                            </p:stCondLst>
                            <p:childTnLst>
                              <p:par>
                                <p:cTn id="2237" nodeType="afterEffect" fill="hold" presetClass="path" presetID="0">
                                  <p:stCondLst>
                                    <p:cond delay="0"/>
                                  </p:stCondLst>
                                  <p:childTnLst>
                                    <p:animMotion origin="layout" path="M 1.66667E-006 -2.25434E-006 L 0.68229 0.28416 E">
                                      <p:cBhvr>
                                        <p:cTn id="2238" dur="2000" fill="hold"/>
                                        <p:tgtEl>
                                          <p:spTgt spid="825"/>
                                        </p:tgtEl>
                                      </p:cBhvr>
                                    </p:animMotion>
                                  </p:childTnLst>
                                </p:cTn>
                              </p:par>
                              <p:par>
                                <p:cTn id="2239" nodeType="withEffect" fill="hold" presetClass="emph" presetID="6">
                                  <p:stCondLst>
                                    <p:cond delay="0"/>
                                  </p:stCondLst>
                                  <p:childTnLst>
                                    <p:animScale>
                                      <p:cBhvr>
                                        <p:cTn id="2240" dur="2000" fill="hold"/>
                                        <p:tgtEl>
                                          <p:spTgt spid="825"/>
                                        </p:tgtEl>
                                      </p:cBhvr>
                                      <p:to x="1000" y="1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6" name=""/>
          <p:cNvSpPr/>
          <p:nvPr/>
        </p:nvSpPr>
        <p:spPr>
          <a:xfrm>
            <a:off x="0" y="-2743200"/>
            <a:ext cx="9144000" cy="6858000"/>
          </a:xfrm>
          <a:prstGeom prst="rect">
            <a:avLst/>
          </a:prstGeom>
          <a:gradFill rotWithShape="0">
            <a:gsLst>
              <a:gs pos="0">
                <a:srgbClr val="585858"/>
              </a:gs>
              <a:gs pos="100000">
                <a:srgbClr val="c0c0c0"/>
              </a:gs>
            </a:gsLst>
            <a:lin ang="5400000"/>
          </a:gra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827" name=""/>
          <p:cNvSpPr/>
          <p:nvPr/>
        </p:nvSpPr>
        <p:spPr>
          <a:xfrm>
            <a:off x="0" y="4114800"/>
            <a:ext cx="9144000" cy="2743200"/>
          </a:xfrm>
          <a:prstGeom prst="rect">
            <a:avLst/>
          </a:prstGeom>
          <a:solidFill>
            <a:srgbClr val="c0c0c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828" name="" descr=""/>
          <p:cNvPicPr/>
          <p:nvPr/>
        </p:nvPicPr>
        <p:blipFill>
          <a:blip r:embed="rId1"/>
          <a:stretch/>
        </p:blipFill>
        <p:spPr>
          <a:xfrm>
            <a:off x="-2095560" y="2286000"/>
            <a:ext cx="2095560" cy="820800"/>
          </a:xfrm>
          <a:prstGeom prst="rect">
            <a:avLst/>
          </a:prstGeom>
          <a:ln w="0">
            <a:noFill/>
          </a:ln>
        </p:spPr>
      </p:pic>
      <p:sp>
        <p:nvSpPr>
          <p:cNvPr id="829" name=""/>
          <p:cNvSpPr/>
          <p:nvPr/>
        </p:nvSpPr>
        <p:spPr>
          <a:xfrm>
            <a:off x="-1828800" y="4800600"/>
            <a:ext cx="6934320" cy="15238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830" name=""/>
          <p:cNvSpPr/>
          <p:nvPr/>
        </p:nvSpPr>
        <p:spPr>
          <a:xfrm>
            <a:off x="5524560" y="3352680"/>
            <a:ext cx="7238880" cy="16002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831" name=""/>
          <p:cNvSpPr/>
          <p:nvPr/>
        </p:nvSpPr>
        <p:spPr>
          <a:xfrm>
            <a:off x="-2133720" y="838080"/>
            <a:ext cx="7239240" cy="16002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2241" dur="indefinite" restart="never" nodeType="tmRoot">
          <p:childTnLst>
            <p:seq>
              <p:cTn id="2242" dur="indefinite" nodeType="mainSeq">
                <p:childTnLst>
                  <p:par>
                    <p:cTn id="2243" fill="hold">
                      <p:stCondLst>
                        <p:cond delay="0"/>
                      </p:stCondLst>
                      <p:childTnLst>
                        <p:par>
                          <p:cTn id="2244" fill="hold">
                            <p:stCondLst>
                              <p:cond delay="0"/>
                            </p:stCondLst>
                            <p:childTnLst>
                              <p:par>
                                <p:cTn id="2245" nodeType="afterEffect" fill="hold" presetClass="path" presetID="0">
                                  <p:stCondLst>
                                    <p:cond delay="0"/>
                                  </p:stCondLst>
                                  <p:childTnLst>
                                    <p:animMotion origin="layout" path="M 3.33333E-006 -1.15607E-006 L 1.23125 0.60624 E">
                                      <p:cBhvr>
                                        <p:cTn id="2246" dur="2000" fill="hold"/>
                                        <p:tgtEl>
                                          <p:spTgt spid="828"/>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32" name="" descr=""/>
          <p:cNvPicPr/>
          <p:nvPr/>
        </p:nvPicPr>
        <p:blipFill>
          <a:blip r:embed="rId1"/>
          <a:stretch/>
        </p:blipFill>
        <p:spPr>
          <a:xfrm>
            <a:off x="0" y="0"/>
            <a:ext cx="9144000" cy="6858000"/>
          </a:xfrm>
          <a:prstGeom prst="rect">
            <a:avLst/>
          </a:prstGeom>
          <a:ln w="0">
            <a:noFill/>
          </a:ln>
        </p:spPr>
      </p:pic>
      <p:pic>
        <p:nvPicPr>
          <p:cNvPr id="833" name="" descr=""/>
          <p:cNvPicPr/>
          <p:nvPr/>
        </p:nvPicPr>
        <p:blipFill>
          <a:blip r:embed="rId2"/>
          <a:stretch/>
        </p:blipFill>
        <p:spPr>
          <a:xfrm rot="21265200">
            <a:off x="9144000" y="914400"/>
            <a:ext cx="1900080" cy="752400"/>
          </a:xfrm>
          <a:prstGeom prst="rect">
            <a:avLst/>
          </a:prstGeom>
          <a:ln w="0">
            <a:noFill/>
          </a:ln>
        </p:spPr>
      </p:pic>
    </p:spTree>
  </p:cSld>
  <p:timing>
    <p:tnLst>
      <p:par>
        <p:cTn id="2247" dur="indefinite" restart="never" nodeType="tmRoot">
          <p:childTnLst>
            <p:seq>
              <p:cTn id="2248" dur="indefinite" nodeType="mainSeq">
                <p:childTnLst>
                  <p:par>
                    <p:cTn id="2249" fill="hold">
                      <p:stCondLst>
                        <p:cond delay="0"/>
                      </p:stCondLst>
                      <p:childTnLst>
                        <p:par>
                          <p:cTn id="2250" fill="hold">
                            <p:stCondLst>
                              <p:cond delay="0"/>
                            </p:stCondLst>
                            <p:childTnLst>
                              <p:par>
                                <p:cTn id="2251" nodeType="afterEffect" fill="hold" presetClass="path" presetID="0">
                                  <p:stCondLst>
                                    <p:cond delay="0"/>
                                  </p:stCondLst>
                                  <p:childTnLst>
                                    <p:animMotion origin="layout" path="M 0.00833 3.12139E-006 L -0.25382 0.18936 E">
                                      <p:cBhvr>
                                        <p:cTn id="2252" dur="500" fill="hold"/>
                                        <p:tgtEl>
                                          <p:spTgt spid="833"/>
                                        </p:tgtEl>
                                      </p:cBhvr>
                                    </p:animMotion>
                                  </p:childTnLst>
                                </p:cTn>
                              </p:par>
                            </p:childTnLst>
                          </p:cTn>
                        </p:par>
                        <p:par>
                          <p:cTn id="2253" fill="hold">
                            <p:stCondLst>
                              <p:cond delay="500"/>
                            </p:stCondLst>
                            <p:childTnLst>
                              <p:par>
                                <p:cTn id="2254" nodeType="afterEffect" fill="hold" presetClass="path" presetID="0">
                                  <p:stCondLst>
                                    <p:cond delay="0"/>
                                  </p:stCondLst>
                                  <p:childTnLst>
                                    <p:animMotion origin="layout" path="M -0.25382 0.18959 L -1.33715 0.41181 E">
                                      <p:cBhvr>
                                        <p:cTn id="2255" dur="2000" fill="hold"/>
                                        <p:tgtEl>
                                          <p:spTgt spid="833"/>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34" name="" descr=""/>
          <p:cNvPicPr/>
          <p:nvPr/>
        </p:nvPicPr>
        <p:blipFill>
          <a:blip r:embed="rId1"/>
          <a:stretch/>
        </p:blipFill>
        <p:spPr>
          <a:xfrm>
            <a:off x="1938240" y="1576440"/>
            <a:ext cx="5267520" cy="3705120"/>
          </a:xfrm>
          <a:prstGeom prst="rect">
            <a:avLst/>
          </a:prstGeom>
          <a:ln w="0">
            <a:noFill/>
          </a:ln>
        </p:spPr>
      </p:pic>
      <p:pic>
        <p:nvPicPr>
          <p:cNvPr id="835" name="" descr=""/>
          <p:cNvPicPr/>
          <p:nvPr/>
        </p:nvPicPr>
        <p:blipFill>
          <a:blip r:embed="rId2"/>
          <a:stretch/>
        </p:blipFill>
        <p:spPr>
          <a:xfrm>
            <a:off x="0" y="0"/>
            <a:ext cx="9144000" cy="6858000"/>
          </a:xfrm>
          <a:prstGeom prst="rect">
            <a:avLst/>
          </a:prstGeom>
          <a:ln w="0">
            <a:noFill/>
          </a:ln>
        </p:spPr>
      </p:pic>
      <p:pic>
        <p:nvPicPr>
          <p:cNvPr id="836" name="" descr=""/>
          <p:cNvPicPr/>
          <p:nvPr/>
        </p:nvPicPr>
        <p:blipFill>
          <a:blip r:embed="rId3"/>
          <a:stretch/>
        </p:blipFill>
        <p:spPr>
          <a:xfrm rot="21265200">
            <a:off x="9144000" y="2743200"/>
            <a:ext cx="1900080" cy="752400"/>
          </a:xfrm>
          <a:prstGeom prst="rect">
            <a:avLst/>
          </a:prstGeom>
          <a:ln w="0">
            <a:noFill/>
          </a:ln>
        </p:spPr>
      </p:pic>
      <p:pic>
        <p:nvPicPr>
          <p:cNvPr id="837" name="" descr=""/>
          <p:cNvPicPr/>
          <p:nvPr/>
        </p:nvPicPr>
        <p:blipFill>
          <a:blip r:embed="rId4"/>
          <a:stretch/>
        </p:blipFill>
        <p:spPr>
          <a:xfrm rot="21289800">
            <a:off x="3274920" y="3354480"/>
            <a:ext cx="1447920" cy="761760"/>
          </a:xfrm>
          <a:prstGeom prst="rect">
            <a:avLst/>
          </a:prstGeom>
          <a:ln w="0">
            <a:noFill/>
          </a:ln>
        </p:spPr>
      </p:pic>
    </p:spTree>
  </p:cSld>
  <p:timing>
    <p:tnLst>
      <p:par>
        <p:cTn id="2256" dur="indefinite" restart="never" nodeType="tmRoot">
          <p:childTnLst>
            <p:seq>
              <p:cTn id="2257" dur="indefinite" nodeType="mainSeq">
                <p:childTnLst>
                  <p:par>
                    <p:cTn id="2258" fill="hold">
                      <p:stCondLst>
                        <p:cond delay="0"/>
                      </p:stCondLst>
                      <p:childTnLst>
                        <p:par>
                          <p:cTn id="2259" fill="hold">
                            <p:stCondLst>
                              <p:cond delay="0"/>
                            </p:stCondLst>
                            <p:childTnLst>
                              <p:par>
                                <p:cTn id="2260" nodeType="afterEffect" fill="hold" presetClass="path" presetID="0">
                                  <p:stCondLst>
                                    <p:cond delay="0"/>
                                  </p:stCondLst>
                                  <p:childTnLst>
                                    <p:animMotion origin="layout" path="M -5.55556E-007 -1.7341E-007 L -0.63333 0.08878 E">
                                      <p:cBhvr>
                                        <p:cTn id="2261" dur="2000" fill="hold"/>
                                        <p:tgtEl>
                                          <p:spTgt spid="836"/>
                                        </p:tgtEl>
                                      </p:cBhvr>
                                    </p:animMotion>
                                  </p:childTnLst>
                                </p:cTn>
                              </p:par>
                              <p:set>
                                <p:cBhvr>
                                  <p:cTn id="2262" dur="1" fill="hold">
                                    <p:stCondLst>
                                      <p:cond evt="end">
                                        <p:tn val="2260"/>
                                      </p:cond>
                                    </p:stCondLst>
                                  </p:cTn>
                                  <p:tgtEl>
                                    <p:spTgt spid="836"/>
                                  </p:tgtEl>
                                  <p:attrNameLst>
                                    <p:attrName>style.visibility</p:attrName>
                                  </p:attrNameLst>
                                </p:cBhvr>
                                <p:to>
                                  <p:strVal val="hidden"/>
                                </p:to>
                              </p:set>
                            </p:childTnLst>
                          </p:cTn>
                        </p:par>
                        <p:par>
                          <p:cTn id="2263" fill="hold">
                            <p:stCondLst>
                              <p:cond delay="2000"/>
                            </p:stCondLst>
                            <p:childTnLst>
                              <p:par>
                                <p:cTn id="2264" nodeType="afterEffect" fill="hold" presetClass="entr" presetID="1">
                                  <p:stCondLst>
                                    <p:cond delay="0"/>
                                  </p:stCondLst>
                                  <p:childTnLst>
                                    <p:set>
                                      <p:cBhvr>
                                        <p:cTn id="2265" dur="1" fill="hold">
                                          <p:stCondLst>
                                            <p:cond delay="0"/>
                                          </p:stCondLst>
                                        </p:cTn>
                                        <p:tgtEl>
                                          <p:spTgt spid="8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38" name="" descr=""/>
          <p:cNvPicPr/>
          <p:nvPr/>
        </p:nvPicPr>
        <p:blipFill>
          <a:blip r:embed="rId1"/>
          <a:stretch/>
        </p:blipFill>
        <p:spPr>
          <a:xfrm>
            <a:off x="0" y="0"/>
            <a:ext cx="9144000" cy="6858000"/>
          </a:xfrm>
          <a:prstGeom prst="rect">
            <a:avLst/>
          </a:prstGeom>
          <a:ln w="0">
            <a:noFill/>
          </a:ln>
        </p:spPr>
      </p:pic>
      <p:pic>
        <p:nvPicPr>
          <p:cNvPr id="839" name="" descr=""/>
          <p:cNvPicPr/>
          <p:nvPr/>
        </p:nvPicPr>
        <p:blipFill>
          <a:blip r:embed="rId2"/>
          <a:stretch/>
        </p:blipFill>
        <p:spPr>
          <a:xfrm rot="21289800">
            <a:off x="3274920" y="3354480"/>
            <a:ext cx="1447920" cy="761760"/>
          </a:xfrm>
          <a:prstGeom prst="rect">
            <a:avLst/>
          </a:prstGeom>
          <a:ln w="0">
            <a:noFill/>
          </a:ln>
        </p:spPr>
      </p:pic>
    </p:spTree>
  </p:cSld>
  <p:timing>
    <p:tnLst>
      <p:par>
        <p:cTn id="2266" dur="indefinite" restart="never" nodeType="tmRoot">
          <p:childTnLst>
            <p:seq>
              <p:cTn id="2267" dur="indefinite" nodeType="mainSeq">
                <p:childTnLst>
                  <p:par>
                    <p:cTn id="2268" fill="hold">
                      <p:stCondLst>
                        <p:cond delay="0"/>
                      </p:stCondLst>
                      <p:childTnLst>
                        <p:par>
                          <p:cTn id="2269" fill="hold">
                            <p:stCondLst>
                              <p:cond delay="0"/>
                            </p:stCondLst>
                            <p:childTnLst>
                              <p:par>
                                <p:cTn id="2270" nodeType="afterEffect" fill="hold" presetClass="entr" presetID="1">
                                  <p:stCondLst>
                                    <p:cond delay="0"/>
                                  </p:stCondLst>
                                  <p:childTnLst>
                                    <p:set>
                                      <p:cBhvr>
                                        <p:cTn id="2271" dur="1" fill="hold">
                                          <p:stCondLst>
                                            <p:cond delay="0"/>
                                          </p:stCondLst>
                                        </p:cTn>
                                        <p:tgtEl>
                                          <p:spTgt spid="8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40" name="" descr=""/>
          <p:cNvPicPr/>
          <p:nvPr/>
        </p:nvPicPr>
        <p:blipFill>
          <a:blip r:embed="rId1"/>
          <a:stretch/>
        </p:blipFill>
        <p:spPr>
          <a:xfrm>
            <a:off x="0" y="0"/>
            <a:ext cx="9144000" cy="6858000"/>
          </a:xfrm>
          <a:prstGeom prst="rect">
            <a:avLst/>
          </a:prstGeom>
          <a:ln w="0">
            <a:noFill/>
          </a:ln>
        </p:spPr>
      </p:pic>
      <p:pic>
        <p:nvPicPr>
          <p:cNvPr id="841" name="" descr=""/>
          <p:cNvPicPr/>
          <p:nvPr/>
        </p:nvPicPr>
        <p:blipFill>
          <a:blip r:embed="rId2"/>
          <a:stretch/>
        </p:blipFill>
        <p:spPr>
          <a:xfrm>
            <a:off x="-2057400" y="-5486400"/>
            <a:ext cx="8915400" cy="7010280"/>
          </a:xfrm>
          <a:prstGeom prst="rect">
            <a:avLst/>
          </a:prstGeom>
          <a:ln w="0">
            <a:noFill/>
          </a:ln>
        </p:spPr>
      </p:pic>
    </p:spTree>
  </p:cSld>
  <p:timing>
    <p:tnLst>
      <p:par>
        <p:cTn id="2272" dur="indefinite" restart="never" nodeType="tmRoot">
          <p:childTnLst>
            <p:seq>
              <p:cTn id="2273" dur="indefinite" nodeType="mainSeq">
                <p:childTnLst>
                  <p:par>
                    <p:cTn id="2274" fill="hold">
                      <p:stCondLst>
                        <p:cond delay="0"/>
                      </p:stCondLst>
                      <p:childTnLst>
                        <p:par>
                          <p:cTn id="2275" fill="hold">
                            <p:stCondLst>
                              <p:cond delay="0"/>
                            </p:stCondLst>
                            <p:childTnLst>
                              <p:par>
                                <p:cTn id="2276" nodeType="afterEffect" fill="hold" presetClass="path" presetID="0">
                                  <p:stCondLst>
                                    <p:cond delay="1500"/>
                                  </p:stCondLst>
                                  <p:childTnLst>
                                    <p:audio isNarration="0">
                                      <p:cMediaNode showWhenStopped="1">
                                        <p:cTn/>
                                        <p:tgtEl>
                                          <p:sndTgt r:embed="rId3" name="push.wav"/>
                                        </p:tgtEl>
                                      </p:cMediaNode>
                                    </p:audio>
                                    <p:animMotion origin="layout" path="M 0 -1.11111E-006 L 0.00417 0.78889 E">
                                      <p:cBhvr>
                                        <p:cTn id="2277" dur="3000" fill="hold"/>
                                        <p:tgtEl>
                                          <p:spTgt spid="841"/>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42" name="" descr=""/>
          <p:cNvPicPr/>
          <p:nvPr/>
        </p:nvPicPr>
        <p:blipFill>
          <a:blip r:embed="rId1"/>
          <a:stretch/>
        </p:blipFill>
        <p:spPr>
          <a:xfrm>
            <a:off x="0" y="0"/>
            <a:ext cx="9144000" cy="6858000"/>
          </a:xfrm>
          <a:prstGeom prst="rect">
            <a:avLst/>
          </a:prstGeom>
          <a:ln w="0">
            <a:noFill/>
          </a:ln>
        </p:spPr>
      </p:pic>
      <p:sp>
        <p:nvSpPr>
          <p:cNvPr id="843" name="">
            <a:hlinkClick r:id="rId2" action="ppaction://hlinksldjump"/>
          </p:cNvPr>
          <p:cNvSpPr/>
          <p:nvPr/>
        </p:nvSpPr>
        <p:spPr>
          <a:xfrm>
            <a:off x="6705720" y="533520"/>
            <a:ext cx="609480" cy="12952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844" name="">
            <a:hlinkClick r:id="rId3" action="ppaction://hlinksldjump"/>
          </p:cNvPr>
          <p:cNvSpPr/>
          <p:nvPr/>
        </p:nvSpPr>
        <p:spPr>
          <a:xfrm>
            <a:off x="7696080" y="1066680"/>
            <a:ext cx="609840" cy="129564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845" name="" descr=""/>
          <p:cNvPicPr/>
          <p:nvPr/>
        </p:nvPicPr>
        <p:blipFill>
          <a:blip r:embed="rId4"/>
          <a:stretch/>
        </p:blipFill>
        <p:spPr>
          <a:xfrm>
            <a:off x="4648320" y="5432400"/>
            <a:ext cx="4495680" cy="1425600"/>
          </a:xfrm>
          <a:prstGeom prst="rect">
            <a:avLst/>
          </a:prstGeom>
          <a:ln w="0">
            <a:noFill/>
          </a:ln>
        </p:spPr>
      </p:pic>
      <p:sp>
        <p:nvSpPr>
          <p:cNvPr id="846" name=""/>
          <p:cNvSpPr/>
          <p:nvPr/>
        </p:nvSpPr>
        <p:spPr>
          <a:xfrm>
            <a:off x="6400800" y="5867280"/>
            <a:ext cx="228600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Before I go home, I need to get the ship repaired.</a:t>
            </a:r>
            <a:endParaRPr b="0" lang="en-US" sz="1200" spc="-1" strike="noStrike">
              <a:solidFill>
                <a:srgbClr val="000000"/>
              </a:solidFill>
              <a:latin typeface="Arial"/>
            </a:endParaRPr>
          </a:p>
        </p:txBody>
      </p:sp>
    </p:spTree>
  </p:cSld>
  <p:timing>
    <p:tnLst>
      <p:par>
        <p:cTn id="2278" dur="indefinite" restart="never" nodeType="tmRoot">
          <p:childTnLst>
            <p:seq>
              <p:cTn id="2279" dur="indefinite" nodeType="mainSeq">
                <p:childTnLst>
                  <p:par>
                    <p:cTn id="2280" fill="hold">
                      <p:stCondLst>
                        <p:cond delay="0"/>
                      </p:stCondLst>
                      <p:childTnLst>
                        <p:par>
                          <p:cTn id="2281" fill="hold">
                            <p:stCondLst>
                              <p:cond delay="0"/>
                            </p:stCondLst>
                            <p:childTnLst>
                              <p:par>
                                <p:cTn id="2282" nodeType="afterEffect" fill="hold" presetClass="entr" presetID="9">
                                  <p:stCondLst>
                                    <p:cond delay="0"/>
                                  </p:stCondLst>
                                  <p:childTnLst>
                                    <p:set>
                                      <p:cBhvr>
                                        <p:cTn id="2283" dur="1" fill="hold">
                                          <p:stCondLst>
                                            <p:cond delay="0"/>
                                          </p:stCondLst>
                                        </p:cTn>
                                        <p:tgtEl>
                                          <p:spTgt spid="845"/>
                                        </p:tgtEl>
                                        <p:attrNameLst>
                                          <p:attrName>style.visibility</p:attrName>
                                        </p:attrNameLst>
                                      </p:cBhvr>
                                      <p:to>
                                        <p:strVal val="visible"/>
                                      </p:to>
                                    </p:set>
                                    <p:animEffect filter="dissolve" transition="in">
                                      <p:cBhvr additive="repl">
                                        <p:cTn id="2284" dur="500"/>
                                        <p:tgtEl>
                                          <p:spTgt spid="845"/>
                                        </p:tgtEl>
                                      </p:cBhvr>
                                    </p:animEffect>
                                  </p:childTnLst>
                                </p:cTn>
                              </p:par>
                            </p:childTnLst>
                          </p:cTn>
                        </p:par>
                        <p:par>
                          <p:cTn id="2285" fill="hold">
                            <p:stCondLst>
                              <p:cond delay="500"/>
                            </p:stCondLst>
                            <p:childTnLst>
                              <p:par>
                                <p:cTn id="2286" nodeType="afterEffect" fill="hold" presetClass="entr" presetID="27">
                                  <p:stCondLst>
                                    <p:cond delay="0"/>
                                  </p:stCondLst>
                                  <p:iterate type="lt">
                                    <p:tmAbs val="40"/>
                                  </p:iterate>
                                  <p:childTnLst>
                                    <p:set>
                                      <p:cBhvr>
                                        <p:cTn id="2287" dur="1" fill="hold">
                                          <p:stCondLst>
                                            <p:cond delay="0"/>
                                          </p:stCondLst>
                                        </p:cTn>
                                        <p:tgtEl>
                                          <p:spTgt spid="846"/>
                                        </p:tgtEl>
                                        <p:attrNameLst>
                                          <p:attrName>style.visibility</p:attrName>
                                        </p:attrNameLst>
                                      </p:cBhvr>
                                      <p:to>
                                        <p:strVal val="visible"/>
                                      </p:to>
                                    </p:set>
                                    <p:anim calcmode="discrete" valueType="clr">
                                      <p:cBhvr additive="repl">
                                        <p:cTn id="2288" dur="80"/>
                                        <p:tgtEl>
                                          <p:spTgt spid="846"/>
                                        </p:tgtEl>
                                        <p:attrNameLst>
                                          <p:attrName>style.color</p:attrName>
                                        </p:attrNameLst>
                                      </p:cBhvr>
                                      <p:tavLst>
                                        <p:tav tm="0">
                                          <p:val>
                                            <p:strVal val="rgb(-103,51,51)"/>
                                          </p:val>
                                        </p:tav>
                                        <p:tav tm="50000">
                                          <p:val>
                                            <p:strVal val="rgb(-103,-103,0)"/>
                                          </p:val>
                                        </p:tav>
                                      </p:tavLst>
                                    </p:anim>
                                    <p:anim calcmode="discrete" valueType="clr">
                                      <p:cBhvr additive="repl">
                                        <p:cTn id="2289" dur="80"/>
                                        <p:tgtEl>
                                          <p:spTgt spid="846"/>
                                        </p:tgtEl>
                                        <p:attrNameLst>
                                          <p:attrName>fillcolor</p:attrName>
                                        </p:attrNameLst>
                                      </p:cBhvr>
                                      <p:tavLst>
                                        <p:tav tm="0">
                                          <p:val>
                                            <p:strVal val="rgb(-103,51,51)"/>
                                          </p:val>
                                        </p:tav>
                                        <p:tav tm="50000">
                                          <p:val>
                                            <p:strVal val="rgb(-103,-103,0)"/>
                                          </p:val>
                                        </p:tav>
                                      </p:tavLst>
                                    </p:anim>
                                    <p:set>
                                      <p:cBhvr>
                                        <p:cTn id="2290" dur="80"/>
                                        <p:tgtEl>
                                          <p:spTgt spid="846"/>
                                        </p:tgtEl>
                                        <p:attrNameLst>
                                          <p:attrName>fill.type</p:attrName>
                                        </p:attrNameLst>
                                      </p:cBhvr>
                                      <p:to>
                                        <p:strVal val="solid"/>
                                      </p:to>
                                    </p:set>
                                  </p:childTnLst>
                                </p:cTn>
                              </p:par>
                            </p:childTnLst>
                          </p:cTn>
                        </p:par>
                        <p:par>
                          <p:cTn id="2291" fill="hold">
                            <p:stCondLst>
                              <p:cond delay="2140"/>
                            </p:stCondLst>
                            <p:childTnLst>
                              <p:par>
                                <p:cTn id="2292" nodeType="afterEffect" fill="hold" presetClass="entr" presetID="1">
                                  <p:stCondLst>
                                    <p:cond delay="0"/>
                                  </p:stCondLst>
                                  <p:childTnLst>
                                    <p:set>
                                      <p:cBhvr>
                                        <p:cTn id="2293" dur="1" fill="hold">
                                          <p:stCondLst>
                                            <p:cond delay="0"/>
                                          </p:stCondLst>
                                        </p:cTn>
                                        <p:tgtEl>
                                          <p:spTgt spid="843"/>
                                        </p:tgtEl>
                                        <p:attrNameLst>
                                          <p:attrName>style.visibility</p:attrName>
                                        </p:attrNameLst>
                                      </p:cBhvr>
                                      <p:to>
                                        <p:strVal val="visible"/>
                                      </p:to>
                                    </p:set>
                                  </p:childTnLst>
                                </p:cTn>
                              </p:par>
                            </p:childTnLst>
                          </p:cTn>
                        </p:par>
                        <p:par>
                          <p:cTn id="2294" fill="hold">
                            <p:stCondLst>
                              <p:cond delay="2140"/>
                            </p:stCondLst>
                            <p:childTnLst>
                              <p:par>
                                <p:cTn id="2295" nodeType="afterEffect" fill="hold" presetClass="entr" presetID="1">
                                  <p:stCondLst>
                                    <p:cond delay="0"/>
                                  </p:stCondLst>
                                  <p:childTnLst>
                                    <p:set>
                                      <p:cBhvr>
                                        <p:cTn id="2296" dur="1" fill="hold">
                                          <p:stCondLst>
                                            <p:cond delay="0"/>
                                          </p:stCondLst>
                                        </p:cTn>
                                        <p:tgtEl>
                                          <p:spTgt spid="8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47" name="" descr=""/>
          <p:cNvPicPr/>
          <p:nvPr/>
        </p:nvPicPr>
        <p:blipFill>
          <a:blip r:embed="rId1"/>
          <a:stretch/>
        </p:blipFill>
        <p:spPr>
          <a:xfrm>
            <a:off x="0" y="0"/>
            <a:ext cx="9144000" cy="6858000"/>
          </a:xfrm>
          <a:prstGeom prst="rect">
            <a:avLst/>
          </a:prstGeom>
          <a:ln w="0">
            <a:noFill/>
          </a:ln>
        </p:spPr>
      </p:pic>
      <p:sp>
        <p:nvSpPr>
          <p:cNvPr id="848" name=""/>
          <p:cNvSpPr/>
          <p:nvPr/>
        </p:nvSpPr>
        <p:spPr>
          <a:xfrm>
            <a:off x="5943600" y="15228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Mechanic</a:t>
            </a:r>
            <a:endParaRPr b="0" lang="en-US" sz="2000" spc="-1" strike="noStrike">
              <a:solidFill>
                <a:srgbClr val="000000"/>
              </a:solidFill>
              <a:latin typeface="Arial"/>
            </a:endParaRPr>
          </a:p>
        </p:txBody>
      </p:sp>
      <p:sp>
        <p:nvSpPr>
          <p:cNvPr id="849" name=""/>
          <p:cNvSpPr/>
          <p:nvPr/>
        </p:nvSpPr>
        <p:spPr>
          <a:xfrm>
            <a:off x="1981080" y="487692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850" name=""/>
          <p:cNvSpPr/>
          <p:nvPr/>
        </p:nvSpPr>
        <p:spPr>
          <a:xfrm>
            <a:off x="0" y="396252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1250</a:t>
            </a:r>
            <a:endParaRPr b="0" lang="en-US" sz="1600" spc="-1" strike="noStrike">
              <a:solidFill>
                <a:srgbClr val="000000"/>
              </a:solidFill>
              <a:latin typeface="Arial"/>
            </a:endParaRPr>
          </a:p>
        </p:txBody>
      </p:sp>
      <p:sp>
        <p:nvSpPr>
          <p:cNvPr id="851" name=""/>
          <p:cNvSpPr/>
          <p:nvPr/>
        </p:nvSpPr>
        <p:spPr>
          <a:xfrm>
            <a:off x="6934320" y="220968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SHOP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29500</a:t>
            </a:r>
            <a:endParaRPr b="0" lang="en-US" sz="1600" spc="-1" strike="noStrike">
              <a:solidFill>
                <a:srgbClr val="000000"/>
              </a:solidFill>
              <a:latin typeface="Arial"/>
            </a:endParaRPr>
          </a:p>
        </p:txBody>
      </p:sp>
      <p:sp>
        <p:nvSpPr>
          <p:cNvPr id="852" name=""/>
          <p:cNvSpPr/>
          <p:nvPr/>
        </p:nvSpPr>
        <p:spPr>
          <a:xfrm>
            <a:off x="4114800" y="609480"/>
            <a:ext cx="48006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Hey, dude. What do you need?</a:t>
            </a:r>
            <a:endParaRPr b="0" lang="en-US" sz="1600" spc="-1" strike="noStrike">
              <a:solidFill>
                <a:srgbClr val="000000"/>
              </a:solidFill>
              <a:latin typeface="Arial"/>
            </a:endParaRPr>
          </a:p>
        </p:txBody>
      </p:sp>
      <p:sp>
        <p:nvSpPr>
          <p:cNvPr id="853" name=""/>
          <p:cNvSpPr/>
          <p:nvPr/>
        </p:nvSpPr>
        <p:spPr>
          <a:xfrm>
            <a:off x="1981080" y="5257800"/>
            <a:ext cx="5181840" cy="58140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Umm… an estimate on how much it’ll cost to repair my ship.</a:t>
            </a:r>
            <a:endParaRPr b="0" lang="en-US" sz="1600" spc="-1" strike="noStrike">
              <a:solidFill>
                <a:srgbClr val="000000"/>
              </a:solidFill>
              <a:latin typeface="Arial"/>
            </a:endParaRPr>
          </a:p>
        </p:txBody>
      </p:sp>
      <p:sp>
        <p:nvSpPr>
          <p:cNvPr id="854" name=""/>
          <p:cNvSpPr/>
          <p:nvPr/>
        </p:nvSpPr>
        <p:spPr>
          <a:xfrm>
            <a:off x="3200400" y="609480"/>
            <a:ext cx="4800600" cy="7084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Again? Second time this week.</a:t>
            </a:r>
            <a:endParaRPr b="0" lang="en-US" sz="16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You must be getting into a lot of fights, huh?</a:t>
            </a:r>
            <a:endParaRPr b="0" lang="en-US" sz="1600" spc="-1" strike="noStrike">
              <a:solidFill>
                <a:srgbClr val="000000"/>
              </a:solidFill>
              <a:latin typeface="Arial"/>
            </a:endParaRPr>
          </a:p>
        </p:txBody>
      </p:sp>
      <p:sp>
        <p:nvSpPr>
          <p:cNvPr id="855" name=""/>
          <p:cNvSpPr/>
          <p:nvPr/>
        </p:nvSpPr>
        <p:spPr>
          <a:xfrm>
            <a:off x="1981080" y="5257800"/>
            <a:ext cx="518184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Just do it.</a:t>
            </a:r>
            <a:endParaRPr b="0" lang="en-US" sz="1600" spc="-1" strike="noStrike">
              <a:solidFill>
                <a:srgbClr val="000000"/>
              </a:solidFill>
              <a:latin typeface="Arial"/>
            </a:endParaRPr>
          </a:p>
        </p:txBody>
      </p:sp>
    </p:spTree>
  </p:cSld>
  <p:transition spd="med" advTm="2000">
    <p:fade/>
  </p:transition>
  <p:timing>
    <p:tnLst>
      <p:par>
        <p:cTn id="2297" dur="indefinite" restart="never" nodeType="tmRoot">
          <p:childTnLst>
            <p:seq>
              <p:cTn id="2298" dur="indefinite" nodeType="mainSeq">
                <p:childTnLst>
                  <p:par>
                    <p:cTn id="2299" fill="hold">
                      <p:stCondLst>
                        <p:cond delay="0"/>
                      </p:stCondLst>
                      <p:childTnLst>
                        <p:par>
                          <p:cTn id="2300" fill="hold">
                            <p:stCondLst>
                              <p:cond delay="0"/>
                            </p:stCondLst>
                            <p:childTnLst>
                              <p:par>
                                <p:cTn id="2301" nodeType="afterEffect" fill="hold" presetClass="entr" presetID="27">
                                  <p:stCondLst>
                                    <p:cond delay="0"/>
                                  </p:stCondLst>
                                  <p:iterate type="lt">
                                    <p:tmAbs val="40"/>
                                  </p:iterate>
                                  <p:childTnLst>
                                    <p:set>
                                      <p:cBhvr>
                                        <p:cTn id="2302" dur="1" fill="hold">
                                          <p:stCondLst>
                                            <p:cond delay="0"/>
                                          </p:stCondLst>
                                        </p:cTn>
                                        <p:tgtEl>
                                          <p:spTgt spid="852"/>
                                        </p:tgtEl>
                                        <p:attrNameLst>
                                          <p:attrName>style.visibility</p:attrName>
                                        </p:attrNameLst>
                                      </p:cBhvr>
                                      <p:to>
                                        <p:strVal val="visible"/>
                                      </p:to>
                                    </p:set>
                                    <p:anim calcmode="discrete" valueType="clr">
                                      <p:cBhvr additive="repl">
                                        <p:cTn id="2303" dur="80"/>
                                        <p:tgtEl>
                                          <p:spTgt spid="852"/>
                                        </p:tgtEl>
                                        <p:attrNameLst>
                                          <p:attrName>style.color</p:attrName>
                                        </p:attrNameLst>
                                      </p:cBhvr>
                                      <p:tavLst>
                                        <p:tav tm="0">
                                          <p:val>
                                            <p:strVal val="rgb(-103,51,51)"/>
                                          </p:val>
                                        </p:tav>
                                        <p:tav tm="50000">
                                          <p:val>
                                            <p:strVal val="rgb(-103,-103,0)"/>
                                          </p:val>
                                        </p:tav>
                                      </p:tavLst>
                                    </p:anim>
                                    <p:anim calcmode="discrete" valueType="clr">
                                      <p:cBhvr additive="repl">
                                        <p:cTn id="2304" dur="80"/>
                                        <p:tgtEl>
                                          <p:spTgt spid="852"/>
                                        </p:tgtEl>
                                        <p:attrNameLst>
                                          <p:attrName>fillcolor</p:attrName>
                                        </p:attrNameLst>
                                      </p:cBhvr>
                                      <p:tavLst>
                                        <p:tav tm="0">
                                          <p:val>
                                            <p:strVal val="rgb(-103,51,51)"/>
                                          </p:val>
                                        </p:tav>
                                        <p:tav tm="50000">
                                          <p:val>
                                            <p:strVal val="rgb(-103,-103,0)"/>
                                          </p:val>
                                        </p:tav>
                                      </p:tavLst>
                                    </p:anim>
                                    <p:set>
                                      <p:cBhvr>
                                        <p:cTn id="2305" dur="80"/>
                                        <p:tgtEl>
                                          <p:spTgt spid="852"/>
                                        </p:tgtEl>
                                        <p:attrNameLst>
                                          <p:attrName>fill.type</p:attrName>
                                        </p:attrNameLst>
                                      </p:cBhvr>
                                      <p:to>
                                        <p:strVal val="solid"/>
                                      </p:to>
                                    </p:set>
                                  </p:childTnLst>
                                </p:cTn>
                              </p:par>
                            </p:childTnLst>
                          </p:cTn>
                        </p:par>
                        <p:par>
                          <p:cTn id="2306" fill="hold">
                            <p:stCondLst>
                              <p:cond delay="960"/>
                            </p:stCondLst>
                            <p:childTnLst>
                              <p:par>
                                <p:cTn id="2307" nodeType="afterEffect" fill="hold" presetClass="entr" presetID="27">
                                  <p:stCondLst>
                                    <p:cond delay="1000"/>
                                  </p:stCondLst>
                                  <p:iterate type="lt">
                                    <p:tmAbs val="40"/>
                                  </p:iterate>
                                  <p:childTnLst>
                                    <p:set>
                                      <p:cBhvr>
                                        <p:cTn id="2308" dur="1" fill="hold">
                                          <p:stCondLst>
                                            <p:cond delay="0"/>
                                          </p:stCondLst>
                                        </p:cTn>
                                        <p:tgtEl>
                                          <p:spTgt spid="853"/>
                                        </p:tgtEl>
                                        <p:attrNameLst>
                                          <p:attrName>style.visibility</p:attrName>
                                        </p:attrNameLst>
                                      </p:cBhvr>
                                      <p:to>
                                        <p:strVal val="visible"/>
                                      </p:to>
                                    </p:set>
                                    <p:anim calcmode="discrete" valueType="clr">
                                      <p:cBhvr additive="repl">
                                        <p:cTn id="2309" dur="80"/>
                                        <p:tgtEl>
                                          <p:spTgt spid="853"/>
                                        </p:tgtEl>
                                        <p:attrNameLst>
                                          <p:attrName>style.color</p:attrName>
                                        </p:attrNameLst>
                                      </p:cBhvr>
                                      <p:tavLst>
                                        <p:tav tm="0">
                                          <p:val>
                                            <p:strVal val="rgb(-103,51,51)"/>
                                          </p:val>
                                        </p:tav>
                                        <p:tav tm="50000">
                                          <p:val>
                                            <p:strVal val="rgb(-103,-103,0)"/>
                                          </p:val>
                                        </p:tav>
                                      </p:tavLst>
                                    </p:anim>
                                    <p:anim calcmode="discrete" valueType="clr">
                                      <p:cBhvr additive="repl">
                                        <p:cTn id="2310" dur="80"/>
                                        <p:tgtEl>
                                          <p:spTgt spid="853"/>
                                        </p:tgtEl>
                                        <p:attrNameLst>
                                          <p:attrName>fillcolor</p:attrName>
                                        </p:attrNameLst>
                                      </p:cBhvr>
                                      <p:tavLst>
                                        <p:tav tm="0">
                                          <p:val>
                                            <p:strVal val="rgb(-103,51,51)"/>
                                          </p:val>
                                        </p:tav>
                                        <p:tav tm="50000">
                                          <p:val>
                                            <p:strVal val="rgb(-103,-103,0)"/>
                                          </p:val>
                                        </p:tav>
                                      </p:tavLst>
                                    </p:anim>
                                    <p:set>
                                      <p:cBhvr>
                                        <p:cTn id="2311" dur="80"/>
                                        <p:tgtEl>
                                          <p:spTgt spid="853"/>
                                        </p:tgtEl>
                                        <p:attrNameLst>
                                          <p:attrName>fill.type</p:attrName>
                                        </p:attrNameLst>
                                      </p:cBhvr>
                                      <p:to>
                                        <p:strVal val="solid"/>
                                      </p:to>
                                    </p:set>
                                  </p:childTnLst>
                                </p:cTn>
                              </p:par>
                            </p:childTnLst>
                          </p:cTn>
                        </p:par>
                        <p:par>
                          <p:cTn id="2312" fill="hold">
                            <p:stCondLst>
                              <p:cond delay="3880"/>
                            </p:stCondLst>
                            <p:childTnLst>
                              <p:par>
                                <p:cTn id="2313" nodeType="afterEffect" fill="hold" presetClass="exit" presetID="1">
                                  <p:stCondLst>
                                    <p:cond delay="2500"/>
                                  </p:stCondLst>
                                  <p:iterate type="lt">
                                    <p:tmAbs val="0"/>
                                  </p:iterate>
                                  <p:childTnLst>
                                    <p:set>
                                      <p:cBhvr>
                                        <p:cTn id="2314" dur="1" fill="hold">
                                          <p:stCondLst>
                                            <p:cond delay="0"/>
                                          </p:stCondLst>
                                        </p:cTn>
                                        <p:tgtEl>
                                          <p:spTgt spid="852"/>
                                        </p:tgtEl>
                                        <p:attrNameLst>
                                          <p:attrName>style.visibility</p:attrName>
                                        </p:attrNameLst>
                                      </p:cBhvr>
                                      <p:to>
                                        <p:strVal val="hidden"/>
                                      </p:to>
                                    </p:set>
                                  </p:childTnLst>
                                </p:cTn>
                              </p:par>
                            </p:childTnLst>
                          </p:cTn>
                        </p:par>
                        <p:par>
                          <p:cTn id="2315" fill="hold">
                            <p:stCondLst>
                              <p:cond delay="6380"/>
                            </p:stCondLst>
                            <p:childTnLst>
                              <p:par>
                                <p:cTn id="2316" nodeType="afterEffect" fill="hold" presetClass="entr" presetID="27">
                                  <p:stCondLst>
                                    <p:cond delay="0"/>
                                  </p:stCondLst>
                                  <p:iterate type="lt">
                                    <p:tmAbs val="40"/>
                                  </p:iterate>
                                  <p:childTnLst>
                                    <p:set>
                                      <p:cBhvr>
                                        <p:cTn id="2317" dur="1" fill="hold">
                                          <p:stCondLst>
                                            <p:cond delay="0"/>
                                          </p:stCondLst>
                                        </p:cTn>
                                        <p:tgtEl>
                                          <p:spTgt spid="854"/>
                                        </p:tgtEl>
                                        <p:attrNameLst>
                                          <p:attrName>style.visibility</p:attrName>
                                        </p:attrNameLst>
                                      </p:cBhvr>
                                      <p:to>
                                        <p:strVal val="visible"/>
                                      </p:to>
                                    </p:set>
                                    <p:anim calcmode="discrete" valueType="clr">
                                      <p:cBhvr additive="repl">
                                        <p:cTn id="2318" dur="80"/>
                                        <p:tgtEl>
                                          <p:spTgt spid="854"/>
                                        </p:tgtEl>
                                        <p:attrNameLst>
                                          <p:attrName>style.color</p:attrName>
                                        </p:attrNameLst>
                                      </p:cBhvr>
                                      <p:tavLst>
                                        <p:tav tm="0">
                                          <p:val>
                                            <p:strVal val="rgb(-103,51,51)"/>
                                          </p:val>
                                        </p:tav>
                                        <p:tav tm="50000">
                                          <p:val>
                                            <p:strVal val="rgb(-103,-103,0)"/>
                                          </p:val>
                                        </p:tav>
                                      </p:tavLst>
                                    </p:anim>
                                    <p:anim calcmode="discrete" valueType="clr">
                                      <p:cBhvr additive="repl">
                                        <p:cTn id="2319" dur="80"/>
                                        <p:tgtEl>
                                          <p:spTgt spid="854"/>
                                        </p:tgtEl>
                                        <p:attrNameLst>
                                          <p:attrName>fillcolor</p:attrName>
                                        </p:attrNameLst>
                                      </p:cBhvr>
                                      <p:tavLst>
                                        <p:tav tm="0">
                                          <p:val>
                                            <p:strVal val="rgb(-103,51,51)"/>
                                          </p:val>
                                        </p:tav>
                                        <p:tav tm="50000">
                                          <p:val>
                                            <p:strVal val="rgb(-103,-103,0)"/>
                                          </p:val>
                                        </p:tav>
                                      </p:tavLst>
                                    </p:anim>
                                    <p:set>
                                      <p:cBhvr>
                                        <p:cTn id="2320" dur="80"/>
                                        <p:tgtEl>
                                          <p:spTgt spid="854"/>
                                        </p:tgtEl>
                                        <p:attrNameLst>
                                          <p:attrName>fill.type</p:attrName>
                                        </p:attrNameLst>
                                      </p:cBhvr>
                                      <p:to>
                                        <p:strVal val="solid"/>
                                      </p:to>
                                    </p:set>
                                  </p:childTnLst>
                                </p:cTn>
                              </p:par>
                            </p:childTnLst>
                          </p:cTn>
                        </p:par>
                        <p:par>
                          <p:cTn id="2321" fill="hold">
                            <p:stCondLst>
                              <p:cond delay="8900"/>
                            </p:stCondLst>
                            <p:childTnLst>
                              <p:par>
                                <p:cTn id="2322" nodeType="afterEffect" fill="hold" presetClass="exit" presetID="1">
                                  <p:stCondLst>
                                    <p:cond delay="1500"/>
                                  </p:stCondLst>
                                  <p:iterate type="lt">
                                    <p:tmAbs val="0"/>
                                  </p:iterate>
                                  <p:childTnLst>
                                    <p:set>
                                      <p:cBhvr>
                                        <p:cTn id="2323" dur="1" fill="hold">
                                          <p:stCondLst>
                                            <p:cond delay="0"/>
                                          </p:stCondLst>
                                        </p:cTn>
                                        <p:tgtEl>
                                          <p:spTgt spid="853"/>
                                        </p:tgtEl>
                                        <p:attrNameLst>
                                          <p:attrName>style.visibility</p:attrName>
                                        </p:attrNameLst>
                                      </p:cBhvr>
                                      <p:to>
                                        <p:strVal val="hidden"/>
                                      </p:to>
                                    </p:set>
                                  </p:childTnLst>
                                </p:cTn>
                              </p:par>
                            </p:childTnLst>
                          </p:cTn>
                        </p:par>
                        <p:par>
                          <p:cTn id="2324" fill="hold">
                            <p:stCondLst>
                              <p:cond delay="10400"/>
                            </p:stCondLst>
                            <p:childTnLst>
                              <p:par>
                                <p:cTn id="2325" nodeType="afterEffect" fill="hold" presetClass="entr" presetID="27">
                                  <p:stCondLst>
                                    <p:cond delay="0"/>
                                  </p:stCondLst>
                                  <p:iterate type="lt">
                                    <p:tmAbs val="40"/>
                                  </p:iterate>
                                  <p:childTnLst>
                                    <p:set>
                                      <p:cBhvr>
                                        <p:cTn id="2326" dur="1" fill="hold">
                                          <p:stCondLst>
                                            <p:cond delay="0"/>
                                          </p:stCondLst>
                                        </p:cTn>
                                        <p:tgtEl>
                                          <p:spTgt spid="855"/>
                                        </p:tgtEl>
                                        <p:attrNameLst>
                                          <p:attrName>style.visibility</p:attrName>
                                        </p:attrNameLst>
                                      </p:cBhvr>
                                      <p:to>
                                        <p:strVal val="visible"/>
                                      </p:to>
                                    </p:set>
                                    <p:anim calcmode="discrete" valueType="clr">
                                      <p:cBhvr additive="repl">
                                        <p:cTn id="2327" dur="80"/>
                                        <p:tgtEl>
                                          <p:spTgt spid="855"/>
                                        </p:tgtEl>
                                        <p:attrNameLst>
                                          <p:attrName>style.color</p:attrName>
                                        </p:attrNameLst>
                                      </p:cBhvr>
                                      <p:tavLst>
                                        <p:tav tm="0">
                                          <p:val>
                                            <p:strVal val="rgb(-103,51,51)"/>
                                          </p:val>
                                        </p:tav>
                                        <p:tav tm="50000">
                                          <p:val>
                                            <p:strVal val="rgb(-103,-103,0)"/>
                                          </p:val>
                                        </p:tav>
                                      </p:tavLst>
                                    </p:anim>
                                    <p:anim calcmode="discrete" valueType="clr">
                                      <p:cBhvr additive="repl">
                                        <p:cTn id="2328" dur="80"/>
                                        <p:tgtEl>
                                          <p:spTgt spid="855"/>
                                        </p:tgtEl>
                                        <p:attrNameLst>
                                          <p:attrName>fillcolor</p:attrName>
                                        </p:attrNameLst>
                                      </p:cBhvr>
                                      <p:tavLst>
                                        <p:tav tm="0">
                                          <p:val>
                                            <p:strVal val="rgb(-103,51,51)"/>
                                          </p:val>
                                        </p:tav>
                                        <p:tav tm="50000">
                                          <p:val>
                                            <p:strVal val="rgb(-103,-103,0)"/>
                                          </p:val>
                                        </p:tav>
                                      </p:tavLst>
                                    </p:anim>
                                    <p:set>
                                      <p:cBhvr>
                                        <p:cTn id="2329" dur="80"/>
                                        <p:tgtEl>
                                          <p:spTgt spid="85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56" name="" descr=""/>
          <p:cNvPicPr/>
          <p:nvPr/>
        </p:nvPicPr>
        <p:blipFill>
          <a:blip r:embed="rId1"/>
          <a:stretch/>
        </p:blipFill>
        <p:spPr>
          <a:xfrm>
            <a:off x="0" y="0"/>
            <a:ext cx="9144000" cy="6858000"/>
          </a:xfrm>
          <a:prstGeom prst="rect">
            <a:avLst/>
          </a:prstGeom>
          <a:ln w="0">
            <a:noFill/>
          </a:ln>
        </p:spPr>
      </p:pic>
      <p:sp>
        <p:nvSpPr>
          <p:cNvPr id="857" name=""/>
          <p:cNvSpPr/>
          <p:nvPr/>
        </p:nvSpPr>
        <p:spPr>
          <a:xfrm>
            <a:off x="5943600" y="15228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Mechanic</a:t>
            </a:r>
            <a:endParaRPr b="0" lang="en-US" sz="2000" spc="-1" strike="noStrike">
              <a:solidFill>
                <a:srgbClr val="000000"/>
              </a:solidFill>
              <a:latin typeface="Arial"/>
            </a:endParaRPr>
          </a:p>
        </p:txBody>
      </p:sp>
      <p:sp>
        <p:nvSpPr>
          <p:cNvPr id="858" name=""/>
          <p:cNvSpPr/>
          <p:nvPr/>
        </p:nvSpPr>
        <p:spPr>
          <a:xfrm>
            <a:off x="1981080" y="487692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859" name=""/>
          <p:cNvSpPr/>
          <p:nvPr/>
        </p:nvSpPr>
        <p:spPr>
          <a:xfrm>
            <a:off x="0" y="396252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1250</a:t>
            </a:r>
            <a:endParaRPr b="0" lang="en-US" sz="1600" spc="-1" strike="noStrike">
              <a:solidFill>
                <a:srgbClr val="000000"/>
              </a:solidFill>
              <a:latin typeface="Arial"/>
            </a:endParaRPr>
          </a:p>
        </p:txBody>
      </p:sp>
      <p:sp>
        <p:nvSpPr>
          <p:cNvPr id="860" name=""/>
          <p:cNvSpPr/>
          <p:nvPr/>
        </p:nvSpPr>
        <p:spPr>
          <a:xfrm>
            <a:off x="6934320" y="220968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SHOP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29500</a:t>
            </a:r>
            <a:endParaRPr b="0" lang="en-US" sz="1600" spc="-1" strike="noStrike">
              <a:solidFill>
                <a:srgbClr val="000000"/>
              </a:solidFill>
              <a:latin typeface="Arial"/>
            </a:endParaRPr>
          </a:p>
        </p:txBody>
      </p:sp>
      <p:sp>
        <p:nvSpPr>
          <p:cNvPr id="861" name=""/>
          <p:cNvSpPr/>
          <p:nvPr/>
        </p:nvSpPr>
        <p:spPr>
          <a:xfrm>
            <a:off x="1981080" y="5257800"/>
            <a:ext cx="518184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Just do it.</a:t>
            </a:r>
            <a:endParaRPr b="0" lang="en-US" sz="1600" spc="-1" strike="noStrike">
              <a:solidFill>
                <a:srgbClr val="000000"/>
              </a:solidFill>
              <a:latin typeface="Arial"/>
            </a:endParaRPr>
          </a:p>
        </p:txBody>
      </p:sp>
      <p:sp>
        <p:nvSpPr>
          <p:cNvPr id="862" name=""/>
          <p:cNvSpPr/>
          <p:nvPr/>
        </p:nvSpPr>
        <p:spPr>
          <a:xfrm>
            <a:off x="4343400" y="609480"/>
            <a:ext cx="48006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Allright, allright no problem.</a:t>
            </a:r>
            <a:endParaRPr b="0" lang="en-US" sz="1600" spc="-1" strike="noStrike">
              <a:solidFill>
                <a:srgbClr val="000000"/>
              </a:solidFill>
              <a:latin typeface="Arial"/>
            </a:endParaRPr>
          </a:p>
        </p:txBody>
      </p:sp>
    </p:spTree>
  </p:cSld>
  <p:timing>
    <p:tnLst>
      <p:par>
        <p:cTn id="2330" dur="indefinite" restart="never" nodeType="tmRoot">
          <p:childTnLst>
            <p:seq>
              <p:cTn id="2331" dur="indefinite" nodeType="mainSeq">
                <p:childTnLst>
                  <p:par>
                    <p:cTn id="2332" fill="hold">
                      <p:stCondLst>
                        <p:cond delay="0"/>
                      </p:stCondLst>
                      <p:childTnLst>
                        <p:par>
                          <p:cTn id="2333" fill="hold">
                            <p:stCondLst>
                              <p:cond delay="0"/>
                            </p:stCondLst>
                            <p:childTnLst>
                              <p:par>
                                <p:cTn id="2334" nodeType="afterEffect" fill="hold" presetClass="entr" presetID="27">
                                  <p:stCondLst>
                                    <p:cond delay="0"/>
                                  </p:stCondLst>
                                  <p:iterate type="lt">
                                    <p:tmAbs val="40"/>
                                  </p:iterate>
                                  <p:childTnLst>
                                    <p:set>
                                      <p:cBhvr>
                                        <p:cTn id="2335" dur="1" fill="hold">
                                          <p:stCondLst>
                                            <p:cond delay="0"/>
                                          </p:stCondLst>
                                        </p:cTn>
                                        <p:tgtEl>
                                          <p:spTgt spid="862"/>
                                        </p:tgtEl>
                                        <p:attrNameLst>
                                          <p:attrName>style.visibility</p:attrName>
                                        </p:attrNameLst>
                                      </p:cBhvr>
                                      <p:to>
                                        <p:strVal val="visible"/>
                                      </p:to>
                                    </p:set>
                                    <p:anim calcmode="discrete" valueType="clr">
                                      <p:cBhvr additive="repl">
                                        <p:cTn id="2336" dur="80"/>
                                        <p:tgtEl>
                                          <p:spTgt spid="862"/>
                                        </p:tgtEl>
                                        <p:attrNameLst>
                                          <p:attrName>style.color</p:attrName>
                                        </p:attrNameLst>
                                      </p:cBhvr>
                                      <p:tavLst>
                                        <p:tav tm="0">
                                          <p:val>
                                            <p:strVal val="rgb(-103,51,51)"/>
                                          </p:val>
                                        </p:tav>
                                        <p:tav tm="50000">
                                          <p:val>
                                            <p:strVal val="rgb(-103,-103,0)"/>
                                          </p:val>
                                        </p:tav>
                                      </p:tavLst>
                                    </p:anim>
                                    <p:anim calcmode="discrete" valueType="clr">
                                      <p:cBhvr additive="repl">
                                        <p:cTn id="2337" dur="80"/>
                                        <p:tgtEl>
                                          <p:spTgt spid="862"/>
                                        </p:tgtEl>
                                        <p:attrNameLst>
                                          <p:attrName>fillcolor</p:attrName>
                                        </p:attrNameLst>
                                      </p:cBhvr>
                                      <p:tavLst>
                                        <p:tav tm="0">
                                          <p:val>
                                            <p:strVal val="rgb(-103,51,51)"/>
                                          </p:val>
                                        </p:tav>
                                        <p:tav tm="50000">
                                          <p:val>
                                            <p:strVal val="rgb(-103,-103,0)"/>
                                          </p:val>
                                        </p:tav>
                                      </p:tavLst>
                                    </p:anim>
                                    <p:set>
                                      <p:cBhvr>
                                        <p:cTn id="2338" dur="80"/>
                                        <p:tgtEl>
                                          <p:spTgt spid="862"/>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63" name="" descr=""/>
          <p:cNvPicPr/>
          <p:nvPr/>
        </p:nvPicPr>
        <p:blipFill>
          <a:blip r:embed="rId1"/>
          <a:stretch/>
        </p:blipFill>
        <p:spPr>
          <a:xfrm>
            <a:off x="0" y="0"/>
            <a:ext cx="9144000" cy="6858000"/>
          </a:xfrm>
          <a:prstGeom prst="rect">
            <a:avLst/>
          </a:prstGeom>
          <a:ln w="0">
            <a:noFill/>
          </a:ln>
        </p:spPr>
      </p:pic>
      <p:sp>
        <p:nvSpPr>
          <p:cNvPr id="864" name=""/>
          <p:cNvSpPr/>
          <p:nvPr/>
        </p:nvSpPr>
        <p:spPr>
          <a:xfrm>
            <a:off x="5943600" y="15228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Mechanic</a:t>
            </a:r>
            <a:endParaRPr b="0" lang="en-US" sz="2000" spc="-1" strike="noStrike">
              <a:solidFill>
                <a:srgbClr val="000000"/>
              </a:solidFill>
              <a:latin typeface="Arial"/>
            </a:endParaRPr>
          </a:p>
        </p:txBody>
      </p:sp>
      <p:sp>
        <p:nvSpPr>
          <p:cNvPr id="865" name=""/>
          <p:cNvSpPr/>
          <p:nvPr/>
        </p:nvSpPr>
        <p:spPr>
          <a:xfrm>
            <a:off x="1981080" y="487692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866" name=""/>
          <p:cNvSpPr/>
          <p:nvPr/>
        </p:nvSpPr>
        <p:spPr>
          <a:xfrm>
            <a:off x="0" y="396252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1250</a:t>
            </a:r>
            <a:endParaRPr b="0" lang="en-US" sz="1600" spc="-1" strike="noStrike">
              <a:solidFill>
                <a:srgbClr val="000000"/>
              </a:solidFill>
              <a:latin typeface="Arial"/>
            </a:endParaRPr>
          </a:p>
        </p:txBody>
      </p:sp>
      <p:sp>
        <p:nvSpPr>
          <p:cNvPr id="867" name=""/>
          <p:cNvSpPr/>
          <p:nvPr/>
        </p:nvSpPr>
        <p:spPr>
          <a:xfrm>
            <a:off x="6934320" y="220968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SHOP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29500</a:t>
            </a:r>
            <a:endParaRPr b="0" lang="en-US" sz="1600" spc="-1" strike="noStrike">
              <a:solidFill>
                <a:srgbClr val="000000"/>
              </a:solidFill>
              <a:latin typeface="Arial"/>
            </a:endParaRPr>
          </a:p>
        </p:txBody>
      </p:sp>
      <p:sp>
        <p:nvSpPr>
          <p:cNvPr id="868" name=""/>
          <p:cNvSpPr/>
          <p:nvPr/>
        </p:nvSpPr>
        <p:spPr>
          <a:xfrm>
            <a:off x="1981080" y="5257800"/>
            <a:ext cx="518184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Just do it.</a:t>
            </a:r>
            <a:endParaRPr b="0" lang="en-US" sz="1600" spc="-1" strike="noStrike">
              <a:solidFill>
                <a:srgbClr val="000000"/>
              </a:solidFill>
              <a:latin typeface="Arial"/>
            </a:endParaRPr>
          </a:p>
        </p:txBody>
      </p:sp>
      <p:sp>
        <p:nvSpPr>
          <p:cNvPr id="869" name=""/>
          <p:cNvSpPr/>
          <p:nvPr/>
        </p:nvSpPr>
        <p:spPr>
          <a:xfrm>
            <a:off x="4343400" y="609480"/>
            <a:ext cx="48006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Allright, allright no problem.</a:t>
            </a:r>
            <a:endParaRPr b="0" lang="en-US" sz="1600" spc="-1" strike="noStrike">
              <a:solidFill>
                <a:srgbClr val="000000"/>
              </a:solidFill>
              <a:latin typeface="Arial"/>
            </a:endParaRPr>
          </a:p>
        </p:txBody>
      </p:sp>
      <p:sp>
        <p:nvSpPr>
          <p:cNvPr id="870" name=""/>
          <p:cNvSpPr/>
          <p:nvPr/>
        </p:nvSpPr>
        <p:spPr>
          <a:xfrm>
            <a:off x="1981080" y="5257800"/>
            <a:ext cx="518184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a:t>
            </a:r>
            <a:endParaRPr b="0" lang="en-US" sz="1600" spc="-1" strike="noStrike">
              <a:solidFill>
                <a:srgbClr val="000000"/>
              </a:solidFill>
              <a:latin typeface="Arial"/>
            </a:endParaRPr>
          </a:p>
        </p:txBody>
      </p:sp>
    </p:spTree>
  </p:cSld>
  <p:timing>
    <p:tnLst>
      <p:par>
        <p:cTn id="2339" dur="indefinite" restart="never" nodeType="tmRoot">
          <p:childTnLst>
            <p:seq>
              <p:cTn id="2340" dur="indefinite" nodeType="mainSeq">
                <p:childTnLst>
                  <p:par>
                    <p:cTn id="2341" fill="hold">
                      <p:stCondLst>
                        <p:cond delay="0"/>
                      </p:stCondLst>
                      <p:childTnLst>
                        <p:par>
                          <p:cTn id="2342" fill="hold">
                            <p:stCondLst>
                              <p:cond delay="0"/>
                            </p:stCondLst>
                            <p:childTnLst>
                              <p:par>
                                <p:cTn id="2343" nodeType="afterEffect" fill="hold" presetClass="exit" presetID="1">
                                  <p:stCondLst>
                                    <p:cond delay="1000"/>
                                  </p:stCondLst>
                                  <p:childTnLst>
                                    <p:set>
                                      <p:cBhvr>
                                        <p:cTn id="2344" dur="1" fill="hold">
                                          <p:stCondLst>
                                            <p:cond delay="0"/>
                                          </p:stCondLst>
                                        </p:cTn>
                                        <p:tgtEl>
                                          <p:spTgt spid="869"/>
                                        </p:tgtEl>
                                        <p:attrNameLst>
                                          <p:attrName>style.visibility</p:attrName>
                                        </p:attrNameLst>
                                      </p:cBhvr>
                                      <p:to>
                                        <p:strVal val="hidden"/>
                                      </p:to>
                                    </p:set>
                                  </p:childTnLst>
                                </p:cTn>
                              </p:par>
                            </p:childTnLst>
                          </p:cTn>
                        </p:par>
                        <p:par>
                          <p:cTn id="2345" fill="hold">
                            <p:stCondLst>
                              <p:cond delay="1000"/>
                            </p:stCondLst>
                            <p:childTnLst>
                              <p:par>
                                <p:cTn id="2346" nodeType="afterEffect" fill="hold" presetClass="exit" presetID="1">
                                  <p:stCondLst>
                                    <p:cond delay="0"/>
                                  </p:stCondLst>
                                  <p:childTnLst>
                                    <p:set>
                                      <p:cBhvr>
                                        <p:cTn id="2347" dur="1" fill="hold">
                                          <p:stCondLst>
                                            <p:cond delay="0"/>
                                          </p:stCondLst>
                                        </p:cTn>
                                        <p:tgtEl>
                                          <p:spTgt spid="868"/>
                                        </p:tgtEl>
                                        <p:attrNameLst>
                                          <p:attrName>style.visibility</p:attrName>
                                        </p:attrNameLst>
                                      </p:cBhvr>
                                      <p:to>
                                        <p:strVal val="hidden"/>
                                      </p:to>
                                    </p:set>
                                  </p:childTnLst>
                                </p:cTn>
                              </p:par>
                            </p:childTnLst>
                          </p:cTn>
                        </p:par>
                        <p:par>
                          <p:cTn id="2348" fill="hold">
                            <p:stCondLst>
                              <p:cond delay="1000"/>
                            </p:stCondLst>
                            <p:childTnLst>
                              <p:par>
                                <p:cTn id="2349" nodeType="afterEffect" fill="hold" presetClass="entr" presetID="27">
                                  <p:stCondLst>
                                    <p:cond delay="3500"/>
                                  </p:stCondLst>
                                  <p:iterate type="lt">
                                    <p:tmAbs val="40"/>
                                  </p:iterate>
                                  <p:childTnLst>
                                    <p:set>
                                      <p:cBhvr>
                                        <p:cTn id="2350" dur="1" fill="hold">
                                          <p:stCondLst>
                                            <p:cond delay="0"/>
                                          </p:stCondLst>
                                        </p:cTn>
                                        <p:tgtEl>
                                          <p:spTgt spid="870"/>
                                        </p:tgtEl>
                                        <p:attrNameLst>
                                          <p:attrName>style.visibility</p:attrName>
                                        </p:attrNameLst>
                                      </p:cBhvr>
                                      <p:to>
                                        <p:strVal val="visible"/>
                                      </p:to>
                                    </p:set>
                                    <p:anim calcmode="discrete" valueType="clr">
                                      <p:cBhvr additive="repl">
                                        <p:cTn id="2351" dur="80"/>
                                        <p:tgtEl>
                                          <p:spTgt spid="870"/>
                                        </p:tgtEl>
                                        <p:attrNameLst>
                                          <p:attrName>style.color</p:attrName>
                                        </p:attrNameLst>
                                      </p:cBhvr>
                                      <p:tavLst>
                                        <p:tav tm="0">
                                          <p:val>
                                            <p:strVal val="rgb(-103,51,51)"/>
                                          </p:val>
                                        </p:tav>
                                        <p:tav tm="50000">
                                          <p:val>
                                            <p:strVal val="rgb(-103,-103,0)"/>
                                          </p:val>
                                        </p:tav>
                                      </p:tavLst>
                                    </p:anim>
                                    <p:anim calcmode="discrete" valueType="clr">
                                      <p:cBhvr additive="repl">
                                        <p:cTn id="2352" dur="80"/>
                                        <p:tgtEl>
                                          <p:spTgt spid="870"/>
                                        </p:tgtEl>
                                        <p:attrNameLst>
                                          <p:attrName>fillcolor</p:attrName>
                                        </p:attrNameLst>
                                      </p:cBhvr>
                                      <p:tavLst>
                                        <p:tav tm="0">
                                          <p:val>
                                            <p:strVal val="rgb(-103,51,51)"/>
                                          </p:val>
                                        </p:tav>
                                        <p:tav tm="50000">
                                          <p:val>
                                            <p:strVal val="rgb(-103,-103,0)"/>
                                          </p:val>
                                        </p:tav>
                                      </p:tavLst>
                                    </p:anim>
                                    <p:set>
                                      <p:cBhvr>
                                        <p:cTn id="2353" dur="80"/>
                                        <p:tgtEl>
                                          <p:spTgt spid="870"/>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71" name="" descr=""/>
          <p:cNvPicPr/>
          <p:nvPr/>
        </p:nvPicPr>
        <p:blipFill>
          <a:blip r:embed="rId1"/>
          <a:stretch/>
        </p:blipFill>
        <p:spPr>
          <a:xfrm>
            <a:off x="0" y="0"/>
            <a:ext cx="9144000" cy="6858000"/>
          </a:xfrm>
          <a:prstGeom prst="rect">
            <a:avLst/>
          </a:prstGeom>
          <a:ln w="0">
            <a:noFill/>
          </a:ln>
        </p:spPr>
      </p:pic>
      <p:sp>
        <p:nvSpPr>
          <p:cNvPr id="872" name=""/>
          <p:cNvSpPr/>
          <p:nvPr/>
        </p:nvSpPr>
        <p:spPr>
          <a:xfrm>
            <a:off x="5943600" y="15228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Mechanic</a:t>
            </a:r>
            <a:endParaRPr b="0" lang="en-US" sz="2000" spc="-1" strike="noStrike">
              <a:solidFill>
                <a:srgbClr val="000000"/>
              </a:solidFill>
              <a:latin typeface="Arial"/>
            </a:endParaRPr>
          </a:p>
        </p:txBody>
      </p:sp>
      <p:sp>
        <p:nvSpPr>
          <p:cNvPr id="873" name=""/>
          <p:cNvSpPr/>
          <p:nvPr/>
        </p:nvSpPr>
        <p:spPr>
          <a:xfrm>
            <a:off x="1981080" y="487692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874" name=""/>
          <p:cNvSpPr/>
          <p:nvPr/>
        </p:nvSpPr>
        <p:spPr>
          <a:xfrm>
            <a:off x="0" y="396252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1250</a:t>
            </a:r>
            <a:endParaRPr b="0" lang="en-US" sz="1600" spc="-1" strike="noStrike">
              <a:solidFill>
                <a:srgbClr val="000000"/>
              </a:solidFill>
              <a:latin typeface="Arial"/>
            </a:endParaRPr>
          </a:p>
        </p:txBody>
      </p:sp>
      <p:sp>
        <p:nvSpPr>
          <p:cNvPr id="875" name=""/>
          <p:cNvSpPr/>
          <p:nvPr/>
        </p:nvSpPr>
        <p:spPr>
          <a:xfrm>
            <a:off x="6934320" y="220968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SHOP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29500</a:t>
            </a:r>
            <a:endParaRPr b="0" lang="en-US" sz="1600" spc="-1" strike="noStrike">
              <a:solidFill>
                <a:srgbClr val="000000"/>
              </a:solidFill>
              <a:latin typeface="Arial"/>
            </a:endParaRPr>
          </a:p>
        </p:txBody>
      </p:sp>
      <p:sp>
        <p:nvSpPr>
          <p:cNvPr id="876" name=""/>
          <p:cNvSpPr/>
          <p:nvPr/>
        </p:nvSpPr>
        <p:spPr>
          <a:xfrm>
            <a:off x="3886200" y="609480"/>
            <a:ext cx="48006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Hmm… It’ll be about… 1200 credits.</a:t>
            </a:r>
            <a:endParaRPr b="0" lang="en-US" sz="1600" spc="-1" strike="noStrike">
              <a:solidFill>
                <a:srgbClr val="000000"/>
              </a:solidFill>
              <a:latin typeface="Arial"/>
            </a:endParaRPr>
          </a:p>
        </p:txBody>
      </p:sp>
      <p:sp>
        <p:nvSpPr>
          <p:cNvPr id="877" name=""/>
          <p:cNvSpPr/>
          <p:nvPr/>
        </p:nvSpPr>
        <p:spPr>
          <a:xfrm>
            <a:off x="1981080" y="5257800"/>
            <a:ext cx="48006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1200 credits????</a:t>
            </a:r>
            <a:endParaRPr b="0" lang="en-US" sz="1600" spc="-1" strike="noStrike">
              <a:solidFill>
                <a:srgbClr val="000000"/>
              </a:solidFill>
              <a:latin typeface="Arial"/>
            </a:endParaRPr>
          </a:p>
        </p:txBody>
      </p:sp>
      <p:sp>
        <p:nvSpPr>
          <p:cNvPr id="878" name=""/>
          <p:cNvSpPr/>
          <p:nvPr/>
        </p:nvSpPr>
        <p:spPr>
          <a:xfrm>
            <a:off x="2514600" y="60948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Well, you can pay now, or you can pay after the job.</a:t>
            </a:r>
            <a:endParaRPr b="0" lang="en-US" sz="1600" spc="-1" strike="noStrike">
              <a:solidFill>
                <a:srgbClr val="000000"/>
              </a:solidFill>
              <a:latin typeface="Arial"/>
            </a:endParaRPr>
          </a:p>
        </p:txBody>
      </p:sp>
      <p:sp>
        <p:nvSpPr>
          <p:cNvPr id="879" name=""/>
          <p:cNvSpPr/>
          <p:nvPr/>
        </p:nvSpPr>
        <p:spPr>
          <a:xfrm>
            <a:off x="1981080" y="5257800"/>
            <a:ext cx="48006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I guess I’ll pay now…</a:t>
            </a:r>
            <a:endParaRPr b="0" lang="en-US" sz="1600" spc="-1" strike="noStrike">
              <a:solidFill>
                <a:srgbClr val="000000"/>
              </a:solidFill>
              <a:latin typeface="Arial"/>
            </a:endParaRPr>
          </a:p>
        </p:txBody>
      </p:sp>
      <p:sp>
        <p:nvSpPr>
          <p:cNvPr id="880" name=""/>
          <p:cNvSpPr/>
          <p:nvPr/>
        </p:nvSpPr>
        <p:spPr>
          <a:xfrm>
            <a:off x="-762120" y="4114800"/>
            <a:ext cx="76212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0000"/>
                </a:solidFill>
                <a:latin typeface="Arial"/>
              </a:rPr>
              <a:t>-1200</a:t>
            </a:r>
            <a:endParaRPr b="0" lang="en-US" sz="1600" spc="-1" strike="noStrike">
              <a:solidFill>
                <a:srgbClr val="000000"/>
              </a:solidFill>
              <a:latin typeface="Arial"/>
            </a:endParaRPr>
          </a:p>
        </p:txBody>
      </p:sp>
      <p:sp>
        <p:nvSpPr>
          <p:cNvPr id="881" name=""/>
          <p:cNvSpPr/>
          <p:nvPr/>
        </p:nvSpPr>
        <p:spPr>
          <a:xfrm>
            <a:off x="9144000" y="2209680"/>
            <a:ext cx="1600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0000"/>
                </a:solidFill>
                <a:latin typeface="Arial"/>
              </a:rPr>
              <a:t>+1200</a:t>
            </a:r>
            <a:endParaRPr b="0" lang="en-US" sz="1600" spc="-1" strike="noStrike">
              <a:solidFill>
                <a:srgbClr val="000000"/>
              </a:solidFill>
              <a:latin typeface="Arial"/>
            </a:endParaRPr>
          </a:p>
        </p:txBody>
      </p:sp>
      <p:sp>
        <p:nvSpPr>
          <p:cNvPr id="882" name=""/>
          <p:cNvSpPr/>
          <p:nvPr/>
        </p:nvSpPr>
        <p:spPr>
          <a:xfrm>
            <a:off x="0" y="4191120"/>
            <a:ext cx="1143000" cy="33768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50</a:t>
            </a:r>
            <a:endParaRPr b="0" lang="en-US" sz="1600" spc="-1" strike="noStrike">
              <a:solidFill>
                <a:srgbClr val="000000"/>
              </a:solidFill>
              <a:latin typeface="Arial"/>
            </a:endParaRPr>
          </a:p>
        </p:txBody>
      </p:sp>
      <p:sp>
        <p:nvSpPr>
          <p:cNvPr id="883" name=""/>
          <p:cNvSpPr/>
          <p:nvPr/>
        </p:nvSpPr>
        <p:spPr>
          <a:xfrm>
            <a:off x="6934320" y="2514600"/>
            <a:ext cx="1143000" cy="33768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30700</a:t>
            </a:r>
            <a:endParaRPr b="0" lang="en-US" sz="1600" spc="-1" strike="noStrike">
              <a:solidFill>
                <a:srgbClr val="000000"/>
              </a:solidFill>
              <a:latin typeface="Arial"/>
            </a:endParaRPr>
          </a:p>
        </p:txBody>
      </p:sp>
    </p:spTree>
  </p:cSld>
  <p:timing>
    <p:tnLst>
      <p:par>
        <p:cTn id="2354" dur="indefinite" restart="never" nodeType="tmRoot">
          <p:childTnLst>
            <p:seq>
              <p:cTn id="2355" dur="indefinite" nodeType="mainSeq">
                <p:childTnLst>
                  <p:par>
                    <p:cTn id="2356" fill="hold">
                      <p:stCondLst>
                        <p:cond delay="0"/>
                      </p:stCondLst>
                      <p:childTnLst>
                        <p:par>
                          <p:cTn id="2357" fill="hold">
                            <p:stCondLst>
                              <p:cond delay="0"/>
                            </p:stCondLst>
                            <p:childTnLst>
                              <p:par>
                                <p:cTn id="2358" nodeType="afterEffect" fill="hold" presetClass="entr" presetID="27">
                                  <p:stCondLst>
                                    <p:cond delay="1500"/>
                                  </p:stCondLst>
                                  <p:iterate type="lt">
                                    <p:tmAbs val="40"/>
                                  </p:iterate>
                                  <p:childTnLst>
                                    <p:set>
                                      <p:cBhvr>
                                        <p:cTn id="2359" dur="1" fill="hold">
                                          <p:stCondLst>
                                            <p:cond delay="0"/>
                                          </p:stCondLst>
                                        </p:cTn>
                                        <p:tgtEl>
                                          <p:spTgt spid="876"/>
                                        </p:tgtEl>
                                        <p:attrNameLst>
                                          <p:attrName>style.visibility</p:attrName>
                                        </p:attrNameLst>
                                      </p:cBhvr>
                                      <p:to>
                                        <p:strVal val="visible"/>
                                      </p:to>
                                    </p:set>
                                    <p:anim calcmode="discrete" valueType="clr">
                                      <p:cBhvr additive="repl">
                                        <p:cTn id="2360" dur="80"/>
                                        <p:tgtEl>
                                          <p:spTgt spid="876"/>
                                        </p:tgtEl>
                                        <p:attrNameLst>
                                          <p:attrName>style.color</p:attrName>
                                        </p:attrNameLst>
                                      </p:cBhvr>
                                      <p:tavLst>
                                        <p:tav tm="0">
                                          <p:val>
                                            <p:strVal val="rgb(-103,51,51)"/>
                                          </p:val>
                                        </p:tav>
                                        <p:tav tm="50000">
                                          <p:val>
                                            <p:strVal val="rgb(-103,-103,0)"/>
                                          </p:val>
                                        </p:tav>
                                      </p:tavLst>
                                    </p:anim>
                                    <p:anim calcmode="discrete" valueType="clr">
                                      <p:cBhvr additive="repl">
                                        <p:cTn id="2361" dur="80"/>
                                        <p:tgtEl>
                                          <p:spTgt spid="876"/>
                                        </p:tgtEl>
                                        <p:attrNameLst>
                                          <p:attrName>fillcolor</p:attrName>
                                        </p:attrNameLst>
                                      </p:cBhvr>
                                      <p:tavLst>
                                        <p:tav tm="0">
                                          <p:val>
                                            <p:strVal val="rgb(-103,51,51)"/>
                                          </p:val>
                                        </p:tav>
                                        <p:tav tm="50000">
                                          <p:val>
                                            <p:strVal val="rgb(-103,-103,0)"/>
                                          </p:val>
                                        </p:tav>
                                      </p:tavLst>
                                    </p:anim>
                                    <p:set>
                                      <p:cBhvr>
                                        <p:cTn id="2362" dur="80"/>
                                        <p:tgtEl>
                                          <p:spTgt spid="876"/>
                                        </p:tgtEl>
                                        <p:attrNameLst>
                                          <p:attrName>fill.type</p:attrName>
                                        </p:attrNameLst>
                                      </p:cBhvr>
                                      <p:to>
                                        <p:strVal val="solid"/>
                                      </p:to>
                                    </p:set>
                                  </p:childTnLst>
                                </p:cTn>
                              </p:par>
                            </p:childTnLst>
                          </p:cTn>
                        </p:par>
                        <p:par>
                          <p:cTn id="2363" fill="hold">
                            <p:stCondLst>
                              <p:cond delay="2700"/>
                            </p:stCondLst>
                            <p:childTnLst>
                              <p:par>
                                <p:cTn id="2364" nodeType="afterEffect" fill="hold" presetClass="entr" presetID="27">
                                  <p:stCondLst>
                                    <p:cond delay="1000"/>
                                  </p:stCondLst>
                                  <p:iterate type="lt">
                                    <p:tmAbs val="40"/>
                                  </p:iterate>
                                  <p:childTnLst>
                                    <p:set>
                                      <p:cBhvr>
                                        <p:cTn id="2365" dur="1" fill="hold">
                                          <p:stCondLst>
                                            <p:cond delay="0"/>
                                          </p:stCondLst>
                                        </p:cTn>
                                        <p:tgtEl>
                                          <p:spTgt spid="877"/>
                                        </p:tgtEl>
                                        <p:attrNameLst>
                                          <p:attrName>style.visibility</p:attrName>
                                        </p:attrNameLst>
                                      </p:cBhvr>
                                      <p:to>
                                        <p:strVal val="visible"/>
                                      </p:to>
                                    </p:set>
                                    <p:anim calcmode="discrete" valueType="clr">
                                      <p:cBhvr additive="repl">
                                        <p:cTn id="2366" dur="80"/>
                                        <p:tgtEl>
                                          <p:spTgt spid="877"/>
                                        </p:tgtEl>
                                        <p:attrNameLst>
                                          <p:attrName>style.color</p:attrName>
                                        </p:attrNameLst>
                                      </p:cBhvr>
                                      <p:tavLst>
                                        <p:tav tm="0">
                                          <p:val>
                                            <p:strVal val="rgb(-103,51,51)"/>
                                          </p:val>
                                        </p:tav>
                                        <p:tav tm="50000">
                                          <p:val>
                                            <p:strVal val="rgb(-103,-103,0)"/>
                                          </p:val>
                                        </p:tav>
                                      </p:tavLst>
                                    </p:anim>
                                    <p:anim calcmode="discrete" valueType="clr">
                                      <p:cBhvr additive="repl">
                                        <p:cTn id="2367" dur="80"/>
                                        <p:tgtEl>
                                          <p:spTgt spid="877"/>
                                        </p:tgtEl>
                                        <p:attrNameLst>
                                          <p:attrName>fillcolor</p:attrName>
                                        </p:attrNameLst>
                                      </p:cBhvr>
                                      <p:tavLst>
                                        <p:tav tm="0">
                                          <p:val>
                                            <p:strVal val="rgb(-103,51,51)"/>
                                          </p:val>
                                        </p:tav>
                                        <p:tav tm="50000">
                                          <p:val>
                                            <p:strVal val="rgb(-103,-103,0)"/>
                                          </p:val>
                                        </p:tav>
                                      </p:tavLst>
                                    </p:anim>
                                    <p:set>
                                      <p:cBhvr>
                                        <p:cTn id="2368" dur="80"/>
                                        <p:tgtEl>
                                          <p:spTgt spid="877"/>
                                        </p:tgtEl>
                                        <p:attrNameLst>
                                          <p:attrName>fill.type</p:attrName>
                                        </p:attrNameLst>
                                      </p:cBhvr>
                                      <p:to>
                                        <p:strVal val="solid"/>
                                      </p:to>
                                    </p:set>
                                  </p:childTnLst>
                                </p:cTn>
                              </p:par>
                            </p:childTnLst>
                          </p:cTn>
                        </p:par>
                        <p:par>
                          <p:cTn id="2369" fill="hold">
                            <p:stCondLst>
                              <p:cond delay="4340"/>
                            </p:stCondLst>
                            <p:childTnLst>
                              <p:par>
                                <p:cTn id="2370" nodeType="afterEffect" fill="hold" presetClass="exit" presetID="1">
                                  <p:stCondLst>
                                    <p:cond delay="2500"/>
                                  </p:stCondLst>
                                  <p:iterate type="lt">
                                    <p:tmAbs val="0"/>
                                  </p:iterate>
                                  <p:childTnLst>
                                    <p:set>
                                      <p:cBhvr>
                                        <p:cTn id="2371" dur="1" fill="hold">
                                          <p:stCondLst>
                                            <p:cond delay="0"/>
                                          </p:stCondLst>
                                        </p:cTn>
                                        <p:tgtEl>
                                          <p:spTgt spid="876"/>
                                        </p:tgtEl>
                                        <p:attrNameLst>
                                          <p:attrName>style.visibility</p:attrName>
                                        </p:attrNameLst>
                                      </p:cBhvr>
                                      <p:to>
                                        <p:strVal val="hidden"/>
                                      </p:to>
                                    </p:set>
                                  </p:childTnLst>
                                </p:cTn>
                              </p:par>
                            </p:childTnLst>
                          </p:cTn>
                        </p:par>
                        <p:par>
                          <p:cTn id="2372" fill="hold">
                            <p:stCondLst>
                              <p:cond delay="6840"/>
                            </p:stCondLst>
                            <p:childTnLst>
                              <p:par>
                                <p:cTn id="2373" nodeType="afterEffect" fill="hold" presetClass="entr" presetID="27">
                                  <p:stCondLst>
                                    <p:cond delay="0"/>
                                  </p:stCondLst>
                                  <p:iterate type="lt">
                                    <p:tmAbs val="40"/>
                                  </p:iterate>
                                  <p:childTnLst>
                                    <p:set>
                                      <p:cBhvr>
                                        <p:cTn id="2374" dur="1" fill="hold">
                                          <p:stCondLst>
                                            <p:cond delay="0"/>
                                          </p:stCondLst>
                                        </p:cTn>
                                        <p:tgtEl>
                                          <p:spTgt spid="878"/>
                                        </p:tgtEl>
                                        <p:attrNameLst>
                                          <p:attrName>style.visibility</p:attrName>
                                        </p:attrNameLst>
                                      </p:cBhvr>
                                      <p:to>
                                        <p:strVal val="visible"/>
                                      </p:to>
                                    </p:set>
                                    <p:anim calcmode="discrete" valueType="clr">
                                      <p:cBhvr additive="repl">
                                        <p:cTn id="2375" dur="80"/>
                                        <p:tgtEl>
                                          <p:spTgt spid="878"/>
                                        </p:tgtEl>
                                        <p:attrNameLst>
                                          <p:attrName>style.color</p:attrName>
                                        </p:attrNameLst>
                                      </p:cBhvr>
                                      <p:tavLst>
                                        <p:tav tm="0">
                                          <p:val>
                                            <p:strVal val="rgb(-103,51,51)"/>
                                          </p:val>
                                        </p:tav>
                                        <p:tav tm="50000">
                                          <p:val>
                                            <p:strVal val="rgb(-103,-103,0)"/>
                                          </p:val>
                                        </p:tav>
                                      </p:tavLst>
                                    </p:anim>
                                    <p:anim calcmode="discrete" valueType="clr">
                                      <p:cBhvr additive="repl">
                                        <p:cTn id="2376" dur="80"/>
                                        <p:tgtEl>
                                          <p:spTgt spid="878"/>
                                        </p:tgtEl>
                                        <p:attrNameLst>
                                          <p:attrName>fillcolor</p:attrName>
                                        </p:attrNameLst>
                                      </p:cBhvr>
                                      <p:tavLst>
                                        <p:tav tm="0">
                                          <p:val>
                                            <p:strVal val="rgb(-103,51,51)"/>
                                          </p:val>
                                        </p:tav>
                                        <p:tav tm="50000">
                                          <p:val>
                                            <p:strVal val="rgb(-103,-103,0)"/>
                                          </p:val>
                                        </p:tav>
                                      </p:tavLst>
                                    </p:anim>
                                    <p:set>
                                      <p:cBhvr>
                                        <p:cTn id="2377" dur="80"/>
                                        <p:tgtEl>
                                          <p:spTgt spid="878"/>
                                        </p:tgtEl>
                                        <p:attrNameLst>
                                          <p:attrName>fill.type</p:attrName>
                                        </p:attrNameLst>
                                      </p:cBhvr>
                                      <p:to>
                                        <p:strVal val="solid"/>
                                      </p:to>
                                    </p:set>
                                  </p:childTnLst>
                                </p:cTn>
                              </p:par>
                            </p:childTnLst>
                          </p:cTn>
                        </p:par>
                        <p:par>
                          <p:cTn id="2378" fill="hold">
                            <p:stCondLst>
                              <p:cond delay="8520"/>
                            </p:stCondLst>
                            <p:childTnLst>
                              <p:par>
                                <p:cTn id="2379" nodeType="afterEffect" fill="hold" presetClass="exit" presetID="1">
                                  <p:stCondLst>
                                    <p:cond delay="1500"/>
                                  </p:stCondLst>
                                  <p:iterate type="lt">
                                    <p:tmAbs val="0"/>
                                  </p:iterate>
                                  <p:childTnLst>
                                    <p:set>
                                      <p:cBhvr>
                                        <p:cTn id="2380" dur="1" fill="hold">
                                          <p:stCondLst>
                                            <p:cond delay="0"/>
                                          </p:stCondLst>
                                        </p:cTn>
                                        <p:tgtEl>
                                          <p:spTgt spid="877"/>
                                        </p:tgtEl>
                                        <p:attrNameLst>
                                          <p:attrName>style.visibility</p:attrName>
                                        </p:attrNameLst>
                                      </p:cBhvr>
                                      <p:to>
                                        <p:strVal val="hidden"/>
                                      </p:to>
                                    </p:set>
                                  </p:childTnLst>
                                </p:cTn>
                              </p:par>
                            </p:childTnLst>
                          </p:cTn>
                        </p:par>
                        <p:par>
                          <p:cTn id="2381" fill="hold">
                            <p:stCondLst>
                              <p:cond delay="10020"/>
                            </p:stCondLst>
                            <p:childTnLst>
                              <p:par>
                                <p:cTn id="2382" nodeType="afterEffect" fill="hold" presetClass="entr" presetID="27">
                                  <p:stCondLst>
                                    <p:cond delay="0"/>
                                  </p:stCondLst>
                                  <p:iterate type="lt">
                                    <p:tmAbs val="40"/>
                                  </p:iterate>
                                  <p:childTnLst>
                                    <p:set>
                                      <p:cBhvr>
                                        <p:cTn id="2383" dur="1" fill="hold">
                                          <p:stCondLst>
                                            <p:cond delay="0"/>
                                          </p:stCondLst>
                                        </p:cTn>
                                        <p:tgtEl>
                                          <p:spTgt spid="879"/>
                                        </p:tgtEl>
                                        <p:attrNameLst>
                                          <p:attrName>style.visibility</p:attrName>
                                        </p:attrNameLst>
                                      </p:cBhvr>
                                      <p:to>
                                        <p:strVal val="visible"/>
                                      </p:to>
                                    </p:set>
                                    <p:anim calcmode="discrete" valueType="clr">
                                      <p:cBhvr additive="repl">
                                        <p:cTn id="2384" dur="80"/>
                                        <p:tgtEl>
                                          <p:spTgt spid="879"/>
                                        </p:tgtEl>
                                        <p:attrNameLst>
                                          <p:attrName>style.color</p:attrName>
                                        </p:attrNameLst>
                                      </p:cBhvr>
                                      <p:tavLst>
                                        <p:tav tm="0">
                                          <p:val>
                                            <p:strVal val="rgb(-103,51,51)"/>
                                          </p:val>
                                        </p:tav>
                                        <p:tav tm="50000">
                                          <p:val>
                                            <p:strVal val="rgb(-103,-103,0)"/>
                                          </p:val>
                                        </p:tav>
                                      </p:tavLst>
                                    </p:anim>
                                    <p:anim calcmode="discrete" valueType="clr">
                                      <p:cBhvr additive="repl">
                                        <p:cTn id="2385" dur="80"/>
                                        <p:tgtEl>
                                          <p:spTgt spid="879"/>
                                        </p:tgtEl>
                                        <p:attrNameLst>
                                          <p:attrName>fillcolor</p:attrName>
                                        </p:attrNameLst>
                                      </p:cBhvr>
                                      <p:tavLst>
                                        <p:tav tm="0">
                                          <p:val>
                                            <p:strVal val="rgb(-103,51,51)"/>
                                          </p:val>
                                        </p:tav>
                                        <p:tav tm="50000">
                                          <p:val>
                                            <p:strVal val="rgb(-103,-103,0)"/>
                                          </p:val>
                                        </p:tav>
                                      </p:tavLst>
                                    </p:anim>
                                    <p:set>
                                      <p:cBhvr>
                                        <p:cTn id="2386" dur="80"/>
                                        <p:tgtEl>
                                          <p:spTgt spid="879"/>
                                        </p:tgtEl>
                                        <p:attrNameLst>
                                          <p:attrName>fill.type</p:attrName>
                                        </p:attrNameLst>
                                      </p:cBhvr>
                                      <p:to>
                                        <p:strVal val="solid"/>
                                      </p:to>
                                    </p:set>
                                  </p:childTnLst>
                                </p:cTn>
                              </p:par>
                            </p:childTnLst>
                          </p:cTn>
                        </p:par>
                        <p:par>
                          <p:cTn id="2387" fill="hold">
                            <p:stCondLst>
                              <p:cond delay="10740"/>
                            </p:stCondLst>
                            <p:childTnLst>
                              <p:par>
                                <p:cTn id="2388" nodeType="afterEffect" fill="hold" presetClass="path" presetID="0">
                                  <p:stCondLst>
                                    <p:cond delay="2000"/>
                                  </p:stCondLst>
                                  <p:childTnLst>
                                    <p:audio isNarration="0">
                                      <p:cMediaNode showWhenStopped="1">
                                        <p:cTn/>
                                        <p:tgtEl>
                                          <p:sndTgt r:embed="rId2" name="cashreg.wav"/>
                                        </p:tgtEl>
                                      </p:cMediaNode>
                                    </p:audio>
                                    <p:animMotion origin="layout" path="M 0.08334 0.01988 L 0.08334 -0.1244 E">
                                      <p:cBhvr>
                                        <p:cTn id="2389" dur="1000" fill="hold"/>
                                        <p:tgtEl>
                                          <p:spTgt spid="880"/>
                                        </p:tgtEl>
                                      </p:cBhvr>
                                    </p:animMotion>
                                  </p:childTnLst>
                                </p:cTn>
                              </p:par>
                              <p:par>
                                <p:cTn id="2390" nodeType="withEffect" fill="hold" presetClass="path" presetID="0">
                                  <p:stCondLst>
                                    <p:cond delay="2000"/>
                                  </p:stCondLst>
                                  <p:childTnLst>
                                    <p:animMotion origin="layout" path="M -0.2125 0.03098 L -0.2125 0.10867 E">
                                      <p:cBhvr>
                                        <p:cTn id="2391" dur="1000" fill="hold"/>
                                        <p:tgtEl>
                                          <p:spTgt spid="881"/>
                                        </p:tgtEl>
                                      </p:cBhvr>
                                    </p:animMotion>
                                  </p:childTnLst>
                                </p:cTn>
                              </p:par>
                              <p:par>
                                <p:cTn id="2392" nodeType="withEffect" fill="hold" presetClass="entr" presetID="1">
                                  <p:stCondLst>
                                    <p:cond delay="2000"/>
                                  </p:stCondLst>
                                  <p:childTnLst>
                                    <p:set>
                                      <p:cBhvr>
                                        <p:cTn id="2393" dur="1" fill="hold">
                                          <p:stCondLst>
                                            <p:cond delay="0"/>
                                          </p:stCondLst>
                                        </p:cTn>
                                        <p:tgtEl>
                                          <p:spTgt spid="882"/>
                                        </p:tgtEl>
                                        <p:attrNameLst>
                                          <p:attrName>style.visibility</p:attrName>
                                        </p:attrNameLst>
                                      </p:cBhvr>
                                      <p:to>
                                        <p:strVal val="visible"/>
                                      </p:to>
                                    </p:set>
                                  </p:childTnLst>
                                </p:cTn>
                              </p:par>
                              <p:par>
                                <p:cTn id="2394" nodeType="withEffect" fill="hold" presetClass="entr" presetID="27">
                                  <p:stCondLst>
                                    <p:cond delay="2000"/>
                                  </p:stCondLst>
                                  <p:iterate type="lt">
                                    <p:tmAbs val="50"/>
                                  </p:iterate>
                                  <p:childTnLst>
                                    <p:set>
                                      <p:cBhvr>
                                        <p:cTn id="2395" dur="1" fill="hold">
                                          <p:stCondLst>
                                            <p:cond delay="0"/>
                                          </p:stCondLst>
                                        </p:cTn>
                                        <p:tgtEl>
                                          <p:spTgt spid="882">
                                            <p:txEl>
                                              <p:pRg st="0" end="0"/>
                                            </p:txEl>
                                          </p:spTgt>
                                        </p:tgtEl>
                                        <p:attrNameLst>
                                          <p:attrName>style.visibility</p:attrName>
                                        </p:attrNameLst>
                                      </p:cBhvr>
                                      <p:to>
                                        <p:strVal val="visible"/>
                                      </p:to>
                                    </p:set>
                                    <p:anim calcmode="discrete" valueType="clr">
                                      <p:cBhvr additive="repl">
                                        <p:cTn id="2396" dur="100"/>
                                        <p:tgtEl>
                                          <p:spTgt spid="882">
                                            <p:txEl>
                                              <p:pRg st="0" end="0"/>
                                            </p:txEl>
                                          </p:spTgt>
                                        </p:tgtEl>
                                        <p:attrNameLst>
                                          <p:attrName>style.color</p:attrName>
                                        </p:attrNameLst>
                                      </p:cBhvr>
                                      <p:tavLst>
                                        <p:tav tm="0">
                                          <p:val>
                                            <p:strVal val="rgb(-103,51,51)"/>
                                          </p:val>
                                        </p:tav>
                                        <p:tav tm="50000">
                                          <p:val>
                                            <p:strVal val="rgb(-103,-103,0)"/>
                                          </p:val>
                                        </p:tav>
                                      </p:tavLst>
                                    </p:anim>
                                    <p:anim calcmode="discrete" valueType="clr">
                                      <p:cBhvr additive="repl">
                                        <p:cTn id="2397" dur="100"/>
                                        <p:tgtEl>
                                          <p:spTgt spid="882">
                                            <p:txEl>
                                              <p:pRg st="0" end="0"/>
                                            </p:txEl>
                                          </p:spTgt>
                                        </p:tgtEl>
                                        <p:attrNameLst>
                                          <p:attrName>fillcolor</p:attrName>
                                        </p:attrNameLst>
                                      </p:cBhvr>
                                      <p:tavLst>
                                        <p:tav tm="0">
                                          <p:val>
                                            <p:strVal val="rgb(-103,51,51)"/>
                                          </p:val>
                                        </p:tav>
                                        <p:tav tm="50000">
                                          <p:val>
                                            <p:strVal val="rgb(-103,-103,0)"/>
                                          </p:val>
                                        </p:tav>
                                      </p:tavLst>
                                    </p:anim>
                                    <p:set>
                                      <p:cBhvr>
                                        <p:cTn id="2398" dur="100"/>
                                        <p:tgtEl>
                                          <p:spTgt spid="882">
                                            <p:txEl>
                                              <p:pRg st="0" end="0"/>
                                            </p:txEl>
                                          </p:spTgt>
                                        </p:tgtEl>
                                        <p:attrNameLst>
                                          <p:attrName>fill.type</p:attrName>
                                        </p:attrNameLst>
                                      </p:cBhvr>
                                      <p:to>
                                        <p:strVal val="solid"/>
                                      </p:to>
                                    </p:set>
                                  </p:childTnLst>
                                </p:cTn>
                              </p:par>
                              <p:par>
                                <p:cTn id="2399" nodeType="withEffect" fill="hold" presetClass="entr" presetID="1">
                                  <p:stCondLst>
                                    <p:cond delay="2000"/>
                                  </p:stCondLst>
                                  <p:childTnLst>
                                    <p:set>
                                      <p:cBhvr>
                                        <p:cTn id="2400" dur="1" fill="hold">
                                          <p:stCondLst>
                                            <p:cond delay="0"/>
                                          </p:stCondLst>
                                        </p:cTn>
                                        <p:tgtEl>
                                          <p:spTgt spid="883"/>
                                        </p:tgtEl>
                                        <p:attrNameLst>
                                          <p:attrName>style.visibility</p:attrName>
                                        </p:attrNameLst>
                                      </p:cBhvr>
                                      <p:to>
                                        <p:strVal val="visible"/>
                                      </p:to>
                                    </p:set>
                                  </p:childTnLst>
                                </p:cTn>
                              </p:par>
                              <p:par>
                                <p:cTn id="2401" nodeType="withEffect" fill="hold" presetClass="entr" presetID="27">
                                  <p:stCondLst>
                                    <p:cond delay="2000"/>
                                  </p:stCondLst>
                                  <p:iterate type="lt">
                                    <p:tmAbs val="50"/>
                                  </p:iterate>
                                  <p:childTnLst>
                                    <p:set>
                                      <p:cBhvr>
                                        <p:cTn id="2402" dur="1" fill="hold">
                                          <p:stCondLst>
                                            <p:cond delay="0"/>
                                          </p:stCondLst>
                                        </p:cTn>
                                        <p:tgtEl>
                                          <p:spTgt spid="883">
                                            <p:txEl>
                                              <p:pRg st="0" end="0"/>
                                            </p:txEl>
                                          </p:spTgt>
                                        </p:tgtEl>
                                        <p:attrNameLst>
                                          <p:attrName>style.visibility</p:attrName>
                                        </p:attrNameLst>
                                      </p:cBhvr>
                                      <p:to>
                                        <p:strVal val="visible"/>
                                      </p:to>
                                    </p:set>
                                    <p:anim calcmode="discrete" valueType="clr">
                                      <p:cBhvr additive="repl">
                                        <p:cTn id="2403" dur="100"/>
                                        <p:tgtEl>
                                          <p:spTgt spid="883">
                                            <p:txEl>
                                              <p:pRg st="0" end="0"/>
                                            </p:txEl>
                                          </p:spTgt>
                                        </p:tgtEl>
                                        <p:attrNameLst>
                                          <p:attrName>style.color</p:attrName>
                                        </p:attrNameLst>
                                      </p:cBhvr>
                                      <p:tavLst>
                                        <p:tav tm="0">
                                          <p:val>
                                            <p:strVal val="rgb(-103,51,51)"/>
                                          </p:val>
                                        </p:tav>
                                        <p:tav tm="50000">
                                          <p:val>
                                            <p:strVal val="rgb(-103,-103,0)"/>
                                          </p:val>
                                        </p:tav>
                                      </p:tavLst>
                                    </p:anim>
                                    <p:anim calcmode="discrete" valueType="clr">
                                      <p:cBhvr additive="repl">
                                        <p:cTn id="2404" dur="100"/>
                                        <p:tgtEl>
                                          <p:spTgt spid="883">
                                            <p:txEl>
                                              <p:pRg st="0" end="0"/>
                                            </p:txEl>
                                          </p:spTgt>
                                        </p:tgtEl>
                                        <p:attrNameLst>
                                          <p:attrName>fillcolor</p:attrName>
                                        </p:attrNameLst>
                                      </p:cBhvr>
                                      <p:tavLst>
                                        <p:tav tm="0">
                                          <p:val>
                                            <p:strVal val="rgb(-103,51,51)"/>
                                          </p:val>
                                        </p:tav>
                                        <p:tav tm="50000">
                                          <p:val>
                                            <p:strVal val="rgb(-103,-103,0)"/>
                                          </p:val>
                                        </p:tav>
                                      </p:tavLst>
                                    </p:anim>
                                    <p:set>
                                      <p:cBhvr>
                                        <p:cTn id="2405" dur="100"/>
                                        <p:tgtEl>
                                          <p:spTgt spid="883">
                                            <p:txEl>
                                              <p:pRg st="0" end="0"/>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84" name="" descr=""/>
          <p:cNvPicPr/>
          <p:nvPr/>
        </p:nvPicPr>
        <p:blipFill>
          <a:blip r:embed="rId1"/>
          <a:stretch/>
        </p:blipFill>
        <p:spPr>
          <a:xfrm>
            <a:off x="0" y="0"/>
            <a:ext cx="9144000" cy="6858000"/>
          </a:xfrm>
          <a:prstGeom prst="rect">
            <a:avLst/>
          </a:prstGeom>
          <a:ln w="0">
            <a:noFill/>
          </a:ln>
        </p:spPr>
      </p:pic>
      <p:sp>
        <p:nvSpPr>
          <p:cNvPr id="885" name=""/>
          <p:cNvSpPr/>
          <p:nvPr/>
        </p:nvSpPr>
        <p:spPr>
          <a:xfrm>
            <a:off x="5943600" y="15228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Mechanic</a:t>
            </a:r>
            <a:endParaRPr b="0" lang="en-US" sz="2000" spc="-1" strike="noStrike">
              <a:solidFill>
                <a:srgbClr val="000000"/>
              </a:solidFill>
              <a:latin typeface="Arial"/>
            </a:endParaRPr>
          </a:p>
        </p:txBody>
      </p:sp>
      <p:sp>
        <p:nvSpPr>
          <p:cNvPr id="886" name=""/>
          <p:cNvSpPr/>
          <p:nvPr/>
        </p:nvSpPr>
        <p:spPr>
          <a:xfrm>
            <a:off x="1981080" y="487692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887" name=""/>
          <p:cNvSpPr/>
          <p:nvPr/>
        </p:nvSpPr>
        <p:spPr>
          <a:xfrm>
            <a:off x="0" y="396252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1250</a:t>
            </a:r>
            <a:endParaRPr b="0" lang="en-US" sz="1600" spc="-1" strike="noStrike">
              <a:solidFill>
                <a:srgbClr val="000000"/>
              </a:solidFill>
              <a:latin typeface="Arial"/>
            </a:endParaRPr>
          </a:p>
        </p:txBody>
      </p:sp>
      <p:sp>
        <p:nvSpPr>
          <p:cNvPr id="888" name=""/>
          <p:cNvSpPr/>
          <p:nvPr/>
        </p:nvSpPr>
        <p:spPr>
          <a:xfrm>
            <a:off x="6934320" y="220968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SHOP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29500</a:t>
            </a:r>
            <a:endParaRPr b="0" lang="en-US" sz="1600" spc="-1" strike="noStrike">
              <a:solidFill>
                <a:srgbClr val="000000"/>
              </a:solidFill>
              <a:latin typeface="Arial"/>
            </a:endParaRPr>
          </a:p>
        </p:txBody>
      </p:sp>
      <p:sp>
        <p:nvSpPr>
          <p:cNvPr id="889" name=""/>
          <p:cNvSpPr/>
          <p:nvPr/>
        </p:nvSpPr>
        <p:spPr>
          <a:xfrm>
            <a:off x="0" y="4191120"/>
            <a:ext cx="1143000" cy="33768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50</a:t>
            </a:r>
            <a:endParaRPr b="0" lang="en-US" sz="1600" spc="-1" strike="noStrike">
              <a:solidFill>
                <a:srgbClr val="000000"/>
              </a:solidFill>
              <a:latin typeface="Arial"/>
            </a:endParaRPr>
          </a:p>
        </p:txBody>
      </p:sp>
      <p:sp>
        <p:nvSpPr>
          <p:cNvPr id="890" name=""/>
          <p:cNvSpPr/>
          <p:nvPr/>
        </p:nvSpPr>
        <p:spPr>
          <a:xfrm>
            <a:off x="6934320" y="2514600"/>
            <a:ext cx="1143000" cy="33768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30700</a:t>
            </a:r>
            <a:endParaRPr b="0" lang="en-US" sz="1600" spc="-1" strike="noStrike">
              <a:solidFill>
                <a:srgbClr val="000000"/>
              </a:solidFill>
              <a:latin typeface="Arial"/>
            </a:endParaRPr>
          </a:p>
        </p:txBody>
      </p:sp>
      <p:sp>
        <p:nvSpPr>
          <p:cNvPr id="891" name=""/>
          <p:cNvSpPr/>
          <p:nvPr/>
        </p:nvSpPr>
        <p:spPr>
          <a:xfrm>
            <a:off x="3276720" y="609480"/>
            <a:ext cx="5029200" cy="7084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Thanks, man. Come back in a day or so.</a:t>
            </a:r>
            <a:endParaRPr b="0" lang="en-US" sz="16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It’ll be done by tomorrow.</a:t>
            </a:r>
            <a:endParaRPr b="0" lang="en-US" sz="1600" spc="-1" strike="noStrike">
              <a:solidFill>
                <a:srgbClr val="000000"/>
              </a:solidFill>
              <a:latin typeface="Arial"/>
            </a:endParaRPr>
          </a:p>
        </p:txBody>
      </p:sp>
      <p:sp>
        <p:nvSpPr>
          <p:cNvPr id="892" name=""/>
          <p:cNvSpPr/>
          <p:nvPr/>
        </p:nvSpPr>
        <p:spPr>
          <a:xfrm>
            <a:off x="1981080" y="525780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Yah. Take care.</a:t>
            </a:r>
            <a:endParaRPr b="0" lang="en-US" sz="1600" spc="-1" strike="noStrike">
              <a:solidFill>
                <a:srgbClr val="000000"/>
              </a:solidFill>
              <a:latin typeface="Arial"/>
            </a:endParaRPr>
          </a:p>
        </p:txBody>
      </p:sp>
    </p:spTree>
  </p:cSld>
  <p:timing>
    <p:tnLst>
      <p:par>
        <p:cTn id="2406" dur="indefinite" restart="never" nodeType="tmRoot">
          <p:childTnLst>
            <p:seq>
              <p:cTn id="2407" dur="indefinite" nodeType="mainSeq">
                <p:childTnLst>
                  <p:par>
                    <p:cTn id="2408" fill="hold">
                      <p:stCondLst>
                        <p:cond delay="0"/>
                      </p:stCondLst>
                      <p:childTnLst>
                        <p:par>
                          <p:cTn id="2409" fill="hold">
                            <p:stCondLst>
                              <p:cond delay="0"/>
                            </p:stCondLst>
                            <p:childTnLst>
                              <p:par>
                                <p:cTn id="2410" nodeType="afterEffect" fill="hold" presetClass="entr" presetID="27">
                                  <p:stCondLst>
                                    <p:cond delay="0"/>
                                  </p:stCondLst>
                                  <p:iterate type="lt">
                                    <p:tmAbs val="40"/>
                                  </p:iterate>
                                  <p:childTnLst>
                                    <p:set>
                                      <p:cBhvr>
                                        <p:cTn id="2411" dur="1" fill="hold">
                                          <p:stCondLst>
                                            <p:cond delay="0"/>
                                          </p:stCondLst>
                                        </p:cTn>
                                        <p:tgtEl>
                                          <p:spTgt spid="891"/>
                                        </p:tgtEl>
                                        <p:attrNameLst>
                                          <p:attrName>style.visibility</p:attrName>
                                        </p:attrNameLst>
                                      </p:cBhvr>
                                      <p:to>
                                        <p:strVal val="visible"/>
                                      </p:to>
                                    </p:set>
                                    <p:anim calcmode="discrete" valueType="clr">
                                      <p:cBhvr additive="repl">
                                        <p:cTn id="2412" dur="80"/>
                                        <p:tgtEl>
                                          <p:spTgt spid="891"/>
                                        </p:tgtEl>
                                        <p:attrNameLst>
                                          <p:attrName>style.color</p:attrName>
                                        </p:attrNameLst>
                                      </p:cBhvr>
                                      <p:tavLst>
                                        <p:tav tm="0">
                                          <p:val>
                                            <p:strVal val="rgb(-103,51,51)"/>
                                          </p:val>
                                        </p:tav>
                                        <p:tav tm="50000">
                                          <p:val>
                                            <p:strVal val="rgb(-103,-103,0)"/>
                                          </p:val>
                                        </p:tav>
                                      </p:tavLst>
                                    </p:anim>
                                    <p:anim calcmode="discrete" valueType="clr">
                                      <p:cBhvr additive="repl">
                                        <p:cTn id="2413" dur="80"/>
                                        <p:tgtEl>
                                          <p:spTgt spid="891"/>
                                        </p:tgtEl>
                                        <p:attrNameLst>
                                          <p:attrName>fillcolor</p:attrName>
                                        </p:attrNameLst>
                                      </p:cBhvr>
                                      <p:tavLst>
                                        <p:tav tm="0">
                                          <p:val>
                                            <p:strVal val="rgb(-103,51,51)"/>
                                          </p:val>
                                        </p:tav>
                                        <p:tav tm="50000">
                                          <p:val>
                                            <p:strVal val="rgb(-103,-103,0)"/>
                                          </p:val>
                                        </p:tav>
                                      </p:tavLst>
                                    </p:anim>
                                    <p:set>
                                      <p:cBhvr>
                                        <p:cTn id="2414" dur="80"/>
                                        <p:tgtEl>
                                          <p:spTgt spid="891"/>
                                        </p:tgtEl>
                                        <p:attrNameLst>
                                          <p:attrName>fill.type</p:attrName>
                                        </p:attrNameLst>
                                      </p:cBhvr>
                                      <p:to>
                                        <p:strVal val="solid"/>
                                      </p:to>
                                    </p:set>
                                  </p:childTnLst>
                                </p:cTn>
                              </p:par>
                            </p:childTnLst>
                          </p:cTn>
                        </p:par>
                        <p:par>
                          <p:cTn id="2415" fill="hold">
                            <p:stCondLst>
                              <p:cond delay="2120"/>
                            </p:stCondLst>
                            <p:childTnLst>
                              <p:par>
                                <p:cTn id="2416" nodeType="afterEffect" fill="hold" presetClass="entr" presetID="27">
                                  <p:stCondLst>
                                    <p:cond delay="2000"/>
                                  </p:stCondLst>
                                  <p:iterate type="lt">
                                    <p:tmAbs val="40"/>
                                  </p:iterate>
                                  <p:childTnLst>
                                    <p:set>
                                      <p:cBhvr>
                                        <p:cTn id="2417" dur="1" fill="hold">
                                          <p:stCondLst>
                                            <p:cond delay="0"/>
                                          </p:stCondLst>
                                        </p:cTn>
                                        <p:tgtEl>
                                          <p:spTgt spid="892"/>
                                        </p:tgtEl>
                                        <p:attrNameLst>
                                          <p:attrName>style.visibility</p:attrName>
                                        </p:attrNameLst>
                                      </p:cBhvr>
                                      <p:to>
                                        <p:strVal val="visible"/>
                                      </p:to>
                                    </p:set>
                                    <p:anim calcmode="discrete" valueType="clr">
                                      <p:cBhvr additive="repl">
                                        <p:cTn id="2418" dur="80"/>
                                        <p:tgtEl>
                                          <p:spTgt spid="892"/>
                                        </p:tgtEl>
                                        <p:attrNameLst>
                                          <p:attrName>style.color</p:attrName>
                                        </p:attrNameLst>
                                      </p:cBhvr>
                                      <p:tavLst>
                                        <p:tav tm="0">
                                          <p:val>
                                            <p:strVal val="rgb(-103,51,51)"/>
                                          </p:val>
                                        </p:tav>
                                        <p:tav tm="50000">
                                          <p:val>
                                            <p:strVal val="rgb(-103,-103,0)"/>
                                          </p:val>
                                        </p:tav>
                                      </p:tavLst>
                                    </p:anim>
                                    <p:anim calcmode="discrete" valueType="clr">
                                      <p:cBhvr additive="repl">
                                        <p:cTn id="2419" dur="80"/>
                                        <p:tgtEl>
                                          <p:spTgt spid="892"/>
                                        </p:tgtEl>
                                        <p:attrNameLst>
                                          <p:attrName>fillcolor</p:attrName>
                                        </p:attrNameLst>
                                      </p:cBhvr>
                                      <p:tavLst>
                                        <p:tav tm="0">
                                          <p:val>
                                            <p:strVal val="rgb(-103,51,51)"/>
                                          </p:val>
                                        </p:tav>
                                        <p:tav tm="50000">
                                          <p:val>
                                            <p:strVal val="rgb(-103,-103,0)"/>
                                          </p:val>
                                        </p:tav>
                                      </p:tavLst>
                                    </p:anim>
                                    <p:set>
                                      <p:cBhvr>
                                        <p:cTn id="2420" dur="80"/>
                                        <p:tgtEl>
                                          <p:spTgt spid="892"/>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93" name="" descr=""/>
          <p:cNvPicPr/>
          <p:nvPr/>
        </p:nvPicPr>
        <p:blipFill>
          <a:blip r:embed="rId1"/>
          <a:stretch/>
        </p:blipFill>
        <p:spPr>
          <a:xfrm>
            <a:off x="0" y="0"/>
            <a:ext cx="9144000" cy="6858000"/>
          </a:xfrm>
          <a:prstGeom prst="rect">
            <a:avLst/>
          </a:prstGeom>
          <a:ln w="0">
            <a:noFill/>
          </a:ln>
        </p:spPr>
      </p:pic>
      <p:pic>
        <p:nvPicPr>
          <p:cNvPr id="894" name="" descr=""/>
          <p:cNvPicPr/>
          <p:nvPr/>
        </p:nvPicPr>
        <p:blipFill>
          <a:blip r:embed="rId2"/>
          <a:stretch/>
        </p:blipFill>
        <p:spPr>
          <a:xfrm>
            <a:off x="4648320" y="5432400"/>
            <a:ext cx="4495680" cy="1425600"/>
          </a:xfrm>
          <a:prstGeom prst="rect">
            <a:avLst/>
          </a:prstGeom>
          <a:ln w="0">
            <a:noFill/>
          </a:ln>
        </p:spPr>
      </p:pic>
      <p:sp>
        <p:nvSpPr>
          <p:cNvPr id="895" name=""/>
          <p:cNvSpPr/>
          <p:nvPr/>
        </p:nvSpPr>
        <p:spPr>
          <a:xfrm>
            <a:off x="6400800" y="5867280"/>
            <a:ext cx="24382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guess that’s everything here.</a:t>
            </a:r>
            <a:endParaRPr b="0" lang="en-US" sz="1200" spc="-1" strike="noStrike">
              <a:solidFill>
                <a:srgbClr val="000000"/>
              </a:solidFill>
              <a:latin typeface="Arial"/>
            </a:endParaRPr>
          </a:p>
        </p:txBody>
      </p:sp>
      <p:sp>
        <p:nvSpPr>
          <p:cNvPr id="896" name=""/>
          <p:cNvSpPr/>
          <p:nvPr/>
        </p:nvSpPr>
        <p:spPr>
          <a:xfrm>
            <a:off x="6400800" y="5867280"/>
            <a:ext cx="243828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 cheapest way home is by train. The station’s just north from here.</a:t>
            </a:r>
            <a:endParaRPr b="0" lang="en-US" sz="1200" spc="-1" strike="noStrike">
              <a:solidFill>
                <a:srgbClr val="000000"/>
              </a:solidFill>
              <a:latin typeface="Arial"/>
            </a:endParaRPr>
          </a:p>
        </p:txBody>
      </p:sp>
      <p:sp>
        <p:nvSpPr>
          <p:cNvPr id="897" name="">
            <a:hlinkClick r:id="rId3" action="ppaction://hlinksldjump"/>
          </p:cNvPr>
          <p:cNvSpPr/>
          <p:nvPr/>
        </p:nvSpPr>
        <p:spPr>
          <a:xfrm>
            <a:off x="457200" y="-76320"/>
            <a:ext cx="2666880" cy="533520"/>
          </a:xfrm>
          <a:custGeom>
            <a:avLst/>
            <a:gdLst/>
            <a:ahLst/>
            <a:rect l="l" t="t" r="r" b="b"/>
            <a:pathLst>
              <a:path w="1680" h="336">
                <a:moveTo>
                  <a:pt x="96" y="21"/>
                </a:moveTo>
                <a:cubicBezTo>
                  <a:pt x="157" y="21"/>
                  <a:pt x="218" y="21"/>
                  <a:pt x="279" y="21"/>
                </a:cubicBezTo>
                <a:lnTo>
                  <a:pt x="1200" y="48"/>
                </a:lnTo>
                <a:lnTo>
                  <a:pt x="1680" y="336"/>
                </a:lnTo>
                <a:lnTo>
                  <a:pt x="480" y="288"/>
                </a:lnTo>
                <a:lnTo>
                  <a:pt x="0" y="48"/>
                </a:lnTo>
                <a:lnTo>
                  <a:pt x="144" y="0"/>
                </a:lnTo>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timing>
    <p:tnLst>
      <p:par>
        <p:cTn id="2421" dur="indefinite" restart="never" nodeType="tmRoot">
          <p:childTnLst>
            <p:seq>
              <p:cTn id="2422" dur="indefinite" nodeType="mainSeq">
                <p:childTnLst>
                  <p:par>
                    <p:cTn id="2423" fill="hold">
                      <p:stCondLst>
                        <p:cond delay="0"/>
                      </p:stCondLst>
                      <p:childTnLst>
                        <p:par>
                          <p:cTn id="2424" fill="hold">
                            <p:stCondLst>
                              <p:cond delay="0"/>
                            </p:stCondLst>
                            <p:childTnLst>
                              <p:par>
                                <p:cTn id="2425" nodeType="afterEffect" fill="hold" presetClass="entr" presetID="9">
                                  <p:stCondLst>
                                    <p:cond delay="2000"/>
                                  </p:stCondLst>
                                  <p:childTnLst>
                                    <p:set>
                                      <p:cBhvr>
                                        <p:cTn id="2426" dur="1" fill="hold">
                                          <p:stCondLst>
                                            <p:cond delay="0"/>
                                          </p:stCondLst>
                                        </p:cTn>
                                        <p:tgtEl>
                                          <p:spTgt spid="894"/>
                                        </p:tgtEl>
                                        <p:attrNameLst>
                                          <p:attrName>style.visibility</p:attrName>
                                        </p:attrNameLst>
                                      </p:cBhvr>
                                      <p:to>
                                        <p:strVal val="visible"/>
                                      </p:to>
                                    </p:set>
                                    <p:animEffect filter="dissolve" transition="in">
                                      <p:cBhvr additive="repl">
                                        <p:cTn id="2427" dur="500"/>
                                        <p:tgtEl>
                                          <p:spTgt spid="894"/>
                                        </p:tgtEl>
                                      </p:cBhvr>
                                    </p:animEffect>
                                  </p:childTnLst>
                                </p:cTn>
                              </p:par>
                            </p:childTnLst>
                          </p:cTn>
                        </p:par>
                        <p:par>
                          <p:cTn id="2428" fill="hold">
                            <p:stCondLst>
                              <p:cond delay="2500"/>
                            </p:stCondLst>
                            <p:childTnLst>
                              <p:par>
                                <p:cTn id="2429" nodeType="afterEffect" fill="hold" presetClass="entr" presetID="27">
                                  <p:stCondLst>
                                    <p:cond delay="0"/>
                                  </p:stCondLst>
                                  <p:iterate type="lt">
                                    <p:tmAbs val="40"/>
                                  </p:iterate>
                                  <p:childTnLst>
                                    <p:set>
                                      <p:cBhvr>
                                        <p:cTn id="2430" dur="1" fill="hold">
                                          <p:stCondLst>
                                            <p:cond delay="0"/>
                                          </p:stCondLst>
                                        </p:cTn>
                                        <p:tgtEl>
                                          <p:spTgt spid="895"/>
                                        </p:tgtEl>
                                        <p:attrNameLst>
                                          <p:attrName>style.visibility</p:attrName>
                                        </p:attrNameLst>
                                      </p:cBhvr>
                                      <p:to>
                                        <p:strVal val="visible"/>
                                      </p:to>
                                    </p:set>
                                    <p:anim calcmode="discrete" valueType="clr">
                                      <p:cBhvr additive="repl">
                                        <p:cTn id="2431" dur="80"/>
                                        <p:tgtEl>
                                          <p:spTgt spid="895"/>
                                        </p:tgtEl>
                                        <p:attrNameLst>
                                          <p:attrName>style.color</p:attrName>
                                        </p:attrNameLst>
                                      </p:cBhvr>
                                      <p:tavLst>
                                        <p:tav tm="0">
                                          <p:val>
                                            <p:strVal val="rgb(-103,51,51)"/>
                                          </p:val>
                                        </p:tav>
                                        <p:tav tm="50000">
                                          <p:val>
                                            <p:strVal val="rgb(-103,-103,0)"/>
                                          </p:val>
                                        </p:tav>
                                      </p:tavLst>
                                    </p:anim>
                                    <p:anim calcmode="discrete" valueType="clr">
                                      <p:cBhvr additive="repl">
                                        <p:cTn id="2432" dur="80"/>
                                        <p:tgtEl>
                                          <p:spTgt spid="895"/>
                                        </p:tgtEl>
                                        <p:attrNameLst>
                                          <p:attrName>fillcolor</p:attrName>
                                        </p:attrNameLst>
                                      </p:cBhvr>
                                      <p:tavLst>
                                        <p:tav tm="0">
                                          <p:val>
                                            <p:strVal val="rgb(-103,51,51)"/>
                                          </p:val>
                                        </p:tav>
                                        <p:tav tm="50000">
                                          <p:val>
                                            <p:strVal val="rgb(-103,-103,0)"/>
                                          </p:val>
                                        </p:tav>
                                      </p:tavLst>
                                    </p:anim>
                                    <p:set>
                                      <p:cBhvr>
                                        <p:cTn id="2433" dur="80"/>
                                        <p:tgtEl>
                                          <p:spTgt spid="895"/>
                                        </p:tgtEl>
                                        <p:attrNameLst>
                                          <p:attrName>fill.type</p:attrName>
                                        </p:attrNameLst>
                                      </p:cBhvr>
                                      <p:to>
                                        <p:strVal val="solid"/>
                                      </p:to>
                                    </p:set>
                                  </p:childTnLst>
                                </p:cTn>
                              </p:par>
                            </p:childTnLst>
                          </p:cTn>
                        </p:par>
                        <p:par>
                          <p:cTn id="2434" fill="hold">
                            <p:stCondLst>
                              <p:cond delay="3620"/>
                            </p:stCondLst>
                            <p:childTnLst>
                              <p:par>
                                <p:cTn id="2435" nodeType="afterEffect" fill="hold" presetClass="entr" presetID="27">
                                  <p:stCondLst>
                                    <p:cond delay="1500"/>
                                  </p:stCondLst>
                                  <p:iterate type="lt">
                                    <p:tmAbs val="40"/>
                                  </p:iterate>
                                  <p:childTnLst>
                                    <p:set>
                                      <p:cBhvr>
                                        <p:cTn id="2436" dur="1" fill="hold">
                                          <p:stCondLst>
                                            <p:cond delay="0"/>
                                          </p:stCondLst>
                                        </p:cTn>
                                        <p:tgtEl>
                                          <p:spTgt spid="896"/>
                                        </p:tgtEl>
                                        <p:attrNameLst>
                                          <p:attrName>style.visibility</p:attrName>
                                        </p:attrNameLst>
                                      </p:cBhvr>
                                      <p:to>
                                        <p:strVal val="visible"/>
                                      </p:to>
                                    </p:set>
                                    <p:anim calcmode="discrete" valueType="clr">
                                      <p:cBhvr additive="repl">
                                        <p:cTn id="2437" dur="80"/>
                                        <p:tgtEl>
                                          <p:spTgt spid="896"/>
                                        </p:tgtEl>
                                        <p:attrNameLst>
                                          <p:attrName>style.color</p:attrName>
                                        </p:attrNameLst>
                                      </p:cBhvr>
                                      <p:tavLst>
                                        <p:tav tm="0">
                                          <p:val>
                                            <p:strVal val="rgb(-103,51,51)"/>
                                          </p:val>
                                        </p:tav>
                                        <p:tav tm="50000">
                                          <p:val>
                                            <p:strVal val="rgb(-103,-103,0)"/>
                                          </p:val>
                                        </p:tav>
                                      </p:tavLst>
                                    </p:anim>
                                    <p:anim calcmode="discrete" valueType="clr">
                                      <p:cBhvr additive="repl">
                                        <p:cTn id="2438" dur="80"/>
                                        <p:tgtEl>
                                          <p:spTgt spid="896"/>
                                        </p:tgtEl>
                                        <p:attrNameLst>
                                          <p:attrName>fillcolor</p:attrName>
                                        </p:attrNameLst>
                                      </p:cBhvr>
                                      <p:tavLst>
                                        <p:tav tm="0">
                                          <p:val>
                                            <p:strVal val="rgb(-103,51,51)"/>
                                          </p:val>
                                        </p:tav>
                                        <p:tav tm="50000">
                                          <p:val>
                                            <p:strVal val="rgb(-103,-103,0)"/>
                                          </p:val>
                                        </p:tav>
                                      </p:tavLst>
                                    </p:anim>
                                    <p:set>
                                      <p:cBhvr>
                                        <p:cTn id="2439" dur="80"/>
                                        <p:tgtEl>
                                          <p:spTgt spid="896"/>
                                        </p:tgtEl>
                                        <p:attrNameLst>
                                          <p:attrName>fill.type</p:attrName>
                                        </p:attrNameLst>
                                      </p:cBhvr>
                                      <p:to>
                                        <p:strVal val="solid"/>
                                      </p:to>
                                    </p:set>
                                  </p:childTnLst>
                                </p:cTn>
                              </p:par>
                            </p:childTnLst>
                          </p:cTn>
                        </p:par>
                        <p:par>
                          <p:cTn id="2440" fill="hold">
                            <p:stCondLst>
                              <p:cond delay="7480"/>
                            </p:stCondLst>
                            <p:childTnLst>
                              <p:par>
                                <p:cTn id="2441" nodeType="afterEffect" fill="hold" presetClass="entr" presetID="1">
                                  <p:stCondLst>
                                    <p:cond delay="0"/>
                                  </p:stCondLst>
                                  <p:childTnLst>
                                    <p:set>
                                      <p:cBhvr>
                                        <p:cTn id="2442" dur="1" fill="hold">
                                          <p:stCondLst>
                                            <p:cond delay="0"/>
                                          </p:stCondLst>
                                        </p:cTn>
                                        <p:tgtEl>
                                          <p:spTgt spid="8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98" name="" descr=""/>
          <p:cNvPicPr/>
          <p:nvPr/>
        </p:nvPicPr>
        <p:blipFill>
          <a:blip r:embed="rId1"/>
          <a:stretch/>
        </p:blipFill>
        <p:spPr>
          <a:xfrm>
            <a:off x="0" y="0"/>
            <a:ext cx="9144000" cy="6858000"/>
          </a:xfrm>
          <a:prstGeom prst="rect">
            <a:avLst/>
          </a:prstGeom>
          <a:ln w="0">
            <a:noFill/>
          </a:ln>
        </p:spPr>
      </p:pic>
      <p:sp>
        <p:nvSpPr>
          <p:cNvPr id="899" name="">
            <a:hlinkClick r:id="rId2" action="ppaction://hlinksldjump"/>
          </p:cNvPr>
          <p:cNvSpPr/>
          <p:nvPr/>
        </p:nvSpPr>
        <p:spPr>
          <a:xfrm>
            <a:off x="1523880" y="1752480"/>
            <a:ext cx="381240" cy="9907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00" name="">
            <a:hlinkClick r:id="rId3" action="ppaction://hlinksldjump"/>
          </p:cNvPr>
          <p:cNvSpPr/>
          <p:nvPr/>
        </p:nvSpPr>
        <p:spPr>
          <a:xfrm>
            <a:off x="2666880" y="990720"/>
            <a:ext cx="381240" cy="99036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01" name="">
            <a:hlinkClick r:id="rId4" action="ppaction://hlinksldjump"/>
          </p:cNvPr>
          <p:cNvSpPr/>
          <p:nvPr/>
        </p:nvSpPr>
        <p:spPr>
          <a:xfrm>
            <a:off x="6477120" y="0"/>
            <a:ext cx="2666880" cy="6858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02" name="" descr=""/>
          <p:cNvPicPr/>
          <p:nvPr/>
        </p:nvPicPr>
        <p:blipFill>
          <a:blip r:embed="rId1"/>
          <a:stretch/>
        </p:blipFill>
        <p:spPr>
          <a:xfrm>
            <a:off x="0" y="0"/>
            <a:ext cx="9144000" cy="6858000"/>
          </a:xfrm>
          <a:prstGeom prst="rect">
            <a:avLst/>
          </a:prstGeom>
          <a:ln w="0">
            <a:noFill/>
          </a:ln>
        </p:spPr>
      </p:pic>
      <p:sp>
        <p:nvSpPr>
          <p:cNvPr id="903" name=""/>
          <p:cNvSpPr/>
          <p:nvPr/>
        </p:nvSpPr>
        <p:spPr>
          <a:xfrm>
            <a:off x="5334120" y="152280"/>
            <a:ext cx="281916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Shipyard Manager</a:t>
            </a:r>
            <a:endParaRPr b="0" lang="en-US" sz="2000" spc="-1" strike="noStrike">
              <a:solidFill>
                <a:srgbClr val="000000"/>
              </a:solidFill>
              <a:latin typeface="Arial"/>
            </a:endParaRPr>
          </a:p>
        </p:txBody>
      </p:sp>
      <p:sp>
        <p:nvSpPr>
          <p:cNvPr id="904" name=""/>
          <p:cNvSpPr/>
          <p:nvPr/>
        </p:nvSpPr>
        <p:spPr>
          <a:xfrm>
            <a:off x="1981080" y="487692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905" name=""/>
          <p:cNvSpPr/>
          <p:nvPr/>
        </p:nvSpPr>
        <p:spPr>
          <a:xfrm>
            <a:off x="3962520" y="60948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Ah, yes, sir may I be of service?</a:t>
            </a:r>
            <a:endParaRPr b="0" lang="en-US" sz="1600" spc="-1" strike="noStrike">
              <a:solidFill>
                <a:srgbClr val="000000"/>
              </a:solidFill>
              <a:latin typeface="Arial"/>
            </a:endParaRPr>
          </a:p>
        </p:txBody>
      </p:sp>
      <p:sp>
        <p:nvSpPr>
          <p:cNvPr id="906" name=""/>
          <p:cNvSpPr/>
          <p:nvPr/>
        </p:nvSpPr>
        <p:spPr>
          <a:xfrm>
            <a:off x="1981080" y="525780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I’m.. I’m just looking.</a:t>
            </a:r>
            <a:endParaRPr b="0" lang="en-US" sz="1600" spc="-1" strike="noStrike">
              <a:solidFill>
                <a:srgbClr val="000000"/>
              </a:solidFill>
              <a:latin typeface="Arial"/>
            </a:endParaRPr>
          </a:p>
        </p:txBody>
      </p:sp>
      <p:sp>
        <p:nvSpPr>
          <p:cNvPr id="907" name=""/>
          <p:cNvSpPr/>
          <p:nvPr/>
        </p:nvSpPr>
        <p:spPr>
          <a:xfrm>
            <a:off x="0" y="396252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50</a:t>
            </a:r>
            <a:endParaRPr b="0" lang="en-US" sz="1600" spc="-1" strike="noStrike">
              <a:solidFill>
                <a:srgbClr val="000000"/>
              </a:solidFill>
              <a:latin typeface="Arial"/>
            </a:endParaRPr>
          </a:p>
        </p:txBody>
      </p:sp>
      <p:sp>
        <p:nvSpPr>
          <p:cNvPr id="908" name=""/>
          <p:cNvSpPr/>
          <p:nvPr/>
        </p:nvSpPr>
        <p:spPr>
          <a:xfrm>
            <a:off x="6934320" y="220968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SHOP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29500</a:t>
            </a:r>
            <a:endParaRPr b="0" lang="en-US" sz="1600" spc="-1" strike="noStrike">
              <a:solidFill>
                <a:srgbClr val="000000"/>
              </a:solidFill>
              <a:latin typeface="Arial"/>
            </a:endParaRPr>
          </a:p>
        </p:txBody>
      </p:sp>
      <p:sp>
        <p:nvSpPr>
          <p:cNvPr id="909" name=""/>
          <p:cNvSpPr/>
          <p:nvPr/>
        </p:nvSpPr>
        <p:spPr>
          <a:xfrm>
            <a:off x="6934320" y="2514600"/>
            <a:ext cx="2209680" cy="33768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XXXXXXXXXXXXXXX</a:t>
            </a:r>
            <a:endParaRPr b="0" lang="en-US" sz="1600" spc="-1" strike="noStrike">
              <a:solidFill>
                <a:srgbClr val="000000"/>
              </a:solidFill>
              <a:latin typeface="Arial"/>
            </a:endParaRPr>
          </a:p>
        </p:txBody>
      </p:sp>
    </p:spTree>
  </p:cSld>
  <p:transition spd="slow" advTm="6000">
    <p:fade/>
  </p:transition>
  <p:timing>
    <p:tnLst>
      <p:par>
        <p:cTn id="2443" dur="indefinite" restart="never" nodeType="tmRoot">
          <p:childTnLst>
            <p:seq>
              <p:cTn id="2444" dur="indefinite" nodeType="mainSeq">
                <p:childTnLst>
                  <p:par>
                    <p:cTn id="2445" fill="hold">
                      <p:stCondLst>
                        <p:cond delay="0"/>
                      </p:stCondLst>
                      <p:childTnLst>
                        <p:par>
                          <p:cTn id="2446" fill="hold">
                            <p:stCondLst>
                              <p:cond delay="0"/>
                            </p:stCondLst>
                            <p:childTnLst>
                              <p:par>
                                <p:cTn id="2447" nodeType="afterEffect" fill="hold" presetClass="entr" presetID="27">
                                  <p:stCondLst>
                                    <p:cond delay="1000"/>
                                  </p:stCondLst>
                                  <p:iterate type="lt">
                                    <p:tmAbs val="40"/>
                                  </p:iterate>
                                  <p:childTnLst>
                                    <p:set>
                                      <p:cBhvr>
                                        <p:cTn id="2448" dur="1" fill="hold">
                                          <p:stCondLst>
                                            <p:cond delay="0"/>
                                          </p:stCondLst>
                                        </p:cTn>
                                        <p:tgtEl>
                                          <p:spTgt spid="905"/>
                                        </p:tgtEl>
                                        <p:attrNameLst>
                                          <p:attrName>style.visibility</p:attrName>
                                        </p:attrNameLst>
                                      </p:cBhvr>
                                      <p:to>
                                        <p:strVal val="visible"/>
                                      </p:to>
                                    </p:set>
                                    <p:anim calcmode="discrete" valueType="clr">
                                      <p:cBhvr additive="repl">
                                        <p:cTn id="2449" dur="80"/>
                                        <p:tgtEl>
                                          <p:spTgt spid="905"/>
                                        </p:tgtEl>
                                        <p:attrNameLst>
                                          <p:attrName>style.color</p:attrName>
                                        </p:attrNameLst>
                                      </p:cBhvr>
                                      <p:tavLst>
                                        <p:tav tm="0">
                                          <p:val>
                                            <p:strVal val="rgb(-103,51,51)"/>
                                          </p:val>
                                        </p:tav>
                                        <p:tav tm="50000">
                                          <p:val>
                                            <p:strVal val="rgb(-103,-103,0)"/>
                                          </p:val>
                                        </p:tav>
                                      </p:tavLst>
                                    </p:anim>
                                    <p:anim calcmode="discrete" valueType="clr">
                                      <p:cBhvr additive="repl">
                                        <p:cTn id="2450" dur="80"/>
                                        <p:tgtEl>
                                          <p:spTgt spid="905"/>
                                        </p:tgtEl>
                                        <p:attrNameLst>
                                          <p:attrName>fillcolor</p:attrName>
                                        </p:attrNameLst>
                                      </p:cBhvr>
                                      <p:tavLst>
                                        <p:tav tm="0">
                                          <p:val>
                                            <p:strVal val="rgb(-103,51,51)"/>
                                          </p:val>
                                        </p:tav>
                                        <p:tav tm="50000">
                                          <p:val>
                                            <p:strVal val="rgb(-103,-103,0)"/>
                                          </p:val>
                                        </p:tav>
                                      </p:tavLst>
                                    </p:anim>
                                    <p:set>
                                      <p:cBhvr>
                                        <p:cTn id="2451" dur="80"/>
                                        <p:tgtEl>
                                          <p:spTgt spid="905"/>
                                        </p:tgtEl>
                                        <p:attrNameLst>
                                          <p:attrName>fill.type</p:attrName>
                                        </p:attrNameLst>
                                      </p:cBhvr>
                                      <p:to>
                                        <p:strVal val="solid"/>
                                      </p:to>
                                    </p:set>
                                  </p:childTnLst>
                                </p:cTn>
                              </p:par>
                            </p:childTnLst>
                          </p:cTn>
                        </p:par>
                        <p:par>
                          <p:cTn id="2452" fill="hold">
                            <p:stCondLst>
                              <p:cond delay="2080"/>
                            </p:stCondLst>
                            <p:childTnLst>
                              <p:par>
                                <p:cTn id="2453" nodeType="afterEffect" fill="hold" presetClass="entr" presetID="27">
                                  <p:stCondLst>
                                    <p:cond delay="0"/>
                                  </p:stCondLst>
                                  <p:iterate type="lt">
                                    <p:tmAbs val="40"/>
                                  </p:iterate>
                                  <p:childTnLst>
                                    <p:set>
                                      <p:cBhvr>
                                        <p:cTn id="2454" dur="1" fill="hold">
                                          <p:stCondLst>
                                            <p:cond delay="0"/>
                                          </p:stCondLst>
                                        </p:cTn>
                                        <p:tgtEl>
                                          <p:spTgt spid="906"/>
                                        </p:tgtEl>
                                        <p:attrNameLst>
                                          <p:attrName>style.visibility</p:attrName>
                                        </p:attrNameLst>
                                      </p:cBhvr>
                                      <p:to>
                                        <p:strVal val="visible"/>
                                      </p:to>
                                    </p:set>
                                    <p:anim calcmode="discrete" valueType="clr">
                                      <p:cBhvr additive="repl">
                                        <p:cTn id="2455" dur="80"/>
                                        <p:tgtEl>
                                          <p:spTgt spid="906"/>
                                        </p:tgtEl>
                                        <p:attrNameLst>
                                          <p:attrName>style.color</p:attrName>
                                        </p:attrNameLst>
                                      </p:cBhvr>
                                      <p:tavLst>
                                        <p:tav tm="0">
                                          <p:val>
                                            <p:strVal val="rgb(-103,51,51)"/>
                                          </p:val>
                                        </p:tav>
                                        <p:tav tm="50000">
                                          <p:val>
                                            <p:strVal val="rgb(-103,-103,0)"/>
                                          </p:val>
                                        </p:tav>
                                      </p:tavLst>
                                    </p:anim>
                                    <p:anim calcmode="discrete" valueType="clr">
                                      <p:cBhvr additive="repl">
                                        <p:cTn id="2456" dur="80"/>
                                        <p:tgtEl>
                                          <p:spTgt spid="906"/>
                                        </p:tgtEl>
                                        <p:attrNameLst>
                                          <p:attrName>fillcolor</p:attrName>
                                        </p:attrNameLst>
                                      </p:cBhvr>
                                      <p:tavLst>
                                        <p:tav tm="0">
                                          <p:val>
                                            <p:strVal val="rgb(-103,51,51)"/>
                                          </p:val>
                                        </p:tav>
                                        <p:tav tm="50000">
                                          <p:val>
                                            <p:strVal val="rgb(-103,-103,0)"/>
                                          </p:val>
                                        </p:tav>
                                      </p:tavLst>
                                    </p:anim>
                                    <p:set>
                                      <p:cBhvr>
                                        <p:cTn id="2457" dur="80"/>
                                        <p:tgtEl>
                                          <p:spTgt spid="906"/>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10" name="" descr=""/>
          <p:cNvPicPr/>
          <p:nvPr/>
        </p:nvPicPr>
        <p:blipFill>
          <a:blip r:embed="rId1"/>
          <a:stretch/>
        </p:blipFill>
        <p:spPr>
          <a:xfrm>
            <a:off x="0" y="0"/>
            <a:ext cx="9144000" cy="6858000"/>
          </a:xfrm>
          <a:prstGeom prst="rect">
            <a:avLst/>
          </a:prstGeom>
          <a:ln w="0">
            <a:noFill/>
          </a:ln>
        </p:spPr>
      </p:pic>
      <p:sp>
        <p:nvSpPr>
          <p:cNvPr id="911" name=""/>
          <p:cNvSpPr/>
          <p:nvPr/>
        </p:nvSpPr>
        <p:spPr>
          <a:xfrm>
            <a:off x="6095880" y="129528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Buy</a:t>
            </a:r>
            <a:endParaRPr b="0" lang="en-US" sz="2000" spc="-1" strike="noStrike">
              <a:solidFill>
                <a:srgbClr val="000000"/>
              </a:solidFill>
              <a:latin typeface="Arial"/>
            </a:endParaRPr>
          </a:p>
        </p:txBody>
      </p:sp>
      <p:pic>
        <p:nvPicPr>
          <p:cNvPr id="912" name="" descr=""/>
          <p:cNvPicPr/>
          <p:nvPr/>
        </p:nvPicPr>
        <p:blipFill>
          <a:blip r:embed="rId2"/>
          <a:stretch/>
        </p:blipFill>
        <p:spPr>
          <a:xfrm>
            <a:off x="152280" y="1676520"/>
            <a:ext cx="4343400" cy="1676160"/>
          </a:xfrm>
          <a:prstGeom prst="rect">
            <a:avLst/>
          </a:prstGeom>
          <a:ln w="0">
            <a:noFill/>
          </a:ln>
        </p:spPr>
      </p:pic>
      <p:pic>
        <p:nvPicPr>
          <p:cNvPr id="913" name="" descr="">
            <a:hlinkClick r:id="rId3" action="ppaction://hlinksldjump"/>
          </p:cNvPr>
          <p:cNvPicPr/>
          <p:nvPr/>
        </p:nvPicPr>
        <p:blipFill>
          <a:blip r:embed="rId4"/>
          <a:stretch/>
        </p:blipFill>
        <p:spPr>
          <a:xfrm>
            <a:off x="380880" y="1828800"/>
            <a:ext cx="1400400" cy="696960"/>
          </a:xfrm>
          <a:prstGeom prst="rect">
            <a:avLst/>
          </a:prstGeom>
          <a:ln w="0">
            <a:noFill/>
          </a:ln>
        </p:spPr>
      </p:pic>
      <p:sp>
        <p:nvSpPr>
          <p:cNvPr id="914" name=""/>
          <p:cNvSpPr/>
          <p:nvPr/>
        </p:nvSpPr>
        <p:spPr>
          <a:xfrm>
            <a:off x="1828800" y="1828800"/>
            <a:ext cx="2514600" cy="11037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AR2—model3089</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 economic model not meant for major combat. Medium sized storage bays &amp; lowest possible fuel consumption.   </a:t>
            </a:r>
            <a:endParaRPr b="0" lang="en-US" sz="1200" spc="-1" strike="noStrike">
              <a:solidFill>
                <a:srgbClr val="000000"/>
              </a:solidFill>
              <a:latin typeface="Arial"/>
            </a:endParaRPr>
          </a:p>
        </p:txBody>
      </p:sp>
      <p:sp>
        <p:nvSpPr>
          <p:cNvPr id="915" name=""/>
          <p:cNvSpPr/>
          <p:nvPr/>
        </p:nvSpPr>
        <p:spPr>
          <a:xfrm>
            <a:off x="533520" y="2590920"/>
            <a:ext cx="99036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Shld- 5</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Hull- 10</a:t>
            </a:r>
            <a:endParaRPr b="0" lang="en-US" sz="1200" spc="-1" strike="noStrike">
              <a:solidFill>
                <a:srgbClr val="000000"/>
              </a:solidFill>
              <a:latin typeface="Arial"/>
            </a:endParaRPr>
          </a:p>
        </p:txBody>
      </p:sp>
      <p:pic>
        <p:nvPicPr>
          <p:cNvPr id="916" name="" descr=""/>
          <p:cNvPicPr/>
          <p:nvPr/>
        </p:nvPicPr>
        <p:blipFill>
          <a:blip r:embed="rId5"/>
          <a:stretch/>
        </p:blipFill>
        <p:spPr>
          <a:xfrm>
            <a:off x="4572000" y="1676520"/>
            <a:ext cx="4343400" cy="1676160"/>
          </a:xfrm>
          <a:prstGeom prst="rect">
            <a:avLst/>
          </a:prstGeom>
          <a:ln w="0">
            <a:noFill/>
          </a:ln>
        </p:spPr>
      </p:pic>
      <p:sp>
        <p:nvSpPr>
          <p:cNvPr id="917" name="">
            <a:hlinkClick r:id="rId6" action="ppaction://hlinksldjump"/>
          </p:cNvPr>
          <p:cNvSpPr/>
          <p:nvPr/>
        </p:nvSpPr>
        <p:spPr>
          <a:xfrm>
            <a:off x="4952880" y="2133720"/>
            <a:ext cx="304920" cy="304560"/>
          </a:xfrm>
          <a:prstGeom prst="ellipse">
            <a:avLst/>
          </a:prstGeom>
          <a:solidFill>
            <a:srgbClr val="969696"/>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18" name=""/>
          <p:cNvSpPr/>
          <p:nvPr/>
        </p:nvSpPr>
        <p:spPr>
          <a:xfrm>
            <a:off x="5486400" y="1905120"/>
            <a:ext cx="2286000" cy="11991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M450 Cannon</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Add-on available to most small to medium sized ships.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Launches explosive shots for medium damage.</a:t>
            </a:r>
            <a:endParaRPr b="0" lang="en-US" sz="1200" spc="-1" strike="noStrike">
              <a:solidFill>
                <a:srgbClr val="000000"/>
              </a:solidFill>
              <a:latin typeface="Arial"/>
            </a:endParaRPr>
          </a:p>
        </p:txBody>
      </p:sp>
      <p:sp>
        <p:nvSpPr>
          <p:cNvPr id="919" name=""/>
          <p:cNvSpPr/>
          <p:nvPr/>
        </p:nvSpPr>
        <p:spPr>
          <a:xfrm>
            <a:off x="1905120" y="297180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6000 credits</a:t>
            </a:r>
            <a:endParaRPr b="0" lang="en-US" sz="1600" spc="-1" strike="noStrike">
              <a:solidFill>
                <a:srgbClr val="000000"/>
              </a:solidFill>
              <a:latin typeface="Arial"/>
            </a:endParaRPr>
          </a:p>
        </p:txBody>
      </p:sp>
      <p:sp>
        <p:nvSpPr>
          <p:cNvPr id="920" name=""/>
          <p:cNvSpPr/>
          <p:nvPr/>
        </p:nvSpPr>
        <p:spPr>
          <a:xfrm>
            <a:off x="5791320" y="297180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1500 credits</a:t>
            </a:r>
            <a:endParaRPr b="0" lang="en-US" sz="1600" spc="-1" strike="noStrike">
              <a:solidFill>
                <a:srgbClr val="000000"/>
              </a:solidFill>
              <a:latin typeface="Arial"/>
            </a:endParaRPr>
          </a:p>
        </p:txBody>
      </p:sp>
      <p:pic>
        <p:nvPicPr>
          <p:cNvPr id="921" name="" descr=""/>
          <p:cNvPicPr/>
          <p:nvPr/>
        </p:nvPicPr>
        <p:blipFill>
          <a:blip r:embed="rId7"/>
          <a:stretch/>
        </p:blipFill>
        <p:spPr>
          <a:xfrm>
            <a:off x="152280" y="3429000"/>
            <a:ext cx="4343400" cy="1676520"/>
          </a:xfrm>
          <a:prstGeom prst="rect">
            <a:avLst/>
          </a:prstGeom>
          <a:ln w="0">
            <a:noFill/>
          </a:ln>
        </p:spPr>
      </p:pic>
      <p:pic>
        <p:nvPicPr>
          <p:cNvPr id="922" name="" descr=""/>
          <p:cNvPicPr/>
          <p:nvPr/>
        </p:nvPicPr>
        <p:blipFill>
          <a:blip r:embed="rId8"/>
          <a:stretch/>
        </p:blipFill>
        <p:spPr>
          <a:xfrm>
            <a:off x="4572000" y="3429000"/>
            <a:ext cx="4343400" cy="1676520"/>
          </a:xfrm>
          <a:prstGeom prst="rect">
            <a:avLst/>
          </a:prstGeom>
          <a:ln w="0">
            <a:noFill/>
          </a:ln>
        </p:spPr>
      </p:pic>
      <p:pic>
        <p:nvPicPr>
          <p:cNvPr id="923" name="" descr="">
            <a:hlinkClick r:id="rId9" action="ppaction://hlinksldjump"/>
          </p:cNvPr>
          <p:cNvPicPr/>
          <p:nvPr/>
        </p:nvPicPr>
        <p:blipFill>
          <a:blip r:embed="rId10"/>
          <a:stretch/>
        </p:blipFill>
        <p:spPr>
          <a:xfrm>
            <a:off x="304920" y="3581280"/>
            <a:ext cx="1752480" cy="843120"/>
          </a:xfrm>
          <a:prstGeom prst="rect">
            <a:avLst/>
          </a:prstGeom>
          <a:ln w="0">
            <a:noFill/>
          </a:ln>
        </p:spPr>
      </p:pic>
      <p:sp>
        <p:nvSpPr>
          <p:cNvPr id="924" name=""/>
          <p:cNvSpPr/>
          <p:nvPr/>
        </p:nvSpPr>
        <p:spPr>
          <a:xfrm>
            <a:off x="2057400" y="3505320"/>
            <a:ext cx="2286000" cy="12866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2XII-model2.5</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 model made for mainly merchants. Large storage bays. Oh, and good hull strength too. Other than that pretty wimpy.</a:t>
            </a:r>
            <a:endParaRPr b="0" lang="en-US" sz="1200" spc="-1" strike="noStrike">
              <a:solidFill>
                <a:srgbClr val="000000"/>
              </a:solidFill>
              <a:latin typeface="Arial"/>
            </a:endParaRPr>
          </a:p>
        </p:txBody>
      </p:sp>
      <p:sp>
        <p:nvSpPr>
          <p:cNvPr id="925" name=""/>
          <p:cNvSpPr/>
          <p:nvPr/>
        </p:nvSpPr>
        <p:spPr>
          <a:xfrm>
            <a:off x="1828800" y="472428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15000 credits</a:t>
            </a:r>
            <a:endParaRPr b="0" lang="en-US" sz="1600" spc="-1" strike="noStrike">
              <a:solidFill>
                <a:srgbClr val="000000"/>
              </a:solidFill>
              <a:latin typeface="Arial"/>
            </a:endParaRPr>
          </a:p>
        </p:txBody>
      </p:sp>
      <p:sp>
        <p:nvSpPr>
          <p:cNvPr id="926" name="">
            <a:hlinkClick r:id="rId11" action="ppaction://hlinksldjump"/>
          </p:cNvPr>
          <p:cNvSpPr/>
          <p:nvPr/>
        </p:nvSpPr>
        <p:spPr>
          <a:xfrm>
            <a:off x="4876920" y="4114800"/>
            <a:ext cx="152280" cy="152280"/>
          </a:xfrm>
          <a:prstGeom prst="flowChartInputOutput">
            <a:avLst/>
          </a:prstGeom>
          <a:solidFill>
            <a:srgbClr val="969696"/>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27" name="">
            <a:hlinkClick r:id="rId12" action="ppaction://hlinksldjump"/>
          </p:cNvPr>
          <p:cNvSpPr/>
          <p:nvPr/>
        </p:nvSpPr>
        <p:spPr>
          <a:xfrm>
            <a:off x="4724280" y="4191120"/>
            <a:ext cx="533520" cy="75960"/>
          </a:xfrm>
          <a:prstGeom prst="rect">
            <a:avLst/>
          </a:prstGeom>
          <a:solidFill>
            <a:srgbClr val="969696"/>
          </a:solidFill>
          <a:ln w="9360">
            <a:solidFill>
              <a:srgbClr val="000000"/>
            </a:solidFill>
            <a:miter/>
          </a:ln>
        </p:spPr>
        <p:style>
          <a:lnRef idx="0"/>
          <a:fillRef idx="0"/>
          <a:effectRef idx="0"/>
          <a:fontRef idx="minor"/>
        </p:style>
        <p:txBody>
          <a:bodyPr wrap="none" lIns="90000" rIns="90000" tIns="29160" bIns="29160" anchor="ctr">
            <a:noAutofit/>
          </a:bodyPr>
          <a:p>
            <a:endParaRPr b="0" lang="en-US" sz="1800" spc="-1" strike="noStrike">
              <a:solidFill>
                <a:srgbClr val="000000"/>
              </a:solidFill>
              <a:latin typeface="Arial"/>
            </a:endParaRPr>
          </a:p>
        </p:txBody>
      </p:sp>
      <p:pic>
        <p:nvPicPr>
          <p:cNvPr id="928" name="" descr=""/>
          <p:cNvPicPr/>
          <p:nvPr/>
        </p:nvPicPr>
        <p:blipFill>
          <a:blip r:embed="rId13"/>
          <a:stretch/>
        </p:blipFill>
        <p:spPr>
          <a:xfrm>
            <a:off x="152280" y="5181480"/>
            <a:ext cx="4343400" cy="1676520"/>
          </a:xfrm>
          <a:prstGeom prst="rect">
            <a:avLst/>
          </a:prstGeom>
          <a:ln w="0">
            <a:noFill/>
          </a:ln>
        </p:spPr>
      </p:pic>
      <p:pic>
        <p:nvPicPr>
          <p:cNvPr id="929" name="" descr=""/>
          <p:cNvPicPr/>
          <p:nvPr/>
        </p:nvPicPr>
        <p:blipFill>
          <a:blip r:embed="rId14"/>
          <a:stretch/>
        </p:blipFill>
        <p:spPr>
          <a:xfrm>
            <a:off x="4572000" y="5181480"/>
            <a:ext cx="4343400" cy="1676520"/>
          </a:xfrm>
          <a:prstGeom prst="rect">
            <a:avLst/>
          </a:prstGeom>
          <a:ln w="0">
            <a:noFill/>
          </a:ln>
        </p:spPr>
      </p:pic>
      <p:sp>
        <p:nvSpPr>
          <p:cNvPr id="930" name=""/>
          <p:cNvSpPr/>
          <p:nvPr/>
        </p:nvSpPr>
        <p:spPr>
          <a:xfrm>
            <a:off x="5486400" y="3657600"/>
            <a:ext cx="2286000" cy="11037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WI-MP</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Using the latest advancements in technology, this small attachment doubles the shield output. </a:t>
            </a:r>
            <a:endParaRPr b="0" lang="en-US" sz="1200" spc="-1" strike="noStrike">
              <a:solidFill>
                <a:srgbClr val="000000"/>
              </a:solidFill>
              <a:latin typeface="Arial"/>
            </a:endParaRPr>
          </a:p>
        </p:txBody>
      </p:sp>
      <p:sp>
        <p:nvSpPr>
          <p:cNvPr id="931" name=""/>
          <p:cNvSpPr/>
          <p:nvPr/>
        </p:nvSpPr>
        <p:spPr>
          <a:xfrm>
            <a:off x="5791320" y="472428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2000 credits</a:t>
            </a:r>
            <a:endParaRPr b="0" lang="en-US" sz="1600" spc="-1" strike="noStrike">
              <a:solidFill>
                <a:srgbClr val="000000"/>
              </a:solidFill>
              <a:latin typeface="Arial"/>
            </a:endParaRPr>
          </a:p>
        </p:txBody>
      </p:sp>
      <p:sp>
        <p:nvSpPr>
          <p:cNvPr id="932" name="">
            <a:hlinkClick r:id="rId15" action="ppaction://hlinksldjump"/>
          </p:cNvPr>
          <p:cNvSpPr/>
          <p:nvPr/>
        </p:nvSpPr>
        <p:spPr>
          <a:xfrm>
            <a:off x="457200" y="5791320"/>
            <a:ext cx="685800" cy="228600"/>
          </a:xfrm>
          <a:custGeom>
            <a:avLst/>
            <a:gdLst>
              <a:gd name="textAreaLeft" fmla="*/ 0 w 685800"/>
              <a:gd name="textAreaRight" fmla="*/ 686160 w 685800"/>
              <a:gd name="textAreaTop" fmla="*/ 0 h 228600"/>
              <a:gd name="textAreaBottom" fmla="*/ 228960 h 2286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b2b2b2"/>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33" name="">
            <a:hlinkClick r:id="rId16" action="ppaction://hlinksldjump"/>
          </p:cNvPr>
          <p:cNvSpPr/>
          <p:nvPr/>
        </p:nvSpPr>
        <p:spPr>
          <a:xfrm rot="5400000">
            <a:off x="456840" y="5486400"/>
            <a:ext cx="228600" cy="381240"/>
          </a:xfrm>
          <a:prstGeom prst="triangle">
            <a:avLst>
              <a:gd name="adj" fmla="val 50000"/>
            </a:avLst>
          </a:prstGeom>
          <a:solidFill>
            <a:srgbClr val="b2b2b2"/>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34" name="">
            <a:hlinkClick r:id="rId17" action="ppaction://hlinksldjump"/>
          </p:cNvPr>
          <p:cNvSpPr/>
          <p:nvPr/>
        </p:nvSpPr>
        <p:spPr>
          <a:xfrm rot="5400000">
            <a:off x="456840" y="5943600"/>
            <a:ext cx="228600" cy="381240"/>
          </a:xfrm>
          <a:prstGeom prst="triangle">
            <a:avLst>
              <a:gd name="adj" fmla="val 50000"/>
            </a:avLst>
          </a:prstGeom>
          <a:solidFill>
            <a:srgbClr val="b2b2b2"/>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35" name=""/>
          <p:cNvSpPr/>
          <p:nvPr/>
        </p:nvSpPr>
        <p:spPr>
          <a:xfrm>
            <a:off x="1219320" y="5410080"/>
            <a:ext cx="2286000" cy="11037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MGA.FUC© boosters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Attachments to both sides of any ship. Significantly improves speed and handling of a ship. Very “pimp”.</a:t>
            </a:r>
            <a:endParaRPr b="0" lang="en-US" sz="1200" spc="-1" strike="noStrike">
              <a:solidFill>
                <a:srgbClr val="000000"/>
              </a:solidFill>
              <a:latin typeface="Arial"/>
            </a:endParaRPr>
          </a:p>
        </p:txBody>
      </p:sp>
      <p:sp>
        <p:nvSpPr>
          <p:cNvPr id="936" name=""/>
          <p:cNvSpPr/>
          <p:nvPr/>
        </p:nvSpPr>
        <p:spPr>
          <a:xfrm>
            <a:off x="1676520" y="652140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1200 credits</a:t>
            </a:r>
            <a:endParaRPr b="0" lang="en-US" sz="1600" spc="-1" strike="noStrike">
              <a:solidFill>
                <a:srgbClr val="000000"/>
              </a:solidFill>
              <a:latin typeface="Arial"/>
            </a:endParaRPr>
          </a:p>
        </p:txBody>
      </p:sp>
      <p:sp>
        <p:nvSpPr>
          <p:cNvPr id="937" name="">
            <a:hlinkClick r:id="rId18" action="ppaction://hlinksldjump"/>
          </p:cNvPr>
          <p:cNvSpPr/>
          <p:nvPr/>
        </p:nvSpPr>
        <p:spPr>
          <a:xfrm rot="16200000">
            <a:off x="4876560" y="579060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38" name="">
            <a:hlinkClick r:id="rId19" action="ppaction://hlinksldjump"/>
          </p:cNvPr>
          <p:cNvSpPr/>
          <p:nvPr/>
        </p:nvSpPr>
        <p:spPr>
          <a:xfrm rot="16200000">
            <a:off x="5181480" y="601920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39" name="">
            <a:hlinkClick r:id="rId20" action="ppaction://hlinksldjump"/>
          </p:cNvPr>
          <p:cNvSpPr/>
          <p:nvPr/>
        </p:nvSpPr>
        <p:spPr>
          <a:xfrm rot="16200000">
            <a:off x="5181480" y="54864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40" name=""/>
          <p:cNvSpPr/>
          <p:nvPr/>
        </p:nvSpPr>
        <p:spPr>
          <a:xfrm>
            <a:off x="5715000" y="5410080"/>
            <a:ext cx="2286000" cy="738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SWE-IV Missile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Attachment that launches missiles. Takes time to charge.</a:t>
            </a:r>
            <a:endParaRPr b="0" lang="en-US" sz="1200" spc="-1" strike="noStrike">
              <a:solidFill>
                <a:srgbClr val="000000"/>
              </a:solidFill>
              <a:latin typeface="Arial"/>
            </a:endParaRPr>
          </a:p>
        </p:txBody>
      </p:sp>
      <p:sp>
        <p:nvSpPr>
          <p:cNvPr id="941" name=""/>
          <p:cNvSpPr/>
          <p:nvPr/>
        </p:nvSpPr>
        <p:spPr>
          <a:xfrm>
            <a:off x="5715000" y="652140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1000 credits</a:t>
            </a:r>
            <a:endParaRPr b="0" lang="en-US" sz="1600" spc="-1" strike="noStrike">
              <a:solidFill>
                <a:srgbClr val="000000"/>
              </a:solidFill>
              <a:latin typeface="Arial"/>
            </a:endParaRPr>
          </a:p>
        </p:txBody>
      </p:sp>
      <p:sp>
        <p:nvSpPr>
          <p:cNvPr id="942" name="">
            <a:hlinkClick r:id="rId21" action="ppaction://hlinksldjump"/>
          </p:cNvPr>
          <p:cNvSpPr/>
          <p:nvPr/>
        </p:nvSpPr>
        <p:spPr>
          <a:xfrm>
            <a:off x="152280" y="152280"/>
            <a:ext cx="160020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&lt;- EXIT</a:t>
            </a:r>
            <a:endParaRPr b="0" lang="en-US" sz="1600" spc="-1" strike="noStrike">
              <a:solidFill>
                <a:srgbClr val="000000"/>
              </a:solidFill>
              <a:latin typeface="Arial"/>
            </a:endParaRPr>
          </a:p>
        </p:txBody>
      </p:sp>
      <p:sp>
        <p:nvSpPr>
          <p:cNvPr id="943" name=""/>
          <p:cNvSpPr/>
          <p:nvPr/>
        </p:nvSpPr>
        <p:spPr>
          <a:xfrm>
            <a:off x="2286000" y="380880"/>
            <a:ext cx="5029200" cy="58140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We have a very nice selection here, If I should say so myself. But nothing too special, though.</a:t>
            </a:r>
            <a:endParaRPr b="0" lang="en-US" sz="1600" spc="-1" strike="noStrike">
              <a:solidFill>
                <a:srgbClr val="000000"/>
              </a:solidFill>
              <a:latin typeface="Arial"/>
            </a:endParaRPr>
          </a:p>
        </p:txBody>
      </p:sp>
      <p:sp>
        <p:nvSpPr>
          <p:cNvPr id="944" name=""/>
          <p:cNvSpPr/>
          <p:nvPr/>
        </p:nvSpPr>
        <p:spPr>
          <a:xfrm>
            <a:off x="4800600" y="1295280"/>
            <a:ext cx="144792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Sell</a:t>
            </a:r>
            <a:endParaRPr b="0" lang="en-US" sz="1600" spc="-1" strike="noStrike">
              <a:solidFill>
                <a:srgbClr val="000000"/>
              </a:solidFill>
              <a:latin typeface="Arial"/>
            </a:endParaRPr>
          </a:p>
        </p:txBody>
      </p:sp>
      <p:sp>
        <p:nvSpPr>
          <p:cNvPr id="945" name=""/>
          <p:cNvSpPr/>
          <p:nvPr/>
        </p:nvSpPr>
        <p:spPr>
          <a:xfrm>
            <a:off x="685800" y="4419720"/>
            <a:ext cx="99072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Shld- 15</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Hull- 45</a:t>
            </a:r>
            <a:endParaRPr b="0" lang="en-US" sz="1200" spc="-1" strike="noStrike">
              <a:solidFill>
                <a:srgbClr val="000000"/>
              </a:solidFill>
              <a:latin typeface="Arial"/>
            </a:endParaRPr>
          </a:p>
        </p:txBody>
      </p:sp>
      <p:sp>
        <p:nvSpPr>
          <p:cNvPr id="946" name=""/>
          <p:cNvSpPr/>
          <p:nvPr/>
        </p:nvSpPr>
        <p:spPr>
          <a:xfrm>
            <a:off x="2819520" y="38088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Yawn… This cowboy/detective outfit is hideous.</a:t>
            </a:r>
            <a:endParaRPr b="0" lang="en-US" sz="1600" spc="-1" strike="noStrike">
              <a:solidFill>
                <a:srgbClr val="000000"/>
              </a:solidFill>
              <a:latin typeface="Arial"/>
            </a:endParaRPr>
          </a:p>
        </p:txBody>
      </p:sp>
      <p:sp>
        <p:nvSpPr>
          <p:cNvPr id="947" name=""/>
          <p:cNvSpPr/>
          <p:nvPr/>
        </p:nvSpPr>
        <p:spPr>
          <a:xfrm>
            <a:off x="152280" y="990720"/>
            <a:ext cx="221004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50</a:t>
            </a:r>
            <a:endParaRPr b="0" lang="en-US" sz="1600" spc="-1" strike="noStrike">
              <a:solidFill>
                <a:srgbClr val="000000"/>
              </a:solidFill>
              <a:latin typeface="Arial"/>
            </a:endParaRPr>
          </a:p>
        </p:txBody>
      </p:sp>
    </p:spTree>
  </p:cSld>
  <p:timing>
    <p:tnLst>
      <p:par>
        <p:cTn id="2458" dur="indefinite" restart="never" nodeType="tmRoot">
          <p:childTnLst>
            <p:seq>
              <p:cTn id="2459" dur="indefinite" nodeType="mainSeq">
                <p:childTnLst>
                  <p:par>
                    <p:cTn id="2460" fill="hold">
                      <p:stCondLst>
                        <p:cond delay="0"/>
                      </p:stCondLst>
                      <p:childTnLst>
                        <p:par>
                          <p:cTn id="2461" fill="hold">
                            <p:stCondLst>
                              <p:cond delay="0"/>
                            </p:stCondLst>
                            <p:childTnLst>
                              <p:par>
                                <p:cTn id="2462" nodeType="afterEffect" fill="hold" presetClass="entr" presetID="27">
                                  <p:stCondLst>
                                    <p:cond delay="0"/>
                                  </p:stCondLst>
                                  <p:iterate type="lt">
                                    <p:tmAbs val="40"/>
                                  </p:iterate>
                                  <p:childTnLst>
                                    <p:set>
                                      <p:cBhvr>
                                        <p:cTn id="2463" dur="1" fill="hold">
                                          <p:stCondLst>
                                            <p:cond delay="0"/>
                                          </p:stCondLst>
                                        </p:cTn>
                                        <p:tgtEl>
                                          <p:spTgt spid="943"/>
                                        </p:tgtEl>
                                        <p:attrNameLst>
                                          <p:attrName>style.visibility</p:attrName>
                                        </p:attrNameLst>
                                      </p:cBhvr>
                                      <p:to>
                                        <p:strVal val="visible"/>
                                      </p:to>
                                    </p:set>
                                    <p:anim calcmode="discrete" valueType="clr">
                                      <p:cBhvr additive="repl">
                                        <p:cTn id="2464" dur="80"/>
                                        <p:tgtEl>
                                          <p:spTgt spid="943"/>
                                        </p:tgtEl>
                                        <p:attrNameLst>
                                          <p:attrName>style.color</p:attrName>
                                        </p:attrNameLst>
                                      </p:cBhvr>
                                      <p:tavLst>
                                        <p:tav tm="0">
                                          <p:val>
                                            <p:strVal val="rgb(-103,51,51)"/>
                                          </p:val>
                                        </p:tav>
                                        <p:tav tm="50000">
                                          <p:val>
                                            <p:strVal val="rgb(-103,-103,0)"/>
                                          </p:val>
                                        </p:tav>
                                      </p:tavLst>
                                    </p:anim>
                                    <p:anim calcmode="discrete" valueType="clr">
                                      <p:cBhvr additive="repl">
                                        <p:cTn id="2465" dur="80"/>
                                        <p:tgtEl>
                                          <p:spTgt spid="943"/>
                                        </p:tgtEl>
                                        <p:attrNameLst>
                                          <p:attrName>fillcolor</p:attrName>
                                        </p:attrNameLst>
                                      </p:cBhvr>
                                      <p:tavLst>
                                        <p:tav tm="0">
                                          <p:val>
                                            <p:strVal val="rgb(-103,51,51)"/>
                                          </p:val>
                                        </p:tav>
                                        <p:tav tm="50000">
                                          <p:val>
                                            <p:strVal val="rgb(-103,-103,0)"/>
                                          </p:val>
                                        </p:tav>
                                      </p:tavLst>
                                    </p:anim>
                                    <p:set>
                                      <p:cBhvr>
                                        <p:cTn id="2466" dur="80"/>
                                        <p:tgtEl>
                                          <p:spTgt spid="943"/>
                                        </p:tgtEl>
                                        <p:attrNameLst>
                                          <p:attrName>fill.type</p:attrName>
                                        </p:attrNameLst>
                                      </p:cBhvr>
                                      <p:to>
                                        <p:strVal val="solid"/>
                                      </p:to>
                                    </p:set>
                                  </p:childTnLst>
                                </p:cTn>
                              </p:par>
                            </p:childTnLst>
                          </p:cTn>
                        </p:par>
                        <p:par>
                          <p:cTn id="2467" fill="hold">
                            <p:stCondLst>
                              <p:cond delay="3160"/>
                            </p:stCondLst>
                            <p:childTnLst>
                              <p:par>
                                <p:cTn id="2468" nodeType="afterEffect" fill="hold" presetClass="exit" presetID="1">
                                  <p:stCondLst>
                                    <p:cond delay="20000"/>
                                  </p:stCondLst>
                                  <p:iterate type="lt">
                                    <p:tmAbs val="0"/>
                                  </p:iterate>
                                  <p:childTnLst>
                                    <p:set>
                                      <p:cBhvr>
                                        <p:cTn id="2469" dur="1" fill="hold">
                                          <p:stCondLst>
                                            <p:cond delay="0"/>
                                          </p:stCondLst>
                                        </p:cTn>
                                        <p:tgtEl>
                                          <p:spTgt spid="943"/>
                                        </p:tgtEl>
                                        <p:attrNameLst>
                                          <p:attrName>style.visibility</p:attrName>
                                        </p:attrNameLst>
                                      </p:cBhvr>
                                      <p:to>
                                        <p:strVal val="hidden"/>
                                      </p:to>
                                    </p:set>
                                  </p:childTnLst>
                                </p:cTn>
                              </p:par>
                            </p:childTnLst>
                          </p:cTn>
                        </p:par>
                        <p:par>
                          <p:cTn id="2470" fill="hold">
                            <p:stCondLst>
                              <p:cond delay="23160"/>
                            </p:stCondLst>
                            <p:childTnLst>
                              <p:par>
                                <p:cTn id="2471" nodeType="afterEffect" fill="hold" presetClass="entr" presetID="27">
                                  <p:stCondLst>
                                    <p:cond delay="0"/>
                                  </p:stCondLst>
                                  <p:iterate type="lt">
                                    <p:tmAbs val="40"/>
                                  </p:iterate>
                                  <p:childTnLst>
                                    <p:set>
                                      <p:cBhvr>
                                        <p:cTn id="2472" dur="1" fill="hold">
                                          <p:stCondLst>
                                            <p:cond delay="0"/>
                                          </p:stCondLst>
                                        </p:cTn>
                                        <p:tgtEl>
                                          <p:spTgt spid="946"/>
                                        </p:tgtEl>
                                        <p:attrNameLst>
                                          <p:attrName>style.visibility</p:attrName>
                                        </p:attrNameLst>
                                      </p:cBhvr>
                                      <p:to>
                                        <p:strVal val="visible"/>
                                      </p:to>
                                    </p:set>
                                    <p:anim calcmode="discrete" valueType="clr">
                                      <p:cBhvr additive="repl">
                                        <p:cTn id="2473" dur="80"/>
                                        <p:tgtEl>
                                          <p:spTgt spid="946"/>
                                        </p:tgtEl>
                                        <p:attrNameLst>
                                          <p:attrName>style.color</p:attrName>
                                        </p:attrNameLst>
                                      </p:cBhvr>
                                      <p:tavLst>
                                        <p:tav tm="0">
                                          <p:val>
                                            <p:strVal val="rgb(-103,51,51)"/>
                                          </p:val>
                                        </p:tav>
                                        <p:tav tm="50000">
                                          <p:val>
                                            <p:strVal val="rgb(-103,-103,0)"/>
                                          </p:val>
                                        </p:tav>
                                      </p:tavLst>
                                    </p:anim>
                                    <p:anim calcmode="discrete" valueType="clr">
                                      <p:cBhvr additive="repl">
                                        <p:cTn id="2474" dur="80"/>
                                        <p:tgtEl>
                                          <p:spTgt spid="946"/>
                                        </p:tgtEl>
                                        <p:attrNameLst>
                                          <p:attrName>fillcolor</p:attrName>
                                        </p:attrNameLst>
                                      </p:cBhvr>
                                      <p:tavLst>
                                        <p:tav tm="0">
                                          <p:val>
                                            <p:strVal val="rgb(-103,51,51)"/>
                                          </p:val>
                                        </p:tav>
                                        <p:tav tm="50000">
                                          <p:val>
                                            <p:strVal val="rgb(-103,-103,0)"/>
                                          </p:val>
                                        </p:tav>
                                      </p:tavLst>
                                    </p:anim>
                                    <p:set>
                                      <p:cBhvr>
                                        <p:cTn id="2475" dur="80"/>
                                        <p:tgtEl>
                                          <p:spTgt spid="946"/>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48" name="" descr=""/>
          <p:cNvPicPr/>
          <p:nvPr/>
        </p:nvPicPr>
        <p:blipFill>
          <a:blip r:embed="rId1"/>
          <a:stretch/>
        </p:blipFill>
        <p:spPr>
          <a:xfrm>
            <a:off x="0" y="0"/>
            <a:ext cx="9144000" cy="6858000"/>
          </a:xfrm>
          <a:prstGeom prst="rect">
            <a:avLst/>
          </a:prstGeom>
          <a:ln w="0">
            <a:noFill/>
          </a:ln>
        </p:spPr>
      </p:pic>
      <p:sp>
        <p:nvSpPr>
          <p:cNvPr id="949" name=""/>
          <p:cNvSpPr/>
          <p:nvPr/>
        </p:nvSpPr>
        <p:spPr>
          <a:xfrm>
            <a:off x="6095880" y="129528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Buy</a:t>
            </a:r>
            <a:endParaRPr b="0" lang="en-US" sz="2000" spc="-1" strike="noStrike">
              <a:solidFill>
                <a:srgbClr val="000000"/>
              </a:solidFill>
              <a:latin typeface="Arial"/>
            </a:endParaRPr>
          </a:p>
        </p:txBody>
      </p:sp>
      <p:pic>
        <p:nvPicPr>
          <p:cNvPr id="950" name="" descr=""/>
          <p:cNvPicPr/>
          <p:nvPr/>
        </p:nvPicPr>
        <p:blipFill>
          <a:blip r:embed="rId2"/>
          <a:stretch/>
        </p:blipFill>
        <p:spPr>
          <a:xfrm>
            <a:off x="152280" y="1676520"/>
            <a:ext cx="4343400" cy="1676160"/>
          </a:xfrm>
          <a:prstGeom prst="rect">
            <a:avLst/>
          </a:prstGeom>
          <a:ln w="0">
            <a:noFill/>
          </a:ln>
        </p:spPr>
      </p:pic>
      <p:pic>
        <p:nvPicPr>
          <p:cNvPr id="951" name="" descr="">
            <a:hlinkClick r:id="rId3" action="ppaction://hlinksldjump"/>
          </p:cNvPr>
          <p:cNvPicPr/>
          <p:nvPr/>
        </p:nvPicPr>
        <p:blipFill>
          <a:blip r:embed="rId4"/>
          <a:stretch/>
        </p:blipFill>
        <p:spPr>
          <a:xfrm>
            <a:off x="380880" y="1828800"/>
            <a:ext cx="1400400" cy="696960"/>
          </a:xfrm>
          <a:prstGeom prst="rect">
            <a:avLst/>
          </a:prstGeom>
          <a:ln w="0">
            <a:noFill/>
          </a:ln>
        </p:spPr>
      </p:pic>
      <p:sp>
        <p:nvSpPr>
          <p:cNvPr id="952" name=""/>
          <p:cNvSpPr/>
          <p:nvPr/>
        </p:nvSpPr>
        <p:spPr>
          <a:xfrm>
            <a:off x="1828800" y="1828800"/>
            <a:ext cx="2514600" cy="11037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AR2—model3089</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 economic model not meant for major combat. Medium sized storage bays &amp; lowest possible fuel consumption.   </a:t>
            </a:r>
            <a:endParaRPr b="0" lang="en-US" sz="1200" spc="-1" strike="noStrike">
              <a:solidFill>
                <a:srgbClr val="000000"/>
              </a:solidFill>
              <a:latin typeface="Arial"/>
            </a:endParaRPr>
          </a:p>
        </p:txBody>
      </p:sp>
      <p:sp>
        <p:nvSpPr>
          <p:cNvPr id="953" name=""/>
          <p:cNvSpPr/>
          <p:nvPr/>
        </p:nvSpPr>
        <p:spPr>
          <a:xfrm>
            <a:off x="533520" y="2590920"/>
            <a:ext cx="99036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Shld- 5</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Hull- 10</a:t>
            </a:r>
            <a:endParaRPr b="0" lang="en-US" sz="1200" spc="-1" strike="noStrike">
              <a:solidFill>
                <a:srgbClr val="000000"/>
              </a:solidFill>
              <a:latin typeface="Arial"/>
            </a:endParaRPr>
          </a:p>
        </p:txBody>
      </p:sp>
      <p:pic>
        <p:nvPicPr>
          <p:cNvPr id="954" name="" descr=""/>
          <p:cNvPicPr/>
          <p:nvPr/>
        </p:nvPicPr>
        <p:blipFill>
          <a:blip r:embed="rId5"/>
          <a:stretch/>
        </p:blipFill>
        <p:spPr>
          <a:xfrm>
            <a:off x="4572000" y="1676520"/>
            <a:ext cx="4343400" cy="1676160"/>
          </a:xfrm>
          <a:prstGeom prst="rect">
            <a:avLst/>
          </a:prstGeom>
          <a:ln w="0">
            <a:noFill/>
          </a:ln>
        </p:spPr>
      </p:pic>
      <p:sp>
        <p:nvSpPr>
          <p:cNvPr id="955" name="">
            <a:hlinkClick r:id="rId6" action="ppaction://hlinksldjump"/>
          </p:cNvPr>
          <p:cNvSpPr/>
          <p:nvPr/>
        </p:nvSpPr>
        <p:spPr>
          <a:xfrm>
            <a:off x="4952880" y="2133720"/>
            <a:ext cx="304920" cy="304560"/>
          </a:xfrm>
          <a:prstGeom prst="ellipse">
            <a:avLst/>
          </a:prstGeom>
          <a:solidFill>
            <a:srgbClr val="969696"/>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56" name=""/>
          <p:cNvSpPr/>
          <p:nvPr/>
        </p:nvSpPr>
        <p:spPr>
          <a:xfrm>
            <a:off x="5486400" y="1905120"/>
            <a:ext cx="2286000" cy="11991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M450 Cannon</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Add-on available to most small to medium sized ships.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Launches explosive shots for medium damage.</a:t>
            </a:r>
            <a:endParaRPr b="0" lang="en-US" sz="1200" spc="-1" strike="noStrike">
              <a:solidFill>
                <a:srgbClr val="000000"/>
              </a:solidFill>
              <a:latin typeface="Arial"/>
            </a:endParaRPr>
          </a:p>
        </p:txBody>
      </p:sp>
      <p:sp>
        <p:nvSpPr>
          <p:cNvPr id="957" name=""/>
          <p:cNvSpPr/>
          <p:nvPr/>
        </p:nvSpPr>
        <p:spPr>
          <a:xfrm>
            <a:off x="1905120" y="297180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6000 credits</a:t>
            </a:r>
            <a:endParaRPr b="0" lang="en-US" sz="1600" spc="-1" strike="noStrike">
              <a:solidFill>
                <a:srgbClr val="000000"/>
              </a:solidFill>
              <a:latin typeface="Arial"/>
            </a:endParaRPr>
          </a:p>
        </p:txBody>
      </p:sp>
      <p:sp>
        <p:nvSpPr>
          <p:cNvPr id="958" name=""/>
          <p:cNvSpPr/>
          <p:nvPr/>
        </p:nvSpPr>
        <p:spPr>
          <a:xfrm>
            <a:off x="5791320" y="297180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1500 credits</a:t>
            </a:r>
            <a:endParaRPr b="0" lang="en-US" sz="1600" spc="-1" strike="noStrike">
              <a:solidFill>
                <a:srgbClr val="000000"/>
              </a:solidFill>
              <a:latin typeface="Arial"/>
            </a:endParaRPr>
          </a:p>
        </p:txBody>
      </p:sp>
      <p:pic>
        <p:nvPicPr>
          <p:cNvPr id="959" name="" descr=""/>
          <p:cNvPicPr/>
          <p:nvPr/>
        </p:nvPicPr>
        <p:blipFill>
          <a:blip r:embed="rId7"/>
          <a:stretch/>
        </p:blipFill>
        <p:spPr>
          <a:xfrm>
            <a:off x="152280" y="3429000"/>
            <a:ext cx="4343400" cy="1676520"/>
          </a:xfrm>
          <a:prstGeom prst="rect">
            <a:avLst/>
          </a:prstGeom>
          <a:ln w="0">
            <a:noFill/>
          </a:ln>
        </p:spPr>
      </p:pic>
      <p:pic>
        <p:nvPicPr>
          <p:cNvPr id="960" name="" descr=""/>
          <p:cNvPicPr/>
          <p:nvPr/>
        </p:nvPicPr>
        <p:blipFill>
          <a:blip r:embed="rId8"/>
          <a:stretch/>
        </p:blipFill>
        <p:spPr>
          <a:xfrm>
            <a:off x="4572000" y="3429000"/>
            <a:ext cx="4343400" cy="1676520"/>
          </a:xfrm>
          <a:prstGeom prst="rect">
            <a:avLst/>
          </a:prstGeom>
          <a:ln w="0">
            <a:noFill/>
          </a:ln>
        </p:spPr>
      </p:pic>
      <p:pic>
        <p:nvPicPr>
          <p:cNvPr id="961" name="" descr="">
            <a:hlinkClick r:id="rId9" action="ppaction://hlinksldjump"/>
          </p:cNvPr>
          <p:cNvPicPr/>
          <p:nvPr/>
        </p:nvPicPr>
        <p:blipFill>
          <a:blip r:embed="rId10"/>
          <a:stretch/>
        </p:blipFill>
        <p:spPr>
          <a:xfrm>
            <a:off x="304920" y="3581280"/>
            <a:ext cx="1752480" cy="843120"/>
          </a:xfrm>
          <a:prstGeom prst="rect">
            <a:avLst/>
          </a:prstGeom>
          <a:ln w="0">
            <a:noFill/>
          </a:ln>
        </p:spPr>
      </p:pic>
      <p:sp>
        <p:nvSpPr>
          <p:cNvPr id="962" name=""/>
          <p:cNvSpPr/>
          <p:nvPr/>
        </p:nvSpPr>
        <p:spPr>
          <a:xfrm>
            <a:off x="2057400" y="3505320"/>
            <a:ext cx="2286000" cy="12866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2XII-model2.5</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 model made for mainly merchants. Large storage bays. Oh, and good hull strength too. Other than that pretty wimpy.</a:t>
            </a:r>
            <a:endParaRPr b="0" lang="en-US" sz="1200" spc="-1" strike="noStrike">
              <a:solidFill>
                <a:srgbClr val="000000"/>
              </a:solidFill>
              <a:latin typeface="Arial"/>
            </a:endParaRPr>
          </a:p>
        </p:txBody>
      </p:sp>
      <p:sp>
        <p:nvSpPr>
          <p:cNvPr id="963" name=""/>
          <p:cNvSpPr/>
          <p:nvPr/>
        </p:nvSpPr>
        <p:spPr>
          <a:xfrm>
            <a:off x="1828800" y="472428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15000 credits</a:t>
            </a:r>
            <a:endParaRPr b="0" lang="en-US" sz="1600" spc="-1" strike="noStrike">
              <a:solidFill>
                <a:srgbClr val="000000"/>
              </a:solidFill>
              <a:latin typeface="Arial"/>
            </a:endParaRPr>
          </a:p>
        </p:txBody>
      </p:sp>
      <p:sp>
        <p:nvSpPr>
          <p:cNvPr id="964" name="">
            <a:hlinkClick r:id="rId11" action="ppaction://hlinksldjump"/>
          </p:cNvPr>
          <p:cNvSpPr/>
          <p:nvPr/>
        </p:nvSpPr>
        <p:spPr>
          <a:xfrm>
            <a:off x="4876920" y="4114800"/>
            <a:ext cx="152280" cy="152280"/>
          </a:xfrm>
          <a:prstGeom prst="flowChartInputOutput">
            <a:avLst/>
          </a:prstGeom>
          <a:solidFill>
            <a:srgbClr val="969696"/>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65" name="">
            <a:hlinkClick r:id="rId12" action="ppaction://hlinksldjump"/>
          </p:cNvPr>
          <p:cNvSpPr/>
          <p:nvPr/>
        </p:nvSpPr>
        <p:spPr>
          <a:xfrm>
            <a:off x="4724280" y="4191120"/>
            <a:ext cx="533520" cy="75960"/>
          </a:xfrm>
          <a:prstGeom prst="rect">
            <a:avLst/>
          </a:prstGeom>
          <a:solidFill>
            <a:srgbClr val="969696"/>
          </a:solidFill>
          <a:ln w="9360">
            <a:solidFill>
              <a:srgbClr val="000000"/>
            </a:solidFill>
            <a:miter/>
          </a:ln>
        </p:spPr>
        <p:style>
          <a:lnRef idx="0"/>
          <a:fillRef idx="0"/>
          <a:effectRef idx="0"/>
          <a:fontRef idx="minor"/>
        </p:style>
        <p:txBody>
          <a:bodyPr wrap="none" lIns="90000" rIns="90000" tIns="29160" bIns="29160" anchor="ctr">
            <a:noAutofit/>
          </a:bodyPr>
          <a:p>
            <a:endParaRPr b="0" lang="en-US" sz="1800" spc="-1" strike="noStrike">
              <a:solidFill>
                <a:srgbClr val="000000"/>
              </a:solidFill>
              <a:latin typeface="Arial"/>
            </a:endParaRPr>
          </a:p>
        </p:txBody>
      </p:sp>
      <p:pic>
        <p:nvPicPr>
          <p:cNvPr id="966" name="" descr=""/>
          <p:cNvPicPr/>
          <p:nvPr/>
        </p:nvPicPr>
        <p:blipFill>
          <a:blip r:embed="rId13"/>
          <a:stretch/>
        </p:blipFill>
        <p:spPr>
          <a:xfrm>
            <a:off x="152280" y="5181480"/>
            <a:ext cx="4343400" cy="1676520"/>
          </a:xfrm>
          <a:prstGeom prst="rect">
            <a:avLst/>
          </a:prstGeom>
          <a:ln w="0">
            <a:noFill/>
          </a:ln>
        </p:spPr>
      </p:pic>
      <p:pic>
        <p:nvPicPr>
          <p:cNvPr id="967" name="" descr=""/>
          <p:cNvPicPr/>
          <p:nvPr/>
        </p:nvPicPr>
        <p:blipFill>
          <a:blip r:embed="rId14"/>
          <a:stretch/>
        </p:blipFill>
        <p:spPr>
          <a:xfrm>
            <a:off x="4572000" y="5181480"/>
            <a:ext cx="4343400" cy="1676520"/>
          </a:xfrm>
          <a:prstGeom prst="rect">
            <a:avLst/>
          </a:prstGeom>
          <a:ln w="0">
            <a:noFill/>
          </a:ln>
        </p:spPr>
      </p:pic>
      <p:sp>
        <p:nvSpPr>
          <p:cNvPr id="968" name=""/>
          <p:cNvSpPr/>
          <p:nvPr/>
        </p:nvSpPr>
        <p:spPr>
          <a:xfrm>
            <a:off x="5486400" y="3657600"/>
            <a:ext cx="2286000" cy="11037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WI-MP</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Using the latest advancements in technology, this small attachment doubles the shield output. </a:t>
            </a:r>
            <a:endParaRPr b="0" lang="en-US" sz="1200" spc="-1" strike="noStrike">
              <a:solidFill>
                <a:srgbClr val="000000"/>
              </a:solidFill>
              <a:latin typeface="Arial"/>
            </a:endParaRPr>
          </a:p>
        </p:txBody>
      </p:sp>
      <p:sp>
        <p:nvSpPr>
          <p:cNvPr id="969" name=""/>
          <p:cNvSpPr/>
          <p:nvPr/>
        </p:nvSpPr>
        <p:spPr>
          <a:xfrm>
            <a:off x="5791320" y="472428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2000 credits</a:t>
            </a:r>
            <a:endParaRPr b="0" lang="en-US" sz="1600" spc="-1" strike="noStrike">
              <a:solidFill>
                <a:srgbClr val="000000"/>
              </a:solidFill>
              <a:latin typeface="Arial"/>
            </a:endParaRPr>
          </a:p>
        </p:txBody>
      </p:sp>
      <p:sp>
        <p:nvSpPr>
          <p:cNvPr id="970" name="">
            <a:hlinkClick r:id="rId15" action="ppaction://hlinksldjump"/>
          </p:cNvPr>
          <p:cNvSpPr/>
          <p:nvPr/>
        </p:nvSpPr>
        <p:spPr>
          <a:xfrm>
            <a:off x="457200" y="5791320"/>
            <a:ext cx="685800" cy="228600"/>
          </a:xfrm>
          <a:custGeom>
            <a:avLst/>
            <a:gdLst>
              <a:gd name="textAreaLeft" fmla="*/ 0 w 685800"/>
              <a:gd name="textAreaRight" fmla="*/ 686160 w 685800"/>
              <a:gd name="textAreaTop" fmla="*/ 0 h 228600"/>
              <a:gd name="textAreaBottom" fmla="*/ 228960 h 2286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b2b2b2"/>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71" name="">
            <a:hlinkClick r:id="rId16" action="ppaction://hlinksldjump"/>
          </p:cNvPr>
          <p:cNvSpPr/>
          <p:nvPr/>
        </p:nvSpPr>
        <p:spPr>
          <a:xfrm rot="5400000">
            <a:off x="456840" y="5486400"/>
            <a:ext cx="228600" cy="381240"/>
          </a:xfrm>
          <a:prstGeom prst="triangle">
            <a:avLst>
              <a:gd name="adj" fmla="val 50000"/>
            </a:avLst>
          </a:prstGeom>
          <a:solidFill>
            <a:srgbClr val="b2b2b2"/>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72" name="">
            <a:hlinkClick r:id="rId17" action="ppaction://hlinksldjump"/>
          </p:cNvPr>
          <p:cNvSpPr/>
          <p:nvPr/>
        </p:nvSpPr>
        <p:spPr>
          <a:xfrm rot="5400000">
            <a:off x="456840" y="5943600"/>
            <a:ext cx="228600" cy="381240"/>
          </a:xfrm>
          <a:prstGeom prst="triangle">
            <a:avLst>
              <a:gd name="adj" fmla="val 50000"/>
            </a:avLst>
          </a:prstGeom>
          <a:solidFill>
            <a:srgbClr val="b2b2b2"/>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73" name=""/>
          <p:cNvSpPr/>
          <p:nvPr/>
        </p:nvSpPr>
        <p:spPr>
          <a:xfrm>
            <a:off x="1219320" y="5410080"/>
            <a:ext cx="2286000" cy="11037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MGA.FUC© boosters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Attachments to both sides of any ship. Significantly improves speed and handling of a ship. Very “pimp”.</a:t>
            </a:r>
            <a:endParaRPr b="0" lang="en-US" sz="1200" spc="-1" strike="noStrike">
              <a:solidFill>
                <a:srgbClr val="000000"/>
              </a:solidFill>
              <a:latin typeface="Arial"/>
            </a:endParaRPr>
          </a:p>
        </p:txBody>
      </p:sp>
      <p:sp>
        <p:nvSpPr>
          <p:cNvPr id="974" name=""/>
          <p:cNvSpPr/>
          <p:nvPr/>
        </p:nvSpPr>
        <p:spPr>
          <a:xfrm>
            <a:off x="1676520" y="652140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1200 credits</a:t>
            </a:r>
            <a:endParaRPr b="0" lang="en-US" sz="1600" spc="-1" strike="noStrike">
              <a:solidFill>
                <a:srgbClr val="000000"/>
              </a:solidFill>
              <a:latin typeface="Arial"/>
            </a:endParaRPr>
          </a:p>
        </p:txBody>
      </p:sp>
      <p:sp>
        <p:nvSpPr>
          <p:cNvPr id="975" name="">
            <a:hlinkClick r:id="rId18" action="ppaction://hlinksldjump"/>
          </p:cNvPr>
          <p:cNvSpPr/>
          <p:nvPr/>
        </p:nvSpPr>
        <p:spPr>
          <a:xfrm rot="16200000">
            <a:off x="4876560" y="579060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76" name="">
            <a:hlinkClick r:id="rId19" action="ppaction://hlinksldjump"/>
          </p:cNvPr>
          <p:cNvSpPr/>
          <p:nvPr/>
        </p:nvSpPr>
        <p:spPr>
          <a:xfrm rot="16200000">
            <a:off x="5181480" y="601920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77" name="">
            <a:hlinkClick r:id="rId20" action="ppaction://hlinksldjump"/>
          </p:cNvPr>
          <p:cNvSpPr/>
          <p:nvPr/>
        </p:nvSpPr>
        <p:spPr>
          <a:xfrm rot="16200000">
            <a:off x="5181480" y="54864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978" name=""/>
          <p:cNvSpPr/>
          <p:nvPr/>
        </p:nvSpPr>
        <p:spPr>
          <a:xfrm>
            <a:off x="5715000" y="5410080"/>
            <a:ext cx="2286000" cy="738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SWE-IV Missile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Attachment that launches missiles. Takes time to charge.</a:t>
            </a:r>
            <a:endParaRPr b="0" lang="en-US" sz="1200" spc="-1" strike="noStrike">
              <a:solidFill>
                <a:srgbClr val="000000"/>
              </a:solidFill>
              <a:latin typeface="Arial"/>
            </a:endParaRPr>
          </a:p>
        </p:txBody>
      </p:sp>
      <p:sp>
        <p:nvSpPr>
          <p:cNvPr id="979" name=""/>
          <p:cNvSpPr/>
          <p:nvPr/>
        </p:nvSpPr>
        <p:spPr>
          <a:xfrm>
            <a:off x="5715000" y="6521400"/>
            <a:ext cx="5029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1000 credits</a:t>
            </a:r>
            <a:endParaRPr b="0" lang="en-US" sz="1600" spc="-1" strike="noStrike">
              <a:solidFill>
                <a:srgbClr val="000000"/>
              </a:solidFill>
              <a:latin typeface="Arial"/>
            </a:endParaRPr>
          </a:p>
        </p:txBody>
      </p:sp>
      <p:sp>
        <p:nvSpPr>
          <p:cNvPr id="980" name="">
            <a:hlinkClick r:id="rId21" action="ppaction://hlinksldjump"/>
          </p:cNvPr>
          <p:cNvSpPr/>
          <p:nvPr/>
        </p:nvSpPr>
        <p:spPr>
          <a:xfrm>
            <a:off x="152280" y="152280"/>
            <a:ext cx="1600200" cy="337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&lt;- EXIT</a:t>
            </a:r>
            <a:endParaRPr b="0" lang="en-US" sz="1600" spc="-1" strike="noStrike">
              <a:solidFill>
                <a:srgbClr val="000000"/>
              </a:solidFill>
              <a:latin typeface="Arial"/>
            </a:endParaRPr>
          </a:p>
        </p:txBody>
      </p:sp>
      <p:sp>
        <p:nvSpPr>
          <p:cNvPr id="981" name=""/>
          <p:cNvSpPr/>
          <p:nvPr/>
        </p:nvSpPr>
        <p:spPr>
          <a:xfrm>
            <a:off x="2286000" y="380880"/>
            <a:ext cx="5029200" cy="58140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We have a very nice selection here, If I should say so myself. But nothing too special, though.</a:t>
            </a:r>
            <a:endParaRPr b="0" lang="en-US" sz="1600" spc="-1" strike="noStrike">
              <a:solidFill>
                <a:srgbClr val="000000"/>
              </a:solidFill>
              <a:latin typeface="Arial"/>
            </a:endParaRPr>
          </a:p>
        </p:txBody>
      </p:sp>
      <p:sp>
        <p:nvSpPr>
          <p:cNvPr id="982" name=""/>
          <p:cNvSpPr/>
          <p:nvPr/>
        </p:nvSpPr>
        <p:spPr>
          <a:xfrm>
            <a:off x="4800600" y="1295280"/>
            <a:ext cx="144792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Sell</a:t>
            </a:r>
            <a:endParaRPr b="0" lang="en-US" sz="1600" spc="-1" strike="noStrike">
              <a:solidFill>
                <a:srgbClr val="000000"/>
              </a:solidFill>
              <a:latin typeface="Arial"/>
            </a:endParaRPr>
          </a:p>
        </p:txBody>
      </p:sp>
      <p:sp>
        <p:nvSpPr>
          <p:cNvPr id="983" name=""/>
          <p:cNvSpPr/>
          <p:nvPr/>
        </p:nvSpPr>
        <p:spPr>
          <a:xfrm>
            <a:off x="685800" y="4419720"/>
            <a:ext cx="99072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Shld- 45</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Hull- 15</a:t>
            </a:r>
            <a:endParaRPr b="0" lang="en-US" sz="1200" spc="-1" strike="noStrike">
              <a:solidFill>
                <a:srgbClr val="000000"/>
              </a:solidFill>
              <a:latin typeface="Arial"/>
            </a:endParaRPr>
          </a:p>
        </p:txBody>
      </p:sp>
      <p:pic>
        <p:nvPicPr>
          <p:cNvPr id="984" name="" descr=""/>
          <p:cNvPicPr/>
          <p:nvPr/>
        </p:nvPicPr>
        <p:blipFill>
          <a:blip r:embed="rId22"/>
          <a:stretch/>
        </p:blipFill>
        <p:spPr>
          <a:xfrm>
            <a:off x="3352680" y="4952880"/>
            <a:ext cx="5562720" cy="1765440"/>
          </a:xfrm>
          <a:prstGeom prst="rect">
            <a:avLst/>
          </a:prstGeom>
          <a:ln w="0">
            <a:noFill/>
          </a:ln>
        </p:spPr>
      </p:pic>
      <p:sp>
        <p:nvSpPr>
          <p:cNvPr id="985" name=""/>
          <p:cNvSpPr/>
          <p:nvPr/>
        </p:nvSpPr>
        <p:spPr>
          <a:xfrm>
            <a:off x="5562720" y="5410080"/>
            <a:ext cx="246384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Are you kidding?? I don’t have the money to get that.</a:t>
            </a:r>
            <a:endParaRPr b="0" lang="en-US" sz="1200" spc="-1" strike="noStrike">
              <a:solidFill>
                <a:srgbClr val="000000"/>
              </a:solidFill>
              <a:latin typeface="Arial"/>
            </a:endParaRPr>
          </a:p>
        </p:txBody>
      </p:sp>
      <p:sp>
        <p:nvSpPr>
          <p:cNvPr id="986" name=""/>
          <p:cNvSpPr/>
          <p:nvPr/>
        </p:nvSpPr>
        <p:spPr>
          <a:xfrm>
            <a:off x="152280" y="990720"/>
            <a:ext cx="221004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50</a:t>
            </a:r>
            <a:endParaRPr b="0" lang="en-US" sz="1600" spc="-1" strike="noStrike">
              <a:solidFill>
                <a:srgbClr val="000000"/>
              </a:solidFill>
              <a:latin typeface="Arial"/>
            </a:endParaRPr>
          </a:p>
        </p:txBody>
      </p:sp>
    </p:spTree>
  </p:cSld>
  <p:timing>
    <p:tnLst>
      <p:par>
        <p:cTn id="2476" dur="indefinite" restart="never" nodeType="tmRoot">
          <p:childTnLst>
            <p:seq>
              <p:cTn id="2477" dur="indefinite" nodeType="mainSeq">
                <p:childTnLst>
                  <p:par>
                    <p:cTn id="2478" fill="hold">
                      <p:stCondLst>
                        <p:cond delay="0"/>
                      </p:stCondLst>
                      <p:childTnLst>
                        <p:par>
                          <p:cTn id="2479" fill="hold">
                            <p:stCondLst>
                              <p:cond delay="0"/>
                            </p:stCondLst>
                            <p:childTnLst>
                              <p:par>
                                <p:cTn id="2480" nodeType="afterEffect" fill="hold" presetClass="entr" presetID="9">
                                  <p:stCondLst>
                                    <p:cond delay="0"/>
                                  </p:stCondLst>
                                  <p:childTnLst>
                                    <p:set>
                                      <p:cBhvr>
                                        <p:cTn id="2481" dur="1" fill="hold">
                                          <p:stCondLst>
                                            <p:cond delay="0"/>
                                          </p:stCondLst>
                                        </p:cTn>
                                        <p:tgtEl>
                                          <p:spTgt spid="984"/>
                                        </p:tgtEl>
                                        <p:attrNameLst>
                                          <p:attrName>style.visibility</p:attrName>
                                        </p:attrNameLst>
                                      </p:cBhvr>
                                      <p:to>
                                        <p:strVal val="visible"/>
                                      </p:to>
                                    </p:set>
                                    <p:animEffect filter="dissolve" transition="in">
                                      <p:cBhvr additive="repl">
                                        <p:cTn id="2482" dur="500"/>
                                        <p:tgtEl>
                                          <p:spTgt spid="984"/>
                                        </p:tgtEl>
                                      </p:cBhvr>
                                    </p:animEffect>
                                  </p:childTnLst>
                                </p:cTn>
                              </p:par>
                            </p:childTnLst>
                          </p:cTn>
                        </p:par>
                        <p:par>
                          <p:cTn id="2483" fill="hold">
                            <p:stCondLst>
                              <p:cond delay="500"/>
                            </p:stCondLst>
                            <p:childTnLst>
                              <p:par>
                                <p:cTn id="2484" nodeType="afterEffect" fill="hold" presetClass="entr" presetID="27">
                                  <p:stCondLst>
                                    <p:cond delay="0"/>
                                  </p:stCondLst>
                                  <p:iterate type="lt">
                                    <p:tmAbs val="40"/>
                                  </p:iterate>
                                  <p:childTnLst>
                                    <p:set>
                                      <p:cBhvr>
                                        <p:cTn id="2485" dur="1" fill="hold">
                                          <p:stCondLst>
                                            <p:cond delay="0"/>
                                          </p:stCondLst>
                                        </p:cTn>
                                        <p:tgtEl>
                                          <p:spTgt spid="985"/>
                                        </p:tgtEl>
                                        <p:attrNameLst>
                                          <p:attrName>style.visibility</p:attrName>
                                        </p:attrNameLst>
                                      </p:cBhvr>
                                      <p:to>
                                        <p:strVal val="visible"/>
                                      </p:to>
                                    </p:set>
                                    <p:anim calcmode="discrete" valueType="clr">
                                      <p:cBhvr additive="repl">
                                        <p:cTn id="2486" dur="80"/>
                                        <p:tgtEl>
                                          <p:spTgt spid="985"/>
                                        </p:tgtEl>
                                        <p:attrNameLst>
                                          <p:attrName>style.color</p:attrName>
                                        </p:attrNameLst>
                                      </p:cBhvr>
                                      <p:tavLst>
                                        <p:tav tm="0">
                                          <p:val>
                                            <p:strVal val="rgb(-103,51,51)"/>
                                          </p:val>
                                        </p:tav>
                                        <p:tav tm="50000">
                                          <p:val>
                                            <p:strVal val="rgb(-103,-103,0)"/>
                                          </p:val>
                                        </p:tav>
                                      </p:tavLst>
                                    </p:anim>
                                    <p:anim calcmode="discrete" valueType="clr">
                                      <p:cBhvr additive="repl">
                                        <p:cTn id="2487" dur="80"/>
                                        <p:tgtEl>
                                          <p:spTgt spid="985"/>
                                        </p:tgtEl>
                                        <p:attrNameLst>
                                          <p:attrName>fillcolor</p:attrName>
                                        </p:attrNameLst>
                                      </p:cBhvr>
                                      <p:tavLst>
                                        <p:tav tm="0">
                                          <p:val>
                                            <p:strVal val="rgb(-103,51,51)"/>
                                          </p:val>
                                        </p:tav>
                                        <p:tav tm="50000">
                                          <p:val>
                                            <p:strVal val="rgb(-103,-103,0)"/>
                                          </p:val>
                                        </p:tav>
                                      </p:tavLst>
                                    </p:anim>
                                    <p:set>
                                      <p:cBhvr>
                                        <p:cTn id="2488" dur="80"/>
                                        <p:tgtEl>
                                          <p:spTgt spid="98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87" name="" descr=""/>
          <p:cNvPicPr/>
          <p:nvPr/>
        </p:nvPicPr>
        <p:blipFill>
          <a:blip r:embed="rId1"/>
          <a:stretch/>
        </p:blipFill>
        <p:spPr>
          <a:xfrm>
            <a:off x="0" y="0"/>
            <a:ext cx="9144000" cy="6858000"/>
          </a:xfrm>
          <a:prstGeom prst="rect">
            <a:avLst/>
          </a:prstGeom>
          <a:ln w="0">
            <a:noFill/>
          </a:ln>
        </p:spPr>
      </p:pic>
      <p:sp>
        <p:nvSpPr>
          <p:cNvPr id="988" name="">
            <a:hlinkClick r:id="rId2" action="ppaction://hlinksldjump"/>
          </p:cNvPr>
          <p:cNvSpPr/>
          <p:nvPr/>
        </p:nvSpPr>
        <p:spPr>
          <a:xfrm>
            <a:off x="6629400" y="0"/>
            <a:ext cx="2514600" cy="6858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89" name="" descr=""/>
          <p:cNvPicPr/>
          <p:nvPr/>
        </p:nvPicPr>
        <p:blipFill>
          <a:blip r:embed="rId1"/>
          <a:stretch/>
        </p:blipFill>
        <p:spPr>
          <a:xfrm>
            <a:off x="0" y="0"/>
            <a:ext cx="9144000" cy="6858000"/>
          </a:xfrm>
          <a:prstGeom prst="rect">
            <a:avLst/>
          </a:prstGeom>
          <a:ln w="0">
            <a:noFill/>
          </a:ln>
        </p:spPr>
      </p:pic>
      <p:sp>
        <p:nvSpPr>
          <p:cNvPr id="990" name="">
            <a:hlinkClick r:id="rId2" action="ppaction://hlinksldjump"/>
          </p:cNvPr>
          <p:cNvSpPr/>
          <p:nvPr/>
        </p:nvSpPr>
        <p:spPr>
          <a:xfrm>
            <a:off x="2057400" y="2590920"/>
            <a:ext cx="4191120" cy="1523880"/>
          </a:xfrm>
          <a:custGeom>
            <a:avLst/>
            <a:gdLst/>
            <a:ahLst/>
            <a:rect l="l" t="t" r="r" b="b"/>
            <a:pathLst>
              <a:path w="2640" h="960">
                <a:moveTo>
                  <a:pt x="85" y="206"/>
                </a:moveTo>
                <a:cubicBezTo>
                  <a:pt x="186" y="181"/>
                  <a:pt x="177" y="187"/>
                  <a:pt x="331" y="187"/>
                </a:cubicBezTo>
                <a:lnTo>
                  <a:pt x="2352" y="0"/>
                </a:lnTo>
                <a:lnTo>
                  <a:pt x="2640" y="672"/>
                </a:lnTo>
                <a:lnTo>
                  <a:pt x="432" y="960"/>
                </a:lnTo>
                <a:lnTo>
                  <a:pt x="0" y="672"/>
                </a:lnTo>
                <a:lnTo>
                  <a:pt x="85" y="206"/>
                </a:lnTo>
                <a:close/>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91" name="" descr=""/>
          <p:cNvPicPr/>
          <p:nvPr/>
        </p:nvPicPr>
        <p:blipFill>
          <a:blip r:embed="rId1"/>
          <a:stretch/>
        </p:blipFill>
        <p:spPr>
          <a:xfrm>
            <a:off x="0" y="0"/>
            <a:ext cx="9144000" cy="6858000"/>
          </a:xfrm>
          <a:prstGeom prst="rect">
            <a:avLst/>
          </a:prstGeom>
          <a:ln w="0">
            <a:noFill/>
          </a:ln>
        </p:spPr>
      </p:pic>
      <p:pic>
        <p:nvPicPr>
          <p:cNvPr id="992" name="" descr=""/>
          <p:cNvPicPr/>
          <p:nvPr/>
        </p:nvPicPr>
        <p:blipFill>
          <a:blip r:embed="rId2"/>
          <a:stretch/>
        </p:blipFill>
        <p:spPr>
          <a:xfrm>
            <a:off x="4952880" y="1600200"/>
            <a:ext cx="3124440" cy="1550880"/>
          </a:xfrm>
          <a:prstGeom prst="rect">
            <a:avLst/>
          </a:prstGeom>
          <a:ln w="0">
            <a:noFill/>
          </a:ln>
        </p:spPr>
      </p:pic>
      <p:sp>
        <p:nvSpPr>
          <p:cNvPr id="993" name=""/>
          <p:cNvSpPr/>
          <p:nvPr/>
        </p:nvSpPr>
        <p:spPr>
          <a:xfrm>
            <a:off x="-3581280" y="838080"/>
            <a:ext cx="2133360" cy="22168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Secret message!!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Yah baby!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is the first time I ever</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Drew the Leahin without using the original radio menu picture as the head!</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100% freehand, baby!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I’d say it looks pretty good, huh?</a:t>
            </a:r>
            <a:endParaRPr b="0" lang="en-US" sz="1200" spc="-1" strike="noStrike">
              <a:solidFill>
                <a:srgbClr val="000000"/>
              </a:solidFill>
              <a:latin typeface="Arial"/>
            </a:endParaRPr>
          </a:p>
        </p:txBody>
      </p:sp>
      <p:sp>
        <p:nvSpPr>
          <p:cNvPr id="994" name=""/>
          <p:cNvSpPr/>
          <p:nvPr/>
        </p:nvSpPr>
        <p:spPr>
          <a:xfrm>
            <a:off x="5029200" y="1981080"/>
            <a:ext cx="246384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995" name=""/>
          <p:cNvSpPr/>
          <p:nvPr/>
        </p:nvSpPr>
        <p:spPr>
          <a:xfrm>
            <a:off x="4114800" y="4800600"/>
            <a:ext cx="4876920" cy="1752480"/>
          </a:xfrm>
          <a:prstGeom prst="wedgeRectCallout">
            <a:avLst>
              <a:gd name="adj1" fmla="val 47263"/>
              <a:gd name="adj2" fmla="val -66486"/>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996" name="" descr=""/>
          <p:cNvPicPr/>
          <p:nvPr/>
        </p:nvPicPr>
        <p:blipFill>
          <a:blip r:embed="rId3"/>
          <a:stretch/>
        </p:blipFill>
        <p:spPr>
          <a:xfrm>
            <a:off x="4191120" y="4876920"/>
            <a:ext cx="4724280" cy="1523880"/>
          </a:xfrm>
          <a:prstGeom prst="rect">
            <a:avLst/>
          </a:prstGeom>
          <a:ln w="0">
            <a:noFill/>
          </a:ln>
        </p:spPr>
      </p:pic>
      <p:sp>
        <p:nvSpPr>
          <p:cNvPr id="997" name=""/>
          <p:cNvSpPr/>
          <p:nvPr/>
        </p:nvSpPr>
        <p:spPr>
          <a:xfrm>
            <a:off x="6172200" y="5334120"/>
            <a:ext cx="2743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Hey! Leahin! You’re back!</a:t>
            </a:r>
            <a:endParaRPr b="0" lang="en-US" sz="1200" spc="-1" strike="noStrike">
              <a:solidFill>
                <a:srgbClr val="000000"/>
              </a:solidFill>
              <a:latin typeface="Arial"/>
            </a:endParaRPr>
          </a:p>
        </p:txBody>
      </p:sp>
      <p:sp>
        <p:nvSpPr>
          <p:cNvPr id="998" name=""/>
          <p:cNvSpPr/>
          <p:nvPr/>
        </p:nvSpPr>
        <p:spPr>
          <a:xfrm>
            <a:off x="5029200" y="198108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Caina…it’s you… Why are you here?</a:t>
            </a:r>
            <a:endParaRPr b="0" lang="en-US" sz="1200" spc="-1" strike="noStrike">
              <a:solidFill>
                <a:srgbClr val="000000"/>
              </a:solidFill>
              <a:latin typeface="Arial"/>
            </a:endParaRPr>
          </a:p>
        </p:txBody>
      </p:sp>
    </p:spTree>
  </p:cSld>
  <p:transition spd="slow" advTm="14000">
    <p:fade/>
  </p:transition>
  <p:timing>
    <p:tnLst>
      <p:par>
        <p:cTn id="2489" dur="indefinite" restart="never" nodeType="tmRoot">
          <p:childTnLst>
            <p:seq>
              <p:cTn id="2490" dur="indefinite" nodeType="mainSeq">
                <p:childTnLst>
                  <p:par>
                    <p:cTn id="2491" fill="hold">
                      <p:stCondLst>
                        <p:cond delay="0"/>
                      </p:stCondLst>
                      <p:childTnLst>
                        <p:par>
                          <p:cTn id="2492" fill="hold">
                            <p:stCondLst>
                              <p:cond delay="0"/>
                            </p:stCondLst>
                            <p:childTnLst>
                              <p:par>
                                <p:cTn id="2493" nodeType="afterEffect" fill="hold" presetClass="entr" presetID="9">
                                  <p:stCondLst>
                                    <p:cond delay="2500"/>
                                  </p:stCondLst>
                                  <p:childTnLst>
                                    <p:set>
                                      <p:cBhvr>
                                        <p:cTn id="2494" dur="1" fill="hold">
                                          <p:stCondLst>
                                            <p:cond delay="0"/>
                                          </p:stCondLst>
                                        </p:cTn>
                                        <p:tgtEl>
                                          <p:spTgt spid="992"/>
                                        </p:tgtEl>
                                        <p:attrNameLst>
                                          <p:attrName>style.visibility</p:attrName>
                                        </p:attrNameLst>
                                      </p:cBhvr>
                                      <p:to>
                                        <p:strVal val="visible"/>
                                      </p:to>
                                    </p:set>
                                    <p:animEffect filter="dissolve" transition="in">
                                      <p:cBhvr additive="repl">
                                        <p:cTn id="2495" dur="500"/>
                                        <p:tgtEl>
                                          <p:spTgt spid="992"/>
                                        </p:tgtEl>
                                      </p:cBhvr>
                                    </p:animEffect>
                                  </p:childTnLst>
                                </p:cTn>
                              </p:par>
                            </p:childTnLst>
                          </p:cTn>
                        </p:par>
                        <p:par>
                          <p:cTn id="2496" fill="hold">
                            <p:stCondLst>
                              <p:cond delay="3000"/>
                            </p:stCondLst>
                            <p:childTnLst>
                              <p:par>
                                <p:cTn id="2497" nodeType="afterEffect" fill="hold" presetClass="entr" presetID="27">
                                  <p:stCondLst>
                                    <p:cond delay="0"/>
                                  </p:stCondLst>
                                  <p:iterate type="lt">
                                    <p:tmAbs val="40"/>
                                  </p:iterate>
                                  <p:childTnLst>
                                    <p:set>
                                      <p:cBhvr>
                                        <p:cTn id="2498" dur="1" fill="hold">
                                          <p:stCondLst>
                                            <p:cond delay="0"/>
                                          </p:stCondLst>
                                        </p:cTn>
                                        <p:tgtEl>
                                          <p:spTgt spid="994"/>
                                        </p:tgtEl>
                                        <p:attrNameLst>
                                          <p:attrName>style.visibility</p:attrName>
                                        </p:attrNameLst>
                                      </p:cBhvr>
                                      <p:to>
                                        <p:strVal val="visible"/>
                                      </p:to>
                                    </p:set>
                                    <p:anim calcmode="discrete" valueType="clr">
                                      <p:cBhvr additive="repl">
                                        <p:cTn id="2499" dur="80"/>
                                        <p:tgtEl>
                                          <p:spTgt spid="994"/>
                                        </p:tgtEl>
                                        <p:attrNameLst>
                                          <p:attrName>style.color</p:attrName>
                                        </p:attrNameLst>
                                      </p:cBhvr>
                                      <p:tavLst>
                                        <p:tav tm="0">
                                          <p:val>
                                            <p:strVal val="rgb(-103,51,51)"/>
                                          </p:val>
                                        </p:tav>
                                        <p:tav tm="50000">
                                          <p:val>
                                            <p:strVal val="rgb(-103,-103,0)"/>
                                          </p:val>
                                        </p:tav>
                                      </p:tavLst>
                                    </p:anim>
                                    <p:anim calcmode="discrete" valueType="clr">
                                      <p:cBhvr additive="repl">
                                        <p:cTn id="2500" dur="80"/>
                                        <p:tgtEl>
                                          <p:spTgt spid="994"/>
                                        </p:tgtEl>
                                        <p:attrNameLst>
                                          <p:attrName>fillcolor</p:attrName>
                                        </p:attrNameLst>
                                      </p:cBhvr>
                                      <p:tavLst>
                                        <p:tav tm="0">
                                          <p:val>
                                            <p:strVal val="rgb(-103,51,51)"/>
                                          </p:val>
                                        </p:tav>
                                        <p:tav tm="50000">
                                          <p:val>
                                            <p:strVal val="rgb(-103,-103,0)"/>
                                          </p:val>
                                        </p:tav>
                                      </p:tavLst>
                                    </p:anim>
                                    <p:set>
                                      <p:cBhvr>
                                        <p:cTn id="2501" dur="80"/>
                                        <p:tgtEl>
                                          <p:spTgt spid="994"/>
                                        </p:tgtEl>
                                        <p:attrNameLst>
                                          <p:attrName>fill.type</p:attrName>
                                        </p:attrNameLst>
                                      </p:cBhvr>
                                      <p:to>
                                        <p:strVal val="solid"/>
                                      </p:to>
                                    </p:set>
                                  </p:childTnLst>
                                </p:cTn>
                              </p:par>
                            </p:childTnLst>
                          </p:cTn>
                        </p:par>
                        <p:par>
                          <p:cTn id="2502" fill="hold">
                            <p:stCondLst>
                              <p:cond delay="3360"/>
                            </p:stCondLst>
                            <p:childTnLst>
                              <p:par>
                                <p:cTn id="2503" nodeType="afterEffect" fill="hold" presetClass="entr" presetID="9">
                                  <p:stCondLst>
                                    <p:cond delay="3500"/>
                                  </p:stCondLst>
                                  <p:childTnLst>
                                    <p:set>
                                      <p:cBhvr>
                                        <p:cTn id="2504" dur="1" fill="hold">
                                          <p:stCondLst>
                                            <p:cond delay="0"/>
                                          </p:stCondLst>
                                        </p:cTn>
                                        <p:tgtEl>
                                          <p:spTgt spid="996"/>
                                        </p:tgtEl>
                                        <p:attrNameLst>
                                          <p:attrName>style.visibility</p:attrName>
                                        </p:attrNameLst>
                                      </p:cBhvr>
                                      <p:to>
                                        <p:strVal val="visible"/>
                                      </p:to>
                                    </p:set>
                                    <p:animEffect filter="dissolve" transition="in">
                                      <p:cBhvr additive="repl">
                                        <p:cTn id="2505" dur="500"/>
                                        <p:tgtEl>
                                          <p:spTgt spid="996"/>
                                        </p:tgtEl>
                                      </p:cBhvr>
                                    </p:animEffect>
                                  </p:childTnLst>
                                </p:cTn>
                              </p:par>
                              <p:par>
                                <p:cTn id="2506" nodeType="withEffect" fill="hold" presetClass="entr" presetID="9">
                                  <p:stCondLst>
                                    <p:cond delay="3500"/>
                                  </p:stCondLst>
                                  <p:childTnLst>
                                    <p:set>
                                      <p:cBhvr>
                                        <p:cTn id="2507" dur="1" fill="hold">
                                          <p:stCondLst>
                                            <p:cond delay="0"/>
                                          </p:stCondLst>
                                        </p:cTn>
                                        <p:tgtEl>
                                          <p:spTgt spid="995"/>
                                        </p:tgtEl>
                                        <p:attrNameLst>
                                          <p:attrName>style.visibility</p:attrName>
                                        </p:attrNameLst>
                                      </p:cBhvr>
                                      <p:to>
                                        <p:strVal val="visible"/>
                                      </p:to>
                                    </p:set>
                                    <p:animEffect filter="dissolve" transition="in">
                                      <p:cBhvr additive="repl">
                                        <p:cTn id="2508" dur="500"/>
                                        <p:tgtEl>
                                          <p:spTgt spid="995"/>
                                        </p:tgtEl>
                                      </p:cBhvr>
                                    </p:animEffect>
                                  </p:childTnLst>
                                </p:cTn>
                              </p:par>
                            </p:childTnLst>
                          </p:cTn>
                        </p:par>
                        <p:par>
                          <p:cTn id="2509" fill="hold">
                            <p:stCondLst>
                              <p:cond delay="7360"/>
                            </p:stCondLst>
                            <p:childTnLst>
                              <p:par>
                                <p:cTn id="2510" nodeType="afterEffect" fill="hold" presetClass="entr" presetID="27">
                                  <p:stCondLst>
                                    <p:cond delay="0"/>
                                  </p:stCondLst>
                                  <p:iterate type="lt">
                                    <p:tmAbs val="40"/>
                                  </p:iterate>
                                  <p:childTnLst>
                                    <p:set>
                                      <p:cBhvr>
                                        <p:cTn id="2511" dur="1" fill="hold">
                                          <p:stCondLst>
                                            <p:cond delay="0"/>
                                          </p:stCondLst>
                                        </p:cTn>
                                        <p:tgtEl>
                                          <p:spTgt spid="997"/>
                                        </p:tgtEl>
                                        <p:attrNameLst>
                                          <p:attrName>style.visibility</p:attrName>
                                        </p:attrNameLst>
                                      </p:cBhvr>
                                      <p:to>
                                        <p:strVal val="visible"/>
                                      </p:to>
                                    </p:set>
                                    <p:anim calcmode="discrete" valueType="clr">
                                      <p:cBhvr additive="repl">
                                        <p:cTn id="2512" dur="80"/>
                                        <p:tgtEl>
                                          <p:spTgt spid="997"/>
                                        </p:tgtEl>
                                        <p:attrNameLst>
                                          <p:attrName>style.color</p:attrName>
                                        </p:attrNameLst>
                                      </p:cBhvr>
                                      <p:tavLst>
                                        <p:tav tm="0">
                                          <p:val>
                                            <p:strVal val="rgb(-103,51,51)"/>
                                          </p:val>
                                        </p:tav>
                                        <p:tav tm="50000">
                                          <p:val>
                                            <p:strVal val="rgb(-103,-103,0)"/>
                                          </p:val>
                                        </p:tav>
                                      </p:tavLst>
                                    </p:anim>
                                    <p:anim calcmode="discrete" valueType="clr">
                                      <p:cBhvr additive="repl">
                                        <p:cTn id="2513" dur="80"/>
                                        <p:tgtEl>
                                          <p:spTgt spid="997"/>
                                        </p:tgtEl>
                                        <p:attrNameLst>
                                          <p:attrName>fillcolor</p:attrName>
                                        </p:attrNameLst>
                                      </p:cBhvr>
                                      <p:tavLst>
                                        <p:tav tm="0">
                                          <p:val>
                                            <p:strVal val="rgb(-103,51,51)"/>
                                          </p:val>
                                        </p:tav>
                                        <p:tav tm="50000">
                                          <p:val>
                                            <p:strVal val="rgb(-103,-103,0)"/>
                                          </p:val>
                                        </p:tav>
                                      </p:tavLst>
                                    </p:anim>
                                    <p:set>
                                      <p:cBhvr>
                                        <p:cTn id="2514" dur="80"/>
                                        <p:tgtEl>
                                          <p:spTgt spid="997"/>
                                        </p:tgtEl>
                                        <p:attrNameLst>
                                          <p:attrName>fill.type</p:attrName>
                                        </p:attrNameLst>
                                      </p:cBhvr>
                                      <p:to>
                                        <p:strVal val="solid"/>
                                      </p:to>
                                    </p:set>
                                  </p:childTnLst>
                                </p:cTn>
                              </p:par>
                            </p:childTnLst>
                          </p:cTn>
                        </p:par>
                        <p:par>
                          <p:cTn id="2515" fill="hold">
                            <p:stCondLst>
                              <p:cond delay="8280"/>
                            </p:stCondLst>
                            <p:childTnLst>
                              <p:par>
                                <p:cTn id="2516" nodeType="afterEffect" fill="hold" presetClass="entr" presetID="27">
                                  <p:stCondLst>
                                    <p:cond delay="1000"/>
                                  </p:stCondLst>
                                  <p:iterate type="lt">
                                    <p:tmAbs val="40"/>
                                  </p:iterate>
                                  <p:childTnLst>
                                    <p:set>
                                      <p:cBhvr>
                                        <p:cTn id="2517" dur="1" fill="hold">
                                          <p:stCondLst>
                                            <p:cond delay="0"/>
                                          </p:stCondLst>
                                        </p:cTn>
                                        <p:tgtEl>
                                          <p:spTgt spid="998"/>
                                        </p:tgtEl>
                                        <p:attrNameLst>
                                          <p:attrName>style.visibility</p:attrName>
                                        </p:attrNameLst>
                                      </p:cBhvr>
                                      <p:to>
                                        <p:strVal val="visible"/>
                                      </p:to>
                                    </p:set>
                                    <p:anim calcmode="discrete" valueType="clr">
                                      <p:cBhvr additive="repl">
                                        <p:cTn id="2518" dur="80"/>
                                        <p:tgtEl>
                                          <p:spTgt spid="998"/>
                                        </p:tgtEl>
                                        <p:attrNameLst>
                                          <p:attrName>style.color</p:attrName>
                                        </p:attrNameLst>
                                      </p:cBhvr>
                                      <p:tavLst>
                                        <p:tav tm="0">
                                          <p:val>
                                            <p:strVal val="rgb(-103,51,51)"/>
                                          </p:val>
                                        </p:tav>
                                        <p:tav tm="50000">
                                          <p:val>
                                            <p:strVal val="rgb(-103,-103,0)"/>
                                          </p:val>
                                        </p:tav>
                                      </p:tavLst>
                                    </p:anim>
                                    <p:anim calcmode="discrete" valueType="clr">
                                      <p:cBhvr additive="repl">
                                        <p:cTn id="2519" dur="80"/>
                                        <p:tgtEl>
                                          <p:spTgt spid="998"/>
                                        </p:tgtEl>
                                        <p:attrNameLst>
                                          <p:attrName>fillcolor</p:attrName>
                                        </p:attrNameLst>
                                      </p:cBhvr>
                                      <p:tavLst>
                                        <p:tav tm="0">
                                          <p:val>
                                            <p:strVal val="rgb(-103,51,51)"/>
                                          </p:val>
                                        </p:tav>
                                        <p:tav tm="50000">
                                          <p:val>
                                            <p:strVal val="rgb(-103,-103,0)"/>
                                          </p:val>
                                        </p:tav>
                                      </p:tavLst>
                                    </p:anim>
                                    <p:set>
                                      <p:cBhvr>
                                        <p:cTn id="2520" dur="80"/>
                                        <p:tgtEl>
                                          <p:spTgt spid="998"/>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99" name="" descr=""/>
          <p:cNvPicPr/>
          <p:nvPr/>
        </p:nvPicPr>
        <p:blipFill>
          <a:blip r:embed="rId1"/>
          <a:stretch/>
        </p:blipFill>
        <p:spPr>
          <a:xfrm>
            <a:off x="0" y="0"/>
            <a:ext cx="9144000" cy="6877080"/>
          </a:xfrm>
          <a:prstGeom prst="rect">
            <a:avLst/>
          </a:prstGeom>
          <a:ln w="0">
            <a:noFill/>
          </a:ln>
        </p:spPr>
      </p:pic>
      <p:pic>
        <p:nvPicPr>
          <p:cNvPr id="1000" name="" descr=""/>
          <p:cNvPicPr/>
          <p:nvPr/>
        </p:nvPicPr>
        <p:blipFill>
          <a:blip r:embed="rId2"/>
          <a:stretch/>
        </p:blipFill>
        <p:spPr>
          <a:xfrm>
            <a:off x="6019920" y="2666880"/>
            <a:ext cx="3124080" cy="1524240"/>
          </a:xfrm>
          <a:prstGeom prst="rect">
            <a:avLst/>
          </a:prstGeom>
          <a:ln w="0">
            <a:noFill/>
          </a:ln>
        </p:spPr>
      </p:pic>
      <p:sp>
        <p:nvSpPr>
          <p:cNvPr id="1001" name=""/>
          <p:cNvSpPr/>
          <p:nvPr/>
        </p:nvSpPr>
        <p:spPr>
          <a:xfrm>
            <a:off x="6248520" y="3124080"/>
            <a:ext cx="289548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Any reason I can’t be here? I was just out shopping and I just decided to stop by…</a:t>
            </a:r>
            <a:endParaRPr b="0" lang="en-US" sz="1200" spc="-1" strike="noStrike">
              <a:solidFill>
                <a:srgbClr val="000000"/>
              </a:solidFill>
              <a:latin typeface="Arial"/>
            </a:endParaRPr>
          </a:p>
        </p:txBody>
      </p:sp>
      <p:pic>
        <p:nvPicPr>
          <p:cNvPr id="1002" name="" descr=""/>
          <p:cNvPicPr/>
          <p:nvPr/>
        </p:nvPicPr>
        <p:blipFill>
          <a:blip r:embed="rId3"/>
          <a:stretch/>
        </p:blipFill>
        <p:spPr>
          <a:xfrm>
            <a:off x="1447920" y="533520"/>
            <a:ext cx="3124080" cy="1550880"/>
          </a:xfrm>
          <a:prstGeom prst="rect">
            <a:avLst/>
          </a:prstGeom>
          <a:ln w="0">
            <a:noFill/>
          </a:ln>
        </p:spPr>
      </p:pic>
      <p:sp>
        <p:nvSpPr>
          <p:cNvPr id="1003" name=""/>
          <p:cNvSpPr/>
          <p:nvPr/>
        </p:nvSpPr>
        <p:spPr>
          <a:xfrm>
            <a:off x="1676520" y="914400"/>
            <a:ext cx="25146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Just…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Forget I said it.</a:t>
            </a:r>
            <a:endParaRPr b="0" lang="en-US" sz="1200" spc="-1" strike="noStrike">
              <a:solidFill>
                <a:srgbClr val="000000"/>
              </a:solidFill>
              <a:latin typeface="Arial"/>
            </a:endParaRPr>
          </a:p>
        </p:txBody>
      </p:sp>
      <p:sp>
        <p:nvSpPr>
          <p:cNvPr id="1004" name=""/>
          <p:cNvSpPr/>
          <p:nvPr/>
        </p:nvSpPr>
        <p:spPr>
          <a:xfrm>
            <a:off x="6248520" y="3124080"/>
            <a:ext cx="274320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Hmmph… Whatever.</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timing>
    <p:tnLst>
      <p:par>
        <p:cTn id="2521" dur="indefinite" restart="never" nodeType="tmRoot">
          <p:childTnLst>
            <p:seq>
              <p:cTn id="2522" dur="indefinite" nodeType="mainSeq">
                <p:childTnLst>
                  <p:par>
                    <p:cTn id="2523" fill="hold">
                      <p:stCondLst>
                        <p:cond delay="0"/>
                      </p:stCondLst>
                      <p:childTnLst>
                        <p:par>
                          <p:cTn id="2524" fill="hold">
                            <p:stCondLst>
                              <p:cond delay="0"/>
                            </p:stCondLst>
                            <p:childTnLst>
                              <p:par>
                                <p:cTn id="2525" nodeType="afterEffect" fill="hold" presetClass="entr" presetID="9">
                                  <p:stCondLst>
                                    <p:cond delay="0"/>
                                  </p:stCondLst>
                                  <p:childTnLst>
                                    <p:set>
                                      <p:cBhvr>
                                        <p:cTn id="2526" dur="1" fill="hold">
                                          <p:stCondLst>
                                            <p:cond delay="0"/>
                                          </p:stCondLst>
                                        </p:cTn>
                                        <p:tgtEl>
                                          <p:spTgt spid="1000"/>
                                        </p:tgtEl>
                                        <p:attrNameLst>
                                          <p:attrName>style.visibility</p:attrName>
                                        </p:attrNameLst>
                                      </p:cBhvr>
                                      <p:to>
                                        <p:strVal val="visible"/>
                                      </p:to>
                                    </p:set>
                                    <p:animEffect filter="dissolve" transition="in">
                                      <p:cBhvr additive="repl">
                                        <p:cTn id="2527" dur="500"/>
                                        <p:tgtEl>
                                          <p:spTgt spid="1000"/>
                                        </p:tgtEl>
                                      </p:cBhvr>
                                    </p:animEffect>
                                  </p:childTnLst>
                                </p:cTn>
                              </p:par>
                            </p:childTnLst>
                          </p:cTn>
                        </p:par>
                        <p:par>
                          <p:cTn id="2528" fill="hold">
                            <p:stCondLst>
                              <p:cond delay="500"/>
                            </p:stCondLst>
                            <p:childTnLst>
                              <p:par>
                                <p:cTn id="2529" nodeType="afterEffect" fill="hold" presetClass="entr" presetID="27">
                                  <p:stCondLst>
                                    <p:cond delay="0"/>
                                  </p:stCondLst>
                                  <p:iterate type="lt">
                                    <p:tmAbs val="40"/>
                                  </p:iterate>
                                  <p:childTnLst>
                                    <p:set>
                                      <p:cBhvr>
                                        <p:cTn id="2530" dur="1" fill="hold">
                                          <p:stCondLst>
                                            <p:cond delay="0"/>
                                          </p:stCondLst>
                                        </p:cTn>
                                        <p:tgtEl>
                                          <p:spTgt spid="1001"/>
                                        </p:tgtEl>
                                        <p:attrNameLst>
                                          <p:attrName>style.visibility</p:attrName>
                                        </p:attrNameLst>
                                      </p:cBhvr>
                                      <p:to>
                                        <p:strVal val="visible"/>
                                      </p:to>
                                    </p:set>
                                    <p:anim calcmode="discrete" valueType="clr">
                                      <p:cBhvr additive="repl">
                                        <p:cTn id="2531" dur="80"/>
                                        <p:tgtEl>
                                          <p:spTgt spid="1001"/>
                                        </p:tgtEl>
                                        <p:attrNameLst>
                                          <p:attrName>style.color</p:attrName>
                                        </p:attrNameLst>
                                      </p:cBhvr>
                                      <p:tavLst>
                                        <p:tav tm="0">
                                          <p:val>
                                            <p:strVal val="rgb(-103,51,51)"/>
                                          </p:val>
                                        </p:tav>
                                        <p:tav tm="50000">
                                          <p:val>
                                            <p:strVal val="rgb(-103,-103,0)"/>
                                          </p:val>
                                        </p:tav>
                                      </p:tavLst>
                                    </p:anim>
                                    <p:anim calcmode="discrete" valueType="clr">
                                      <p:cBhvr additive="repl">
                                        <p:cTn id="2532" dur="80"/>
                                        <p:tgtEl>
                                          <p:spTgt spid="1001"/>
                                        </p:tgtEl>
                                        <p:attrNameLst>
                                          <p:attrName>fillcolor</p:attrName>
                                        </p:attrNameLst>
                                      </p:cBhvr>
                                      <p:tavLst>
                                        <p:tav tm="0">
                                          <p:val>
                                            <p:strVal val="rgb(-103,51,51)"/>
                                          </p:val>
                                        </p:tav>
                                        <p:tav tm="50000">
                                          <p:val>
                                            <p:strVal val="rgb(-103,-103,0)"/>
                                          </p:val>
                                        </p:tav>
                                      </p:tavLst>
                                    </p:anim>
                                    <p:set>
                                      <p:cBhvr>
                                        <p:cTn id="2533" dur="80"/>
                                        <p:tgtEl>
                                          <p:spTgt spid="1001"/>
                                        </p:tgtEl>
                                        <p:attrNameLst>
                                          <p:attrName>fill.type</p:attrName>
                                        </p:attrNameLst>
                                      </p:cBhvr>
                                      <p:to>
                                        <p:strVal val="solid"/>
                                      </p:to>
                                    </p:set>
                                  </p:childTnLst>
                                </p:cTn>
                              </p:par>
                            </p:childTnLst>
                          </p:cTn>
                        </p:par>
                        <p:par>
                          <p:cTn id="2534" fill="hold">
                            <p:stCondLst>
                              <p:cond delay="3140"/>
                            </p:stCondLst>
                            <p:childTnLst>
                              <p:par>
                                <p:cTn id="2535" nodeType="afterEffect" fill="hold" presetClass="entr" presetID="9">
                                  <p:stCondLst>
                                    <p:cond delay="2000"/>
                                  </p:stCondLst>
                                  <p:childTnLst>
                                    <p:set>
                                      <p:cBhvr>
                                        <p:cTn id="2536" dur="1" fill="hold">
                                          <p:stCondLst>
                                            <p:cond delay="0"/>
                                          </p:stCondLst>
                                        </p:cTn>
                                        <p:tgtEl>
                                          <p:spTgt spid="1002"/>
                                        </p:tgtEl>
                                        <p:attrNameLst>
                                          <p:attrName>style.visibility</p:attrName>
                                        </p:attrNameLst>
                                      </p:cBhvr>
                                      <p:to>
                                        <p:strVal val="visible"/>
                                      </p:to>
                                    </p:set>
                                    <p:animEffect filter="dissolve" transition="in">
                                      <p:cBhvr additive="repl">
                                        <p:cTn id="2537" dur="500"/>
                                        <p:tgtEl>
                                          <p:spTgt spid="1002"/>
                                        </p:tgtEl>
                                      </p:cBhvr>
                                    </p:animEffect>
                                  </p:childTnLst>
                                </p:cTn>
                              </p:par>
                            </p:childTnLst>
                          </p:cTn>
                        </p:par>
                        <p:par>
                          <p:cTn id="2538" fill="hold">
                            <p:stCondLst>
                              <p:cond delay="5640"/>
                            </p:stCondLst>
                            <p:childTnLst>
                              <p:par>
                                <p:cTn id="2539" nodeType="afterEffect" fill="hold" presetClass="entr" presetID="27">
                                  <p:stCondLst>
                                    <p:cond delay="0"/>
                                  </p:stCondLst>
                                  <p:iterate type="lt">
                                    <p:tmAbs val="40"/>
                                  </p:iterate>
                                  <p:childTnLst>
                                    <p:set>
                                      <p:cBhvr>
                                        <p:cTn id="2540" dur="1" fill="hold">
                                          <p:stCondLst>
                                            <p:cond delay="0"/>
                                          </p:stCondLst>
                                        </p:cTn>
                                        <p:tgtEl>
                                          <p:spTgt spid="1003"/>
                                        </p:tgtEl>
                                        <p:attrNameLst>
                                          <p:attrName>style.visibility</p:attrName>
                                        </p:attrNameLst>
                                      </p:cBhvr>
                                      <p:to>
                                        <p:strVal val="visible"/>
                                      </p:to>
                                    </p:set>
                                    <p:anim calcmode="discrete" valueType="clr">
                                      <p:cBhvr additive="repl">
                                        <p:cTn id="2541" dur="80"/>
                                        <p:tgtEl>
                                          <p:spTgt spid="1003"/>
                                        </p:tgtEl>
                                        <p:attrNameLst>
                                          <p:attrName>style.color</p:attrName>
                                        </p:attrNameLst>
                                      </p:cBhvr>
                                      <p:tavLst>
                                        <p:tav tm="0">
                                          <p:val>
                                            <p:strVal val="rgb(-103,51,51)"/>
                                          </p:val>
                                        </p:tav>
                                        <p:tav tm="50000">
                                          <p:val>
                                            <p:strVal val="rgb(-103,-103,0)"/>
                                          </p:val>
                                        </p:tav>
                                      </p:tavLst>
                                    </p:anim>
                                    <p:anim calcmode="discrete" valueType="clr">
                                      <p:cBhvr additive="repl">
                                        <p:cTn id="2542" dur="80"/>
                                        <p:tgtEl>
                                          <p:spTgt spid="1003"/>
                                        </p:tgtEl>
                                        <p:attrNameLst>
                                          <p:attrName>fillcolor</p:attrName>
                                        </p:attrNameLst>
                                      </p:cBhvr>
                                      <p:tavLst>
                                        <p:tav tm="0">
                                          <p:val>
                                            <p:strVal val="rgb(-103,51,51)"/>
                                          </p:val>
                                        </p:tav>
                                        <p:tav tm="50000">
                                          <p:val>
                                            <p:strVal val="rgb(-103,-103,0)"/>
                                          </p:val>
                                        </p:tav>
                                      </p:tavLst>
                                    </p:anim>
                                    <p:set>
                                      <p:cBhvr>
                                        <p:cTn id="2543" dur="80"/>
                                        <p:tgtEl>
                                          <p:spTgt spid="1003"/>
                                        </p:tgtEl>
                                        <p:attrNameLst>
                                          <p:attrName>fill.type</p:attrName>
                                        </p:attrNameLst>
                                      </p:cBhvr>
                                      <p:to>
                                        <p:strVal val="solid"/>
                                      </p:to>
                                    </p:set>
                                  </p:childTnLst>
                                </p:cTn>
                              </p:par>
                            </p:childTnLst>
                          </p:cTn>
                        </p:par>
                        <p:par>
                          <p:cTn id="2544" fill="hold">
                            <p:stCondLst>
                              <p:cond delay="6440"/>
                            </p:stCondLst>
                            <p:childTnLst>
                              <p:par>
                                <p:cTn id="2545" nodeType="afterEffect" fill="hold" presetClass="entr" presetID="27">
                                  <p:stCondLst>
                                    <p:cond delay="1500"/>
                                  </p:stCondLst>
                                  <p:iterate type="lt">
                                    <p:tmAbs val="40"/>
                                  </p:iterate>
                                  <p:childTnLst>
                                    <p:set>
                                      <p:cBhvr>
                                        <p:cTn id="2546" dur="1" fill="hold">
                                          <p:stCondLst>
                                            <p:cond delay="0"/>
                                          </p:stCondLst>
                                        </p:cTn>
                                        <p:tgtEl>
                                          <p:spTgt spid="1004"/>
                                        </p:tgtEl>
                                        <p:attrNameLst>
                                          <p:attrName>style.visibility</p:attrName>
                                        </p:attrNameLst>
                                      </p:cBhvr>
                                      <p:to>
                                        <p:strVal val="visible"/>
                                      </p:to>
                                    </p:set>
                                    <p:anim calcmode="discrete" valueType="clr">
                                      <p:cBhvr additive="repl">
                                        <p:cTn id="2547" dur="80"/>
                                        <p:tgtEl>
                                          <p:spTgt spid="1004"/>
                                        </p:tgtEl>
                                        <p:attrNameLst>
                                          <p:attrName>style.color</p:attrName>
                                        </p:attrNameLst>
                                      </p:cBhvr>
                                      <p:tavLst>
                                        <p:tav tm="0">
                                          <p:val>
                                            <p:strVal val="rgb(-103,51,51)"/>
                                          </p:val>
                                        </p:tav>
                                        <p:tav tm="50000">
                                          <p:val>
                                            <p:strVal val="rgb(-103,-103,0)"/>
                                          </p:val>
                                        </p:tav>
                                      </p:tavLst>
                                    </p:anim>
                                    <p:anim calcmode="discrete" valueType="clr">
                                      <p:cBhvr additive="repl">
                                        <p:cTn id="2548" dur="80"/>
                                        <p:tgtEl>
                                          <p:spTgt spid="1004"/>
                                        </p:tgtEl>
                                        <p:attrNameLst>
                                          <p:attrName>fillcolor</p:attrName>
                                        </p:attrNameLst>
                                      </p:cBhvr>
                                      <p:tavLst>
                                        <p:tav tm="0">
                                          <p:val>
                                            <p:strVal val="rgb(-103,51,51)"/>
                                          </p:val>
                                        </p:tav>
                                        <p:tav tm="50000">
                                          <p:val>
                                            <p:strVal val="rgb(-103,-103,0)"/>
                                          </p:val>
                                        </p:tav>
                                      </p:tavLst>
                                    </p:anim>
                                    <p:set>
                                      <p:cBhvr>
                                        <p:cTn id="2549" dur="80"/>
                                        <p:tgtEl>
                                          <p:spTgt spid="1004"/>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05" name="" descr=""/>
          <p:cNvPicPr/>
          <p:nvPr/>
        </p:nvPicPr>
        <p:blipFill>
          <a:blip r:embed="rId1"/>
          <a:stretch/>
        </p:blipFill>
        <p:spPr>
          <a:xfrm>
            <a:off x="0" y="0"/>
            <a:ext cx="9144000" cy="6858000"/>
          </a:xfrm>
          <a:prstGeom prst="rect">
            <a:avLst/>
          </a:prstGeom>
          <a:ln w="0">
            <a:noFill/>
          </a:ln>
        </p:spPr>
      </p:pic>
      <p:pic>
        <p:nvPicPr>
          <p:cNvPr id="1006" name="" descr=""/>
          <p:cNvPicPr/>
          <p:nvPr/>
        </p:nvPicPr>
        <p:blipFill>
          <a:blip r:embed="rId2"/>
          <a:stretch/>
        </p:blipFill>
        <p:spPr>
          <a:xfrm>
            <a:off x="9144000" y="2305080"/>
            <a:ext cx="8305920" cy="2079720"/>
          </a:xfrm>
          <a:prstGeom prst="rect">
            <a:avLst/>
          </a:prstGeom>
          <a:ln w="0">
            <a:noFill/>
          </a:ln>
        </p:spPr>
      </p:pic>
      <p:sp>
        <p:nvSpPr>
          <p:cNvPr id="1007" name=""/>
          <p:cNvSpPr/>
          <p:nvPr/>
        </p:nvSpPr>
        <p:spPr>
          <a:xfrm>
            <a:off x="9829800" y="-228600"/>
            <a:ext cx="380880" cy="2286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advTm="0">
    <p:wipe dir="l"/>
  </p:transition>
  <p:timing>
    <p:tnLst>
      <p:par>
        <p:cTn id="2550" dur="indefinite" restart="never" nodeType="tmRoot">
          <p:childTnLst>
            <p:seq>
              <p:cTn id="2551" dur="indefinite" nodeType="mainSeq">
                <p:childTnLst>
                  <p:par>
                    <p:cTn id="2552" fill="hold">
                      <p:stCondLst>
                        <p:cond delay="0"/>
                      </p:stCondLst>
                      <p:childTnLst>
                        <p:par>
                          <p:cTn id="2553" fill="hold">
                            <p:stCondLst>
                              <p:cond delay="0"/>
                            </p:stCondLst>
                            <p:childTnLst>
                              <p:par>
                                <p:cTn id="2554" nodeType="afterEffect" fill="hold" presetClass="path" presetID="0">
                                  <p:stCondLst>
                                    <p:cond delay="4500"/>
                                  </p:stCondLst>
                                  <p:childTnLst>
                                    <p:animMotion origin="layout" path="M -3.33333E-006 -5.14451E-006 L -0.61667 0.07768 E">
                                      <p:cBhvr>
                                        <p:cTn id="2555" dur="5000" fill="hold"/>
                                        <p:tgtEl>
                                          <p:spTgt spid="1006"/>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08" name="" descr=""/>
          <p:cNvPicPr/>
          <p:nvPr/>
        </p:nvPicPr>
        <p:blipFill>
          <a:blip r:embed="rId1"/>
          <a:stretch/>
        </p:blipFill>
        <p:spPr>
          <a:xfrm>
            <a:off x="0" y="0"/>
            <a:ext cx="9144000" cy="6858000"/>
          </a:xfrm>
          <a:prstGeom prst="rect">
            <a:avLst/>
          </a:prstGeom>
          <a:ln w="0">
            <a:noFill/>
          </a:ln>
        </p:spPr>
      </p:pic>
    </p:spTree>
  </p:cSld>
  <p:transition spd="slow" advTm="0">
    <p:wipe dir="l"/>
  </p:transition>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09" name="" descr=""/>
          <p:cNvPicPr/>
          <p:nvPr/>
        </p:nvPicPr>
        <p:blipFill>
          <a:blip r:embed="rId1"/>
          <a:stretch/>
        </p:blipFill>
        <p:spPr>
          <a:xfrm>
            <a:off x="-1295280" y="2590920"/>
            <a:ext cx="304560" cy="304560"/>
          </a:xfrm>
          <a:prstGeom prst="rect">
            <a:avLst/>
          </a:prstGeom>
          <a:ln w="0">
            <a:noFill/>
          </a:ln>
        </p:spPr>
      </p:pic>
      <p:pic>
        <p:nvPicPr>
          <p:cNvPr id="1010" name="" descr=""/>
          <p:cNvPicPr/>
          <p:nvPr/>
        </p:nvPicPr>
        <p:blipFill>
          <a:blip r:embed="rId2"/>
          <a:stretch/>
        </p:blipFill>
        <p:spPr>
          <a:xfrm>
            <a:off x="-685800" y="2666880"/>
            <a:ext cx="304920" cy="304920"/>
          </a:xfrm>
          <a:prstGeom prst="rect">
            <a:avLst/>
          </a:prstGeom>
          <a:ln w="0">
            <a:noFill/>
          </a:ln>
        </p:spPr>
      </p:pic>
      <p:pic>
        <p:nvPicPr>
          <p:cNvPr id="1011" name="" descr=""/>
          <p:cNvPicPr/>
          <p:nvPr/>
        </p:nvPicPr>
        <p:blipFill>
          <a:blip r:embed="rId3"/>
          <a:stretch/>
        </p:blipFill>
        <p:spPr>
          <a:xfrm>
            <a:off x="0" y="0"/>
            <a:ext cx="9144000" cy="6858000"/>
          </a:xfrm>
          <a:prstGeom prst="rect">
            <a:avLst/>
          </a:prstGeom>
          <a:ln w="0">
            <a:noFill/>
          </a:ln>
        </p:spPr>
      </p:pic>
      <p:sp>
        <p:nvSpPr>
          <p:cNvPr id="1012" name=""/>
          <p:cNvSpPr/>
          <p:nvPr/>
        </p:nvSpPr>
        <p:spPr>
          <a:xfrm>
            <a:off x="-3581280" y="838080"/>
            <a:ext cx="2133360" cy="73800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Secret message!!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lol this train animation is sadly pathetic…</a:t>
            </a:r>
            <a:endParaRPr b="0" lang="en-US" sz="1200" spc="-1" strike="noStrike">
              <a:solidFill>
                <a:srgbClr val="000000"/>
              </a:solidFill>
              <a:latin typeface="Arial"/>
            </a:endParaRPr>
          </a:p>
        </p:txBody>
      </p:sp>
    </p:spTree>
  </p:cSld>
  <p:timing>
    <p:tnLst>
      <p:par>
        <p:cTn id="2556" dur="indefinite" restart="never" nodeType="tmRoot">
          <p:childTnLst>
            <p:seq>
              <p:cTn id="2557" dur="indefinite" nodeType="mainSeq">
                <p:childTnLst>
                  <p:par>
                    <p:cTn id="2558" fill="hold">
                      <p:stCondLst>
                        <p:cond delay="0"/>
                      </p:stCondLst>
                      <p:childTnLst>
                        <p:par>
                          <p:cTn id="2559" fill="hold">
                            <p:stCondLst>
                              <p:cond delay="0"/>
                            </p:stCondLst>
                            <p:childTnLst>
                              <p:par>
                                <p:cTn id="2560" nodeType="afterEffect" fill="hold" presetClass="mediacall" presetID="1">
                                  <p:stCondLst>
                                    <p:cond delay="0"/>
                                  </p:stCondLst>
                                  <p:childTnLst>
                                    <p:cmd type="call" cmd="playFrom(0.0)">
                                      <p:cBhvr>
                                        <p:cTn id="2561" dur="953" fill="hold"/>
                                        <p:tgtEl>
                                          <p:spTgt spid="1010"/>
                                        </p:tgtEl>
                                      </p:cBhvr>
                                    </p:cmd>
                                  </p:childTnLst>
                                </p:cTn>
                              </p:par>
                            </p:childTnLst>
                          </p:cTn>
                        </p:par>
                        <p:par>
                          <p:cTn id="2562" fill="hold">
                            <p:stCondLst>
                              <p:cond delay="953"/>
                            </p:stCondLst>
                            <p:childTnLst>
                              <p:par>
                                <p:cTn id="2563" nodeType="afterEffect" fill="hold" presetClass="mediacall" presetID="1">
                                  <p:stCondLst>
                                    <p:cond delay="0"/>
                                  </p:stCondLst>
                                  <p:childTnLst>
                                    <p:cmd type="call" cmd="playFrom(0.0)">
                                      <p:cBhvr>
                                        <p:cTn id="2564" dur="1271" fill="hold"/>
                                        <p:tgtEl>
                                          <p:spTgt spid="1009"/>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13" name="" descr=""/>
          <p:cNvPicPr/>
          <p:nvPr/>
        </p:nvPicPr>
        <p:blipFill>
          <a:blip r:embed="rId1"/>
          <a:stretch/>
        </p:blipFill>
        <p:spPr>
          <a:xfrm>
            <a:off x="0" y="0"/>
            <a:ext cx="9144000" cy="6858000"/>
          </a:xfrm>
          <a:prstGeom prst="rect">
            <a:avLst/>
          </a:prstGeom>
          <a:ln w="0">
            <a:noFill/>
          </a:ln>
        </p:spPr>
      </p:pic>
      <p:pic>
        <p:nvPicPr>
          <p:cNvPr id="1014" name="" descr=""/>
          <p:cNvPicPr/>
          <p:nvPr/>
        </p:nvPicPr>
        <p:blipFill>
          <a:blip r:embed="rId2"/>
          <a:stretch/>
        </p:blipFill>
        <p:spPr>
          <a:xfrm>
            <a:off x="6019920" y="3733920"/>
            <a:ext cx="3124080" cy="1523880"/>
          </a:xfrm>
          <a:prstGeom prst="rect">
            <a:avLst/>
          </a:prstGeom>
          <a:ln w="0">
            <a:noFill/>
          </a:ln>
        </p:spPr>
      </p:pic>
      <p:sp>
        <p:nvSpPr>
          <p:cNvPr id="1015" name=""/>
          <p:cNvSpPr/>
          <p:nvPr/>
        </p:nvSpPr>
        <p:spPr>
          <a:xfrm>
            <a:off x="6172200" y="4114800"/>
            <a:ext cx="27432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here! Come on, Leahin, lets go!</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timing>
    <p:tnLst>
      <p:par>
        <p:cTn id="2565" dur="indefinite" restart="never" nodeType="tmRoot">
          <p:childTnLst>
            <p:seq>
              <p:cTn id="2566" dur="indefinite" nodeType="mainSeq">
                <p:childTnLst>
                  <p:par>
                    <p:cTn id="2567" fill="hold">
                      <p:stCondLst>
                        <p:cond delay="0"/>
                      </p:stCondLst>
                      <p:childTnLst>
                        <p:par>
                          <p:cTn id="2568" fill="hold">
                            <p:stCondLst>
                              <p:cond delay="0"/>
                            </p:stCondLst>
                            <p:childTnLst>
                              <p:par>
                                <p:cTn id="2569" nodeType="afterEffect" fill="hold" presetClass="entr" presetID="9">
                                  <p:stCondLst>
                                    <p:cond delay="0"/>
                                  </p:stCondLst>
                                  <p:childTnLst>
                                    <p:set>
                                      <p:cBhvr>
                                        <p:cTn id="2570" dur="1" fill="hold">
                                          <p:stCondLst>
                                            <p:cond delay="0"/>
                                          </p:stCondLst>
                                        </p:cTn>
                                        <p:tgtEl>
                                          <p:spTgt spid="1014"/>
                                        </p:tgtEl>
                                        <p:attrNameLst>
                                          <p:attrName>style.visibility</p:attrName>
                                        </p:attrNameLst>
                                      </p:cBhvr>
                                      <p:to>
                                        <p:strVal val="visible"/>
                                      </p:to>
                                    </p:set>
                                    <p:animEffect filter="dissolve" transition="in">
                                      <p:cBhvr additive="repl">
                                        <p:cTn id="2571" dur="500"/>
                                        <p:tgtEl>
                                          <p:spTgt spid="1014"/>
                                        </p:tgtEl>
                                      </p:cBhvr>
                                    </p:animEffect>
                                  </p:childTnLst>
                                </p:cTn>
                              </p:par>
                            </p:childTnLst>
                          </p:cTn>
                        </p:par>
                        <p:par>
                          <p:cTn id="2572" fill="hold">
                            <p:stCondLst>
                              <p:cond delay="500"/>
                            </p:stCondLst>
                            <p:childTnLst>
                              <p:par>
                                <p:cTn id="2573" nodeType="afterEffect" fill="hold" presetClass="entr" presetID="27">
                                  <p:stCondLst>
                                    <p:cond delay="0"/>
                                  </p:stCondLst>
                                  <p:iterate type="lt">
                                    <p:tmAbs val="40"/>
                                  </p:iterate>
                                  <p:childTnLst>
                                    <p:set>
                                      <p:cBhvr>
                                        <p:cTn id="2574" dur="1" fill="hold">
                                          <p:stCondLst>
                                            <p:cond delay="0"/>
                                          </p:stCondLst>
                                        </p:cTn>
                                        <p:tgtEl>
                                          <p:spTgt spid="1015"/>
                                        </p:tgtEl>
                                        <p:attrNameLst>
                                          <p:attrName>style.visibility</p:attrName>
                                        </p:attrNameLst>
                                      </p:cBhvr>
                                      <p:to>
                                        <p:strVal val="visible"/>
                                      </p:to>
                                    </p:set>
                                    <p:anim calcmode="discrete" valueType="clr">
                                      <p:cBhvr additive="repl">
                                        <p:cTn id="2575" dur="80"/>
                                        <p:tgtEl>
                                          <p:spTgt spid="1015"/>
                                        </p:tgtEl>
                                        <p:attrNameLst>
                                          <p:attrName>style.color</p:attrName>
                                        </p:attrNameLst>
                                      </p:cBhvr>
                                      <p:tavLst>
                                        <p:tav tm="0">
                                          <p:val>
                                            <p:strVal val="rgb(-103,51,51)"/>
                                          </p:val>
                                        </p:tav>
                                        <p:tav tm="50000">
                                          <p:val>
                                            <p:strVal val="rgb(-103,-103,0)"/>
                                          </p:val>
                                        </p:tav>
                                      </p:tavLst>
                                    </p:anim>
                                    <p:anim calcmode="discrete" valueType="clr">
                                      <p:cBhvr additive="repl">
                                        <p:cTn id="2576" dur="80"/>
                                        <p:tgtEl>
                                          <p:spTgt spid="1015"/>
                                        </p:tgtEl>
                                        <p:attrNameLst>
                                          <p:attrName>fillcolor</p:attrName>
                                        </p:attrNameLst>
                                      </p:cBhvr>
                                      <p:tavLst>
                                        <p:tav tm="0">
                                          <p:val>
                                            <p:strVal val="rgb(-103,51,51)"/>
                                          </p:val>
                                        </p:tav>
                                        <p:tav tm="50000">
                                          <p:val>
                                            <p:strVal val="rgb(-103,-103,0)"/>
                                          </p:val>
                                        </p:tav>
                                      </p:tavLst>
                                    </p:anim>
                                    <p:set>
                                      <p:cBhvr>
                                        <p:cTn id="2577" dur="80"/>
                                        <p:tgtEl>
                                          <p:spTgt spid="101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16" name="" descr=""/>
          <p:cNvPicPr/>
          <p:nvPr/>
        </p:nvPicPr>
        <p:blipFill>
          <a:blip r:embed="rId1"/>
          <a:stretch/>
        </p:blipFill>
        <p:spPr>
          <a:xfrm>
            <a:off x="0" y="0"/>
            <a:ext cx="9144000" cy="6858000"/>
          </a:xfrm>
          <a:prstGeom prst="rect">
            <a:avLst/>
          </a:prstGeom>
          <a:ln w="0">
            <a:noFill/>
          </a:ln>
        </p:spPr>
      </p:pic>
      <p:sp>
        <p:nvSpPr>
          <p:cNvPr id="1017" name=""/>
          <p:cNvSpPr/>
          <p:nvPr/>
        </p:nvSpPr>
        <p:spPr>
          <a:xfrm>
            <a:off x="3276720" y="457200"/>
            <a:ext cx="5867280" cy="5781600"/>
          </a:xfrm>
          <a:custGeom>
            <a:avLst/>
            <a:gdLst/>
            <a:ahLst/>
            <a:rect l="l" t="t" r="r" b="b"/>
            <a:pathLst>
              <a:path w="3696" h="3546">
                <a:moveTo>
                  <a:pt x="1586" y="3531"/>
                </a:moveTo>
                <a:cubicBezTo>
                  <a:pt x="1505" y="3546"/>
                  <a:pt x="1427" y="3524"/>
                  <a:pt x="1349" y="3522"/>
                </a:cubicBezTo>
                <a:cubicBezTo>
                  <a:pt x="1254" y="3519"/>
                  <a:pt x="1160" y="3522"/>
                  <a:pt x="1065" y="3522"/>
                </a:cubicBezTo>
                <a:lnTo>
                  <a:pt x="0" y="3504"/>
                </a:lnTo>
                <a:lnTo>
                  <a:pt x="1104" y="48"/>
                </a:lnTo>
                <a:lnTo>
                  <a:pt x="3696" y="0"/>
                </a:lnTo>
                <a:lnTo>
                  <a:pt x="2496" y="3504"/>
                </a:lnTo>
                <a:lnTo>
                  <a:pt x="1586" y="3531"/>
                </a:lnTo>
                <a:close/>
              </a:path>
            </a:pathLst>
          </a:custGeom>
          <a:gradFill rotWithShape="0">
            <a:gsLst>
              <a:gs pos="0">
                <a:srgbClr val="c0c0c0">
                  <a:alpha val="90196"/>
                </a:srgbClr>
              </a:gs>
              <a:gs pos="100000">
                <a:srgbClr val="cfcfcf">
                  <a:alpha val="83137"/>
                </a:srgbClr>
              </a:gs>
            </a:gsLst>
            <a:lin ang="5400000"/>
          </a:gradFill>
          <a:ln w="9360">
            <a:solidFill>
              <a:srgbClr val="00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18" name=""/>
          <p:cNvSpPr/>
          <p:nvPr/>
        </p:nvSpPr>
        <p:spPr>
          <a:xfrm>
            <a:off x="-762120" y="533520"/>
            <a:ext cx="5791320" cy="5667120"/>
          </a:xfrm>
          <a:custGeom>
            <a:avLst/>
            <a:gdLst/>
            <a:ahLst/>
            <a:rect l="l" t="t" r="r" b="b"/>
            <a:pathLst>
              <a:path w="3577" h="3474">
                <a:moveTo>
                  <a:pt x="0" y="3474"/>
                </a:moveTo>
                <a:cubicBezTo>
                  <a:pt x="82" y="3474"/>
                  <a:pt x="165" y="3474"/>
                  <a:pt x="247" y="3474"/>
                </a:cubicBezTo>
                <a:lnTo>
                  <a:pt x="2473" y="3456"/>
                </a:lnTo>
                <a:lnTo>
                  <a:pt x="3577" y="0"/>
                </a:lnTo>
                <a:lnTo>
                  <a:pt x="985" y="0"/>
                </a:lnTo>
                <a:lnTo>
                  <a:pt x="169" y="1632"/>
                </a:lnTo>
                <a:lnTo>
                  <a:pt x="0" y="3474"/>
                </a:lnTo>
                <a:close/>
              </a:path>
            </a:pathLst>
          </a:custGeom>
          <a:gradFill rotWithShape="0">
            <a:gsLst>
              <a:gs pos="0">
                <a:srgbClr val="c0c0c0">
                  <a:alpha val="90196"/>
                </a:srgbClr>
              </a:gs>
              <a:gs pos="100000">
                <a:srgbClr val="d9d9d9">
                  <a:alpha val="81176"/>
                </a:srgbClr>
              </a:gs>
            </a:gsLst>
            <a:lin ang="5400000"/>
          </a:gradFill>
          <a:ln w="9360">
            <a:solidFill>
              <a:srgbClr val="00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19" name=""/>
          <p:cNvSpPr/>
          <p:nvPr/>
        </p:nvSpPr>
        <p:spPr>
          <a:xfrm>
            <a:off x="7238880" y="457200"/>
            <a:ext cx="4267440" cy="5715000"/>
          </a:xfrm>
          <a:custGeom>
            <a:avLst/>
            <a:gdLst/>
            <a:ahLst/>
            <a:rect l="l" t="t" r="r" b="b"/>
            <a:pathLst>
              <a:path w="2640" h="3504">
                <a:moveTo>
                  <a:pt x="1586" y="3477"/>
                </a:moveTo>
                <a:cubicBezTo>
                  <a:pt x="1400" y="3486"/>
                  <a:pt x="1464" y="3486"/>
                  <a:pt x="1394" y="3486"/>
                </a:cubicBezTo>
                <a:lnTo>
                  <a:pt x="0" y="3504"/>
                </a:lnTo>
                <a:lnTo>
                  <a:pt x="1200" y="0"/>
                </a:lnTo>
                <a:lnTo>
                  <a:pt x="2640" y="0"/>
                </a:lnTo>
                <a:lnTo>
                  <a:pt x="2496" y="3408"/>
                </a:lnTo>
                <a:lnTo>
                  <a:pt x="1536" y="3504"/>
                </a:lnTo>
              </a:path>
            </a:pathLst>
          </a:custGeom>
          <a:solidFill>
            <a:srgbClr val="cfcfcf"/>
          </a:soli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20" name=""/>
          <p:cNvSpPr/>
          <p:nvPr/>
        </p:nvSpPr>
        <p:spPr>
          <a:xfrm>
            <a:off x="-1146240" y="380880"/>
            <a:ext cx="2060640" cy="1868760"/>
          </a:xfrm>
          <a:custGeom>
            <a:avLst/>
            <a:gdLst/>
            <a:ahLst/>
            <a:rect l="l" t="t" r="r" b="b"/>
            <a:pathLst>
              <a:path w="1298" h="1177">
                <a:moveTo>
                  <a:pt x="0" y="1177"/>
                </a:moveTo>
                <a:cubicBezTo>
                  <a:pt x="61" y="1177"/>
                  <a:pt x="122" y="1177"/>
                  <a:pt x="183" y="1177"/>
                </a:cubicBezTo>
                <a:lnTo>
                  <a:pt x="722" y="1152"/>
                </a:lnTo>
                <a:lnTo>
                  <a:pt x="1298" y="0"/>
                </a:lnTo>
                <a:lnTo>
                  <a:pt x="98" y="0"/>
                </a:lnTo>
                <a:lnTo>
                  <a:pt x="0" y="1177"/>
                </a:lnTo>
                <a:close/>
              </a:path>
            </a:pathLst>
          </a:custGeom>
          <a:solidFill>
            <a:srgbClr val="d9d9d9"/>
          </a:soli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transition spd="slow" advTm="4000">
    <p:fade/>
  </p:transition>
  <p:timing>
    <p:tnLst>
      <p:par>
        <p:cTn id="2578" dur="indefinite" restart="never" nodeType="tmRoot">
          <p:childTnLst>
            <p:seq>
              <p:cTn id="2579" dur="indefinite" nodeType="mainSeq">
                <p:childTnLst>
                  <p:par>
                    <p:cTn id="2580" fill="hold">
                      <p:stCondLst>
                        <p:cond delay="0"/>
                      </p:stCondLst>
                      <p:childTnLst>
                        <p:par>
                          <p:cTn id="2581" fill="hold">
                            <p:stCondLst>
                              <p:cond delay="0"/>
                            </p:stCondLst>
                            <p:childTnLst>
                              <p:par>
                                <p:cTn id="2582" nodeType="afterEffect" fill="hold" presetClass="path" presetID="0">
                                  <p:stCondLst>
                                    <p:cond delay="0"/>
                                  </p:stCondLst>
                                  <p:childTnLst>
                                    <p:animMotion origin="layout" path="M 3.61111E-006 -2.22222E-006 L -0.63941 -0.00208 E">
                                      <p:cBhvr>
                                        <p:cTn id="2583" dur="3000" fill="hold"/>
                                        <p:tgtEl>
                                          <p:spTgt spid="1018"/>
                                        </p:tgtEl>
                                      </p:cBhvr>
                                    </p:animMotion>
                                  </p:childTnLst>
                                </p:cTn>
                              </p:par>
                              <p:par>
                                <p:cTn id="2584" nodeType="withEffect" fill="hold" presetClass="path" presetID="0">
                                  <p:stCondLst>
                                    <p:cond delay="0"/>
                                  </p:stCondLst>
                                  <p:childTnLst>
                                    <p:animMotion origin="layout" path="M -3.33333E-006 -4.44444E-006 L 0.65417 -0.01041 E">
                                      <p:cBhvr>
                                        <p:cTn id="2585" dur="3000" fill="hold"/>
                                        <p:tgtEl>
                                          <p:spTgt spid="1017"/>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21" name="" descr=""/>
          <p:cNvPicPr/>
          <p:nvPr/>
        </p:nvPicPr>
        <p:blipFill>
          <a:blip r:embed="rId1"/>
          <a:stretch/>
        </p:blipFill>
        <p:spPr>
          <a:xfrm>
            <a:off x="0" y="0"/>
            <a:ext cx="9144000" cy="6858000"/>
          </a:xfrm>
          <a:prstGeom prst="rect">
            <a:avLst/>
          </a:prstGeom>
          <a:ln w="0">
            <a:noFill/>
          </a:ln>
        </p:spPr>
      </p:pic>
      <p:pic>
        <p:nvPicPr>
          <p:cNvPr id="1022" name="" descr=""/>
          <p:cNvPicPr/>
          <p:nvPr/>
        </p:nvPicPr>
        <p:blipFill>
          <a:blip r:embed="rId2"/>
          <a:stretch/>
        </p:blipFill>
        <p:spPr>
          <a:xfrm>
            <a:off x="5715000" y="1295280"/>
            <a:ext cx="3124080" cy="1524240"/>
          </a:xfrm>
          <a:prstGeom prst="rect">
            <a:avLst/>
          </a:prstGeom>
          <a:ln w="0">
            <a:noFill/>
          </a:ln>
        </p:spPr>
      </p:pic>
      <p:sp>
        <p:nvSpPr>
          <p:cNvPr id="1023" name=""/>
          <p:cNvSpPr/>
          <p:nvPr/>
        </p:nvSpPr>
        <p:spPr>
          <a:xfrm>
            <a:off x="5943600" y="1828800"/>
            <a:ext cx="2743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I’m just wondering… what’s wrong?</a:t>
            </a:r>
            <a:endParaRPr b="0" lang="en-US" sz="1200" spc="-1" strike="noStrike">
              <a:solidFill>
                <a:srgbClr val="000000"/>
              </a:solidFill>
              <a:latin typeface="Arial"/>
            </a:endParaRPr>
          </a:p>
        </p:txBody>
      </p:sp>
      <p:pic>
        <p:nvPicPr>
          <p:cNvPr id="1024" name="" descr=""/>
          <p:cNvPicPr/>
          <p:nvPr/>
        </p:nvPicPr>
        <p:blipFill>
          <a:blip r:embed="rId3"/>
          <a:stretch/>
        </p:blipFill>
        <p:spPr>
          <a:xfrm>
            <a:off x="0" y="2895480"/>
            <a:ext cx="3124080" cy="1551240"/>
          </a:xfrm>
          <a:prstGeom prst="rect">
            <a:avLst/>
          </a:prstGeom>
          <a:ln w="0">
            <a:noFill/>
          </a:ln>
        </p:spPr>
      </p:pic>
      <p:sp>
        <p:nvSpPr>
          <p:cNvPr id="1025" name=""/>
          <p:cNvSpPr/>
          <p:nvPr/>
        </p:nvSpPr>
        <p:spPr>
          <a:xfrm>
            <a:off x="228600" y="3276720"/>
            <a:ext cx="2743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a:t>
            </a:r>
            <a:endParaRPr b="0" lang="en-US" sz="1200" spc="-1" strike="noStrike">
              <a:solidFill>
                <a:srgbClr val="000000"/>
              </a:solidFill>
              <a:latin typeface="Arial"/>
            </a:endParaRPr>
          </a:p>
        </p:txBody>
      </p:sp>
      <p:pic>
        <p:nvPicPr>
          <p:cNvPr id="1026" name="" descr=""/>
          <p:cNvPicPr/>
          <p:nvPr/>
        </p:nvPicPr>
        <p:blipFill>
          <a:blip r:embed="rId4"/>
          <a:stretch/>
        </p:blipFill>
        <p:spPr>
          <a:xfrm>
            <a:off x="-1295280" y="2590920"/>
            <a:ext cx="304560" cy="304560"/>
          </a:xfrm>
          <a:prstGeom prst="rect">
            <a:avLst/>
          </a:prstGeom>
          <a:ln w="0">
            <a:noFill/>
          </a:ln>
        </p:spPr>
      </p:pic>
      <p:pic>
        <p:nvPicPr>
          <p:cNvPr id="1027" name="" descr=""/>
          <p:cNvPicPr/>
          <p:nvPr/>
        </p:nvPicPr>
        <p:blipFill>
          <a:blip r:embed="rId5"/>
          <a:stretch/>
        </p:blipFill>
        <p:spPr>
          <a:xfrm>
            <a:off x="-685800" y="2666880"/>
            <a:ext cx="304920" cy="304920"/>
          </a:xfrm>
          <a:prstGeom prst="rect">
            <a:avLst/>
          </a:prstGeom>
          <a:ln w="0">
            <a:noFill/>
          </a:ln>
        </p:spPr>
      </p:pic>
      <p:sp>
        <p:nvSpPr>
          <p:cNvPr id="1028" name=""/>
          <p:cNvSpPr/>
          <p:nvPr/>
        </p:nvSpPr>
        <p:spPr>
          <a:xfrm>
            <a:off x="5867280" y="1752480"/>
            <a:ext cx="27432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You’ve been acting all depressed…</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happened?</a:t>
            </a:r>
            <a:endParaRPr b="0" lang="en-US" sz="1200" spc="-1" strike="noStrike">
              <a:solidFill>
                <a:srgbClr val="000000"/>
              </a:solidFill>
              <a:latin typeface="Arial"/>
            </a:endParaRPr>
          </a:p>
        </p:txBody>
      </p:sp>
      <p:sp>
        <p:nvSpPr>
          <p:cNvPr id="1029" name=""/>
          <p:cNvSpPr/>
          <p:nvPr/>
        </p:nvSpPr>
        <p:spPr>
          <a:xfrm>
            <a:off x="228600" y="3276720"/>
            <a:ext cx="27432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Nothing.</a:t>
            </a:r>
            <a:endParaRPr b="0" lang="en-US" sz="1200" spc="-1" strike="noStrike">
              <a:solidFill>
                <a:srgbClr val="000000"/>
              </a:solidFill>
              <a:latin typeface="Arial"/>
            </a:endParaRPr>
          </a:p>
        </p:txBody>
      </p:sp>
    </p:spTree>
  </p:cSld>
  <p:transition advTm="0">
    <p:fade/>
  </p:transition>
  <p:timing>
    <p:tnLst>
      <p:par>
        <p:cTn id="2586" dur="indefinite" restart="never" nodeType="tmRoot">
          <p:childTnLst>
            <p:seq>
              <p:cTn id="2587" dur="indefinite" nodeType="mainSeq">
                <p:childTnLst>
                  <p:par>
                    <p:cTn id="2588" fill="hold">
                      <p:stCondLst>
                        <p:cond delay="0"/>
                      </p:stCondLst>
                      <p:childTnLst>
                        <p:par>
                          <p:cTn id="2589" fill="hold">
                            <p:stCondLst>
                              <p:cond delay="0"/>
                            </p:stCondLst>
                            <p:childTnLst>
                              <p:par>
                                <p:cTn id="2590" nodeType="afterEffect" fill="hold" presetClass="entr" presetID="9">
                                  <p:stCondLst>
                                    <p:cond delay="1500"/>
                                  </p:stCondLst>
                                  <p:childTnLst>
                                    <p:set>
                                      <p:cBhvr>
                                        <p:cTn id="2591" dur="1" fill="hold">
                                          <p:stCondLst>
                                            <p:cond delay="0"/>
                                          </p:stCondLst>
                                        </p:cTn>
                                        <p:tgtEl>
                                          <p:spTgt spid="1022"/>
                                        </p:tgtEl>
                                        <p:attrNameLst>
                                          <p:attrName>style.visibility</p:attrName>
                                        </p:attrNameLst>
                                      </p:cBhvr>
                                      <p:to>
                                        <p:strVal val="visible"/>
                                      </p:to>
                                    </p:set>
                                    <p:animEffect filter="dissolve" transition="in">
                                      <p:cBhvr additive="repl">
                                        <p:cTn id="2592" dur="500"/>
                                        <p:tgtEl>
                                          <p:spTgt spid="1022"/>
                                        </p:tgtEl>
                                      </p:cBhvr>
                                    </p:animEffect>
                                  </p:childTnLst>
                                </p:cTn>
                              </p:par>
                            </p:childTnLst>
                          </p:cTn>
                        </p:par>
                        <p:par>
                          <p:cTn id="2593" fill="hold">
                            <p:stCondLst>
                              <p:cond delay="2000"/>
                            </p:stCondLst>
                            <p:childTnLst>
                              <p:par>
                                <p:cTn id="2594" nodeType="afterEffect" fill="hold" presetClass="entr" presetID="27">
                                  <p:stCondLst>
                                    <p:cond delay="0"/>
                                  </p:stCondLst>
                                  <p:iterate type="lt">
                                    <p:tmAbs val="40"/>
                                  </p:iterate>
                                  <p:childTnLst>
                                    <p:set>
                                      <p:cBhvr>
                                        <p:cTn id="2595" dur="1" fill="hold">
                                          <p:stCondLst>
                                            <p:cond delay="0"/>
                                          </p:stCondLst>
                                        </p:cTn>
                                        <p:tgtEl>
                                          <p:spTgt spid="1023"/>
                                        </p:tgtEl>
                                        <p:attrNameLst>
                                          <p:attrName>style.visibility</p:attrName>
                                        </p:attrNameLst>
                                      </p:cBhvr>
                                      <p:to>
                                        <p:strVal val="visible"/>
                                      </p:to>
                                    </p:set>
                                    <p:anim calcmode="discrete" valueType="clr">
                                      <p:cBhvr additive="repl">
                                        <p:cTn id="2596" dur="80"/>
                                        <p:tgtEl>
                                          <p:spTgt spid="1023"/>
                                        </p:tgtEl>
                                        <p:attrNameLst>
                                          <p:attrName>style.color</p:attrName>
                                        </p:attrNameLst>
                                      </p:cBhvr>
                                      <p:tavLst>
                                        <p:tav tm="0">
                                          <p:val>
                                            <p:strVal val="rgb(-103,51,51)"/>
                                          </p:val>
                                        </p:tav>
                                        <p:tav tm="50000">
                                          <p:val>
                                            <p:strVal val="rgb(-103,-103,0)"/>
                                          </p:val>
                                        </p:tav>
                                      </p:tavLst>
                                    </p:anim>
                                    <p:anim calcmode="discrete" valueType="clr">
                                      <p:cBhvr additive="repl">
                                        <p:cTn id="2597" dur="80"/>
                                        <p:tgtEl>
                                          <p:spTgt spid="1023"/>
                                        </p:tgtEl>
                                        <p:attrNameLst>
                                          <p:attrName>fillcolor</p:attrName>
                                        </p:attrNameLst>
                                      </p:cBhvr>
                                      <p:tavLst>
                                        <p:tav tm="0">
                                          <p:val>
                                            <p:strVal val="rgb(-103,51,51)"/>
                                          </p:val>
                                        </p:tav>
                                        <p:tav tm="50000">
                                          <p:val>
                                            <p:strVal val="rgb(-103,-103,0)"/>
                                          </p:val>
                                        </p:tav>
                                      </p:tavLst>
                                    </p:anim>
                                    <p:set>
                                      <p:cBhvr>
                                        <p:cTn id="2598" dur="80"/>
                                        <p:tgtEl>
                                          <p:spTgt spid="1023"/>
                                        </p:tgtEl>
                                        <p:attrNameLst>
                                          <p:attrName>fill.type</p:attrName>
                                        </p:attrNameLst>
                                      </p:cBhvr>
                                      <p:to>
                                        <p:strVal val="solid"/>
                                      </p:to>
                                    </p:set>
                                  </p:childTnLst>
                                </p:cTn>
                              </p:par>
                            </p:childTnLst>
                          </p:cTn>
                        </p:par>
                        <p:par>
                          <p:cTn id="2599" fill="hold">
                            <p:stCondLst>
                              <p:cond delay="3200"/>
                            </p:stCondLst>
                            <p:childTnLst>
                              <p:par>
                                <p:cTn id="2600" nodeType="afterEffect" fill="hold" presetClass="entr" presetID="9">
                                  <p:stCondLst>
                                    <p:cond delay="2000"/>
                                  </p:stCondLst>
                                  <p:childTnLst>
                                    <p:set>
                                      <p:cBhvr>
                                        <p:cTn id="2601" dur="1" fill="hold">
                                          <p:stCondLst>
                                            <p:cond delay="0"/>
                                          </p:stCondLst>
                                        </p:cTn>
                                        <p:tgtEl>
                                          <p:spTgt spid="1024"/>
                                        </p:tgtEl>
                                        <p:attrNameLst>
                                          <p:attrName>style.visibility</p:attrName>
                                        </p:attrNameLst>
                                      </p:cBhvr>
                                      <p:to>
                                        <p:strVal val="visible"/>
                                      </p:to>
                                    </p:set>
                                    <p:animEffect filter="dissolve" transition="in">
                                      <p:cBhvr additive="repl">
                                        <p:cTn id="2602" dur="500"/>
                                        <p:tgtEl>
                                          <p:spTgt spid="1024"/>
                                        </p:tgtEl>
                                      </p:cBhvr>
                                    </p:animEffect>
                                  </p:childTnLst>
                                </p:cTn>
                              </p:par>
                            </p:childTnLst>
                          </p:cTn>
                        </p:par>
                        <p:par>
                          <p:cTn id="2603" fill="hold">
                            <p:stCondLst>
                              <p:cond delay="5700"/>
                            </p:stCondLst>
                            <p:childTnLst>
                              <p:par>
                                <p:cTn id="2604" nodeType="afterEffect" fill="hold" presetClass="entr" presetID="27">
                                  <p:stCondLst>
                                    <p:cond delay="0"/>
                                  </p:stCondLst>
                                  <p:iterate type="lt">
                                    <p:tmAbs val="40"/>
                                  </p:iterate>
                                  <p:childTnLst>
                                    <p:set>
                                      <p:cBhvr>
                                        <p:cTn id="2605" dur="1" fill="hold">
                                          <p:stCondLst>
                                            <p:cond delay="0"/>
                                          </p:stCondLst>
                                        </p:cTn>
                                        <p:tgtEl>
                                          <p:spTgt spid="1025"/>
                                        </p:tgtEl>
                                        <p:attrNameLst>
                                          <p:attrName>style.visibility</p:attrName>
                                        </p:attrNameLst>
                                      </p:cBhvr>
                                      <p:to>
                                        <p:strVal val="visible"/>
                                      </p:to>
                                    </p:set>
                                    <p:anim calcmode="discrete" valueType="clr">
                                      <p:cBhvr additive="repl">
                                        <p:cTn id="2606" dur="80"/>
                                        <p:tgtEl>
                                          <p:spTgt spid="1025"/>
                                        </p:tgtEl>
                                        <p:attrNameLst>
                                          <p:attrName>style.color</p:attrName>
                                        </p:attrNameLst>
                                      </p:cBhvr>
                                      <p:tavLst>
                                        <p:tav tm="0">
                                          <p:val>
                                            <p:strVal val="rgb(-103,51,51)"/>
                                          </p:val>
                                        </p:tav>
                                        <p:tav tm="50000">
                                          <p:val>
                                            <p:strVal val="rgb(-103,-103,0)"/>
                                          </p:val>
                                        </p:tav>
                                      </p:tavLst>
                                    </p:anim>
                                    <p:anim calcmode="discrete" valueType="clr">
                                      <p:cBhvr additive="repl">
                                        <p:cTn id="2607" dur="80"/>
                                        <p:tgtEl>
                                          <p:spTgt spid="1025"/>
                                        </p:tgtEl>
                                        <p:attrNameLst>
                                          <p:attrName>fillcolor</p:attrName>
                                        </p:attrNameLst>
                                      </p:cBhvr>
                                      <p:tavLst>
                                        <p:tav tm="0">
                                          <p:val>
                                            <p:strVal val="rgb(-103,51,51)"/>
                                          </p:val>
                                        </p:tav>
                                        <p:tav tm="50000">
                                          <p:val>
                                            <p:strVal val="rgb(-103,-103,0)"/>
                                          </p:val>
                                        </p:tav>
                                      </p:tavLst>
                                    </p:anim>
                                    <p:set>
                                      <p:cBhvr>
                                        <p:cTn id="2608" dur="80"/>
                                        <p:tgtEl>
                                          <p:spTgt spid="1025"/>
                                        </p:tgtEl>
                                        <p:attrNameLst>
                                          <p:attrName>fill.type</p:attrName>
                                        </p:attrNameLst>
                                      </p:cBhvr>
                                      <p:to>
                                        <p:strVal val="solid"/>
                                      </p:to>
                                    </p:set>
                                  </p:childTnLst>
                                </p:cTn>
                              </p:par>
                            </p:childTnLst>
                          </p:cTn>
                        </p:par>
                        <p:par>
                          <p:cTn id="2609" fill="hold">
                            <p:stCondLst>
                              <p:cond delay="5940"/>
                            </p:stCondLst>
                            <p:childTnLst>
                              <p:par>
                                <p:cTn id="2610" nodeType="afterEffect" fill="hold" presetClass="entr" presetID="27">
                                  <p:stCondLst>
                                    <p:cond delay="2000"/>
                                  </p:stCondLst>
                                  <p:iterate type="lt">
                                    <p:tmAbs val="40"/>
                                  </p:iterate>
                                  <p:childTnLst>
                                    <p:set>
                                      <p:cBhvr>
                                        <p:cTn id="2611" dur="1" fill="hold">
                                          <p:stCondLst>
                                            <p:cond delay="0"/>
                                          </p:stCondLst>
                                        </p:cTn>
                                        <p:tgtEl>
                                          <p:spTgt spid="1028"/>
                                        </p:tgtEl>
                                        <p:attrNameLst>
                                          <p:attrName>style.visibility</p:attrName>
                                        </p:attrNameLst>
                                      </p:cBhvr>
                                      <p:to>
                                        <p:strVal val="visible"/>
                                      </p:to>
                                    </p:set>
                                    <p:anim calcmode="discrete" valueType="clr">
                                      <p:cBhvr additive="repl">
                                        <p:cTn id="2612" dur="80"/>
                                        <p:tgtEl>
                                          <p:spTgt spid="1028"/>
                                        </p:tgtEl>
                                        <p:attrNameLst>
                                          <p:attrName>style.color</p:attrName>
                                        </p:attrNameLst>
                                      </p:cBhvr>
                                      <p:tavLst>
                                        <p:tav tm="0">
                                          <p:val>
                                            <p:strVal val="rgb(-103,51,51)"/>
                                          </p:val>
                                        </p:tav>
                                        <p:tav tm="50000">
                                          <p:val>
                                            <p:strVal val="rgb(-103,-103,0)"/>
                                          </p:val>
                                        </p:tav>
                                      </p:tavLst>
                                    </p:anim>
                                    <p:anim calcmode="discrete" valueType="clr">
                                      <p:cBhvr additive="repl">
                                        <p:cTn id="2613" dur="80"/>
                                        <p:tgtEl>
                                          <p:spTgt spid="1028"/>
                                        </p:tgtEl>
                                        <p:attrNameLst>
                                          <p:attrName>fillcolor</p:attrName>
                                        </p:attrNameLst>
                                      </p:cBhvr>
                                      <p:tavLst>
                                        <p:tav tm="0">
                                          <p:val>
                                            <p:strVal val="rgb(-103,51,51)"/>
                                          </p:val>
                                        </p:tav>
                                        <p:tav tm="50000">
                                          <p:val>
                                            <p:strVal val="rgb(-103,-103,0)"/>
                                          </p:val>
                                        </p:tav>
                                      </p:tavLst>
                                    </p:anim>
                                    <p:set>
                                      <p:cBhvr>
                                        <p:cTn id="2614" dur="80"/>
                                        <p:tgtEl>
                                          <p:spTgt spid="1028"/>
                                        </p:tgtEl>
                                        <p:attrNameLst>
                                          <p:attrName>fill.type</p:attrName>
                                        </p:attrNameLst>
                                      </p:cBhvr>
                                      <p:to>
                                        <p:strVal val="solid"/>
                                      </p:to>
                                    </p:set>
                                  </p:childTnLst>
                                </p:cTn>
                              </p:par>
                            </p:childTnLst>
                          </p:cTn>
                        </p:par>
                        <p:par>
                          <p:cTn id="2615" fill="hold">
                            <p:stCondLst>
                              <p:cond delay="9660"/>
                            </p:stCondLst>
                            <p:childTnLst>
                              <p:par>
                                <p:cTn id="2616" nodeType="afterEffect" fill="hold" presetClass="entr" presetID="27">
                                  <p:stCondLst>
                                    <p:cond delay="1000"/>
                                  </p:stCondLst>
                                  <p:iterate type="lt">
                                    <p:tmAbs val="40"/>
                                  </p:iterate>
                                  <p:childTnLst>
                                    <p:set>
                                      <p:cBhvr>
                                        <p:cTn id="2617" dur="1" fill="hold">
                                          <p:stCondLst>
                                            <p:cond delay="0"/>
                                          </p:stCondLst>
                                        </p:cTn>
                                        <p:tgtEl>
                                          <p:spTgt spid="1029"/>
                                        </p:tgtEl>
                                        <p:attrNameLst>
                                          <p:attrName>style.visibility</p:attrName>
                                        </p:attrNameLst>
                                      </p:cBhvr>
                                      <p:to>
                                        <p:strVal val="visible"/>
                                      </p:to>
                                    </p:set>
                                    <p:anim calcmode="discrete" valueType="clr">
                                      <p:cBhvr additive="repl">
                                        <p:cTn id="2618" dur="80"/>
                                        <p:tgtEl>
                                          <p:spTgt spid="1029"/>
                                        </p:tgtEl>
                                        <p:attrNameLst>
                                          <p:attrName>style.color</p:attrName>
                                        </p:attrNameLst>
                                      </p:cBhvr>
                                      <p:tavLst>
                                        <p:tav tm="0">
                                          <p:val>
                                            <p:strVal val="rgb(-103,51,51)"/>
                                          </p:val>
                                        </p:tav>
                                        <p:tav tm="50000">
                                          <p:val>
                                            <p:strVal val="rgb(-103,-103,0)"/>
                                          </p:val>
                                        </p:tav>
                                      </p:tavLst>
                                    </p:anim>
                                    <p:anim calcmode="discrete" valueType="clr">
                                      <p:cBhvr additive="repl">
                                        <p:cTn id="2619" dur="80"/>
                                        <p:tgtEl>
                                          <p:spTgt spid="1029"/>
                                        </p:tgtEl>
                                        <p:attrNameLst>
                                          <p:attrName>fillcolor</p:attrName>
                                        </p:attrNameLst>
                                      </p:cBhvr>
                                      <p:tavLst>
                                        <p:tav tm="0">
                                          <p:val>
                                            <p:strVal val="rgb(-103,51,51)"/>
                                          </p:val>
                                        </p:tav>
                                        <p:tav tm="50000">
                                          <p:val>
                                            <p:strVal val="rgb(-103,-103,0)"/>
                                          </p:val>
                                        </p:tav>
                                      </p:tavLst>
                                    </p:anim>
                                    <p:set>
                                      <p:cBhvr>
                                        <p:cTn id="2620" dur="80"/>
                                        <p:tgtEl>
                                          <p:spTgt spid="1029"/>
                                        </p:tgtEl>
                                        <p:attrNameLst>
                                          <p:attrName>fill.type</p:attrName>
                                        </p:attrNameLst>
                                      </p:cBhvr>
                                      <p:to>
                                        <p:strVal val="solid"/>
                                      </p:to>
                                    </p:set>
                                  </p:childTnLst>
                                </p:cTn>
                              </p:par>
                            </p:childTnLst>
                          </p:cTn>
                        </p:par>
                        <p:par>
                          <p:cTn id="2621" fill="hold">
                            <p:stCondLst>
                              <p:cond delay="11180"/>
                            </p:stCondLst>
                            <p:childTnLst>
                              <p:par>
                                <p:cTn id="2622" nodeType="afterEffect" fill="hold" presetClass="mediacall" presetID="1">
                                  <p:stCondLst>
                                    <p:cond delay="2000"/>
                                  </p:stCondLst>
                                  <p:childTnLst>
                                    <p:cmd type="call" cmd="playFrom(0.0)">
                                      <p:cBhvr>
                                        <p:cTn id="2623" dur="953" fill="hold"/>
                                        <p:tgtEl>
                                          <p:spTgt spid="1027"/>
                                        </p:tgtEl>
                                      </p:cBhvr>
                                    </p:cmd>
                                  </p:childTnLst>
                                </p:cTn>
                              </p:par>
                              <p:par>
                                <p:cTn id="2624" nodeType="withEffect" fill="hold" presetClass="exit" presetID="1">
                                  <p:stCondLst>
                                    <p:cond delay="2000"/>
                                  </p:stCondLst>
                                  <p:childTnLst>
                                    <p:set>
                                      <p:cBhvr>
                                        <p:cTn id="2625" dur="1" fill="hold">
                                          <p:stCondLst>
                                            <p:cond delay="0"/>
                                          </p:stCondLst>
                                        </p:cTn>
                                        <p:tgtEl>
                                          <p:spTgt spid="1022"/>
                                        </p:tgtEl>
                                        <p:attrNameLst>
                                          <p:attrName>style.visibility</p:attrName>
                                        </p:attrNameLst>
                                      </p:cBhvr>
                                      <p:to>
                                        <p:strVal val="hidden"/>
                                      </p:to>
                                    </p:set>
                                  </p:childTnLst>
                                </p:cTn>
                              </p:par>
                              <p:par>
                                <p:cTn id="2626" nodeType="withEffect" fill="hold" presetClass="exit" presetID="1">
                                  <p:stCondLst>
                                    <p:cond delay="2000"/>
                                  </p:stCondLst>
                                  <p:iterate type="lt">
                                    <p:tmAbs val="0"/>
                                  </p:iterate>
                                  <p:childTnLst>
                                    <p:set>
                                      <p:cBhvr>
                                        <p:cTn id="2627" dur="1" fill="hold">
                                          <p:stCondLst>
                                            <p:cond delay="0"/>
                                          </p:stCondLst>
                                        </p:cTn>
                                        <p:tgtEl>
                                          <p:spTgt spid="1023"/>
                                        </p:tgtEl>
                                        <p:attrNameLst>
                                          <p:attrName>style.visibility</p:attrName>
                                        </p:attrNameLst>
                                      </p:cBhvr>
                                      <p:to>
                                        <p:strVal val="hidden"/>
                                      </p:to>
                                    </p:set>
                                  </p:childTnLst>
                                </p:cTn>
                              </p:par>
                              <p:par>
                                <p:cTn id="2628" nodeType="withEffect" fill="hold" presetClass="exit" presetID="1">
                                  <p:stCondLst>
                                    <p:cond delay="2000"/>
                                  </p:stCondLst>
                                  <p:iterate type="lt">
                                    <p:tmAbs val="0"/>
                                  </p:iterate>
                                  <p:childTnLst>
                                    <p:set>
                                      <p:cBhvr>
                                        <p:cTn id="2629" dur="1" fill="hold">
                                          <p:stCondLst>
                                            <p:cond delay="0"/>
                                          </p:stCondLst>
                                        </p:cTn>
                                        <p:tgtEl>
                                          <p:spTgt spid="1028"/>
                                        </p:tgtEl>
                                        <p:attrNameLst>
                                          <p:attrName>style.visibility</p:attrName>
                                        </p:attrNameLst>
                                      </p:cBhvr>
                                      <p:to>
                                        <p:strVal val="hidden"/>
                                      </p:to>
                                    </p:set>
                                  </p:childTnLst>
                                </p:cTn>
                              </p:par>
                              <p:par>
                                <p:cTn id="2630" nodeType="withEffect" fill="hold" presetClass="exit" presetID="1">
                                  <p:stCondLst>
                                    <p:cond delay="2000"/>
                                  </p:stCondLst>
                                  <p:childTnLst>
                                    <p:set>
                                      <p:cBhvr>
                                        <p:cTn id="2631" dur="1" fill="hold">
                                          <p:stCondLst>
                                            <p:cond delay="0"/>
                                          </p:stCondLst>
                                        </p:cTn>
                                        <p:tgtEl>
                                          <p:spTgt spid="1024"/>
                                        </p:tgtEl>
                                        <p:attrNameLst>
                                          <p:attrName>style.visibility</p:attrName>
                                        </p:attrNameLst>
                                      </p:cBhvr>
                                      <p:to>
                                        <p:strVal val="hidden"/>
                                      </p:to>
                                    </p:set>
                                  </p:childTnLst>
                                </p:cTn>
                              </p:par>
                              <p:par>
                                <p:cTn id="2632" nodeType="withEffect" fill="hold" presetClass="exit" presetID="1">
                                  <p:stCondLst>
                                    <p:cond delay="2000"/>
                                  </p:stCondLst>
                                  <p:iterate type="lt">
                                    <p:tmAbs val="0"/>
                                  </p:iterate>
                                  <p:childTnLst>
                                    <p:set>
                                      <p:cBhvr>
                                        <p:cTn id="2633" dur="1" fill="hold">
                                          <p:stCondLst>
                                            <p:cond delay="0"/>
                                          </p:stCondLst>
                                        </p:cTn>
                                        <p:tgtEl>
                                          <p:spTgt spid="1025"/>
                                        </p:tgtEl>
                                        <p:attrNameLst>
                                          <p:attrName>style.visibility</p:attrName>
                                        </p:attrNameLst>
                                      </p:cBhvr>
                                      <p:to>
                                        <p:strVal val="hidden"/>
                                      </p:to>
                                    </p:set>
                                  </p:childTnLst>
                                </p:cTn>
                              </p:par>
                              <p:par>
                                <p:cTn id="2634" nodeType="withEffect" fill="hold" presetClass="exit" presetID="1">
                                  <p:stCondLst>
                                    <p:cond delay="2000"/>
                                  </p:stCondLst>
                                  <p:iterate type="lt">
                                    <p:tmAbs val="0"/>
                                  </p:iterate>
                                  <p:childTnLst>
                                    <p:set>
                                      <p:cBhvr>
                                        <p:cTn id="2635" dur="1" fill="hold">
                                          <p:stCondLst>
                                            <p:cond delay="0"/>
                                          </p:stCondLst>
                                        </p:cTn>
                                        <p:tgtEl>
                                          <p:spTgt spid="1029"/>
                                        </p:tgtEl>
                                        <p:attrNameLst>
                                          <p:attrName>style.visibility</p:attrName>
                                        </p:attrNameLst>
                                      </p:cBhvr>
                                      <p:to>
                                        <p:strVal val="hidden"/>
                                      </p:to>
                                    </p:set>
                                  </p:childTnLst>
                                </p:cTn>
                              </p:par>
                            </p:childTnLst>
                          </p:cTn>
                        </p:par>
                        <p:par>
                          <p:cTn id="2636" fill="hold">
                            <p:stCondLst>
                              <p:cond delay="14133"/>
                            </p:stCondLst>
                            <p:childTnLst>
                              <p:par>
                                <p:cTn id="2637" nodeType="afterEffect" fill="hold" presetClass="mediacall" presetID="1">
                                  <p:stCondLst>
                                    <p:cond delay="0"/>
                                  </p:stCondLst>
                                  <p:childTnLst>
                                    <p:cmd type="call" cmd="playFrom(0.0)">
                                      <p:cBhvr>
                                        <p:cTn id="2638" dur="1271" fill="hold"/>
                                        <p:tgtEl>
                                          <p:spTgt spid="1026"/>
                                        </p:tgtEl>
                                      </p:cBhvr>
                                    </p:cmd>
                                  </p:childTnLst>
                                </p:cTn>
                              </p:par>
                            </p:childTnLst>
                          </p:cTn>
                        </p:par>
                        <p:par>
                          <p:cTn id="2639" fill="hold">
                            <p:stCondLst>
                              <p:cond delay="15404"/>
                            </p:stCondLst>
                            <p:childTnLst>
                              <p:par>
                                <p:cTn id="2640" nodeType="afterEffect" fill="hold" presetClass="path" presetID="0">
                                  <p:stCondLst>
                                    <p:cond delay="0"/>
                                  </p:stCondLst>
                                  <p:childTnLst>
                                    <p:animMotion origin="layout" path="M -1.11111E-006 5.49133E-006 C 0.00747 0.01064 -0.00035 0.00162 0.00469 -0.01479 C 0.00556 -0.01757 0.00573 -0.00901 0.00642 -0.00624 C 0.00695 -0.00416 0.0092 -0.00161 0.00799 5.49133E-006 C 0.00677 0.00162 0.00469 -0.00138 0.00313 -0.00207 C 0.00208 -0.00416 0.00191 -0.00832 -1.11111E-006 -0.00832 C -0.00712 -0.00832 -0.00035 -0.00046 -1.11111E-006 5.49133E-006 Z">
                                      <p:cBhvr>
                                        <p:cTn id="2641" dur="2000" fill="hold"/>
                                        <p:tgtEl>
                                          <p:spTgt spid="1021"/>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30" name="" descr=""/>
          <p:cNvPicPr/>
          <p:nvPr/>
        </p:nvPicPr>
        <p:blipFill>
          <a:blip r:embed="rId1"/>
          <a:stretch/>
        </p:blipFill>
        <p:spPr>
          <a:xfrm>
            <a:off x="0" y="0"/>
            <a:ext cx="9144000" cy="6858000"/>
          </a:xfrm>
          <a:prstGeom prst="rect">
            <a:avLst/>
          </a:prstGeom>
          <a:ln w="0">
            <a:noFill/>
          </a:ln>
        </p:spPr>
      </p:pic>
      <p:pic>
        <p:nvPicPr>
          <p:cNvPr id="1031" name="" descr=""/>
          <p:cNvPicPr/>
          <p:nvPr/>
        </p:nvPicPr>
        <p:blipFill>
          <a:blip r:embed="rId2"/>
          <a:stretch/>
        </p:blipFill>
        <p:spPr>
          <a:xfrm>
            <a:off x="-685800" y="3429000"/>
            <a:ext cx="8305920" cy="2079720"/>
          </a:xfrm>
          <a:prstGeom prst="rect">
            <a:avLst/>
          </a:prstGeom>
          <a:ln w="0">
            <a:noFill/>
          </a:ln>
        </p:spPr>
      </p:pic>
    </p:spTree>
  </p:cSld>
  <p:timing>
    <p:tnLst>
      <p:par>
        <p:cTn id="2642" dur="indefinite" restart="never" nodeType="tmRoot">
          <p:childTnLst>
            <p:seq>
              <p:cTn id="2643" dur="indefinite" nodeType="mainSeq">
                <p:childTnLst>
                  <p:par>
                    <p:cTn id="2644" fill="hold">
                      <p:stCondLst>
                        <p:cond delay="0"/>
                      </p:stCondLst>
                      <p:childTnLst>
                        <p:par>
                          <p:cTn id="2645" fill="hold">
                            <p:stCondLst>
                              <p:cond delay="0"/>
                            </p:stCondLst>
                            <p:childTnLst>
                              <p:par>
                                <p:cTn id="2646" nodeType="afterEffect" fill="hold" presetClass="path" presetID="0">
                                  <p:stCondLst>
                                    <p:cond delay="0"/>
                                  </p:stCondLst>
                                  <p:childTnLst>
                                    <p:animMotion origin="layout" path="M -3.33333E-006 -5.0289E-006 L -1 -0.13319 E">
                                      <p:cBhvr>
                                        <p:cTn id="2647" dur="3000" fill="hold"/>
                                        <p:tgtEl>
                                          <p:spTgt spid="1031"/>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32" name="" descr=""/>
          <p:cNvPicPr/>
          <p:nvPr/>
        </p:nvPicPr>
        <p:blipFill>
          <a:blip r:embed="rId1"/>
          <a:stretch/>
        </p:blipFill>
        <p:spPr>
          <a:xfrm>
            <a:off x="0" y="0"/>
            <a:ext cx="9144000" cy="6858000"/>
          </a:xfrm>
          <a:prstGeom prst="rect">
            <a:avLst/>
          </a:prstGeom>
          <a:ln w="0">
            <a:noFill/>
          </a:ln>
        </p:spPr>
      </p:pic>
      <p:pic>
        <p:nvPicPr>
          <p:cNvPr id="1033" name="" descr=""/>
          <p:cNvPicPr/>
          <p:nvPr/>
        </p:nvPicPr>
        <p:blipFill>
          <a:blip r:embed="rId2"/>
          <a:stretch/>
        </p:blipFill>
        <p:spPr>
          <a:xfrm>
            <a:off x="9144000" y="4389480"/>
            <a:ext cx="838080" cy="333360"/>
          </a:xfrm>
          <a:prstGeom prst="rect">
            <a:avLst/>
          </a:prstGeom>
          <a:ln w="0">
            <a:noFill/>
          </a:ln>
        </p:spPr>
      </p:pic>
      <p:pic>
        <p:nvPicPr>
          <p:cNvPr id="1034" name="" descr=""/>
          <p:cNvPicPr/>
          <p:nvPr/>
        </p:nvPicPr>
        <p:blipFill>
          <a:blip r:embed="rId3"/>
          <a:stretch/>
        </p:blipFill>
        <p:spPr>
          <a:xfrm>
            <a:off x="9372600" y="2895480"/>
            <a:ext cx="304920" cy="304920"/>
          </a:xfrm>
          <a:prstGeom prst="rect">
            <a:avLst/>
          </a:prstGeom>
          <a:ln w="0">
            <a:noFill/>
          </a:ln>
        </p:spPr>
      </p:pic>
    </p:spTree>
  </p:cSld>
  <p:transition spd="slow" advTm="0">
    <p:fade thruBlk="true"/>
  </p:transition>
  <p:timing>
    <p:tnLst>
      <p:par>
        <p:cTn id="2648" dur="indefinite" restart="never" nodeType="tmRoot">
          <p:childTnLst>
            <p:seq>
              <p:cTn id="2649" dur="indefinite" nodeType="mainSeq">
                <p:childTnLst>
                  <p:par>
                    <p:cTn id="2650" fill="hold">
                      <p:stCondLst>
                        <p:cond delay="0"/>
                      </p:stCondLst>
                      <p:childTnLst>
                        <p:par>
                          <p:cTn id="2651" fill="hold">
                            <p:stCondLst>
                              <p:cond delay="0"/>
                            </p:stCondLst>
                            <p:childTnLst>
                              <p:par>
                                <p:cTn id="2652" nodeType="afterEffect" fill="hold" presetClass="mediacall" presetID="1">
                                  <p:stCondLst>
                                    <p:cond delay="0"/>
                                  </p:stCondLst>
                                  <p:childTnLst>
                                    <p:cmd type="call" cmd="playFrom(0.0)">
                                      <p:cBhvr>
                                        <p:cTn id="2653" dur="1" fill="hold"/>
                                        <p:tgtEl>
                                          <p:spTgt spid="1034"/>
                                        </p:tgtEl>
                                      </p:cBhvr>
                                    </p:cmd>
                                  </p:childTnLst>
                                </p:cTn>
                              </p:par>
                            </p:childTnLst>
                          </p:cTn>
                        </p:par>
                        <p:par>
                          <p:cTn id="2654" fill="hold">
                            <p:stCondLst>
                              <p:cond delay="0"/>
                            </p:stCondLst>
                            <p:childTnLst>
                              <p:par>
                                <p:cTn id="2655" nodeType="afterEffect" fill="hold" presetClass="path" presetID="0">
                                  <p:stCondLst>
                                    <p:cond delay="0"/>
                                  </p:stCondLst>
                                  <p:childTnLst>
                                    <p:animMotion origin="layout" path="M 3.33333E-006 4.04624E-006 L -1.11667 0.00023 E">
                                      <p:cBhvr>
                                        <p:cTn id="2656" dur="15000" fill="hold"/>
                                        <p:tgtEl>
                                          <p:spTgt spid="1033"/>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35" name="" descr=""/>
          <p:cNvPicPr/>
          <p:nvPr/>
        </p:nvPicPr>
        <p:blipFill>
          <a:blip r:embed="rId1"/>
          <a:stretch/>
        </p:blipFill>
        <p:spPr>
          <a:xfrm>
            <a:off x="0" y="0"/>
            <a:ext cx="9144000" cy="6858000"/>
          </a:xfrm>
          <a:prstGeom prst="rect">
            <a:avLst/>
          </a:prstGeom>
          <a:ln w="0">
            <a:noFill/>
          </a:ln>
        </p:spPr>
      </p:pic>
      <p:pic>
        <p:nvPicPr>
          <p:cNvPr id="1036" name="" descr=""/>
          <p:cNvPicPr/>
          <p:nvPr/>
        </p:nvPicPr>
        <p:blipFill>
          <a:blip r:embed="rId2"/>
          <a:stretch/>
        </p:blipFill>
        <p:spPr>
          <a:xfrm>
            <a:off x="5715000" y="1295280"/>
            <a:ext cx="3124080" cy="1524240"/>
          </a:xfrm>
          <a:prstGeom prst="rect">
            <a:avLst/>
          </a:prstGeom>
          <a:ln w="0">
            <a:noFill/>
          </a:ln>
        </p:spPr>
      </p:pic>
      <p:sp>
        <p:nvSpPr>
          <p:cNvPr id="1037" name=""/>
          <p:cNvSpPr/>
          <p:nvPr/>
        </p:nvSpPr>
        <p:spPr>
          <a:xfrm>
            <a:off x="5867280" y="1752480"/>
            <a:ext cx="2743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how’d it go?</a:t>
            </a:r>
            <a:endParaRPr b="0" lang="en-US" sz="1200" spc="-1" strike="noStrike">
              <a:solidFill>
                <a:srgbClr val="000000"/>
              </a:solidFill>
              <a:latin typeface="Arial"/>
            </a:endParaRPr>
          </a:p>
        </p:txBody>
      </p:sp>
      <p:pic>
        <p:nvPicPr>
          <p:cNvPr id="1038" name="" descr=""/>
          <p:cNvPicPr/>
          <p:nvPr/>
        </p:nvPicPr>
        <p:blipFill>
          <a:blip r:embed="rId3"/>
          <a:stretch/>
        </p:blipFill>
        <p:spPr>
          <a:xfrm>
            <a:off x="0" y="2895480"/>
            <a:ext cx="3124080" cy="1551240"/>
          </a:xfrm>
          <a:prstGeom prst="rect">
            <a:avLst/>
          </a:prstGeom>
          <a:ln w="0">
            <a:noFill/>
          </a:ln>
        </p:spPr>
      </p:pic>
      <p:sp>
        <p:nvSpPr>
          <p:cNvPr id="1039" name=""/>
          <p:cNvSpPr/>
          <p:nvPr/>
        </p:nvSpPr>
        <p:spPr>
          <a:xfrm>
            <a:off x="152280" y="3352680"/>
            <a:ext cx="27432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Hmm… the mission?</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allright I guess.</a:t>
            </a:r>
            <a:endParaRPr b="0" lang="en-US" sz="1200" spc="-1" strike="noStrike">
              <a:solidFill>
                <a:srgbClr val="000000"/>
              </a:solidFill>
              <a:latin typeface="Arial"/>
            </a:endParaRPr>
          </a:p>
        </p:txBody>
      </p:sp>
      <p:sp>
        <p:nvSpPr>
          <p:cNvPr id="1040" name=""/>
          <p:cNvSpPr/>
          <p:nvPr/>
        </p:nvSpPr>
        <p:spPr>
          <a:xfrm>
            <a:off x="5943600" y="1752480"/>
            <a:ext cx="27432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that means that they’ll leave…</a:t>
            </a:r>
            <a:endParaRPr b="0" lang="en-US" sz="1200" spc="-1" strike="noStrike">
              <a:solidFill>
                <a:srgbClr val="000000"/>
              </a:solidFill>
              <a:latin typeface="Arial"/>
            </a:endParaRPr>
          </a:p>
        </p:txBody>
      </p:sp>
      <p:sp>
        <p:nvSpPr>
          <p:cNvPr id="1041" name=""/>
          <p:cNvSpPr/>
          <p:nvPr/>
        </p:nvSpPr>
        <p:spPr>
          <a:xfrm>
            <a:off x="152280" y="3352680"/>
            <a:ext cx="243864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Hmm… I guess…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042" name=""/>
          <p:cNvSpPr/>
          <p:nvPr/>
        </p:nvSpPr>
        <p:spPr>
          <a:xfrm>
            <a:off x="6019920" y="1752480"/>
            <a:ext cx="24382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That’s great! I guess you’re safe now, huh?</a:t>
            </a:r>
            <a:endParaRPr b="0" lang="en-US" sz="1200" spc="-1" strike="noStrike">
              <a:solidFill>
                <a:srgbClr val="000000"/>
              </a:solidFill>
              <a:latin typeface="Arial"/>
            </a:endParaRPr>
          </a:p>
        </p:txBody>
      </p:sp>
      <p:sp>
        <p:nvSpPr>
          <p:cNvPr id="1043" name=""/>
          <p:cNvSpPr/>
          <p:nvPr/>
        </p:nvSpPr>
        <p:spPr>
          <a:xfrm>
            <a:off x="152280" y="3352680"/>
            <a:ext cx="27432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a:t>
            </a:r>
            <a:endParaRPr b="0" lang="en-US" sz="1200" spc="-1" strike="noStrike">
              <a:solidFill>
                <a:srgbClr val="000000"/>
              </a:solidFill>
              <a:latin typeface="Arial"/>
            </a:endParaRPr>
          </a:p>
        </p:txBody>
      </p:sp>
      <p:sp>
        <p:nvSpPr>
          <p:cNvPr id="1044" name=""/>
          <p:cNvSpPr/>
          <p:nvPr/>
        </p:nvSpPr>
        <p:spPr>
          <a:xfrm>
            <a:off x="9448920" y="6172200"/>
            <a:ext cx="1295280" cy="45972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Lol foreshadowing</a:t>
            </a:r>
            <a:endParaRPr b="0" lang="en-US" sz="1200" spc="-1" strike="noStrike">
              <a:solidFill>
                <a:srgbClr val="000000"/>
              </a:solidFill>
              <a:latin typeface="Arial"/>
            </a:endParaRPr>
          </a:p>
        </p:txBody>
      </p:sp>
    </p:spTree>
  </p:cSld>
  <p:timing>
    <p:tnLst>
      <p:par>
        <p:cTn id="2657" dur="indefinite" restart="never" nodeType="tmRoot">
          <p:childTnLst>
            <p:seq>
              <p:cTn id="2658" dur="indefinite" nodeType="mainSeq">
                <p:childTnLst>
                  <p:par>
                    <p:cTn id="2659" fill="hold">
                      <p:stCondLst>
                        <p:cond delay="0"/>
                      </p:stCondLst>
                      <p:childTnLst>
                        <p:par>
                          <p:cTn id="2660" fill="hold">
                            <p:stCondLst>
                              <p:cond delay="0"/>
                            </p:stCondLst>
                            <p:childTnLst>
                              <p:par>
                                <p:cTn id="2661" nodeType="afterEffect" fill="hold" presetClass="entr" presetID="9">
                                  <p:stCondLst>
                                    <p:cond delay="1500"/>
                                  </p:stCondLst>
                                  <p:childTnLst>
                                    <p:set>
                                      <p:cBhvr>
                                        <p:cTn id="2662" dur="1" fill="hold">
                                          <p:stCondLst>
                                            <p:cond delay="0"/>
                                          </p:stCondLst>
                                        </p:cTn>
                                        <p:tgtEl>
                                          <p:spTgt spid="1036"/>
                                        </p:tgtEl>
                                        <p:attrNameLst>
                                          <p:attrName>style.visibility</p:attrName>
                                        </p:attrNameLst>
                                      </p:cBhvr>
                                      <p:to>
                                        <p:strVal val="visible"/>
                                      </p:to>
                                    </p:set>
                                    <p:animEffect filter="dissolve" transition="in">
                                      <p:cBhvr additive="repl">
                                        <p:cTn id="2663" dur="500"/>
                                        <p:tgtEl>
                                          <p:spTgt spid="1036"/>
                                        </p:tgtEl>
                                      </p:cBhvr>
                                    </p:animEffect>
                                  </p:childTnLst>
                                </p:cTn>
                              </p:par>
                            </p:childTnLst>
                          </p:cTn>
                        </p:par>
                        <p:par>
                          <p:cTn id="2664" fill="hold">
                            <p:stCondLst>
                              <p:cond delay="2000"/>
                            </p:stCondLst>
                            <p:childTnLst>
                              <p:par>
                                <p:cTn id="2665" nodeType="afterEffect" fill="hold" presetClass="entr" presetID="27">
                                  <p:stCondLst>
                                    <p:cond delay="500"/>
                                  </p:stCondLst>
                                  <p:iterate type="lt">
                                    <p:tmAbs val="40"/>
                                  </p:iterate>
                                  <p:childTnLst>
                                    <p:set>
                                      <p:cBhvr>
                                        <p:cTn id="2666" dur="1" fill="hold">
                                          <p:stCondLst>
                                            <p:cond delay="0"/>
                                          </p:stCondLst>
                                        </p:cTn>
                                        <p:tgtEl>
                                          <p:spTgt spid="1037"/>
                                        </p:tgtEl>
                                        <p:attrNameLst>
                                          <p:attrName>style.visibility</p:attrName>
                                        </p:attrNameLst>
                                      </p:cBhvr>
                                      <p:to>
                                        <p:strVal val="visible"/>
                                      </p:to>
                                    </p:set>
                                    <p:anim calcmode="discrete" valueType="clr">
                                      <p:cBhvr additive="repl">
                                        <p:cTn id="2667" dur="80"/>
                                        <p:tgtEl>
                                          <p:spTgt spid="1037"/>
                                        </p:tgtEl>
                                        <p:attrNameLst>
                                          <p:attrName>style.color</p:attrName>
                                        </p:attrNameLst>
                                      </p:cBhvr>
                                      <p:tavLst>
                                        <p:tav tm="0">
                                          <p:val>
                                            <p:strVal val="rgb(-103,51,51)"/>
                                          </p:val>
                                        </p:tav>
                                        <p:tav tm="50000">
                                          <p:val>
                                            <p:strVal val="rgb(-103,-103,0)"/>
                                          </p:val>
                                        </p:tav>
                                      </p:tavLst>
                                    </p:anim>
                                    <p:anim calcmode="discrete" valueType="clr">
                                      <p:cBhvr additive="repl">
                                        <p:cTn id="2668" dur="80"/>
                                        <p:tgtEl>
                                          <p:spTgt spid="1037"/>
                                        </p:tgtEl>
                                        <p:attrNameLst>
                                          <p:attrName>fillcolor</p:attrName>
                                        </p:attrNameLst>
                                      </p:cBhvr>
                                      <p:tavLst>
                                        <p:tav tm="0">
                                          <p:val>
                                            <p:strVal val="rgb(-103,51,51)"/>
                                          </p:val>
                                        </p:tav>
                                        <p:tav tm="50000">
                                          <p:val>
                                            <p:strVal val="rgb(-103,-103,0)"/>
                                          </p:val>
                                        </p:tav>
                                      </p:tavLst>
                                    </p:anim>
                                    <p:set>
                                      <p:cBhvr>
                                        <p:cTn id="2669" dur="80"/>
                                        <p:tgtEl>
                                          <p:spTgt spid="1037"/>
                                        </p:tgtEl>
                                        <p:attrNameLst>
                                          <p:attrName>fill.type</p:attrName>
                                        </p:attrNameLst>
                                      </p:cBhvr>
                                      <p:to>
                                        <p:strVal val="solid"/>
                                      </p:to>
                                    </p:set>
                                  </p:childTnLst>
                                </p:cTn>
                              </p:par>
                            </p:childTnLst>
                          </p:cTn>
                        </p:par>
                        <p:par>
                          <p:cTn id="2670" fill="hold">
                            <p:stCondLst>
                              <p:cond delay="3060"/>
                            </p:stCondLst>
                            <p:childTnLst>
                              <p:par>
                                <p:cTn id="2671" nodeType="afterEffect" fill="hold" presetClass="entr" presetID="9">
                                  <p:stCondLst>
                                    <p:cond delay="2000"/>
                                  </p:stCondLst>
                                  <p:childTnLst>
                                    <p:set>
                                      <p:cBhvr>
                                        <p:cTn id="2672" dur="1" fill="hold">
                                          <p:stCondLst>
                                            <p:cond delay="0"/>
                                          </p:stCondLst>
                                        </p:cTn>
                                        <p:tgtEl>
                                          <p:spTgt spid="1038"/>
                                        </p:tgtEl>
                                        <p:attrNameLst>
                                          <p:attrName>style.visibility</p:attrName>
                                        </p:attrNameLst>
                                      </p:cBhvr>
                                      <p:to>
                                        <p:strVal val="visible"/>
                                      </p:to>
                                    </p:set>
                                    <p:animEffect filter="dissolve" transition="in">
                                      <p:cBhvr additive="repl">
                                        <p:cTn id="2673" dur="500"/>
                                        <p:tgtEl>
                                          <p:spTgt spid="1038"/>
                                        </p:tgtEl>
                                      </p:cBhvr>
                                    </p:animEffect>
                                  </p:childTnLst>
                                </p:cTn>
                              </p:par>
                            </p:childTnLst>
                          </p:cTn>
                        </p:par>
                        <p:par>
                          <p:cTn id="2674" fill="hold">
                            <p:stCondLst>
                              <p:cond delay="5560"/>
                            </p:stCondLst>
                            <p:childTnLst>
                              <p:par>
                                <p:cTn id="2675" nodeType="afterEffect" fill="hold" presetClass="entr" presetID="27">
                                  <p:stCondLst>
                                    <p:cond delay="0"/>
                                  </p:stCondLst>
                                  <p:iterate type="lt">
                                    <p:tmAbs val="40"/>
                                  </p:iterate>
                                  <p:childTnLst>
                                    <p:set>
                                      <p:cBhvr>
                                        <p:cTn id="2676" dur="1" fill="hold">
                                          <p:stCondLst>
                                            <p:cond delay="0"/>
                                          </p:stCondLst>
                                        </p:cTn>
                                        <p:tgtEl>
                                          <p:spTgt spid="1039"/>
                                        </p:tgtEl>
                                        <p:attrNameLst>
                                          <p:attrName>style.visibility</p:attrName>
                                        </p:attrNameLst>
                                      </p:cBhvr>
                                      <p:to>
                                        <p:strVal val="visible"/>
                                      </p:to>
                                    </p:set>
                                    <p:anim calcmode="discrete" valueType="clr">
                                      <p:cBhvr additive="repl">
                                        <p:cTn id="2677" dur="80"/>
                                        <p:tgtEl>
                                          <p:spTgt spid="1039"/>
                                        </p:tgtEl>
                                        <p:attrNameLst>
                                          <p:attrName>style.color</p:attrName>
                                        </p:attrNameLst>
                                      </p:cBhvr>
                                      <p:tavLst>
                                        <p:tav tm="0">
                                          <p:val>
                                            <p:strVal val="rgb(-103,51,51)"/>
                                          </p:val>
                                        </p:tav>
                                        <p:tav tm="50000">
                                          <p:val>
                                            <p:strVal val="rgb(-103,-103,0)"/>
                                          </p:val>
                                        </p:tav>
                                      </p:tavLst>
                                    </p:anim>
                                    <p:anim calcmode="discrete" valueType="clr">
                                      <p:cBhvr additive="repl">
                                        <p:cTn id="2678" dur="80"/>
                                        <p:tgtEl>
                                          <p:spTgt spid="1039"/>
                                        </p:tgtEl>
                                        <p:attrNameLst>
                                          <p:attrName>fillcolor</p:attrName>
                                        </p:attrNameLst>
                                      </p:cBhvr>
                                      <p:tavLst>
                                        <p:tav tm="0">
                                          <p:val>
                                            <p:strVal val="rgb(-103,51,51)"/>
                                          </p:val>
                                        </p:tav>
                                        <p:tav tm="50000">
                                          <p:val>
                                            <p:strVal val="rgb(-103,-103,0)"/>
                                          </p:val>
                                        </p:tav>
                                      </p:tavLst>
                                    </p:anim>
                                    <p:set>
                                      <p:cBhvr>
                                        <p:cTn id="2679" dur="80"/>
                                        <p:tgtEl>
                                          <p:spTgt spid="1039"/>
                                        </p:tgtEl>
                                        <p:attrNameLst>
                                          <p:attrName>fill.type</p:attrName>
                                        </p:attrNameLst>
                                      </p:cBhvr>
                                      <p:to>
                                        <p:strVal val="solid"/>
                                      </p:to>
                                    </p:set>
                                  </p:childTnLst>
                                </p:cTn>
                              </p:par>
                            </p:childTnLst>
                          </p:cTn>
                        </p:par>
                        <p:par>
                          <p:cTn id="2680" fill="hold">
                            <p:stCondLst>
                              <p:cond delay="6920"/>
                            </p:stCondLst>
                            <p:childTnLst>
                              <p:par>
                                <p:cTn id="2681" nodeType="afterEffect" fill="hold" presetClass="entr" presetID="27">
                                  <p:stCondLst>
                                    <p:cond delay="1500"/>
                                  </p:stCondLst>
                                  <p:iterate type="lt">
                                    <p:tmAbs val="40"/>
                                  </p:iterate>
                                  <p:childTnLst>
                                    <p:set>
                                      <p:cBhvr>
                                        <p:cTn id="2682" dur="1" fill="hold">
                                          <p:stCondLst>
                                            <p:cond delay="0"/>
                                          </p:stCondLst>
                                        </p:cTn>
                                        <p:tgtEl>
                                          <p:spTgt spid="1040"/>
                                        </p:tgtEl>
                                        <p:attrNameLst>
                                          <p:attrName>style.visibility</p:attrName>
                                        </p:attrNameLst>
                                      </p:cBhvr>
                                      <p:to>
                                        <p:strVal val="visible"/>
                                      </p:to>
                                    </p:set>
                                    <p:anim calcmode="discrete" valueType="clr">
                                      <p:cBhvr additive="repl">
                                        <p:cTn id="2683" dur="80"/>
                                        <p:tgtEl>
                                          <p:spTgt spid="1040"/>
                                        </p:tgtEl>
                                        <p:attrNameLst>
                                          <p:attrName>style.color</p:attrName>
                                        </p:attrNameLst>
                                      </p:cBhvr>
                                      <p:tavLst>
                                        <p:tav tm="0">
                                          <p:val>
                                            <p:strVal val="rgb(-103,51,51)"/>
                                          </p:val>
                                        </p:tav>
                                        <p:tav tm="50000">
                                          <p:val>
                                            <p:strVal val="rgb(-103,-103,0)"/>
                                          </p:val>
                                        </p:tav>
                                      </p:tavLst>
                                    </p:anim>
                                    <p:anim calcmode="discrete" valueType="clr">
                                      <p:cBhvr additive="repl">
                                        <p:cTn id="2684" dur="80"/>
                                        <p:tgtEl>
                                          <p:spTgt spid="1040"/>
                                        </p:tgtEl>
                                        <p:attrNameLst>
                                          <p:attrName>fillcolor</p:attrName>
                                        </p:attrNameLst>
                                      </p:cBhvr>
                                      <p:tavLst>
                                        <p:tav tm="0">
                                          <p:val>
                                            <p:strVal val="rgb(-103,51,51)"/>
                                          </p:val>
                                        </p:tav>
                                        <p:tav tm="50000">
                                          <p:val>
                                            <p:strVal val="rgb(-103,-103,0)"/>
                                          </p:val>
                                        </p:tav>
                                      </p:tavLst>
                                    </p:anim>
                                    <p:set>
                                      <p:cBhvr>
                                        <p:cTn id="2685" dur="80"/>
                                        <p:tgtEl>
                                          <p:spTgt spid="1040"/>
                                        </p:tgtEl>
                                        <p:attrNameLst>
                                          <p:attrName>fill.type</p:attrName>
                                        </p:attrNameLst>
                                      </p:cBhvr>
                                      <p:to>
                                        <p:strVal val="solid"/>
                                      </p:to>
                                    </p:set>
                                  </p:childTnLst>
                                </p:cTn>
                              </p:par>
                            </p:childTnLst>
                          </p:cTn>
                        </p:par>
                        <p:par>
                          <p:cTn id="2686" fill="hold">
                            <p:stCondLst>
                              <p:cond delay="9620"/>
                            </p:stCondLst>
                            <p:childTnLst>
                              <p:par>
                                <p:cTn id="2687" nodeType="afterEffect" fill="hold" presetClass="entr" presetID="27">
                                  <p:stCondLst>
                                    <p:cond delay="1500"/>
                                  </p:stCondLst>
                                  <p:iterate type="lt">
                                    <p:tmAbs val="40"/>
                                  </p:iterate>
                                  <p:childTnLst>
                                    <p:set>
                                      <p:cBhvr>
                                        <p:cTn id="2688" dur="1" fill="hold">
                                          <p:stCondLst>
                                            <p:cond delay="0"/>
                                          </p:stCondLst>
                                        </p:cTn>
                                        <p:tgtEl>
                                          <p:spTgt spid="1041"/>
                                        </p:tgtEl>
                                        <p:attrNameLst>
                                          <p:attrName>style.visibility</p:attrName>
                                        </p:attrNameLst>
                                      </p:cBhvr>
                                      <p:to>
                                        <p:strVal val="visible"/>
                                      </p:to>
                                    </p:set>
                                    <p:anim calcmode="discrete" valueType="clr">
                                      <p:cBhvr additive="repl">
                                        <p:cTn id="2689" dur="80"/>
                                        <p:tgtEl>
                                          <p:spTgt spid="1041"/>
                                        </p:tgtEl>
                                        <p:attrNameLst>
                                          <p:attrName>style.color</p:attrName>
                                        </p:attrNameLst>
                                      </p:cBhvr>
                                      <p:tavLst>
                                        <p:tav tm="0">
                                          <p:val>
                                            <p:strVal val="rgb(-103,51,51)"/>
                                          </p:val>
                                        </p:tav>
                                        <p:tav tm="50000">
                                          <p:val>
                                            <p:strVal val="rgb(-103,-103,0)"/>
                                          </p:val>
                                        </p:tav>
                                      </p:tavLst>
                                    </p:anim>
                                    <p:anim calcmode="discrete" valueType="clr">
                                      <p:cBhvr additive="repl">
                                        <p:cTn id="2690" dur="80"/>
                                        <p:tgtEl>
                                          <p:spTgt spid="1041"/>
                                        </p:tgtEl>
                                        <p:attrNameLst>
                                          <p:attrName>fillcolor</p:attrName>
                                        </p:attrNameLst>
                                      </p:cBhvr>
                                      <p:tavLst>
                                        <p:tav tm="0">
                                          <p:val>
                                            <p:strVal val="rgb(-103,51,51)"/>
                                          </p:val>
                                        </p:tav>
                                        <p:tav tm="50000">
                                          <p:val>
                                            <p:strVal val="rgb(-103,-103,0)"/>
                                          </p:val>
                                        </p:tav>
                                      </p:tavLst>
                                    </p:anim>
                                    <p:set>
                                      <p:cBhvr>
                                        <p:cTn id="2691" dur="80"/>
                                        <p:tgtEl>
                                          <p:spTgt spid="1041"/>
                                        </p:tgtEl>
                                        <p:attrNameLst>
                                          <p:attrName>fill.type</p:attrName>
                                        </p:attrNameLst>
                                      </p:cBhvr>
                                      <p:to>
                                        <p:strVal val="solid"/>
                                      </p:to>
                                    </p:set>
                                  </p:childTnLst>
                                </p:cTn>
                              </p:par>
                            </p:childTnLst>
                          </p:cTn>
                        </p:par>
                        <p:par>
                          <p:cTn id="2692" fill="hold">
                            <p:stCondLst>
                              <p:cond delay="11600"/>
                            </p:stCondLst>
                            <p:childTnLst>
                              <p:par>
                                <p:cTn id="2693" nodeType="afterEffect" fill="hold" presetClass="entr" presetID="27">
                                  <p:stCondLst>
                                    <p:cond delay="1500"/>
                                  </p:stCondLst>
                                  <p:iterate type="lt">
                                    <p:tmAbs val="40"/>
                                  </p:iterate>
                                  <p:childTnLst>
                                    <p:set>
                                      <p:cBhvr>
                                        <p:cTn id="2694" dur="1" fill="hold">
                                          <p:stCondLst>
                                            <p:cond delay="0"/>
                                          </p:stCondLst>
                                        </p:cTn>
                                        <p:tgtEl>
                                          <p:spTgt spid="1042"/>
                                        </p:tgtEl>
                                        <p:attrNameLst>
                                          <p:attrName>style.visibility</p:attrName>
                                        </p:attrNameLst>
                                      </p:cBhvr>
                                      <p:to>
                                        <p:strVal val="visible"/>
                                      </p:to>
                                    </p:set>
                                    <p:anim calcmode="discrete" valueType="clr">
                                      <p:cBhvr additive="repl">
                                        <p:cTn id="2695" dur="80"/>
                                        <p:tgtEl>
                                          <p:spTgt spid="1042"/>
                                        </p:tgtEl>
                                        <p:attrNameLst>
                                          <p:attrName>style.color</p:attrName>
                                        </p:attrNameLst>
                                      </p:cBhvr>
                                      <p:tavLst>
                                        <p:tav tm="0">
                                          <p:val>
                                            <p:strVal val="rgb(-103,51,51)"/>
                                          </p:val>
                                        </p:tav>
                                        <p:tav tm="50000">
                                          <p:val>
                                            <p:strVal val="rgb(-103,-103,0)"/>
                                          </p:val>
                                        </p:tav>
                                      </p:tavLst>
                                    </p:anim>
                                    <p:anim calcmode="discrete" valueType="clr">
                                      <p:cBhvr additive="repl">
                                        <p:cTn id="2696" dur="80"/>
                                        <p:tgtEl>
                                          <p:spTgt spid="1042"/>
                                        </p:tgtEl>
                                        <p:attrNameLst>
                                          <p:attrName>fillcolor</p:attrName>
                                        </p:attrNameLst>
                                      </p:cBhvr>
                                      <p:tavLst>
                                        <p:tav tm="0">
                                          <p:val>
                                            <p:strVal val="rgb(-103,51,51)"/>
                                          </p:val>
                                        </p:tav>
                                        <p:tav tm="50000">
                                          <p:val>
                                            <p:strVal val="rgb(-103,-103,0)"/>
                                          </p:val>
                                        </p:tav>
                                      </p:tavLst>
                                    </p:anim>
                                    <p:set>
                                      <p:cBhvr>
                                        <p:cTn id="2697" dur="80"/>
                                        <p:tgtEl>
                                          <p:spTgt spid="1042"/>
                                        </p:tgtEl>
                                        <p:attrNameLst>
                                          <p:attrName>fill.type</p:attrName>
                                        </p:attrNameLst>
                                      </p:cBhvr>
                                      <p:to>
                                        <p:strVal val="solid"/>
                                      </p:to>
                                    </p:set>
                                  </p:childTnLst>
                                </p:cTn>
                              </p:par>
                            </p:childTnLst>
                          </p:cTn>
                        </p:par>
                        <p:par>
                          <p:cTn id="2698" fill="hold">
                            <p:stCondLst>
                              <p:cond delay="14580"/>
                            </p:stCondLst>
                            <p:childTnLst>
                              <p:par>
                                <p:cTn id="2699" nodeType="afterEffect" fill="hold" presetClass="entr" presetID="27">
                                  <p:stCondLst>
                                    <p:cond delay="1500"/>
                                  </p:stCondLst>
                                  <p:iterate type="lt">
                                    <p:tmAbs val="40"/>
                                  </p:iterate>
                                  <p:childTnLst>
                                    <p:set>
                                      <p:cBhvr>
                                        <p:cTn id="2700" dur="1" fill="hold">
                                          <p:stCondLst>
                                            <p:cond delay="0"/>
                                          </p:stCondLst>
                                        </p:cTn>
                                        <p:tgtEl>
                                          <p:spTgt spid="1043"/>
                                        </p:tgtEl>
                                        <p:attrNameLst>
                                          <p:attrName>style.visibility</p:attrName>
                                        </p:attrNameLst>
                                      </p:cBhvr>
                                      <p:to>
                                        <p:strVal val="visible"/>
                                      </p:to>
                                    </p:set>
                                    <p:anim calcmode="discrete" valueType="clr">
                                      <p:cBhvr additive="repl">
                                        <p:cTn id="2701" dur="80"/>
                                        <p:tgtEl>
                                          <p:spTgt spid="1043"/>
                                        </p:tgtEl>
                                        <p:attrNameLst>
                                          <p:attrName>style.color</p:attrName>
                                        </p:attrNameLst>
                                      </p:cBhvr>
                                      <p:tavLst>
                                        <p:tav tm="0">
                                          <p:val>
                                            <p:strVal val="rgb(-103,51,51)"/>
                                          </p:val>
                                        </p:tav>
                                        <p:tav tm="50000">
                                          <p:val>
                                            <p:strVal val="rgb(-103,-103,0)"/>
                                          </p:val>
                                        </p:tav>
                                      </p:tavLst>
                                    </p:anim>
                                    <p:anim calcmode="discrete" valueType="clr">
                                      <p:cBhvr additive="repl">
                                        <p:cTn id="2702" dur="80"/>
                                        <p:tgtEl>
                                          <p:spTgt spid="1043"/>
                                        </p:tgtEl>
                                        <p:attrNameLst>
                                          <p:attrName>fillcolor</p:attrName>
                                        </p:attrNameLst>
                                      </p:cBhvr>
                                      <p:tavLst>
                                        <p:tav tm="0">
                                          <p:val>
                                            <p:strVal val="rgb(-103,51,51)"/>
                                          </p:val>
                                        </p:tav>
                                        <p:tav tm="50000">
                                          <p:val>
                                            <p:strVal val="rgb(-103,-103,0)"/>
                                          </p:val>
                                        </p:tav>
                                      </p:tavLst>
                                    </p:anim>
                                    <p:set>
                                      <p:cBhvr>
                                        <p:cTn id="2703" dur="80"/>
                                        <p:tgtEl>
                                          <p:spTgt spid="1043"/>
                                        </p:tgtEl>
                                        <p:attrNameLst>
                                          <p:attrName>fill.type</p:attrName>
                                        </p:attrNameLst>
                                      </p:cBhvr>
                                      <p:to>
                                        <p:strVal val="solid"/>
                                      </p:to>
                                    </p:set>
                                  </p:childTnLst>
                                </p:cTn>
                              </p:par>
                            </p:childTnLst>
                          </p:cTn>
                        </p:par>
                        <p:par>
                          <p:cTn id="2704" fill="hold">
                            <p:stCondLst>
                              <p:cond delay="16239"/>
                            </p:stCondLst>
                            <p:childTnLst>
                              <p:par>
                                <p:cTn id="2705" nodeType="afterEffect" fill="hold" presetClass="entr" presetID="1">
                                  <p:stCondLst>
                                    <p:cond delay="3500"/>
                                  </p:stCondLst>
                                  <p:childTnLst>
                                    <p:set>
                                      <p:cBhvr>
                                        <p:cTn id="2706" dur="1" fill="hold">
                                          <p:stCondLst>
                                            <p:cond delay="0"/>
                                          </p:stCondLst>
                                        </p:cTn>
                                        <p:tgtEl>
                                          <p:spTgt spid="10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45" name="" descr=""/>
          <p:cNvPicPr/>
          <p:nvPr/>
        </p:nvPicPr>
        <p:blipFill>
          <a:blip r:embed="rId1"/>
          <a:stretch/>
        </p:blipFill>
        <p:spPr>
          <a:xfrm>
            <a:off x="0" y="0"/>
            <a:ext cx="9144000" cy="6858000"/>
          </a:xfrm>
          <a:prstGeom prst="rect">
            <a:avLst/>
          </a:prstGeom>
          <a:ln w="0">
            <a:noFill/>
          </a:ln>
        </p:spPr>
      </p:pic>
      <p:pic>
        <p:nvPicPr>
          <p:cNvPr id="1046" name="" descr=""/>
          <p:cNvPicPr/>
          <p:nvPr/>
        </p:nvPicPr>
        <p:blipFill>
          <a:blip r:embed="rId2"/>
          <a:stretch/>
        </p:blipFill>
        <p:spPr>
          <a:xfrm>
            <a:off x="9144000" y="5638680"/>
            <a:ext cx="5824440" cy="1636920"/>
          </a:xfrm>
          <a:prstGeom prst="rect">
            <a:avLst/>
          </a:prstGeom>
          <a:ln w="0">
            <a:noFill/>
          </a:ln>
        </p:spPr>
      </p:pic>
    </p:spTree>
  </p:cSld>
  <p:timing>
    <p:tnLst>
      <p:par>
        <p:cTn id="2707" dur="indefinite" restart="never" nodeType="tmRoot">
          <p:childTnLst>
            <p:seq>
              <p:cTn id="2708" dur="indefinite" nodeType="mainSeq">
                <p:childTnLst>
                  <p:par>
                    <p:cTn id="2709" fill="hold">
                      <p:stCondLst>
                        <p:cond delay="0"/>
                      </p:stCondLst>
                      <p:childTnLst>
                        <p:par>
                          <p:cTn id="2710" fill="hold">
                            <p:stCondLst>
                              <p:cond delay="0"/>
                            </p:stCondLst>
                            <p:childTnLst>
                              <p:par>
                                <p:cTn id="2711" nodeType="afterEffect" fill="hold" presetClass="path" presetID="0">
                                  <p:stCondLst>
                                    <p:cond delay="2000"/>
                                  </p:stCondLst>
                                  <p:childTnLst>
                                    <p:animMotion origin="layout" path="M -2.77778E-006 4.81481E-006 L -1.7184 -0.197 E">
                                      <p:cBhvr>
                                        <p:cTn id="2712" dur="7000" fill="hold"/>
                                        <p:tgtEl>
                                          <p:spTgt spid="1046"/>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47" name="" descr=""/>
          <p:cNvPicPr/>
          <p:nvPr/>
        </p:nvPicPr>
        <p:blipFill>
          <a:blip r:embed="rId1"/>
          <a:stretch/>
        </p:blipFill>
        <p:spPr>
          <a:xfrm>
            <a:off x="0" y="0"/>
            <a:ext cx="9144000" cy="6858000"/>
          </a:xfrm>
          <a:prstGeom prst="rect">
            <a:avLst/>
          </a:prstGeom>
          <a:ln w="0">
            <a:noFill/>
          </a:ln>
        </p:spPr>
      </p:pic>
      <p:pic>
        <p:nvPicPr>
          <p:cNvPr id="1048" name="" descr=""/>
          <p:cNvPicPr/>
          <p:nvPr/>
        </p:nvPicPr>
        <p:blipFill>
          <a:blip r:embed="rId2"/>
          <a:stretch/>
        </p:blipFill>
        <p:spPr>
          <a:xfrm>
            <a:off x="9372600" y="3429000"/>
            <a:ext cx="304920" cy="304920"/>
          </a:xfrm>
          <a:prstGeom prst="rect">
            <a:avLst/>
          </a:prstGeom>
          <a:ln w="0">
            <a:noFill/>
          </a:ln>
        </p:spPr>
      </p:pic>
    </p:spTree>
  </p:cSld>
  <p:timing>
    <p:tnLst>
      <p:par>
        <p:cTn id="2713" dur="indefinite" restart="never" nodeType="tmRoot">
          <p:childTnLst>
            <p:seq>
              <p:cTn id="2714" dur="indefinite" nodeType="mainSeq">
                <p:childTnLst>
                  <p:par>
                    <p:cTn id="2715" fill="hold">
                      <p:stCondLst>
                        <p:cond delay="0"/>
                      </p:stCondLst>
                      <p:childTnLst>
                        <p:par>
                          <p:cTn id="2716" fill="hold">
                            <p:stCondLst>
                              <p:cond delay="0"/>
                            </p:stCondLst>
                            <p:childTnLst>
                              <p:par>
                                <p:cTn id="2717" nodeType="afterEffect" fill="hold" presetClass="mediacall" presetID="1">
                                  <p:stCondLst>
                                    <p:cond delay="0"/>
                                  </p:stCondLst>
                                  <p:childTnLst>
                                    <p:cmd type="call" cmd="playFrom(0.0)">
                                      <p:cBhvr>
                                        <p:cTn id="2718" dur="16103" fill="hold"/>
                                        <p:tgtEl>
                                          <p:spTgt spid="1048"/>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49" name="" descr=""/>
          <p:cNvPicPr/>
          <p:nvPr/>
        </p:nvPicPr>
        <p:blipFill>
          <a:blip r:embed="rId1"/>
          <a:stretch/>
        </p:blipFill>
        <p:spPr>
          <a:xfrm>
            <a:off x="0" y="0"/>
            <a:ext cx="9144000" cy="6858000"/>
          </a:xfrm>
          <a:prstGeom prst="rect">
            <a:avLst/>
          </a:prstGeom>
          <a:ln w="0">
            <a:noFill/>
          </a:ln>
        </p:spPr>
      </p:pic>
      <p:pic>
        <p:nvPicPr>
          <p:cNvPr id="1050" name="" descr=""/>
          <p:cNvPicPr/>
          <p:nvPr/>
        </p:nvPicPr>
        <p:blipFill>
          <a:blip r:embed="rId2"/>
          <a:stretch/>
        </p:blipFill>
        <p:spPr>
          <a:xfrm>
            <a:off x="0" y="2895480"/>
            <a:ext cx="3124080" cy="1551240"/>
          </a:xfrm>
          <a:prstGeom prst="rect">
            <a:avLst/>
          </a:prstGeom>
          <a:ln w="0">
            <a:noFill/>
          </a:ln>
        </p:spPr>
      </p:pic>
      <p:sp>
        <p:nvSpPr>
          <p:cNvPr id="1051" name=""/>
          <p:cNvSpPr/>
          <p:nvPr/>
        </p:nvSpPr>
        <p:spPr>
          <a:xfrm>
            <a:off x="228600" y="3352680"/>
            <a:ext cx="24382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what’d you buy?</a:t>
            </a:r>
            <a:endParaRPr b="0" lang="en-US" sz="1200" spc="-1" strike="noStrike">
              <a:solidFill>
                <a:srgbClr val="000000"/>
              </a:solidFill>
              <a:latin typeface="Arial"/>
            </a:endParaRPr>
          </a:p>
        </p:txBody>
      </p:sp>
      <p:pic>
        <p:nvPicPr>
          <p:cNvPr id="1052" name="" descr=""/>
          <p:cNvPicPr/>
          <p:nvPr/>
        </p:nvPicPr>
        <p:blipFill>
          <a:blip r:embed="rId3"/>
          <a:stretch/>
        </p:blipFill>
        <p:spPr>
          <a:xfrm>
            <a:off x="5715000" y="1295280"/>
            <a:ext cx="3124080" cy="1524240"/>
          </a:xfrm>
          <a:prstGeom prst="rect">
            <a:avLst/>
          </a:prstGeom>
          <a:ln w="0">
            <a:noFill/>
          </a:ln>
        </p:spPr>
      </p:pic>
      <p:sp>
        <p:nvSpPr>
          <p:cNvPr id="1053" name=""/>
          <p:cNvSpPr/>
          <p:nvPr/>
        </p:nvSpPr>
        <p:spPr>
          <a:xfrm>
            <a:off x="5943600" y="1752480"/>
            <a:ext cx="24382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this? Um… Some stuff…</a:t>
            </a:r>
            <a:endParaRPr b="0" lang="en-US" sz="1200" spc="-1" strike="noStrike">
              <a:solidFill>
                <a:srgbClr val="000000"/>
              </a:solidFill>
              <a:latin typeface="Arial"/>
            </a:endParaRPr>
          </a:p>
        </p:txBody>
      </p:sp>
      <p:sp>
        <p:nvSpPr>
          <p:cNvPr id="1054" name=""/>
          <p:cNvSpPr/>
          <p:nvPr/>
        </p:nvSpPr>
        <p:spPr>
          <a:xfrm>
            <a:off x="152280" y="3352680"/>
            <a:ext cx="27432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Some stuff for what?</a:t>
            </a:r>
            <a:endParaRPr b="0" lang="en-US" sz="1200" spc="-1" strike="noStrike">
              <a:solidFill>
                <a:srgbClr val="000000"/>
              </a:solidFill>
              <a:latin typeface="Arial"/>
            </a:endParaRPr>
          </a:p>
        </p:txBody>
      </p:sp>
      <p:sp>
        <p:nvSpPr>
          <p:cNvPr id="1055" name=""/>
          <p:cNvSpPr/>
          <p:nvPr/>
        </p:nvSpPr>
        <p:spPr>
          <a:xfrm>
            <a:off x="6019920" y="1752480"/>
            <a:ext cx="243828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umm.. I’m leaving on a trip tomorrow.</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056" name=""/>
          <p:cNvSpPr/>
          <p:nvPr/>
        </p:nvSpPr>
        <p:spPr>
          <a:xfrm>
            <a:off x="228600" y="3352680"/>
            <a:ext cx="27432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Really? And when will you be back?</a:t>
            </a:r>
            <a:endParaRPr b="0" lang="en-US" sz="1200" spc="-1" strike="noStrike">
              <a:solidFill>
                <a:srgbClr val="000000"/>
              </a:solidFill>
              <a:latin typeface="Arial"/>
            </a:endParaRPr>
          </a:p>
        </p:txBody>
      </p:sp>
      <p:sp>
        <p:nvSpPr>
          <p:cNvPr id="1057" name=""/>
          <p:cNvSpPr/>
          <p:nvPr/>
        </p:nvSpPr>
        <p:spPr>
          <a:xfrm>
            <a:off x="5943600" y="1752480"/>
            <a:ext cx="243828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Ohh.. Not for a while, I think.</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Maybe a month or so.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Sorry.</a:t>
            </a:r>
            <a:endParaRPr b="0" lang="en-US" sz="1200" spc="-1" strike="noStrike">
              <a:solidFill>
                <a:srgbClr val="000000"/>
              </a:solidFill>
              <a:latin typeface="Arial"/>
            </a:endParaRPr>
          </a:p>
        </p:txBody>
      </p:sp>
      <p:sp>
        <p:nvSpPr>
          <p:cNvPr id="1058" name=""/>
          <p:cNvSpPr/>
          <p:nvPr/>
        </p:nvSpPr>
        <p:spPr>
          <a:xfrm>
            <a:off x="304920" y="3352680"/>
            <a:ext cx="251460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 doesn’t really matter, I’m probably not gonna be around here for long…</a:t>
            </a:r>
            <a:endParaRPr b="0" lang="en-US" sz="1200" spc="-1" strike="noStrike">
              <a:solidFill>
                <a:srgbClr val="000000"/>
              </a:solidFill>
              <a:latin typeface="Arial"/>
            </a:endParaRPr>
          </a:p>
        </p:txBody>
      </p:sp>
      <p:sp>
        <p:nvSpPr>
          <p:cNvPr id="1059" name=""/>
          <p:cNvSpPr/>
          <p:nvPr/>
        </p:nvSpPr>
        <p:spPr>
          <a:xfrm>
            <a:off x="5943600" y="1752480"/>
            <a:ext cx="251460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C’mon, don’t be like that…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timing>
    <p:tnLst>
      <p:par>
        <p:cTn id="2719" dur="indefinite" restart="never" nodeType="tmRoot">
          <p:childTnLst>
            <p:seq>
              <p:cTn id="2720" dur="indefinite" nodeType="mainSeq">
                <p:childTnLst>
                  <p:par>
                    <p:cTn id="2721" fill="hold">
                      <p:stCondLst>
                        <p:cond delay="0"/>
                      </p:stCondLst>
                      <p:childTnLst>
                        <p:par>
                          <p:cTn id="2722" fill="hold">
                            <p:stCondLst>
                              <p:cond delay="0"/>
                            </p:stCondLst>
                            <p:childTnLst>
                              <p:par>
                                <p:cTn id="2723" nodeType="afterEffect" fill="hold" presetClass="entr" presetID="9">
                                  <p:stCondLst>
                                    <p:cond delay="2000"/>
                                  </p:stCondLst>
                                  <p:childTnLst>
                                    <p:set>
                                      <p:cBhvr>
                                        <p:cTn id="2724" dur="1" fill="hold">
                                          <p:stCondLst>
                                            <p:cond delay="0"/>
                                          </p:stCondLst>
                                        </p:cTn>
                                        <p:tgtEl>
                                          <p:spTgt spid="1050"/>
                                        </p:tgtEl>
                                        <p:attrNameLst>
                                          <p:attrName>style.visibility</p:attrName>
                                        </p:attrNameLst>
                                      </p:cBhvr>
                                      <p:to>
                                        <p:strVal val="visible"/>
                                      </p:to>
                                    </p:set>
                                    <p:animEffect filter="dissolve" transition="in">
                                      <p:cBhvr additive="repl">
                                        <p:cTn id="2725" dur="500"/>
                                        <p:tgtEl>
                                          <p:spTgt spid="1050"/>
                                        </p:tgtEl>
                                      </p:cBhvr>
                                    </p:animEffect>
                                  </p:childTnLst>
                                </p:cTn>
                              </p:par>
                            </p:childTnLst>
                          </p:cTn>
                        </p:par>
                        <p:par>
                          <p:cTn id="2726" fill="hold">
                            <p:stCondLst>
                              <p:cond delay="2500"/>
                            </p:stCondLst>
                            <p:childTnLst>
                              <p:par>
                                <p:cTn id="2727" nodeType="afterEffect" fill="hold" presetClass="entr" presetID="27">
                                  <p:stCondLst>
                                    <p:cond delay="500"/>
                                  </p:stCondLst>
                                  <p:iterate type="lt">
                                    <p:tmAbs val="40"/>
                                  </p:iterate>
                                  <p:childTnLst>
                                    <p:set>
                                      <p:cBhvr>
                                        <p:cTn id="2728" dur="1" fill="hold">
                                          <p:stCondLst>
                                            <p:cond delay="0"/>
                                          </p:stCondLst>
                                        </p:cTn>
                                        <p:tgtEl>
                                          <p:spTgt spid="1051"/>
                                        </p:tgtEl>
                                        <p:attrNameLst>
                                          <p:attrName>style.visibility</p:attrName>
                                        </p:attrNameLst>
                                      </p:cBhvr>
                                      <p:to>
                                        <p:strVal val="visible"/>
                                      </p:to>
                                    </p:set>
                                    <p:anim calcmode="discrete" valueType="clr">
                                      <p:cBhvr additive="repl">
                                        <p:cTn id="2729" dur="80"/>
                                        <p:tgtEl>
                                          <p:spTgt spid="1051"/>
                                        </p:tgtEl>
                                        <p:attrNameLst>
                                          <p:attrName>style.color</p:attrName>
                                        </p:attrNameLst>
                                      </p:cBhvr>
                                      <p:tavLst>
                                        <p:tav tm="0">
                                          <p:val>
                                            <p:strVal val="rgb(-103,51,51)"/>
                                          </p:val>
                                        </p:tav>
                                        <p:tav tm="50000">
                                          <p:val>
                                            <p:strVal val="rgb(-103,-103,0)"/>
                                          </p:val>
                                        </p:tav>
                                      </p:tavLst>
                                    </p:anim>
                                    <p:anim calcmode="discrete" valueType="clr">
                                      <p:cBhvr additive="repl">
                                        <p:cTn id="2730" dur="80"/>
                                        <p:tgtEl>
                                          <p:spTgt spid="1051"/>
                                        </p:tgtEl>
                                        <p:attrNameLst>
                                          <p:attrName>fillcolor</p:attrName>
                                        </p:attrNameLst>
                                      </p:cBhvr>
                                      <p:tavLst>
                                        <p:tav tm="0">
                                          <p:val>
                                            <p:strVal val="rgb(-103,51,51)"/>
                                          </p:val>
                                        </p:tav>
                                        <p:tav tm="50000">
                                          <p:val>
                                            <p:strVal val="rgb(-103,-103,0)"/>
                                          </p:val>
                                        </p:tav>
                                      </p:tavLst>
                                    </p:anim>
                                    <p:set>
                                      <p:cBhvr>
                                        <p:cTn id="2731" dur="80"/>
                                        <p:tgtEl>
                                          <p:spTgt spid="1051"/>
                                        </p:tgtEl>
                                        <p:attrNameLst>
                                          <p:attrName>fill.type</p:attrName>
                                        </p:attrNameLst>
                                      </p:cBhvr>
                                      <p:to>
                                        <p:strVal val="solid"/>
                                      </p:to>
                                    </p:set>
                                  </p:childTnLst>
                                </p:cTn>
                              </p:par>
                            </p:childTnLst>
                          </p:cTn>
                        </p:par>
                        <p:par>
                          <p:cTn id="2732" fill="hold">
                            <p:stCondLst>
                              <p:cond delay="3680"/>
                            </p:stCondLst>
                            <p:childTnLst>
                              <p:par>
                                <p:cTn id="2733" nodeType="afterEffect" fill="hold" presetClass="entr" presetID="9">
                                  <p:stCondLst>
                                    <p:cond delay="1500"/>
                                  </p:stCondLst>
                                  <p:childTnLst>
                                    <p:set>
                                      <p:cBhvr>
                                        <p:cTn id="2734" dur="1" fill="hold">
                                          <p:stCondLst>
                                            <p:cond delay="0"/>
                                          </p:stCondLst>
                                        </p:cTn>
                                        <p:tgtEl>
                                          <p:spTgt spid="1052"/>
                                        </p:tgtEl>
                                        <p:attrNameLst>
                                          <p:attrName>style.visibility</p:attrName>
                                        </p:attrNameLst>
                                      </p:cBhvr>
                                      <p:to>
                                        <p:strVal val="visible"/>
                                      </p:to>
                                    </p:set>
                                    <p:animEffect filter="dissolve" transition="in">
                                      <p:cBhvr additive="repl">
                                        <p:cTn id="2735" dur="500"/>
                                        <p:tgtEl>
                                          <p:spTgt spid="1052"/>
                                        </p:tgtEl>
                                      </p:cBhvr>
                                    </p:animEffect>
                                  </p:childTnLst>
                                </p:cTn>
                              </p:par>
                            </p:childTnLst>
                          </p:cTn>
                        </p:par>
                        <p:par>
                          <p:cTn id="2736" fill="hold">
                            <p:stCondLst>
                              <p:cond delay="5680"/>
                            </p:stCondLst>
                            <p:childTnLst>
                              <p:par>
                                <p:cTn id="2737" nodeType="afterEffect" fill="hold" presetClass="entr" presetID="27">
                                  <p:stCondLst>
                                    <p:cond delay="1500"/>
                                  </p:stCondLst>
                                  <p:iterate type="lt">
                                    <p:tmAbs val="40"/>
                                  </p:iterate>
                                  <p:childTnLst>
                                    <p:set>
                                      <p:cBhvr>
                                        <p:cTn id="2738" dur="1" fill="hold">
                                          <p:stCondLst>
                                            <p:cond delay="0"/>
                                          </p:stCondLst>
                                        </p:cTn>
                                        <p:tgtEl>
                                          <p:spTgt spid="1053"/>
                                        </p:tgtEl>
                                        <p:attrNameLst>
                                          <p:attrName>style.visibility</p:attrName>
                                        </p:attrNameLst>
                                      </p:cBhvr>
                                      <p:to>
                                        <p:strVal val="visible"/>
                                      </p:to>
                                    </p:set>
                                    <p:anim calcmode="discrete" valueType="clr">
                                      <p:cBhvr additive="repl">
                                        <p:cTn id="2739" dur="80"/>
                                        <p:tgtEl>
                                          <p:spTgt spid="1053"/>
                                        </p:tgtEl>
                                        <p:attrNameLst>
                                          <p:attrName>style.color</p:attrName>
                                        </p:attrNameLst>
                                      </p:cBhvr>
                                      <p:tavLst>
                                        <p:tav tm="0">
                                          <p:val>
                                            <p:strVal val="rgb(-103,51,51)"/>
                                          </p:val>
                                        </p:tav>
                                        <p:tav tm="50000">
                                          <p:val>
                                            <p:strVal val="rgb(-103,-103,0)"/>
                                          </p:val>
                                        </p:tav>
                                      </p:tavLst>
                                    </p:anim>
                                    <p:anim calcmode="discrete" valueType="clr">
                                      <p:cBhvr additive="repl">
                                        <p:cTn id="2740" dur="80"/>
                                        <p:tgtEl>
                                          <p:spTgt spid="1053"/>
                                        </p:tgtEl>
                                        <p:attrNameLst>
                                          <p:attrName>fillcolor</p:attrName>
                                        </p:attrNameLst>
                                      </p:cBhvr>
                                      <p:tavLst>
                                        <p:tav tm="0">
                                          <p:val>
                                            <p:strVal val="rgb(-103,51,51)"/>
                                          </p:val>
                                        </p:tav>
                                        <p:tav tm="50000">
                                          <p:val>
                                            <p:strVal val="rgb(-103,-103,0)"/>
                                          </p:val>
                                        </p:tav>
                                      </p:tavLst>
                                    </p:anim>
                                    <p:set>
                                      <p:cBhvr>
                                        <p:cTn id="2741" dur="80"/>
                                        <p:tgtEl>
                                          <p:spTgt spid="1053"/>
                                        </p:tgtEl>
                                        <p:attrNameLst>
                                          <p:attrName>fill.type</p:attrName>
                                        </p:attrNameLst>
                                      </p:cBhvr>
                                      <p:to>
                                        <p:strVal val="solid"/>
                                      </p:to>
                                    </p:set>
                                  </p:childTnLst>
                                </p:cTn>
                              </p:par>
                            </p:childTnLst>
                          </p:cTn>
                        </p:par>
                        <p:par>
                          <p:cTn id="2742" fill="hold">
                            <p:stCondLst>
                              <p:cond delay="8060"/>
                            </p:stCondLst>
                            <p:childTnLst>
                              <p:par>
                                <p:cTn id="2743" nodeType="afterEffect" fill="hold" presetClass="entr" presetID="27">
                                  <p:stCondLst>
                                    <p:cond delay="1500"/>
                                  </p:stCondLst>
                                  <p:iterate type="lt">
                                    <p:tmAbs val="40"/>
                                  </p:iterate>
                                  <p:childTnLst>
                                    <p:set>
                                      <p:cBhvr>
                                        <p:cTn id="2744" dur="1" fill="hold">
                                          <p:stCondLst>
                                            <p:cond delay="0"/>
                                          </p:stCondLst>
                                        </p:cTn>
                                        <p:tgtEl>
                                          <p:spTgt spid="1054"/>
                                        </p:tgtEl>
                                        <p:attrNameLst>
                                          <p:attrName>style.visibility</p:attrName>
                                        </p:attrNameLst>
                                      </p:cBhvr>
                                      <p:to>
                                        <p:strVal val="visible"/>
                                      </p:to>
                                    </p:set>
                                    <p:anim calcmode="discrete" valueType="clr">
                                      <p:cBhvr additive="repl">
                                        <p:cTn id="2745" dur="80"/>
                                        <p:tgtEl>
                                          <p:spTgt spid="1054"/>
                                        </p:tgtEl>
                                        <p:attrNameLst>
                                          <p:attrName>style.color</p:attrName>
                                        </p:attrNameLst>
                                      </p:cBhvr>
                                      <p:tavLst>
                                        <p:tav tm="0">
                                          <p:val>
                                            <p:strVal val="rgb(-103,51,51)"/>
                                          </p:val>
                                        </p:tav>
                                        <p:tav tm="50000">
                                          <p:val>
                                            <p:strVal val="rgb(-103,-103,0)"/>
                                          </p:val>
                                        </p:tav>
                                      </p:tavLst>
                                    </p:anim>
                                    <p:anim calcmode="discrete" valueType="clr">
                                      <p:cBhvr additive="repl">
                                        <p:cTn id="2746" dur="80"/>
                                        <p:tgtEl>
                                          <p:spTgt spid="1054"/>
                                        </p:tgtEl>
                                        <p:attrNameLst>
                                          <p:attrName>fillcolor</p:attrName>
                                        </p:attrNameLst>
                                      </p:cBhvr>
                                      <p:tavLst>
                                        <p:tav tm="0">
                                          <p:val>
                                            <p:strVal val="rgb(-103,51,51)"/>
                                          </p:val>
                                        </p:tav>
                                        <p:tav tm="50000">
                                          <p:val>
                                            <p:strVal val="rgb(-103,-103,0)"/>
                                          </p:val>
                                        </p:tav>
                                      </p:tavLst>
                                    </p:anim>
                                    <p:set>
                                      <p:cBhvr>
                                        <p:cTn id="2747" dur="80"/>
                                        <p:tgtEl>
                                          <p:spTgt spid="1054"/>
                                        </p:tgtEl>
                                        <p:attrNameLst>
                                          <p:attrName>fill.type</p:attrName>
                                        </p:attrNameLst>
                                      </p:cBhvr>
                                      <p:to>
                                        <p:strVal val="solid"/>
                                      </p:to>
                                    </p:set>
                                  </p:childTnLst>
                                </p:cTn>
                              </p:par>
                            </p:childTnLst>
                          </p:cTn>
                        </p:par>
                        <p:par>
                          <p:cTn id="2748" fill="hold">
                            <p:stCondLst>
                              <p:cond delay="10280"/>
                            </p:stCondLst>
                            <p:childTnLst>
                              <p:par>
                                <p:cTn id="2749" nodeType="afterEffect" fill="hold" presetClass="entr" presetID="27">
                                  <p:stCondLst>
                                    <p:cond delay="1500"/>
                                  </p:stCondLst>
                                  <p:iterate type="lt">
                                    <p:tmAbs val="40"/>
                                  </p:iterate>
                                  <p:childTnLst>
                                    <p:set>
                                      <p:cBhvr>
                                        <p:cTn id="2750" dur="1" fill="hold">
                                          <p:stCondLst>
                                            <p:cond delay="0"/>
                                          </p:stCondLst>
                                        </p:cTn>
                                        <p:tgtEl>
                                          <p:spTgt spid="1055"/>
                                        </p:tgtEl>
                                        <p:attrNameLst>
                                          <p:attrName>style.visibility</p:attrName>
                                        </p:attrNameLst>
                                      </p:cBhvr>
                                      <p:to>
                                        <p:strVal val="visible"/>
                                      </p:to>
                                    </p:set>
                                    <p:anim calcmode="discrete" valueType="clr">
                                      <p:cBhvr additive="repl">
                                        <p:cTn id="2751" dur="80"/>
                                        <p:tgtEl>
                                          <p:spTgt spid="1055"/>
                                        </p:tgtEl>
                                        <p:attrNameLst>
                                          <p:attrName>style.color</p:attrName>
                                        </p:attrNameLst>
                                      </p:cBhvr>
                                      <p:tavLst>
                                        <p:tav tm="0">
                                          <p:val>
                                            <p:strVal val="rgb(-103,51,51)"/>
                                          </p:val>
                                        </p:tav>
                                        <p:tav tm="50000">
                                          <p:val>
                                            <p:strVal val="rgb(-103,-103,0)"/>
                                          </p:val>
                                        </p:tav>
                                      </p:tavLst>
                                    </p:anim>
                                    <p:anim calcmode="discrete" valueType="clr">
                                      <p:cBhvr additive="repl">
                                        <p:cTn id="2752" dur="80"/>
                                        <p:tgtEl>
                                          <p:spTgt spid="1055"/>
                                        </p:tgtEl>
                                        <p:attrNameLst>
                                          <p:attrName>fillcolor</p:attrName>
                                        </p:attrNameLst>
                                      </p:cBhvr>
                                      <p:tavLst>
                                        <p:tav tm="0">
                                          <p:val>
                                            <p:strVal val="rgb(-103,51,51)"/>
                                          </p:val>
                                        </p:tav>
                                        <p:tav tm="50000">
                                          <p:val>
                                            <p:strVal val="rgb(-103,-103,0)"/>
                                          </p:val>
                                        </p:tav>
                                      </p:tavLst>
                                    </p:anim>
                                    <p:set>
                                      <p:cBhvr>
                                        <p:cTn id="2753" dur="80"/>
                                        <p:tgtEl>
                                          <p:spTgt spid="1055"/>
                                        </p:tgtEl>
                                        <p:attrNameLst>
                                          <p:attrName>fill.type</p:attrName>
                                        </p:attrNameLst>
                                      </p:cBhvr>
                                      <p:to>
                                        <p:strVal val="solid"/>
                                      </p:to>
                                    </p:set>
                                  </p:childTnLst>
                                </p:cTn>
                              </p:par>
                            </p:childTnLst>
                          </p:cTn>
                        </p:par>
                        <p:par>
                          <p:cTn id="2754" fill="hold">
                            <p:stCondLst>
                              <p:cond delay="13180"/>
                            </p:stCondLst>
                            <p:childTnLst>
                              <p:par>
                                <p:cTn id="2755" nodeType="afterEffect" fill="hold" presetClass="entr" presetID="27">
                                  <p:stCondLst>
                                    <p:cond delay="1500"/>
                                  </p:stCondLst>
                                  <p:iterate type="lt">
                                    <p:tmAbs val="40"/>
                                  </p:iterate>
                                  <p:childTnLst>
                                    <p:set>
                                      <p:cBhvr>
                                        <p:cTn id="2756" dur="1" fill="hold">
                                          <p:stCondLst>
                                            <p:cond delay="0"/>
                                          </p:stCondLst>
                                        </p:cTn>
                                        <p:tgtEl>
                                          <p:spTgt spid="1056"/>
                                        </p:tgtEl>
                                        <p:attrNameLst>
                                          <p:attrName>style.visibility</p:attrName>
                                        </p:attrNameLst>
                                      </p:cBhvr>
                                      <p:to>
                                        <p:strVal val="visible"/>
                                      </p:to>
                                    </p:set>
                                    <p:anim calcmode="discrete" valueType="clr">
                                      <p:cBhvr additive="repl">
                                        <p:cTn id="2757" dur="80"/>
                                        <p:tgtEl>
                                          <p:spTgt spid="1056"/>
                                        </p:tgtEl>
                                        <p:attrNameLst>
                                          <p:attrName>style.color</p:attrName>
                                        </p:attrNameLst>
                                      </p:cBhvr>
                                      <p:tavLst>
                                        <p:tav tm="0">
                                          <p:val>
                                            <p:strVal val="rgb(-103,51,51)"/>
                                          </p:val>
                                        </p:tav>
                                        <p:tav tm="50000">
                                          <p:val>
                                            <p:strVal val="rgb(-103,-103,0)"/>
                                          </p:val>
                                        </p:tav>
                                      </p:tavLst>
                                    </p:anim>
                                    <p:anim calcmode="discrete" valueType="clr">
                                      <p:cBhvr additive="repl">
                                        <p:cTn id="2758" dur="80"/>
                                        <p:tgtEl>
                                          <p:spTgt spid="1056"/>
                                        </p:tgtEl>
                                        <p:attrNameLst>
                                          <p:attrName>fillcolor</p:attrName>
                                        </p:attrNameLst>
                                      </p:cBhvr>
                                      <p:tavLst>
                                        <p:tav tm="0">
                                          <p:val>
                                            <p:strVal val="rgb(-103,51,51)"/>
                                          </p:val>
                                        </p:tav>
                                        <p:tav tm="50000">
                                          <p:val>
                                            <p:strVal val="rgb(-103,-103,0)"/>
                                          </p:val>
                                        </p:tav>
                                      </p:tavLst>
                                    </p:anim>
                                    <p:set>
                                      <p:cBhvr>
                                        <p:cTn id="2759" dur="80"/>
                                        <p:tgtEl>
                                          <p:spTgt spid="1056"/>
                                        </p:tgtEl>
                                        <p:attrNameLst>
                                          <p:attrName>fill.type</p:attrName>
                                        </p:attrNameLst>
                                      </p:cBhvr>
                                      <p:to>
                                        <p:strVal val="solid"/>
                                      </p:to>
                                    </p:set>
                                  </p:childTnLst>
                                </p:cTn>
                              </p:par>
                            </p:childTnLst>
                          </p:cTn>
                        </p:par>
                        <p:par>
                          <p:cTn id="2760" fill="hold">
                            <p:stCondLst>
                              <p:cond delay="15840"/>
                            </p:stCondLst>
                            <p:childTnLst>
                              <p:par>
                                <p:cTn id="2761" nodeType="afterEffect" fill="hold" presetClass="entr" presetID="27">
                                  <p:stCondLst>
                                    <p:cond delay="1500"/>
                                  </p:stCondLst>
                                  <p:iterate type="lt">
                                    <p:tmAbs val="40"/>
                                  </p:iterate>
                                  <p:childTnLst>
                                    <p:set>
                                      <p:cBhvr>
                                        <p:cTn id="2762" dur="1" fill="hold">
                                          <p:stCondLst>
                                            <p:cond delay="0"/>
                                          </p:stCondLst>
                                        </p:cTn>
                                        <p:tgtEl>
                                          <p:spTgt spid="1057"/>
                                        </p:tgtEl>
                                        <p:attrNameLst>
                                          <p:attrName>style.visibility</p:attrName>
                                        </p:attrNameLst>
                                      </p:cBhvr>
                                      <p:to>
                                        <p:strVal val="visible"/>
                                      </p:to>
                                    </p:set>
                                    <p:anim calcmode="discrete" valueType="clr">
                                      <p:cBhvr additive="repl">
                                        <p:cTn id="2763" dur="80"/>
                                        <p:tgtEl>
                                          <p:spTgt spid="1057"/>
                                        </p:tgtEl>
                                        <p:attrNameLst>
                                          <p:attrName>style.color</p:attrName>
                                        </p:attrNameLst>
                                      </p:cBhvr>
                                      <p:tavLst>
                                        <p:tav tm="0">
                                          <p:val>
                                            <p:strVal val="rgb(-103,51,51)"/>
                                          </p:val>
                                        </p:tav>
                                        <p:tav tm="50000">
                                          <p:val>
                                            <p:strVal val="rgb(-103,-103,0)"/>
                                          </p:val>
                                        </p:tav>
                                      </p:tavLst>
                                    </p:anim>
                                    <p:anim calcmode="discrete" valueType="clr">
                                      <p:cBhvr additive="repl">
                                        <p:cTn id="2764" dur="80"/>
                                        <p:tgtEl>
                                          <p:spTgt spid="1057"/>
                                        </p:tgtEl>
                                        <p:attrNameLst>
                                          <p:attrName>fillcolor</p:attrName>
                                        </p:attrNameLst>
                                      </p:cBhvr>
                                      <p:tavLst>
                                        <p:tav tm="0">
                                          <p:val>
                                            <p:strVal val="rgb(-103,51,51)"/>
                                          </p:val>
                                        </p:tav>
                                        <p:tav tm="50000">
                                          <p:val>
                                            <p:strVal val="rgb(-103,-103,0)"/>
                                          </p:val>
                                        </p:tav>
                                      </p:tavLst>
                                    </p:anim>
                                    <p:set>
                                      <p:cBhvr>
                                        <p:cTn id="2765" dur="80"/>
                                        <p:tgtEl>
                                          <p:spTgt spid="1057"/>
                                        </p:tgtEl>
                                        <p:attrNameLst>
                                          <p:attrName>fill.type</p:attrName>
                                        </p:attrNameLst>
                                      </p:cBhvr>
                                      <p:to>
                                        <p:strVal val="solid"/>
                                      </p:to>
                                    </p:set>
                                  </p:childTnLst>
                                </p:cTn>
                              </p:par>
                            </p:childTnLst>
                          </p:cTn>
                        </p:par>
                        <p:par>
                          <p:cTn id="2766" fill="hold">
                            <p:stCondLst>
                              <p:cond delay="19260"/>
                            </p:stCondLst>
                            <p:childTnLst>
                              <p:par>
                                <p:cTn id="2767" nodeType="afterEffect" fill="hold" presetClass="entr" presetID="27">
                                  <p:stCondLst>
                                    <p:cond delay="1500"/>
                                  </p:stCondLst>
                                  <p:iterate type="lt">
                                    <p:tmAbs val="40"/>
                                  </p:iterate>
                                  <p:childTnLst>
                                    <p:set>
                                      <p:cBhvr>
                                        <p:cTn id="2768" dur="1" fill="hold">
                                          <p:stCondLst>
                                            <p:cond delay="0"/>
                                          </p:stCondLst>
                                        </p:cTn>
                                        <p:tgtEl>
                                          <p:spTgt spid="1058"/>
                                        </p:tgtEl>
                                        <p:attrNameLst>
                                          <p:attrName>style.visibility</p:attrName>
                                        </p:attrNameLst>
                                      </p:cBhvr>
                                      <p:to>
                                        <p:strVal val="visible"/>
                                      </p:to>
                                    </p:set>
                                    <p:anim calcmode="discrete" valueType="clr">
                                      <p:cBhvr additive="repl">
                                        <p:cTn id="2769" dur="80"/>
                                        <p:tgtEl>
                                          <p:spTgt spid="1058"/>
                                        </p:tgtEl>
                                        <p:attrNameLst>
                                          <p:attrName>style.color</p:attrName>
                                        </p:attrNameLst>
                                      </p:cBhvr>
                                      <p:tavLst>
                                        <p:tav tm="0">
                                          <p:val>
                                            <p:strVal val="rgb(-103,51,51)"/>
                                          </p:val>
                                        </p:tav>
                                        <p:tav tm="50000">
                                          <p:val>
                                            <p:strVal val="rgb(-103,-103,0)"/>
                                          </p:val>
                                        </p:tav>
                                      </p:tavLst>
                                    </p:anim>
                                    <p:anim calcmode="discrete" valueType="clr">
                                      <p:cBhvr additive="repl">
                                        <p:cTn id="2770" dur="80"/>
                                        <p:tgtEl>
                                          <p:spTgt spid="1058"/>
                                        </p:tgtEl>
                                        <p:attrNameLst>
                                          <p:attrName>fillcolor</p:attrName>
                                        </p:attrNameLst>
                                      </p:cBhvr>
                                      <p:tavLst>
                                        <p:tav tm="0">
                                          <p:val>
                                            <p:strVal val="rgb(-103,51,51)"/>
                                          </p:val>
                                        </p:tav>
                                        <p:tav tm="50000">
                                          <p:val>
                                            <p:strVal val="rgb(-103,-103,0)"/>
                                          </p:val>
                                        </p:tav>
                                      </p:tavLst>
                                    </p:anim>
                                    <p:set>
                                      <p:cBhvr>
                                        <p:cTn id="2771" dur="80"/>
                                        <p:tgtEl>
                                          <p:spTgt spid="1058"/>
                                        </p:tgtEl>
                                        <p:attrNameLst>
                                          <p:attrName>fill.type</p:attrName>
                                        </p:attrNameLst>
                                      </p:cBhvr>
                                      <p:to>
                                        <p:strVal val="solid"/>
                                      </p:to>
                                    </p:set>
                                  </p:childTnLst>
                                </p:cTn>
                              </p:par>
                            </p:childTnLst>
                          </p:cTn>
                        </p:par>
                        <p:par>
                          <p:cTn id="2772" fill="hold">
                            <p:stCondLst>
                              <p:cond delay="23240"/>
                            </p:stCondLst>
                            <p:childTnLst>
                              <p:par>
                                <p:cTn id="2773" nodeType="afterEffect" fill="hold" presetClass="entr" presetID="27">
                                  <p:stCondLst>
                                    <p:cond delay="1500"/>
                                  </p:stCondLst>
                                  <p:iterate type="lt">
                                    <p:tmAbs val="40"/>
                                  </p:iterate>
                                  <p:childTnLst>
                                    <p:set>
                                      <p:cBhvr>
                                        <p:cTn id="2774" dur="1" fill="hold">
                                          <p:stCondLst>
                                            <p:cond delay="0"/>
                                          </p:stCondLst>
                                        </p:cTn>
                                        <p:tgtEl>
                                          <p:spTgt spid="1059"/>
                                        </p:tgtEl>
                                        <p:attrNameLst>
                                          <p:attrName>style.visibility</p:attrName>
                                        </p:attrNameLst>
                                      </p:cBhvr>
                                      <p:to>
                                        <p:strVal val="visible"/>
                                      </p:to>
                                    </p:set>
                                    <p:anim calcmode="discrete" valueType="clr">
                                      <p:cBhvr additive="repl">
                                        <p:cTn id="2775" dur="80"/>
                                        <p:tgtEl>
                                          <p:spTgt spid="1059"/>
                                        </p:tgtEl>
                                        <p:attrNameLst>
                                          <p:attrName>style.color</p:attrName>
                                        </p:attrNameLst>
                                      </p:cBhvr>
                                      <p:tavLst>
                                        <p:tav tm="0">
                                          <p:val>
                                            <p:strVal val="rgb(-103,51,51)"/>
                                          </p:val>
                                        </p:tav>
                                        <p:tav tm="50000">
                                          <p:val>
                                            <p:strVal val="rgb(-103,-103,0)"/>
                                          </p:val>
                                        </p:tav>
                                      </p:tavLst>
                                    </p:anim>
                                    <p:anim calcmode="discrete" valueType="clr">
                                      <p:cBhvr additive="repl">
                                        <p:cTn id="2776" dur="80"/>
                                        <p:tgtEl>
                                          <p:spTgt spid="1059"/>
                                        </p:tgtEl>
                                        <p:attrNameLst>
                                          <p:attrName>fillcolor</p:attrName>
                                        </p:attrNameLst>
                                      </p:cBhvr>
                                      <p:tavLst>
                                        <p:tav tm="0">
                                          <p:val>
                                            <p:strVal val="rgb(-103,51,51)"/>
                                          </p:val>
                                        </p:tav>
                                        <p:tav tm="50000">
                                          <p:val>
                                            <p:strVal val="rgb(-103,-103,0)"/>
                                          </p:val>
                                        </p:tav>
                                      </p:tavLst>
                                    </p:anim>
                                    <p:set>
                                      <p:cBhvr>
                                        <p:cTn id="2777" dur="80"/>
                                        <p:tgtEl>
                                          <p:spTgt spid="1059"/>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60" name="" descr=""/>
          <p:cNvPicPr/>
          <p:nvPr/>
        </p:nvPicPr>
        <p:blipFill>
          <a:blip r:embed="rId1"/>
          <a:stretch/>
        </p:blipFill>
        <p:spPr>
          <a:xfrm>
            <a:off x="0" y="0"/>
            <a:ext cx="9144000" cy="6858000"/>
          </a:xfrm>
          <a:prstGeom prst="rect">
            <a:avLst/>
          </a:prstGeom>
          <a:ln w="0">
            <a:noFill/>
          </a:ln>
        </p:spPr>
      </p:pic>
      <p:pic>
        <p:nvPicPr>
          <p:cNvPr id="1061" name="" descr=""/>
          <p:cNvPicPr/>
          <p:nvPr/>
        </p:nvPicPr>
        <p:blipFill>
          <a:blip r:embed="rId2"/>
          <a:stretch/>
        </p:blipFill>
        <p:spPr>
          <a:xfrm>
            <a:off x="9144000" y="4984920"/>
            <a:ext cx="762120" cy="314280"/>
          </a:xfrm>
          <a:prstGeom prst="rect">
            <a:avLst/>
          </a:prstGeom>
          <a:ln w="0">
            <a:noFill/>
          </a:ln>
        </p:spPr>
      </p:pic>
    </p:spTree>
  </p:cSld>
  <p:timing>
    <p:tnLst>
      <p:par>
        <p:cTn id="2778" dur="indefinite" restart="never" nodeType="tmRoot">
          <p:childTnLst>
            <p:seq>
              <p:cTn id="2779" dur="indefinite" nodeType="mainSeq">
                <p:childTnLst>
                  <p:par>
                    <p:cTn id="2780" fill="hold">
                      <p:stCondLst>
                        <p:cond delay="0"/>
                      </p:stCondLst>
                      <p:childTnLst>
                        <p:par>
                          <p:cTn id="2781" fill="hold">
                            <p:stCondLst>
                              <p:cond delay="0"/>
                            </p:stCondLst>
                            <p:childTnLst>
                              <p:par>
                                <p:cTn id="2782" nodeType="afterEffect" fill="hold" presetClass="path" presetID="0">
                                  <p:stCondLst>
                                    <p:cond delay="0"/>
                                  </p:stCondLst>
                                  <p:childTnLst>
                                    <p:animMotion origin="layout" path="M 3.33333E-006 -2.08092E-006 L -0.79167 -2.08092E-006 E">
                                      <p:cBhvr>
                                        <p:cTn id="2783" dur="5000" fill="hold"/>
                                        <p:tgtEl>
                                          <p:spTgt spid="1061"/>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62" name="" descr=""/>
          <p:cNvPicPr/>
          <p:nvPr/>
        </p:nvPicPr>
        <p:blipFill>
          <a:blip r:embed="rId1"/>
          <a:stretch/>
        </p:blipFill>
        <p:spPr>
          <a:xfrm>
            <a:off x="0" y="0"/>
            <a:ext cx="9144000" cy="6858000"/>
          </a:xfrm>
          <a:prstGeom prst="rect">
            <a:avLst/>
          </a:prstGeom>
          <a:ln w="0">
            <a:noFill/>
          </a:ln>
        </p:spPr>
      </p:pic>
      <p:pic>
        <p:nvPicPr>
          <p:cNvPr id="1063" name="" descr=""/>
          <p:cNvPicPr/>
          <p:nvPr/>
        </p:nvPicPr>
        <p:blipFill>
          <a:blip r:embed="rId2"/>
          <a:stretch/>
        </p:blipFill>
        <p:spPr>
          <a:xfrm>
            <a:off x="9144000" y="2286000"/>
            <a:ext cx="6934320" cy="2971800"/>
          </a:xfrm>
          <a:prstGeom prst="rect">
            <a:avLst/>
          </a:prstGeom>
          <a:ln w="0">
            <a:noFill/>
          </a:ln>
        </p:spPr>
      </p:pic>
    </p:spTree>
  </p:cSld>
  <p:timing>
    <p:tnLst>
      <p:par>
        <p:cTn id="2784" dur="indefinite" restart="never" nodeType="tmRoot">
          <p:childTnLst>
            <p:seq>
              <p:cTn id="2785" dur="indefinite" nodeType="mainSeq">
                <p:childTnLst>
                  <p:par>
                    <p:cTn id="2786" fill="hold">
                      <p:stCondLst>
                        <p:cond delay="0"/>
                      </p:stCondLst>
                      <p:childTnLst>
                        <p:par>
                          <p:cTn id="2787" fill="hold">
                            <p:stCondLst>
                              <p:cond delay="0"/>
                            </p:stCondLst>
                            <p:childTnLst>
                              <p:par>
                                <p:cTn id="2788" nodeType="afterEffect" fill="hold" presetClass="path" presetID="0">
                                  <p:stCondLst>
                                    <p:cond delay="0"/>
                                  </p:stCondLst>
                                  <p:childTnLst>
                                    <p:animMotion origin="layout" path="M 3.33333E-006 -4.16185E-006 L -0.69584 -0.09433 E">
                                      <p:cBhvr>
                                        <p:cTn id="2789" dur="2000" fill="hold"/>
                                        <p:tgtEl>
                                          <p:spTgt spid="1063"/>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64" name="" descr=""/>
          <p:cNvPicPr/>
          <p:nvPr/>
        </p:nvPicPr>
        <p:blipFill>
          <a:blip r:embed="rId1"/>
          <a:stretch/>
        </p:blipFill>
        <p:spPr>
          <a:xfrm>
            <a:off x="0" y="0"/>
            <a:ext cx="9144000" cy="6858000"/>
          </a:xfrm>
          <a:prstGeom prst="rect">
            <a:avLst/>
          </a:prstGeom>
          <a:ln w="0">
            <a:noFill/>
          </a:ln>
        </p:spPr>
      </p:pic>
      <p:pic>
        <p:nvPicPr>
          <p:cNvPr id="1065" name="" descr=""/>
          <p:cNvPicPr/>
          <p:nvPr/>
        </p:nvPicPr>
        <p:blipFill>
          <a:blip r:embed="rId2"/>
          <a:stretch/>
        </p:blipFill>
        <p:spPr>
          <a:xfrm>
            <a:off x="9144000" y="1523880"/>
            <a:ext cx="26060400" cy="5762880"/>
          </a:xfrm>
          <a:prstGeom prst="rect">
            <a:avLst/>
          </a:prstGeom>
          <a:ln w="0">
            <a:noFill/>
          </a:ln>
        </p:spPr>
      </p:pic>
    </p:spTree>
  </p:cSld>
  <p:timing>
    <p:tnLst>
      <p:par>
        <p:cTn id="2790" dur="indefinite" restart="never" nodeType="tmRoot">
          <p:childTnLst>
            <p:seq>
              <p:cTn id="2791" dur="indefinite" nodeType="mainSeq">
                <p:childTnLst>
                  <p:par>
                    <p:cTn id="2792" fill="hold">
                      <p:stCondLst>
                        <p:cond delay="0"/>
                      </p:stCondLst>
                      <p:childTnLst>
                        <p:par>
                          <p:cTn id="2793" fill="hold">
                            <p:stCondLst>
                              <p:cond delay="0"/>
                            </p:stCondLst>
                            <p:childTnLst>
                              <p:par>
                                <p:cTn id="2794" nodeType="afterEffect" fill="hold" presetClass="path" presetID="0">
                                  <p:stCondLst>
                                    <p:cond delay="0"/>
                                  </p:stCondLst>
                                  <p:childTnLst>
                                    <p:animMotion origin="layout" path="M 3.33333E-006 2.96296E-006 L -4.26875 0.03171 E">
                                      <p:cBhvr>
                                        <p:cTn id="2795" dur="5000" fill="hold"/>
                                        <p:tgtEl>
                                          <p:spTgt spid="1065"/>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66" name="" descr=""/>
          <p:cNvPicPr/>
          <p:nvPr/>
        </p:nvPicPr>
        <p:blipFill>
          <a:blip r:embed="rId1"/>
          <a:stretch/>
        </p:blipFill>
        <p:spPr>
          <a:xfrm>
            <a:off x="0" y="0"/>
            <a:ext cx="9144000" cy="6858000"/>
          </a:xfrm>
          <a:prstGeom prst="rect">
            <a:avLst/>
          </a:prstGeom>
          <a:ln w="0">
            <a:noFill/>
          </a:ln>
        </p:spPr>
      </p:pic>
      <p:pic>
        <p:nvPicPr>
          <p:cNvPr id="1067" name="" descr=""/>
          <p:cNvPicPr/>
          <p:nvPr/>
        </p:nvPicPr>
        <p:blipFill>
          <a:blip r:embed="rId2"/>
          <a:stretch/>
        </p:blipFill>
        <p:spPr>
          <a:xfrm>
            <a:off x="6019920" y="2057400"/>
            <a:ext cx="3124080" cy="1523880"/>
          </a:xfrm>
          <a:prstGeom prst="rect">
            <a:avLst/>
          </a:prstGeom>
          <a:ln w="0">
            <a:noFill/>
          </a:ln>
        </p:spPr>
      </p:pic>
      <p:pic>
        <p:nvPicPr>
          <p:cNvPr id="1068" name="" descr=""/>
          <p:cNvPicPr/>
          <p:nvPr/>
        </p:nvPicPr>
        <p:blipFill>
          <a:blip r:embed="rId3"/>
          <a:stretch/>
        </p:blipFill>
        <p:spPr>
          <a:xfrm>
            <a:off x="0" y="3733920"/>
            <a:ext cx="3124080" cy="1550880"/>
          </a:xfrm>
          <a:prstGeom prst="rect">
            <a:avLst/>
          </a:prstGeom>
          <a:ln w="0">
            <a:noFill/>
          </a:ln>
        </p:spPr>
      </p:pic>
      <p:sp>
        <p:nvSpPr>
          <p:cNvPr id="1069" name=""/>
          <p:cNvSpPr/>
          <p:nvPr/>
        </p:nvSpPr>
        <p:spPr>
          <a:xfrm>
            <a:off x="6248520" y="2438280"/>
            <a:ext cx="251460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is your stop, right?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070" name=""/>
          <p:cNvSpPr/>
          <p:nvPr/>
        </p:nvSpPr>
        <p:spPr>
          <a:xfrm>
            <a:off x="152280" y="4191120"/>
            <a:ext cx="25146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 is.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071" name=""/>
          <p:cNvSpPr/>
          <p:nvPr/>
        </p:nvSpPr>
        <p:spPr>
          <a:xfrm>
            <a:off x="6248520" y="2514600"/>
            <a:ext cx="251460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Then I guess I’ll be seeing you later. Call if you need me.</a:t>
            </a:r>
            <a:endParaRPr b="0" lang="en-US" sz="1200" spc="-1" strike="noStrike">
              <a:solidFill>
                <a:srgbClr val="000000"/>
              </a:solidFill>
              <a:latin typeface="Arial"/>
            </a:endParaRPr>
          </a:p>
        </p:txBody>
      </p:sp>
      <p:pic>
        <p:nvPicPr>
          <p:cNvPr id="1072" name="" descr=""/>
          <p:cNvPicPr/>
          <p:nvPr/>
        </p:nvPicPr>
        <p:blipFill>
          <a:blip r:embed="rId4"/>
          <a:stretch/>
        </p:blipFill>
        <p:spPr>
          <a:xfrm>
            <a:off x="-1295280" y="2590920"/>
            <a:ext cx="304560" cy="304560"/>
          </a:xfrm>
          <a:prstGeom prst="rect">
            <a:avLst/>
          </a:prstGeom>
          <a:ln w="0">
            <a:noFill/>
          </a:ln>
        </p:spPr>
      </p:pic>
      <p:pic>
        <p:nvPicPr>
          <p:cNvPr id="1073" name="" descr=""/>
          <p:cNvPicPr/>
          <p:nvPr/>
        </p:nvPicPr>
        <p:blipFill>
          <a:blip r:embed="rId5"/>
          <a:stretch/>
        </p:blipFill>
        <p:spPr>
          <a:xfrm>
            <a:off x="-685800" y="2666880"/>
            <a:ext cx="304920" cy="304920"/>
          </a:xfrm>
          <a:prstGeom prst="rect">
            <a:avLst/>
          </a:prstGeom>
          <a:ln w="0">
            <a:noFill/>
          </a:ln>
        </p:spPr>
      </p:pic>
    </p:spTree>
  </p:cSld>
  <p:timing>
    <p:tnLst>
      <p:par>
        <p:cTn id="2796" dur="indefinite" restart="never" nodeType="tmRoot">
          <p:childTnLst>
            <p:seq>
              <p:cTn id="2797" dur="indefinite" nodeType="mainSeq">
                <p:childTnLst>
                  <p:par>
                    <p:cTn id="2798" fill="hold">
                      <p:stCondLst>
                        <p:cond delay="0"/>
                      </p:stCondLst>
                      <p:childTnLst>
                        <p:par>
                          <p:cTn id="2799" fill="hold">
                            <p:stCondLst>
                              <p:cond delay="0"/>
                            </p:stCondLst>
                            <p:childTnLst>
                              <p:par>
                                <p:cTn id="2800" nodeType="afterEffect" fill="hold" presetClass="entr" presetID="9">
                                  <p:stCondLst>
                                    <p:cond delay="1500"/>
                                  </p:stCondLst>
                                  <p:childTnLst>
                                    <p:set>
                                      <p:cBhvr>
                                        <p:cTn id="2801" dur="1" fill="hold">
                                          <p:stCondLst>
                                            <p:cond delay="0"/>
                                          </p:stCondLst>
                                        </p:cTn>
                                        <p:tgtEl>
                                          <p:spTgt spid="1067"/>
                                        </p:tgtEl>
                                        <p:attrNameLst>
                                          <p:attrName>style.visibility</p:attrName>
                                        </p:attrNameLst>
                                      </p:cBhvr>
                                      <p:to>
                                        <p:strVal val="visible"/>
                                      </p:to>
                                    </p:set>
                                    <p:animEffect filter="dissolve" transition="in">
                                      <p:cBhvr additive="repl">
                                        <p:cTn id="2802" dur="500"/>
                                        <p:tgtEl>
                                          <p:spTgt spid="1067"/>
                                        </p:tgtEl>
                                      </p:cBhvr>
                                    </p:animEffect>
                                  </p:childTnLst>
                                </p:cTn>
                              </p:par>
                            </p:childTnLst>
                          </p:cTn>
                        </p:par>
                        <p:par>
                          <p:cTn id="2803" fill="hold">
                            <p:stCondLst>
                              <p:cond delay="2000"/>
                            </p:stCondLst>
                            <p:childTnLst>
                              <p:par>
                                <p:cTn id="2804" nodeType="afterEffect" fill="hold" presetClass="entr" presetID="27">
                                  <p:stCondLst>
                                    <p:cond delay="0"/>
                                  </p:stCondLst>
                                  <p:iterate type="lt">
                                    <p:tmAbs val="40"/>
                                  </p:iterate>
                                  <p:childTnLst>
                                    <p:set>
                                      <p:cBhvr>
                                        <p:cTn id="2805" dur="1" fill="hold">
                                          <p:stCondLst>
                                            <p:cond delay="0"/>
                                          </p:stCondLst>
                                        </p:cTn>
                                        <p:tgtEl>
                                          <p:spTgt spid="1069"/>
                                        </p:tgtEl>
                                        <p:attrNameLst>
                                          <p:attrName>style.visibility</p:attrName>
                                        </p:attrNameLst>
                                      </p:cBhvr>
                                      <p:to>
                                        <p:strVal val="visible"/>
                                      </p:to>
                                    </p:set>
                                    <p:anim calcmode="discrete" valueType="clr">
                                      <p:cBhvr additive="repl">
                                        <p:cTn id="2806" dur="80"/>
                                        <p:tgtEl>
                                          <p:spTgt spid="1069"/>
                                        </p:tgtEl>
                                        <p:attrNameLst>
                                          <p:attrName>style.color</p:attrName>
                                        </p:attrNameLst>
                                      </p:cBhvr>
                                      <p:tavLst>
                                        <p:tav tm="0">
                                          <p:val>
                                            <p:strVal val="rgb(-103,51,51)"/>
                                          </p:val>
                                        </p:tav>
                                        <p:tav tm="50000">
                                          <p:val>
                                            <p:strVal val="rgb(-103,-103,0)"/>
                                          </p:val>
                                        </p:tav>
                                      </p:tavLst>
                                    </p:anim>
                                    <p:anim calcmode="discrete" valueType="clr">
                                      <p:cBhvr additive="repl">
                                        <p:cTn id="2807" dur="80"/>
                                        <p:tgtEl>
                                          <p:spTgt spid="1069"/>
                                        </p:tgtEl>
                                        <p:attrNameLst>
                                          <p:attrName>fillcolor</p:attrName>
                                        </p:attrNameLst>
                                      </p:cBhvr>
                                      <p:tavLst>
                                        <p:tav tm="0">
                                          <p:val>
                                            <p:strVal val="rgb(-103,51,51)"/>
                                          </p:val>
                                        </p:tav>
                                        <p:tav tm="50000">
                                          <p:val>
                                            <p:strVal val="rgb(-103,-103,0)"/>
                                          </p:val>
                                        </p:tav>
                                      </p:tavLst>
                                    </p:anim>
                                    <p:set>
                                      <p:cBhvr>
                                        <p:cTn id="2808" dur="80"/>
                                        <p:tgtEl>
                                          <p:spTgt spid="1069"/>
                                        </p:tgtEl>
                                        <p:attrNameLst>
                                          <p:attrName>fill.type</p:attrName>
                                        </p:attrNameLst>
                                      </p:cBhvr>
                                      <p:to>
                                        <p:strVal val="solid"/>
                                      </p:to>
                                    </p:set>
                                  </p:childTnLst>
                                </p:cTn>
                              </p:par>
                            </p:childTnLst>
                          </p:cTn>
                        </p:par>
                        <p:par>
                          <p:cTn id="2809" fill="hold">
                            <p:stCondLst>
                              <p:cond delay="2880"/>
                            </p:stCondLst>
                            <p:childTnLst>
                              <p:par>
                                <p:cTn id="2810" nodeType="afterEffect" fill="hold" presetClass="entr" presetID="9">
                                  <p:stCondLst>
                                    <p:cond delay="2000"/>
                                  </p:stCondLst>
                                  <p:childTnLst>
                                    <p:set>
                                      <p:cBhvr>
                                        <p:cTn id="2811" dur="1" fill="hold">
                                          <p:stCondLst>
                                            <p:cond delay="0"/>
                                          </p:stCondLst>
                                        </p:cTn>
                                        <p:tgtEl>
                                          <p:spTgt spid="1068"/>
                                        </p:tgtEl>
                                        <p:attrNameLst>
                                          <p:attrName>style.visibility</p:attrName>
                                        </p:attrNameLst>
                                      </p:cBhvr>
                                      <p:to>
                                        <p:strVal val="visible"/>
                                      </p:to>
                                    </p:set>
                                    <p:animEffect filter="dissolve" transition="in">
                                      <p:cBhvr additive="repl">
                                        <p:cTn id="2812" dur="500"/>
                                        <p:tgtEl>
                                          <p:spTgt spid="1068"/>
                                        </p:tgtEl>
                                      </p:cBhvr>
                                    </p:animEffect>
                                  </p:childTnLst>
                                </p:cTn>
                              </p:par>
                            </p:childTnLst>
                          </p:cTn>
                        </p:par>
                        <p:par>
                          <p:cTn id="2813" fill="hold">
                            <p:stCondLst>
                              <p:cond delay="5380"/>
                            </p:stCondLst>
                            <p:childTnLst>
                              <p:par>
                                <p:cTn id="2814" nodeType="afterEffect" fill="hold" presetClass="entr" presetID="27">
                                  <p:stCondLst>
                                    <p:cond delay="0"/>
                                  </p:stCondLst>
                                  <p:iterate type="lt">
                                    <p:tmAbs val="40"/>
                                  </p:iterate>
                                  <p:childTnLst>
                                    <p:set>
                                      <p:cBhvr>
                                        <p:cTn id="2815" dur="1" fill="hold">
                                          <p:stCondLst>
                                            <p:cond delay="0"/>
                                          </p:stCondLst>
                                        </p:cTn>
                                        <p:tgtEl>
                                          <p:spTgt spid="1070"/>
                                        </p:tgtEl>
                                        <p:attrNameLst>
                                          <p:attrName>style.visibility</p:attrName>
                                        </p:attrNameLst>
                                      </p:cBhvr>
                                      <p:to>
                                        <p:strVal val="visible"/>
                                      </p:to>
                                    </p:set>
                                    <p:anim calcmode="discrete" valueType="clr">
                                      <p:cBhvr additive="repl">
                                        <p:cTn id="2816" dur="80"/>
                                        <p:tgtEl>
                                          <p:spTgt spid="1070"/>
                                        </p:tgtEl>
                                        <p:attrNameLst>
                                          <p:attrName>style.color</p:attrName>
                                        </p:attrNameLst>
                                      </p:cBhvr>
                                      <p:tavLst>
                                        <p:tav tm="0">
                                          <p:val>
                                            <p:strVal val="rgb(-103,51,51)"/>
                                          </p:val>
                                        </p:tav>
                                        <p:tav tm="50000">
                                          <p:val>
                                            <p:strVal val="rgb(-103,-103,0)"/>
                                          </p:val>
                                        </p:tav>
                                      </p:tavLst>
                                    </p:anim>
                                    <p:anim calcmode="discrete" valueType="clr">
                                      <p:cBhvr additive="repl">
                                        <p:cTn id="2817" dur="80"/>
                                        <p:tgtEl>
                                          <p:spTgt spid="1070"/>
                                        </p:tgtEl>
                                        <p:attrNameLst>
                                          <p:attrName>fillcolor</p:attrName>
                                        </p:attrNameLst>
                                      </p:cBhvr>
                                      <p:tavLst>
                                        <p:tav tm="0">
                                          <p:val>
                                            <p:strVal val="rgb(-103,51,51)"/>
                                          </p:val>
                                        </p:tav>
                                        <p:tav tm="50000">
                                          <p:val>
                                            <p:strVal val="rgb(-103,-103,0)"/>
                                          </p:val>
                                        </p:tav>
                                      </p:tavLst>
                                    </p:anim>
                                    <p:set>
                                      <p:cBhvr>
                                        <p:cTn id="2818" dur="80"/>
                                        <p:tgtEl>
                                          <p:spTgt spid="1070"/>
                                        </p:tgtEl>
                                        <p:attrNameLst>
                                          <p:attrName>fill.type</p:attrName>
                                        </p:attrNameLst>
                                      </p:cBhvr>
                                      <p:to>
                                        <p:strVal val="solid"/>
                                      </p:to>
                                    </p:set>
                                  </p:childTnLst>
                                </p:cTn>
                              </p:par>
                            </p:childTnLst>
                          </p:cTn>
                        </p:par>
                        <p:par>
                          <p:cTn id="2819" fill="hold">
                            <p:stCondLst>
                              <p:cond delay="5620"/>
                            </p:stCondLst>
                            <p:childTnLst>
                              <p:par>
                                <p:cTn id="2820" nodeType="afterEffect" fill="hold" presetClass="entr" presetID="27">
                                  <p:stCondLst>
                                    <p:cond delay="1000"/>
                                  </p:stCondLst>
                                  <p:iterate type="lt">
                                    <p:tmAbs val="40"/>
                                  </p:iterate>
                                  <p:childTnLst>
                                    <p:set>
                                      <p:cBhvr>
                                        <p:cTn id="2821" dur="1" fill="hold">
                                          <p:stCondLst>
                                            <p:cond delay="0"/>
                                          </p:stCondLst>
                                        </p:cTn>
                                        <p:tgtEl>
                                          <p:spTgt spid="1071"/>
                                        </p:tgtEl>
                                        <p:attrNameLst>
                                          <p:attrName>style.visibility</p:attrName>
                                        </p:attrNameLst>
                                      </p:cBhvr>
                                      <p:to>
                                        <p:strVal val="visible"/>
                                      </p:to>
                                    </p:set>
                                    <p:anim calcmode="discrete" valueType="clr">
                                      <p:cBhvr additive="repl">
                                        <p:cTn id="2822" dur="80"/>
                                        <p:tgtEl>
                                          <p:spTgt spid="1071"/>
                                        </p:tgtEl>
                                        <p:attrNameLst>
                                          <p:attrName>style.color</p:attrName>
                                        </p:attrNameLst>
                                      </p:cBhvr>
                                      <p:tavLst>
                                        <p:tav tm="0">
                                          <p:val>
                                            <p:strVal val="rgb(-103,51,51)"/>
                                          </p:val>
                                        </p:tav>
                                        <p:tav tm="50000">
                                          <p:val>
                                            <p:strVal val="rgb(-103,-103,0)"/>
                                          </p:val>
                                        </p:tav>
                                      </p:tavLst>
                                    </p:anim>
                                    <p:anim calcmode="discrete" valueType="clr">
                                      <p:cBhvr additive="repl">
                                        <p:cTn id="2823" dur="80"/>
                                        <p:tgtEl>
                                          <p:spTgt spid="1071"/>
                                        </p:tgtEl>
                                        <p:attrNameLst>
                                          <p:attrName>fillcolor</p:attrName>
                                        </p:attrNameLst>
                                      </p:cBhvr>
                                      <p:tavLst>
                                        <p:tav tm="0">
                                          <p:val>
                                            <p:strVal val="rgb(-103,51,51)"/>
                                          </p:val>
                                        </p:tav>
                                        <p:tav tm="50000">
                                          <p:val>
                                            <p:strVal val="rgb(-103,-103,0)"/>
                                          </p:val>
                                        </p:tav>
                                      </p:tavLst>
                                    </p:anim>
                                    <p:set>
                                      <p:cBhvr>
                                        <p:cTn id="2824" dur="80"/>
                                        <p:tgtEl>
                                          <p:spTgt spid="1071"/>
                                        </p:tgtEl>
                                        <p:attrNameLst>
                                          <p:attrName>fill.type</p:attrName>
                                        </p:attrNameLst>
                                      </p:cBhvr>
                                      <p:to>
                                        <p:strVal val="solid"/>
                                      </p:to>
                                    </p:set>
                                  </p:childTnLst>
                                </p:cTn>
                              </p:par>
                            </p:childTnLst>
                          </p:cTn>
                        </p:par>
                        <p:par>
                          <p:cTn id="2825" fill="hold">
                            <p:stCondLst>
                              <p:cond delay="8540"/>
                            </p:stCondLst>
                            <p:childTnLst>
                              <p:par>
                                <p:cTn id="2826" nodeType="afterEffect" fill="hold" presetClass="mediacall" presetID="1">
                                  <p:stCondLst>
                                    <p:cond delay="2000"/>
                                  </p:stCondLst>
                                  <p:childTnLst>
                                    <p:cmd type="call" cmd="playFrom(0.0)">
                                      <p:cBhvr>
                                        <p:cTn id="2827" dur="953" fill="hold"/>
                                        <p:tgtEl>
                                          <p:spTgt spid="1073"/>
                                        </p:tgtEl>
                                      </p:cBhvr>
                                    </p:cmd>
                                  </p:childTnLst>
                                </p:cTn>
                              </p:par>
                            </p:childTnLst>
                          </p:cTn>
                        </p:par>
                        <p:par>
                          <p:cTn id="2828" fill="hold">
                            <p:stCondLst>
                              <p:cond delay="11493"/>
                            </p:stCondLst>
                            <p:childTnLst>
                              <p:par>
                                <p:cTn id="2829" nodeType="afterEffect" fill="hold" presetClass="mediacall" presetID="1">
                                  <p:stCondLst>
                                    <p:cond delay="0"/>
                                  </p:stCondLst>
                                  <p:childTnLst>
                                    <p:cmd type="call" cmd="playFrom(0.0)">
                                      <p:cBhvr>
                                        <p:cTn id="2830" dur="1271" fill="hold"/>
                                        <p:tgtEl>
                                          <p:spTgt spid="1072"/>
                                        </p:tgtEl>
                                      </p:cBhvr>
                                    </p:cmd>
                                  </p:childTnLst>
                                </p:cTn>
                              </p:par>
                            </p:childTnLst>
                          </p:cTn>
                        </p:par>
                        <p:par>
                          <p:cTn id="2831" fill="hold">
                            <p:stCondLst>
                              <p:cond delay="12764"/>
                            </p:stCondLst>
                            <p:childTnLst>
                              <p:par>
                                <p:cTn id="2832" nodeType="afterEffect" fill="hold" presetClass="exit" presetID="1">
                                  <p:stCondLst>
                                    <p:cond delay="0"/>
                                  </p:stCondLst>
                                  <p:childTnLst>
                                    <p:set>
                                      <p:cBhvr>
                                        <p:cTn id="2833" dur="1" fill="hold">
                                          <p:stCondLst>
                                            <p:cond delay="0"/>
                                          </p:stCondLst>
                                        </p:cTn>
                                        <p:tgtEl>
                                          <p:spTgt spid="1067"/>
                                        </p:tgtEl>
                                        <p:attrNameLst>
                                          <p:attrName>style.visibility</p:attrName>
                                        </p:attrNameLst>
                                      </p:cBhvr>
                                      <p:to>
                                        <p:strVal val="hidden"/>
                                      </p:to>
                                    </p:set>
                                  </p:childTnLst>
                                </p:cTn>
                              </p:par>
                              <p:par>
                                <p:cTn id="2834" nodeType="withEffect" fill="hold" presetClass="exit" presetID="1">
                                  <p:stCondLst>
                                    <p:cond delay="0"/>
                                  </p:stCondLst>
                                  <p:childTnLst>
                                    <p:set>
                                      <p:cBhvr>
                                        <p:cTn id="2835" dur="1" fill="hold">
                                          <p:stCondLst>
                                            <p:cond delay="0"/>
                                          </p:stCondLst>
                                        </p:cTn>
                                        <p:tgtEl>
                                          <p:spTgt spid="1068"/>
                                        </p:tgtEl>
                                        <p:attrNameLst>
                                          <p:attrName>style.visibility</p:attrName>
                                        </p:attrNameLst>
                                      </p:cBhvr>
                                      <p:to>
                                        <p:strVal val="hidden"/>
                                      </p:to>
                                    </p:set>
                                  </p:childTnLst>
                                </p:cTn>
                              </p:par>
                              <p:par>
                                <p:cTn id="2836" nodeType="withEffect" fill="hold" presetClass="exit" presetID="1">
                                  <p:stCondLst>
                                    <p:cond delay="0"/>
                                  </p:stCondLst>
                                  <p:iterate type="lt">
                                    <p:tmAbs val="0"/>
                                  </p:iterate>
                                  <p:childTnLst>
                                    <p:set>
                                      <p:cBhvr>
                                        <p:cTn id="2837" dur="1" fill="hold">
                                          <p:stCondLst>
                                            <p:cond delay="0"/>
                                          </p:stCondLst>
                                        </p:cTn>
                                        <p:tgtEl>
                                          <p:spTgt spid="1069"/>
                                        </p:tgtEl>
                                        <p:attrNameLst>
                                          <p:attrName>style.visibility</p:attrName>
                                        </p:attrNameLst>
                                      </p:cBhvr>
                                      <p:to>
                                        <p:strVal val="hidden"/>
                                      </p:to>
                                    </p:set>
                                  </p:childTnLst>
                                </p:cTn>
                              </p:par>
                              <p:par>
                                <p:cTn id="2838" nodeType="withEffect" fill="hold" presetClass="exit" presetID="1">
                                  <p:stCondLst>
                                    <p:cond delay="0"/>
                                  </p:stCondLst>
                                  <p:iterate type="lt">
                                    <p:tmAbs val="0"/>
                                  </p:iterate>
                                  <p:childTnLst>
                                    <p:set>
                                      <p:cBhvr>
                                        <p:cTn id="2839" dur="1" fill="hold">
                                          <p:stCondLst>
                                            <p:cond delay="0"/>
                                          </p:stCondLst>
                                        </p:cTn>
                                        <p:tgtEl>
                                          <p:spTgt spid="1070"/>
                                        </p:tgtEl>
                                        <p:attrNameLst>
                                          <p:attrName>style.visibility</p:attrName>
                                        </p:attrNameLst>
                                      </p:cBhvr>
                                      <p:to>
                                        <p:strVal val="hidden"/>
                                      </p:to>
                                    </p:set>
                                  </p:childTnLst>
                                </p:cTn>
                              </p:par>
                              <p:par>
                                <p:cTn id="2840" nodeType="withEffect" fill="hold" presetClass="exit" presetID="1">
                                  <p:stCondLst>
                                    <p:cond delay="0"/>
                                  </p:stCondLst>
                                  <p:iterate type="lt">
                                    <p:tmAbs val="0"/>
                                  </p:iterate>
                                  <p:childTnLst>
                                    <p:set>
                                      <p:cBhvr>
                                        <p:cTn id="2841" dur="1" fill="hold">
                                          <p:stCondLst>
                                            <p:cond delay="0"/>
                                          </p:stCondLst>
                                        </p:cTn>
                                        <p:tgtEl>
                                          <p:spTgt spid="107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74" name="" descr=""/>
          <p:cNvPicPr/>
          <p:nvPr/>
        </p:nvPicPr>
        <p:blipFill>
          <a:blip r:embed="rId1"/>
          <a:stretch/>
        </p:blipFill>
        <p:spPr>
          <a:xfrm>
            <a:off x="0" y="0"/>
            <a:ext cx="9144000" cy="6858000"/>
          </a:xfrm>
          <a:prstGeom prst="rect">
            <a:avLst/>
          </a:prstGeom>
          <a:ln w="0">
            <a:noFill/>
          </a:ln>
        </p:spPr>
      </p:pic>
      <p:sp>
        <p:nvSpPr>
          <p:cNvPr id="1075" name=""/>
          <p:cNvSpPr/>
          <p:nvPr/>
        </p:nvSpPr>
        <p:spPr>
          <a:xfrm>
            <a:off x="3048120" y="533520"/>
            <a:ext cx="5867280" cy="5781600"/>
          </a:xfrm>
          <a:custGeom>
            <a:avLst/>
            <a:gdLst/>
            <a:ahLst/>
            <a:rect l="l" t="t" r="r" b="b"/>
            <a:pathLst>
              <a:path w="3696" h="3546">
                <a:moveTo>
                  <a:pt x="1586" y="3531"/>
                </a:moveTo>
                <a:cubicBezTo>
                  <a:pt x="1505" y="3546"/>
                  <a:pt x="1427" y="3524"/>
                  <a:pt x="1349" y="3522"/>
                </a:cubicBezTo>
                <a:cubicBezTo>
                  <a:pt x="1254" y="3519"/>
                  <a:pt x="1160" y="3522"/>
                  <a:pt x="1065" y="3522"/>
                </a:cubicBezTo>
                <a:lnTo>
                  <a:pt x="0" y="3504"/>
                </a:lnTo>
                <a:lnTo>
                  <a:pt x="1104" y="48"/>
                </a:lnTo>
                <a:lnTo>
                  <a:pt x="3696" y="0"/>
                </a:lnTo>
                <a:lnTo>
                  <a:pt x="2496" y="3504"/>
                </a:lnTo>
                <a:lnTo>
                  <a:pt x="1586" y="3531"/>
                </a:lnTo>
                <a:close/>
              </a:path>
            </a:pathLst>
          </a:custGeom>
          <a:gradFill rotWithShape="0">
            <a:gsLst>
              <a:gs pos="0">
                <a:srgbClr val="c0c0c0">
                  <a:alpha val="90196"/>
                </a:srgbClr>
              </a:gs>
              <a:gs pos="100000">
                <a:srgbClr val="cfcfcf">
                  <a:alpha val="83137"/>
                </a:srgbClr>
              </a:gs>
            </a:gsLst>
            <a:lin ang="5400000"/>
          </a:gradFill>
          <a:ln w="9360">
            <a:solidFill>
              <a:srgbClr val="00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76" name=""/>
          <p:cNvSpPr/>
          <p:nvPr/>
        </p:nvSpPr>
        <p:spPr>
          <a:xfrm>
            <a:off x="-990720" y="609480"/>
            <a:ext cx="5791320" cy="5667480"/>
          </a:xfrm>
          <a:custGeom>
            <a:avLst/>
            <a:gdLst/>
            <a:ahLst/>
            <a:rect l="l" t="t" r="r" b="b"/>
            <a:pathLst>
              <a:path w="3577" h="3474">
                <a:moveTo>
                  <a:pt x="0" y="3474"/>
                </a:moveTo>
                <a:cubicBezTo>
                  <a:pt x="82" y="3474"/>
                  <a:pt x="165" y="3474"/>
                  <a:pt x="247" y="3474"/>
                </a:cubicBezTo>
                <a:lnTo>
                  <a:pt x="2473" y="3456"/>
                </a:lnTo>
                <a:lnTo>
                  <a:pt x="3577" y="0"/>
                </a:lnTo>
                <a:lnTo>
                  <a:pt x="985" y="0"/>
                </a:lnTo>
                <a:lnTo>
                  <a:pt x="169" y="1632"/>
                </a:lnTo>
                <a:lnTo>
                  <a:pt x="0" y="3474"/>
                </a:lnTo>
                <a:close/>
              </a:path>
            </a:pathLst>
          </a:custGeom>
          <a:gradFill rotWithShape="0">
            <a:gsLst>
              <a:gs pos="0">
                <a:srgbClr val="c0c0c0">
                  <a:alpha val="90196"/>
                </a:srgbClr>
              </a:gs>
              <a:gs pos="100000">
                <a:srgbClr val="d9d9d9">
                  <a:alpha val="81176"/>
                </a:srgbClr>
              </a:gs>
            </a:gsLst>
            <a:lin ang="5400000"/>
          </a:gradFill>
          <a:ln w="9360">
            <a:solidFill>
              <a:srgbClr val="00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77" name=""/>
          <p:cNvSpPr/>
          <p:nvPr/>
        </p:nvSpPr>
        <p:spPr>
          <a:xfrm>
            <a:off x="7010280" y="533520"/>
            <a:ext cx="4267440" cy="5715000"/>
          </a:xfrm>
          <a:custGeom>
            <a:avLst/>
            <a:gdLst/>
            <a:ahLst/>
            <a:rect l="l" t="t" r="r" b="b"/>
            <a:pathLst>
              <a:path w="2640" h="3504">
                <a:moveTo>
                  <a:pt x="1586" y="3477"/>
                </a:moveTo>
                <a:cubicBezTo>
                  <a:pt x="1400" y="3486"/>
                  <a:pt x="1464" y="3486"/>
                  <a:pt x="1394" y="3486"/>
                </a:cubicBezTo>
                <a:lnTo>
                  <a:pt x="0" y="3504"/>
                </a:lnTo>
                <a:lnTo>
                  <a:pt x="1200" y="0"/>
                </a:lnTo>
                <a:lnTo>
                  <a:pt x="2640" y="0"/>
                </a:lnTo>
                <a:lnTo>
                  <a:pt x="2496" y="3408"/>
                </a:lnTo>
                <a:lnTo>
                  <a:pt x="1536" y="3504"/>
                </a:lnTo>
              </a:path>
            </a:pathLst>
          </a:custGeom>
          <a:solidFill>
            <a:srgbClr val="cfcfcf"/>
          </a:soli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078" name=""/>
          <p:cNvSpPr/>
          <p:nvPr/>
        </p:nvSpPr>
        <p:spPr>
          <a:xfrm>
            <a:off x="-1374840" y="457200"/>
            <a:ext cx="2060640" cy="1868400"/>
          </a:xfrm>
          <a:custGeom>
            <a:avLst/>
            <a:gdLst/>
            <a:ahLst/>
            <a:rect l="l" t="t" r="r" b="b"/>
            <a:pathLst>
              <a:path w="1298" h="1177">
                <a:moveTo>
                  <a:pt x="0" y="1177"/>
                </a:moveTo>
                <a:cubicBezTo>
                  <a:pt x="61" y="1177"/>
                  <a:pt x="122" y="1177"/>
                  <a:pt x="183" y="1177"/>
                </a:cubicBezTo>
                <a:lnTo>
                  <a:pt x="722" y="1152"/>
                </a:lnTo>
                <a:lnTo>
                  <a:pt x="1298" y="0"/>
                </a:lnTo>
                <a:lnTo>
                  <a:pt x="98" y="0"/>
                </a:lnTo>
                <a:lnTo>
                  <a:pt x="0" y="1177"/>
                </a:lnTo>
                <a:close/>
              </a:path>
            </a:pathLst>
          </a:custGeom>
          <a:solidFill>
            <a:srgbClr val="d9d9d9"/>
          </a:soli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transition advTm="1000">
    <p:fade/>
  </p:transition>
  <p:timing>
    <p:tnLst>
      <p:par>
        <p:cTn id="2842" dur="indefinite" restart="never" nodeType="tmRoot">
          <p:childTnLst>
            <p:seq>
              <p:cTn id="2843" dur="indefinite" nodeType="mainSeq">
                <p:childTnLst>
                  <p:par>
                    <p:cTn id="2844" fill="hold">
                      <p:stCondLst>
                        <p:cond delay="0"/>
                      </p:stCondLst>
                      <p:childTnLst>
                        <p:par>
                          <p:cTn id="2845" fill="hold">
                            <p:stCondLst>
                              <p:cond delay="0"/>
                            </p:stCondLst>
                            <p:childTnLst>
                              <p:par>
                                <p:cTn id="2846" nodeType="afterEffect" fill="hold" presetClass="path" presetID="0">
                                  <p:stCondLst>
                                    <p:cond delay="0"/>
                                  </p:stCondLst>
                                  <p:childTnLst>
                                    <p:animMotion origin="layout" path="M 3.61111E-006 -2.22222E-006 L -0.63941 -0.00208 E">
                                      <p:cBhvr>
                                        <p:cTn id="2847" dur="3000" fill="hold"/>
                                        <p:tgtEl>
                                          <p:spTgt spid="1076"/>
                                        </p:tgtEl>
                                      </p:cBhvr>
                                    </p:animMotion>
                                  </p:childTnLst>
                                </p:cTn>
                              </p:par>
                              <p:par>
                                <p:cTn id="2848" nodeType="withEffect" fill="hold" presetClass="path" presetID="0">
                                  <p:stCondLst>
                                    <p:cond delay="0"/>
                                  </p:stCondLst>
                                  <p:childTnLst>
                                    <p:animMotion origin="layout" path="M -3.33333E-006 -4.44444E-006 L 0.65417 -0.01041 E">
                                      <p:cBhvr>
                                        <p:cTn id="2849" dur="3000" fill="hold"/>
                                        <p:tgtEl>
                                          <p:spTgt spid="1075"/>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79" name="" descr=""/>
          <p:cNvPicPr/>
          <p:nvPr/>
        </p:nvPicPr>
        <p:blipFill>
          <a:blip r:embed="rId1"/>
          <a:stretch/>
        </p:blipFill>
        <p:spPr>
          <a:xfrm>
            <a:off x="0" y="0"/>
            <a:ext cx="9144000" cy="6858000"/>
          </a:xfrm>
          <a:prstGeom prst="rect">
            <a:avLst/>
          </a:prstGeom>
          <a:ln w="0">
            <a:noFill/>
          </a:ln>
        </p:spPr>
      </p:pic>
      <p:pic>
        <p:nvPicPr>
          <p:cNvPr id="1080" name="" descr=""/>
          <p:cNvPicPr/>
          <p:nvPr/>
        </p:nvPicPr>
        <p:blipFill>
          <a:blip r:embed="rId2"/>
          <a:stretch/>
        </p:blipFill>
        <p:spPr>
          <a:xfrm>
            <a:off x="4648320" y="5432400"/>
            <a:ext cx="4495680" cy="1425600"/>
          </a:xfrm>
          <a:prstGeom prst="rect">
            <a:avLst/>
          </a:prstGeom>
          <a:ln w="0">
            <a:noFill/>
          </a:ln>
        </p:spPr>
      </p:pic>
      <p:sp>
        <p:nvSpPr>
          <p:cNvPr id="1081" name=""/>
          <p:cNvSpPr/>
          <p:nvPr/>
        </p:nvSpPr>
        <p:spPr>
          <a:xfrm>
            <a:off x="6400800" y="586728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Building 342…</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Before I go back, I better get some rest…</a:t>
            </a:r>
            <a:endParaRPr b="0" lang="en-US" sz="1200" spc="-1" strike="noStrike">
              <a:solidFill>
                <a:srgbClr val="000000"/>
              </a:solidFill>
              <a:latin typeface="Arial"/>
            </a:endParaRPr>
          </a:p>
        </p:txBody>
      </p:sp>
      <p:sp>
        <p:nvSpPr>
          <p:cNvPr id="1082" name="">
            <a:hlinkClick r:id="rId3" action="ppaction://hlinksldjump"/>
          </p:cNvPr>
          <p:cNvSpPr/>
          <p:nvPr/>
        </p:nvSpPr>
        <p:spPr>
          <a:xfrm>
            <a:off x="1371600" y="2057400"/>
            <a:ext cx="380880" cy="7621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2850" dur="indefinite" restart="never" nodeType="tmRoot">
          <p:childTnLst>
            <p:seq>
              <p:cTn id="2851" dur="indefinite" nodeType="mainSeq">
                <p:childTnLst>
                  <p:par>
                    <p:cTn id="2852" fill="hold">
                      <p:stCondLst>
                        <p:cond delay="0"/>
                      </p:stCondLst>
                      <p:childTnLst>
                        <p:par>
                          <p:cTn id="2853" fill="hold">
                            <p:stCondLst>
                              <p:cond delay="0"/>
                            </p:stCondLst>
                            <p:childTnLst>
                              <p:par>
                                <p:cTn id="2854" nodeType="afterEffect" fill="hold" presetClass="entr" presetID="9">
                                  <p:stCondLst>
                                    <p:cond delay="2000"/>
                                  </p:stCondLst>
                                  <p:childTnLst>
                                    <p:set>
                                      <p:cBhvr>
                                        <p:cTn id="2855" dur="1" fill="hold">
                                          <p:stCondLst>
                                            <p:cond delay="0"/>
                                          </p:stCondLst>
                                        </p:cTn>
                                        <p:tgtEl>
                                          <p:spTgt spid="1080"/>
                                        </p:tgtEl>
                                        <p:attrNameLst>
                                          <p:attrName>style.visibility</p:attrName>
                                        </p:attrNameLst>
                                      </p:cBhvr>
                                      <p:to>
                                        <p:strVal val="visible"/>
                                      </p:to>
                                    </p:set>
                                    <p:animEffect filter="dissolve" transition="in">
                                      <p:cBhvr additive="repl">
                                        <p:cTn id="2856" dur="500"/>
                                        <p:tgtEl>
                                          <p:spTgt spid="1080"/>
                                        </p:tgtEl>
                                      </p:cBhvr>
                                    </p:animEffect>
                                  </p:childTnLst>
                                </p:cTn>
                              </p:par>
                            </p:childTnLst>
                          </p:cTn>
                        </p:par>
                        <p:par>
                          <p:cTn id="2857" fill="hold">
                            <p:stCondLst>
                              <p:cond delay="2500"/>
                            </p:stCondLst>
                            <p:childTnLst>
                              <p:par>
                                <p:cTn id="2858" nodeType="afterEffect" fill="hold" presetClass="entr" presetID="27">
                                  <p:stCondLst>
                                    <p:cond delay="0"/>
                                  </p:stCondLst>
                                  <p:iterate type="lt">
                                    <p:tmAbs val="40"/>
                                  </p:iterate>
                                  <p:childTnLst>
                                    <p:set>
                                      <p:cBhvr>
                                        <p:cTn id="2859" dur="1" fill="hold">
                                          <p:stCondLst>
                                            <p:cond delay="0"/>
                                          </p:stCondLst>
                                        </p:cTn>
                                        <p:tgtEl>
                                          <p:spTgt spid="1081"/>
                                        </p:tgtEl>
                                        <p:attrNameLst>
                                          <p:attrName>style.visibility</p:attrName>
                                        </p:attrNameLst>
                                      </p:cBhvr>
                                      <p:to>
                                        <p:strVal val="visible"/>
                                      </p:to>
                                    </p:set>
                                    <p:anim calcmode="discrete" valueType="clr">
                                      <p:cBhvr additive="repl">
                                        <p:cTn id="2860" dur="80"/>
                                        <p:tgtEl>
                                          <p:spTgt spid="1081"/>
                                        </p:tgtEl>
                                        <p:attrNameLst>
                                          <p:attrName>style.color</p:attrName>
                                        </p:attrNameLst>
                                      </p:cBhvr>
                                      <p:tavLst>
                                        <p:tav tm="0">
                                          <p:val>
                                            <p:strVal val="rgb(-103,51,51)"/>
                                          </p:val>
                                        </p:tav>
                                        <p:tav tm="50000">
                                          <p:val>
                                            <p:strVal val="rgb(-103,-103,0)"/>
                                          </p:val>
                                        </p:tav>
                                      </p:tavLst>
                                    </p:anim>
                                    <p:anim calcmode="discrete" valueType="clr">
                                      <p:cBhvr additive="repl">
                                        <p:cTn id="2861" dur="80"/>
                                        <p:tgtEl>
                                          <p:spTgt spid="1081"/>
                                        </p:tgtEl>
                                        <p:attrNameLst>
                                          <p:attrName>fillcolor</p:attrName>
                                        </p:attrNameLst>
                                      </p:cBhvr>
                                      <p:tavLst>
                                        <p:tav tm="0">
                                          <p:val>
                                            <p:strVal val="rgb(-103,51,51)"/>
                                          </p:val>
                                        </p:tav>
                                        <p:tav tm="50000">
                                          <p:val>
                                            <p:strVal val="rgb(-103,-103,0)"/>
                                          </p:val>
                                        </p:tav>
                                      </p:tavLst>
                                    </p:anim>
                                    <p:set>
                                      <p:cBhvr>
                                        <p:cTn id="2862" dur="80"/>
                                        <p:tgtEl>
                                          <p:spTgt spid="1081"/>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83" name="" descr=""/>
          <p:cNvPicPr/>
          <p:nvPr/>
        </p:nvPicPr>
        <p:blipFill>
          <a:blip r:embed="rId1"/>
          <a:stretch/>
        </p:blipFill>
        <p:spPr>
          <a:xfrm>
            <a:off x="0" y="0"/>
            <a:ext cx="9144000" cy="6858000"/>
          </a:xfrm>
          <a:prstGeom prst="rect">
            <a:avLst/>
          </a:prstGeom>
          <a:ln w="0">
            <a:noFill/>
          </a:ln>
        </p:spPr>
      </p:pic>
      <p:sp>
        <p:nvSpPr>
          <p:cNvPr id="1084" name="">
            <a:hlinkClick r:id="rId2" action="ppaction://hlinksldjump"/>
          </p:cNvPr>
          <p:cNvSpPr/>
          <p:nvPr/>
        </p:nvSpPr>
        <p:spPr>
          <a:xfrm>
            <a:off x="457200" y="838080"/>
            <a:ext cx="1828800" cy="28195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85" name="" descr=""/>
          <p:cNvPicPr/>
          <p:nvPr/>
        </p:nvPicPr>
        <p:blipFill>
          <a:blip r:embed="rId1"/>
          <a:stretch/>
        </p:blipFill>
        <p:spPr>
          <a:xfrm>
            <a:off x="0" y="0"/>
            <a:ext cx="9144000" cy="6858000"/>
          </a:xfrm>
          <a:prstGeom prst="rect">
            <a:avLst/>
          </a:prstGeom>
          <a:ln w="0">
            <a:noFill/>
          </a:ln>
        </p:spPr>
      </p:pic>
      <p:pic>
        <p:nvPicPr>
          <p:cNvPr id="1086" name="" descr=""/>
          <p:cNvPicPr/>
          <p:nvPr/>
        </p:nvPicPr>
        <p:blipFill>
          <a:blip r:embed="rId2"/>
          <a:stretch/>
        </p:blipFill>
        <p:spPr>
          <a:xfrm>
            <a:off x="5562720" y="2209680"/>
            <a:ext cx="3124080" cy="1551240"/>
          </a:xfrm>
          <a:prstGeom prst="rect">
            <a:avLst/>
          </a:prstGeom>
          <a:ln w="0">
            <a:noFill/>
          </a:ln>
        </p:spPr>
      </p:pic>
      <p:sp>
        <p:nvSpPr>
          <p:cNvPr id="1087" name=""/>
          <p:cNvSpPr/>
          <p:nvPr/>
        </p:nvSpPr>
        <p:spPr>
          <a:xfrm>
            <a:off x="5715000" y="2666880"/>
            <a:ext cx="251460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Out of order… I’ll have to use the emergency stairs.</a:t>
            </a:r>
            <a:endParaRPr b="0" lang="en-US" sz="1200" spc="-1" strike="noStrike">
              <a:solidFill>
                <a:srgbClr val="000000"/>
              </a:solidFill>
              <a:latin typeface="Arial"/>
            </a:endParaRPr>
          </a:p>
        </p:txBody>
      </p:sp>
    </p:spTree>
  </p:cSld>
  <p:timing>
    <p:tnLst>
      <p:par>
        <p:cTn id="2863" dur="indefinite" restart="never" nodeType="tmRoot">
          <p:childTnLst>
            <p:seq>
              <p:cTn id="2864" dur="indefinite" nodeType="mainSeq">
                <p:childTnLst>
                  <p:par>
                    <p:cTn id="2865" fill="hold">
                      <p:stCondLst>
                        <p:cond delay="0"/>
                      </p:stCondLst>
                      <p:childTnLst>
                        <p:par>
                          <p:cTn id="2866" fill="hold">
                            <p:stCondLst>
                              <p:cond delay="0"/>
                            </p:stCondLst>
                            <p:childTnLst>
                              <p:par>
                                <p:cTn id="2867" nodeType="afterEffect" fill="hold" presetClass="entr" presetID="9">
                                  <p:stCondLst>
                                    <p:cond delay="2000"/>
                                  </p:stCondLst>
                                  <p:childTnLst>
                                    <p:set>
                                      <p:cBhvr>
                                        <p:cTn id="2868" dur="1" fill="hold">
                                          <p:stCondLst>
                                            <p:cond delay="0"/>
                                          </p:stCondLst>
                                        </p:cTn>
                                        <p:tgtEl>
                                          <p:spTgt spid="1086"/>
                                        </p:tgtEl>
                                        <p:attrNameLst>
                                          <p:attrName>style.visibility</p:attrName>
                                        </p:attrNameLst>
                                      </p:cBhvr>
                                      <p:to>
                                        <p:strVal val="visible"/>
                                      </p:to>
                                    </p:set>
                                    <p:animEffect filter="dissolve" transition="in">
                                      <p:cBhvr additive="repl">
                                        <p:cTn id="2869" dur="500"/>
                                        <p:tgtEl>
                                          <p:spTgt spid="1086"/>
                                        </p:tgtEl>
                                      </p:cBhvr>
                                    </p:animEffect>
                                  </p:childTnLst>
                                </p:cTn>
                              </p:par>
                            </p:childTnLst>
                          </p:cTn>
                        </p:par>
                        <p:par>
                          <p:cTn id="2870" fill="hold">
                            <p:stCondLst>
                              <p:cond delay="2500"/>
                            </p:stCondLst>
                            <p:childTnLst>
                              <p:par>
                                <p:cTn id="2871" nodeType="afterEffect" fill="hold" presetClass="entr" presetID="27">
                                  <p:stCondLst>
                                    <p:cond delay="0"/>
                                  </p:stCondLst>
                                  <p:iterate type="lt">
                                    <p:tmAbs val="40"/>
                                  </p:iterate>
                                  <p:childTnLst>
                                    <p:set>
                                      <p:cBhvr>
                                        <p:cTn id="2872" dur="1" fill="hold">
                                          <p:stCondLst>
                                            <p:cond delay="0"/>
                                          </p:stCondLst>
                                        </p:cTn>
                                        <p:tgtEl>
                                          <p:spTgt spid="1087"/>
                                        </p:tgtEl>
                                        <p:attrNameLst>
                                          <p:attrName>style.visibility</p:attrName>
                                        </p:attrNameLst>
                                      </p:cBhvr>
                                      <p:to>
                                        <p:strVal val="visible"/>
                                      </p:to>
                                    </p:set>
                                    <p:anim calcmode="discrete" valueType="clr">
                                      <p:cBhvr additive="repl">
                                        <p:cTn id="2873" dur="80"/>
                                        <p:tgtEl>
                                          <p:spTgt spid="1087"/>
                                        </p:tgtEl>
                                        <p:attrNameLst>
                                          <p:attrName>style.color</p:attrName>
                                        </p:attrNameLst>
                                      </p:cBhvr>
                                      <p:tavLst>
                                        <p:tav tm="0">
                                          <p:val>
                                            <p:strVal val="rgb(-103,51,51)"/>
                                          </p:val>
                                        </p:tav>
                                        <p:tav tm="50000">
                                          <p:val>
                                            <p:strVal val="rgb(-103,-103,0)"/>
                                          </p:val>
                                        </p:tav>
                                      </p:tavLst>
                                    </p:anim>
                                    <p:anim calcmode="discrete" valueType="clr">
                                      <p:cBhvr additive="repl">
                                        <p:cTn id="2874" dur="80"/>
                                        <p:tgtEl>
                                          <p:spTgt spid="1087"/>
                                        </p:tgtEl>
                                        <p:attrNameLst>
                                          <p:attrName>fillcolor</p:attrName>
                                        </p:attrNameLst>
                                      </p:cBhvr>
                                      <p:tavLst>
                                        <p:tav tm="0">
                                          <p:val>
                                            <p:strVal val="rgb(-103,51,51)"/>
                                          </p:val>
                                        </p:tav>
                                        <p:tav tm="50000">
                                          <p:val>
                                            <p:strVal val="rgb(-103,-103,0)"/>
                                          </p:val>
                                        </p:tav>
                                      </p:tavLst>
                                    </p:anim>
                                    <p:set>
                                      <p:cBhvr>
                                        <p:cTn id="2875" dur="80"/>
                                        <p:tgtEl>
                                          <p:spTgt spid="1087"/>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88" name="" descr=""/>
          <p:cNvPicPr/>
          <p:nvPr/>
        </p:nvPicPr>
        <p:blipFill>
          <a:blip r:embed="rId1"/>
          <a:stretch/>
        </p:blipFill>
        <p:spPr>
          <a:xfrm>
            <a:off x="0" y="0"/>
            <a:ext cx="9144000" cy="6858000"/>
          </a:xfrm>
          <a:prstGeom prst="rect">
            <a:avLst/>
          </a:prstGeom>
          <a:ln w="0">
            <a:noFill/>
          </a:ln>
        </p:spPr>
      </p:pic>
      <p:sp>
        <p:nvSpPr>
          <p:cNvPr id="1089" name="">
            <a:hlinkClick r:id="rId2" action="ppaction://hlinksldjump"/>
          </p:cNvPr>
          <p:cNvSpPr/>
          <p:nvPr/>
        </p:nvSpPr>
        <p:spPr>
          <a:xfrm>
            <a:off x="5867280" y="380880"/>
            <a:ext cx="1524240" cy="312444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90" name="" descr=""/>
          <p:cNvPicPr/>
          <p:nvPr/>
        </p:nvPicPr>
        <p:blipFill>
          <a:blip r:embed="rId1"/>
          <a:stretch/>
        </p:blipFill>
        <p:spPr>
          <a:xfrm>
            <a:off x="0" y="0"/>
            <a:ext cx="9144000" cy="6858000"/>
          </a:xfrm>
          <a:prstGeom prst="rect">
            <a:avLst/>
          </a:prstGeom>
          <a:ln w="0">
            <a:noFill/>
          </a:ln>
        </p:spPr>
      </p:pic>
      <p:sp>
        <p:nvSpPr>
          <p:cNvPr id="1091" name="">
            <a:hlinkClick r:id="rId2" action="ppaction://hlinksldjump"/>
          </p:cNvPr>
          <p:cNvSpPr/>
          <p:nvPr/>
        </p:nvSpPr>
        <p:spPr>
          <a:xfrm>
            <a:off x="6019920" y="0"/>
            <a:ext cx="990360" cy="15238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92" name="" descr=""/>
          <p:cNvPicPr/>
          <p:nvPr/>
        </p:nvPicPr>
        <p:blipFill>
          <a:blip r:embed="rId1"/>
          <a:stretch/>
        </p:blipFill>
        <p:spPr>
          <a:xfrm>
            <a:off x="0" y="0"/>
            <a:ext cx="9144000" cy="6858000"/>
          </a:xfrm>
          <a:prstGeom prst="rect">
            <a:avLst/>
          </a:prstGeom>
          <a:ln w="0">
            <a:noFill/>
          </a:ln>
        </p:spPr>
      </p:pic>
      <p:sp>
        <p:nvSpPr>
          <p:cNvPr id="1093" name="">
            <a:hlinkClick r:id="rId2" action="ppaction://hlinksldjump"/>
          </p:cNvPr>
          <p:cNvSpPr/>
          <p:nvPr/>
        </p:nvSpPr>
        <p:spPr>
          <a:xfrm>
            <a:off x="6095880" y="0"/>
            <a:ext cx="762120" cy="14479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p:fade thruBlk="true"/>
  </p:transition>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94" name="" descr=""/>
          <p:cNvPicPr/>
          <p:nvPr/>
        </p:nvPicPr>
        <p:blipFill>
          <a:blip r:embed="rId1"/>
          <a:stretch/>
        </p:blipFill>
        <p:spPr>
          <a:xfrm>
            <a:off x="0" y="0"/>
            <a:ext cx="9144000" cy="6858000"/>
          </a:xfrm>
          <a:prstGeom prst="rect">
            <a:avLst/>
          </a:prstGeom>
          <a:ln w="0">
            <a:noFill/>
          </a:ln>
        </p:spPr>
      </p:pic>
      <p:sp>
        <p:nvSpPr>
          <p:cNvPr id="1095" name="">
            <a:hlinkClick r:id="rId2" action="ppaction://hlinksldjump"/>
          </p:cNvPr>
          <p:cNvSpPr/>
          <p:nvPr/>
        </p:nvSpPr>
        <p:spPr>
          <a:xfrm>
            <a:off x="6095880" y="0"/>
            <a:ext cx="762120" cy="14479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p:fade thruBlk="true"/>
  </p:transition>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96" name="" descr=""/>
          <p:cNvPicPr/>
          <p:nvPr/>
        </p:nvPicPr>
        <p:blipFill>
          <a:blip r:embed="rId1"/>
          <a:stretch/>
        </p:blipFill>
        <p:spPr>
          <a:xfrm>
            <a:off x="0" y="0"/>
            <a:ext cx="9144000" cy="6858000"/>
          </a:xfrm>
          <a:prstGeom prst="rect">
            <a:avLst/>
          </a:prstGeom>
          <a:ln w="0">
            <a:noFill/>
          </a:ln>
        </p:spPr>
      </p:pic>
      <p:sp>
        <p:nvSpPr>
          <p:cNvPr id="1097" name="">
            <a:hlinkClick r:id="rId2" action="ppaction://hlinksldjump"/>
          </p:cNvPr>
          <p:cNvSpPr/>
          <p:nvPr/>
        </p:nvSpPr>
        <p:spPr>
          <a:xfrm>
            <a:off x="6095880" y="0"/>
            <a:ext cx="762120" cy="14479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p:fade thruBlk="true"/>
  </p:transition>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98" name="" descr=""/>
          <p:cNvPicPr/>
          <p:nvPr/>
        </p:nvPicPr>
        <p:blipFill>
          <a:blip r:embed="rId1"/>
          <a:stretch/>
        </p:blipFill>
        <p:spPr>
          <a:xfrm>
            <a:off x="0" y="0"/>
            <a:ext cx="9144000" cy="6858000"/>
          </a:xfrm>
          <a:prstGeom prst="rect">
            <a:avLst/>
          </a:prstGeom>
          <a:ln w="0">
            <a:noFill/>
          </a:ln>
        </p:spPr>
      </p:pic>
      <p:pic>
        <p:nvPicPr>
          <p:cNvPr id="1099" name="" descr=""/>
          <p:cNvPicPr/>
          <p:nvPr/>
        </p:nvPicPr>
        <p:blipFill>
          <a:blip r:embed="rId2"/>
          <a:stretch/>
        </p:blipFill>
        <p:spPr>
          <a:xfrm>
            <a:off x="4648320" y="5432400"/>
            <a:ext cx="4495680" cy="1425600"/>
          </a:xfrm>
          <a:prstGeom prst="rect">
            <a:avLst/>
          </a:prstGeom>
          <a:ln w="0">
            <a:noFill/>
          </a:ln>
        </p:spPr>
      </p:pic>
      <p:sp>
        <p:nvSpPr>
          <p:cNvPr id="1100" name=""/>
          <p:cNvSpPr/>
          <p:nvPr/>
        </p:nvSpPr>
        <p:spPr>
          <a:xfrm>
            <a:off x="6400800" y="5867280"/>
            <a:ext cx="25146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is the floor.</a:t>
            </a:r>
            <a:endParaRPr b="0" lang="en-US" sz="1200" spc="-1" strike="noStrike">
              <a:solidFill>
                <a:srgbClr val="000000"/>
              </a:solidFill>
              <a:latin typeface="Arial"/>
            </a:endParaRPr>
          </a:p>
        </p:txBody>
      </p:sp>
      <p:sp>
        <p:nvSpPr>
          <p:cNvPr id="1101" name="">
            <a:hlinkClick r:id="rId3" action="ppaction://hlinksldjump"/>
          </p:cNvPr>
          <p:cNvSpPr/>
          <p:nvPr/>
        </p:nvSpPr>
        <p:spPr>
          <a:xfrm>
            <a:off x="8001000" y="304920"/>
            <a:ext cx="2743200" cy="5562360"/>
          </a:xfrm>
          <a:custGeom>
            <a:avLst/>
            <a:gdLst/>
            <a:ahLst/>
            <a:rect l="l" t="t" r="r" b="b"/>
            <a:pathLst>
              <a:path w="1728" h="3504">
                <a:moveTo>
                  <a:pt x="1598" y="448"/>
                </a:moveTo>
                <a:cubicBezTo>
                  <a:pt x="1435" y="439"/>
                  <a:pt x="1274" y="433"/>
                  <a:pt x="1113" y="411"/>
                </a:cubicBezTo>
                <a:cubicBezTo>
                  <a:pt x="1055" y="392"/>
                  <a:pt x="1059" y="338"/>
                  <a:pt x="994" y="338"/>
                </a:cubicBezTo>
                <a:lnTo>
                  <a:pt x="96" y="0"/>
                </a:lnTo>
                <a:lnTo>
                  <a:pt x="0" y="2592"/>
                </a:lnTo>
                <a:lnTo>
                  <a:pt x="816" y="3504"/>
                </a:lnTo>
                <a:lnTo>
                  <a:pt x="1728" y="3456"/>
                </a:lnTo>
                <a:lnTo>
                  <a:pt x="1598" y="448"/>
                </a:lnTo>
                <a:close/>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transition spd="slow">
    <p:fade thruBlk="true"/>
  </p:transition>
  <p:timing>
    <p:tnLst>
      <p:par>
        <p:cTn id="2876" dur="indefinite" restart="never" nodeType="tmRoot">
          <p:childTnLst>
            <p:seq>
              <p:cTn id="2877" dur="indefinite" nodeType="mainSeq">
                <p:childTnLst>
                  <p:par>
                    <p:cTn id="2878" fill="hold">
                      <p:stCondLst>
                        <p:cond delay="0"/>
                      </p:stCondLst>
                      <p:childTnLst>
                        <p:par>
                          <p:cTn id="2879" fill="hold">
                            <p:stCondLst>
                              <p:cond delay="0"/>
                            </p:stCondLst>
                            <p:childTnLst>
                              <p:par>
                                <p:cTn id="2880" nodeType="afterEffect" fill="hold" presetClass="entr" presetID="9">
                                  <p:stCondLst>
                                    <p:cond delay="2000"/>
                                  </p:stCondLst>
                                  <p:childTnLst>
                                    <p:set>
                                      <p:cBhvr>
                                        <p:cTn id="2881" dur="1" fill="hold">
                                          <p:stCondLst>
                                            <p:cond delay="0"/>
                                          </p:stCondLst>
                                        </p:cTn>
                                        <p:tgtEl>
                                          <p:spTgt spid="1099"/>
                                        </p:tgtEl>
                                        <p:attrNameLst>
                                          <p:attrName>style.visibility</p:attrName>
                                        </p:attrNameLst>
                                      </p:cBhvr>
                                      <p:to>
                                        <p:strVal val="visible"/>
                                      </p:to>
                                    </p:set>
                                    <p:animEffect filter="dissolve" transition="in">
                                      <p:cBhvr additive="repl">
                                        <p:cTn id="2882" dur="500"/>
                                        <p:tgtEl>
                                          <p:spTgt spid="1099"/>
                                        </p:tgtEl>
                                      </p:cBhvr>
                                    </p:animEffect>
                                  </p:childTnLst>
                                </p:cTn>
                              </p:par>
                            </p:childTnLst>
                          </p:cTn>
                        </p:par>
                        <p:par>
                          <p:cTn id="2883" fill="hold">
                            <p:stCondLst>
                              <p:cond delay="2500"/>
                            </p:stCondLst>
                            <p:childTnLst>
                              <p:par>
                                <p:cTn id="2884" nodeType="afterEffect" fill="hold" presetClass="entr" presetID="27">
                                  <p:stCondLst>
                                    <p:cond delay="0"/>
                                  </p:stCondLst>
                                  <p:iterate type="lt">
                                    <p:tmAbs val="40"/>
                                  </p:iterate>
                                  <p:childTnLst>
                                    <p:set>
                                      <p:cBhvr>
                                        <p:cTn id="2885" dur="1" fill="hold">
                                          <p:stCondLst>
                                            <p:cond delay="0"/>
                                          </p:stCondLst>
                                        </p:cTn>
                                        <p:tgtEl>
                                          <p:spTgt spid="1100"/>
                                        </p:tgtEl>
                                        <p:attrNameLst>
                                          <p:attrName>style.visibility</p:attrName>
                                        </p:attrNameLst>
                                      </p:cBhvr>
                                      <p:to>
                                        <p:strVal val="visible"/>
                                      </p:to>
                                    </p:set>
                                    <p:anim calcmode="discrete" valueType="clr">
                                      <p:cBhvr additive="repl">
                                        <p:cTn id="2886" dur="80"/>
                                        <p:tgtEl>
                                          <p:spTgt spid="1100"/>
                                        </p:tgtEl>
                                        <p:attrNameLst>
                                          <p:attrName>style.color</p:attrName>
                                        </p:attrNameLst>
                                      </p:cBhvr>
                                      <p:tavLst>
                                        <p:tav tm="0">
                                          <p:val>
                                            <p:strVal val="rgb(-103,51,51)"/>
                                          </p:val>
                                        </p:tav>
                                        <p:tav tm="50000">
                                          <p:val>
                                            <p:strVal val="rgb(-103,-103,0)"/>
                                          </p:val>
                                        </p:tav>
                                      </p:tavLst>
                                    </p:anim>
                                    <p:anim calcmode="discrete" valueType="clr">
                                      <p:cBhvr additive="repl">
                                        <p:cTn id="2887" dur="80"/>
                                        <p:tgtEl>
                                          <p:spTgt spid="1100"/>
                                        </p:tgtEl>
                                        <p:attrNameLst>
                                          <p:attrName>fillcolor</p:attrName>
                                        </p:attrNameLst>
                                      </p:cBhvr>
                                      <p:tavLst>
                                        <p:tav tm="0">
                                          <p:val>
                                            <p:strVal val="rgb(-103,51,51)"/>
                                          </p:val>
                                        </p:tav>
                                        <p:tav tm="50000">
                                          <p:val>
                                            <p:strVal val="rgb(-103,-103,0)"/>
                                          </p:val>
                                        </p:tav>
                                      </p:tavLst>
                                    </p:anim>
                                    <p:set>
                                      <p:cBhvr>
                                        <p:cTn id="2888" dur="80"/>
                                        <p:tgtEl>
                                          <p:spTgt spid="1100"/>
                                        </p:tgtEl>
                                        <p:attrNameLst>
                                          <p:attrName>fill.type</p:attrName>
                                        </p:attrNameLst>
                                      </p:cBhvr>
                                      <p:to>
                                        <p:strVal val="solid"/>
                                      </p:to>
                                    </p:set>
                                  </p:childTnLst>
                                </p:cTn>
                              </p:par>
                            </p:childTnLst>
                          </p:cTn>
                        </p:par>
                        <p:par>
                          <p:cTn id="2889" fill="hold">
                            <p:stCondLst>
                              <p:cond delay="3140"/>
                            </p:stCondLst>
                            <p:childTnLst>
                              <p:par>
                                <p:cTn id="2890" nodeType="afterEffect" fill="hold" presetClass="entr" presetID="1">
                                  <p:stCondLst>
                                    <p:cond delay="0"/>
                                  </p:stCondLst>
                                  <p:childTnLst>
                                    <p:set>
                                      <p:cBhvr>
                                        <p:cTn id="2891" dur="1" fill="hold">
                                          <p:stCondLst>
                                            <p:cond delay="0"/>
                                          </p:stCondLst>
                                        </p:cTn>
                                        <p:tgtEl>
                                          <p:spTgt spid="1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02" name="" descr=""/>
          <p:cNvPicPr/>
          <p:nvPr/>
        </p:nvPicPr>
        <p:blipFill>
          <a:blip r:embed="rId1"/>
          <a:stretch/>
        </p:blipFill>
        <p:spPr>
          <a:xfrm>
            <a:off x="0" y="0"/>
            <a:ext cx="9144000" cy="6858000"/>
          </a:xfrm>
          <a:prstGeom prst="rect">
            <a:avLst/>
          </a:prstGeom>
          <a:ln w="0">
            <a:noFill/>
          </a:ln>
        </p:spPr>
      </p:pic>
      <p:pic>
        <p:nvPicPr>
          <p:cNvPr id="1103" name="" descr=""/>
          <p:cNvPicPr/>
          <p:nvPr/>
        </p:nvPicPr>
        <p:blipFill>
          <a:blip r:embed="rId2"/>
          <a:stretch/>
        </p:blipFill>
        <p:spPr>
          <a:xfrm>
            <a:off x="4648320" y="5432400"/>
            <a:ext cx="4495680" cy="1425600"/>
          </a:xfrm>
          <a:prstGeom prst="rect">
            <a:avLst/>
          </a:prstGeom>
          <a:ln w="0">
            <a:noFill/>
          </a:ln>
        </p:spPr>
      </p:pic>
      <p:sp>
        <p:nvSpPr>
          <p:cNvPr id="1104" name=""/>
          <p:cNvSpPr/>
          <p:nvPr/>
        </p:nvSpPr>
        <p:spPr>
          <a:xfrm>
            <a:off x="6400800" y="5867280"/>
            <a:ext cx="25146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Room 323…</a:t>
            </a:r>
            <a:endParaRPr b="0" lang="en-US" sz="1200" spc="-1" strike="noStrike">
              <a:solidFill>
                <a:srgbClr val="000000"/>
              </a:solidFill>
              <a:latin typeface="Arial"/>
            </a:endParaRPr>
          </a:p>
        </p:txBody>
      </p:sp>
      <p:sp>
        <p:nvSpPr>
          <p:cNvPr id="1105" name="">
            <a:hlinkClick r:id="rId3" action="ppaction://hlinksldjump"/>
          </p:cNvPr>
          <p:cNvSpPr/>
          <p:nvPr/>
        </p:nvSpPr>
        <p:spPr>
          <a:xfrm>
            <a:off x="2975040" y="-76320"/>
            <a:ext cx="530280" cy="2590920"/>
          </a:xfrm>
          <a:custGeom>
            <a:avLst/>
            <a:gdLst/>
            <a:ahLst/>
            <a:rect l="l" t="t" r="r" b="b"/>
            <a:pathLst>
              <a:path w="334" h="1632">
                <a:moveTo>
                  <a:pt x="0" y="213"/>
                </a:moveTo>
                <a:cubicBezTo>
                  <a:pt x="25" y="208"/>
                  <a:pt x="55" y="212"/>
                  <a:pt x="73" y="194"/>
                </a:cubicBezTo>
                <a:cubicBezTo>
                  <a:pt x="78" y="189"/>
                  <a:pt x="89" y="144"/>
                  <a:pt x="92" y="139"/>
                </a:cubicBezTo>
                <a:cubicBezTo>
                  <a:pt x="121" y="95"/>
                  <a:pt x="119" y="128"/>
                  <a:pt x="119" y="103"/>
                </a:cubicBezTo>
                <a:lnTo>
                  <a:pt x="334" y="0"/>
                </a:lnTo>
                <a:lnTo>
                  <a:pt x="334" y="1248"/>
                </a:lnTo>
                <a:lnTo>
                  <a:pt x="94" y="1584"/>
                </a:lnTo>
                <a:lnTo>
                  <a:pt x="46" y="1632"/>
                </a:lnTo>
                <a:lnTo>
                  <a:pt x="0" y="213"/>
                </a:lnTo>
                <a:close/>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timing>
    <p:tnLst>
      <p:par>
        <p:cTn id="2892" dur="indefinite" restart="never" nodeType="tmRoot">
          <p:childTnLst>
            <p:seq>
              <p:cTn id="2893" dur="indefinite" nodeType="mainSeq">
                <p:childTnLst>
                  <p:par>
                    <p:cTn id="2894" fill="hold">
                      <p:stCondLst>
                        <p:cond delay="0"/>
                      </p:stCondLst>
                      <p:childTnLst>
                        <p:par>
                          <p:cTn id="2895" fill="hold">
                            <p:stCondLst>
                              <p:cond delay="0"/>
                            </p:stCondLst>
                            <p:childTnLst>
                              <p:par>
                                <p:cTn id="2896" nodeType="afterEffect" fill="hold" presetClass="entr" presetID="9">
                                  <p:stCondLst>
                                    <p:cond delay="1000"/>
                                  </p:stCondLst>
                                  <p:childTnLst>
                                    <p:set>
                                      <p:cBhvr>
                                        <p:cTn id="2897" dur="1" fill="hold">
                                          <p:stCondLst>
                                            <p:cond delay="0"/>
                                          </p:stCondLst>
                                        </p:cTn>
                                        <p:tgtEl>
                                          <p:spTgt spid="1103"/>
                                        </p:tgtEl>
                                        <p:attrNameLst>
                                          <p:attrName>style.visibility</p:attrName>
                                        </p:attrNameLst>
                                      </p:cBhvr>
                                      <p:to>
                                        <p:strVal val="visible"/>
                                      </p:to>
                                    </p:set>
                                    <p:animEffect filter="dissolve" transition="in">
                                      <p:cBhvr additive="repl">
                                        <p:cTn id="2898" dur="500"/>
                                        <p:tgtEl>
                                          <p:spTgt spid="1103"/>
                                        </p:tgtEl>
                                      </p:cBhvr>
                                    </p:animEffect>
                                  </p:childTnLst>
                                </p:cTn>
                              </p:par>
                            </p:childTnLst>
                          </p:cTn>
                        </p:par>
                        <p:par>
                          <p:cTn id="2899" fill="hold">
                            <p:stCondLst>
                              <p:cond delay="1500"/>
                            </p:stCondLst>
                            <p:childTnLst>
                              <p:par>
                                <p:cTn id="2900" nodeType="afterEffect" fill="hold" presetClass="entr" presetID="27">
                                  <p:stCondLst>
                                    <p:cond delay="0"/>
                                  </p:stCondLst>
                                  <p:iterate type="lt">
                                    <p:tmAbs val="40"/>
                                  </p:iterate>
                                  <p:childTnLst>
                                    <p:set>
                                      <p:cBhvr>
                                        <p:cTn id="2901" dur="1" fill="hold">
                                          <p:stCondLst>
                                            <p:cond delay="0"/>
                                          </p:stCondLst>
                                        </p:cTn>
                                        <p:tgtEl>
                                          <p:spTgt spid="1104"/>
                                        </p:tgtEl>
                                        <p:attrNameLst>
                                          <p:attrName>style.visibility</p:attrName>
                                        </p:attrNameLst>
                                      </p:cBhvr>
                                      <p:to>
                                        <p:strVal val="visible"/>
                                      </p:to>
                                    </p:set>
                                    <p:anim calcmode="discrete" valueType="clr">
                                      <p:cBhvr additive="repl">
                                        <p:cTn id="2902" dur="80"/>
                                        <p:tgtEl>
                                          <p:spTgt spid="1104"/>
                                        </p:tgtEl>
                                        <p:attrNameLst>
                                          <p:attrName>style.color</p:attrName>
                                        </p:attrNameLst>
                                      </p:cBhvr>
                                      <p:tavLst>
                                        <p:tav tm="0">
                                          <p:val>
                                            <p:strVal val="rgb(-103,51,51)"/>
                                          </p:val>
                                        </p:tav>
                                        <p:tav tm="50000">
                                          <p:val>
                                            <p:strVal val="rgb(-103,-103,0)"/>
                                          </p:val>
                                        </p:tav>
                                      </p:tavLst>
                                    </p:anim>
                                    <p:anim calcmode="discrete" valueType="clr">
                                      <p:cBhvr additive="repl">
                                        <p:cTn id="2903" dur="80"/>
                                        <p:tgtEl>
                                          <p:spTgt spid="1104"/>
                                        </p:tgtEl>
                                        <p:attrNameLst>
                                          <p:attrName>fillcolor</p:attrName>
                                        </p:attrNameLst>
                                      </p:cBhvr>
                                      <p:tavLst>
                                        <p:tav tm="0">
                                          <p:val>
                                            <p:strVal val="rgb(-103,51,51)"/>
                                          </p:val>
                                        </p:tav>
                                        <p:tav tm="50000">
                                          <p:val>
                                            <p:strVal val="rgb(-103,-103,0)"/>
                                          </p:val>
                                        </p:tav>
                                      </p:tavLst>
                                    </p:anim>
                                    <p:set>
                                      <p:cBhvr>
                                        <p:cTn id="2904" dur="80"/>
                                        <p:tgtEl>
                                          <p:spTgt spid="1104"/>
                                        </p:tgtEl>
                                        <p:attrNameLst>
                                          <p:attrName>fill.type</p:attrName>
                                        </p:attrNameLst>
                                      </p:cBhvr>
                                      <p:to>
                                        <p:strVal val="solid"/>
                                      </p:to>
                                    </p:set>
                                  </p:childTnLst>
                                </p:cTn>
                              </p:par>
                            </p:childTnLst>
                          </p:cTn>
                        </p:par>
                        <p:par>
                          <p:cTn id="2905" fill="hold">
                            <p:stCondLst>
                              <p:cond delay="1860"/>
                            </p:stCondLst>
                            <p:childTnLst>
                              <p:par>
                                <p:cTn id="2906" nodeType="afterEffect" fill="hold" presetClass="entr" presetID="1">
                                  <p:stCondLst>
                                    <p:cond delay="0"/>
                                  </p:stCondLst>
                                  <p:childTnLst>
                                    <p:set>
                                      <p:cBhvr>
                                        <p:cTn id="2907" dur="1" fill="hold">
                                          <p:stCondLst>
                                            <p:cond delay="0"/>
                                          </p:stCondLst>
                                        </p:cTn>
                                        <p:tgtEl>
                                          <p:spTgt spid="1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06" name="" descr=""/>
          <p:cNvPicPr/>
          <p:nvPr/>
        </p:nvPicPr>
        <p:blipFill>
          <a:blip r:embed="rId1"/>
          <a:stretch/>
        </p:blipFill>
        <p:spPr>
          <a:xfrm>
            <a:off x="0" y="0"/>
            <a:ext cx="9144000" cy="6858000"/>
          </a:xfrm>
          <a:prstGeom prst="rect">
            <a:avLst/>
          </a:prstGeom>
          <a:ln w="0">
            <a:noFill/>
          </a:ln>
        </p:spPr>
      </p:pic>
      <p:pic>
        <p:nvPicPr>
          <p:cNvPr id="1107" name="" descr=""/>
          <p:cNvPicPr/>
          <p:nvPr/>
        </p:nvPicPr>
        <p:blipFill>
          <a:blip r:embed="rId2"/>
          <a:stretch/>
        </p:blipFill>
        <p:spPr>
          <a:xfrm>
            <a:off x="3505320" y="5070600"/>
            <a:ext cx="5638680" cy="1787400"/>
          </a:xfrm>
          <a:prstGeom prst="rect">
            <a:avLst/>
          </a:prstGeom>
          <a:ln w="0">
            <a:noFill/>
          </a:ln>
        </p:spPr>
      </p:pic>
      <p:sp>
        <p:nvSpPr>
          <p:cNvPr id="1108" name=""/>
          <p:cNvSpPr/>
          <p:nvPr/>
        </p:nvSpPr>
        <p:spPr>
          <a:xfrm>
            <a:off x="5638680" y="5562720"/>
            <a:ext cx="2514600" cy="3988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a:t>
            </a:r>
            <a:endParaRPr b="0" lang="en-US" sz="2000" spc="-1" strike="noStrike">
              <a:solidFill>
                <a:srgbClr val="000000"/>
              </a:solidFill>
              <a:latin typeface="Arial"/>
            </a:endParaRPr>
          </a:p>
        </p:txBody>
      </p:sp>
      <p:sp>
        <p:nvSpPr>
          <p:cNvPr id="1109" name=""/>
          <p:cNvSpPr/>
          <p:nvPr/>
        </p:nvSpPr>
        <p:spPr>
          <a:xfrm>
            <a:off x="5638680" y="5562720"/>
            <a:ext cx="266724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Someone's here!!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transition spd="slow" advTm="5000">
    <p:fade thruBlk="true"/>
  </p:transition>
  <p:timing>
    <p:tnLst>
      <p:par>
        <p:cTn id="2908" dur="indefinite" restart="never" nodeType="tmRoot">
          <p:childTnLst>
            <p:seq>
              <p:cTn id="2909" dur="indefinite" nodeType="mainSeq">
                <p:childTnLst>
                  <p:par>
                    <p:cTn id="2910" fill="hold">
                      <p:stCondLst>
                        <p:cond delay="0"/>
                      </p:stCondLst>
                      <p:childTnLst>
                        <p:par>
                          <p:cTn id="2911" fill="hold">
                            <p:stCondLst>
                              <p:cond delay="0"/>
                            </p:stCondLst>
                            <p:childTnLst>
                              <p:par>
                                <p:cTn id="2912" nodeType="afterEffect" fill="hold" presetClass="entr" presetID="9">
                                  <p:stCondLst>
                                    <p:cond delay="0"/>
                                  </p:stCondLst>
                                  <p:childTnLst>
                                    <p:set>
                                      <p:cBhvr>
                                        <p:cTn id="2913" dur="1" fill="hold">
                                          <p:stCondLst>
                                            <p:cond delay="0"/>
                                          </p:stCondLst>
                                        </p:cTn>
                                        <p:tgtEl>
                                          <p:spTgt spid="1107"/>
                                        </p:tgtEl>
                                        <p:attrNameLst>
                                          <p:attrName>style.visibility</p:attrName>
                                        </p:attrNameLst>
                                      </p:cBhvr>
                                      <p:to>
                                        <p:strVal val="visible"/>
                                      </p:to>
                                    </p:set>
                                    <p:animEffect filter="dissolve" transition="in">
                                      <p:cBhvr additive="repl">
                                        <p:cTn id="2914" dur="500"/>
                                        <p:tgtEl>
                                          <p:spTgt spid="1107"/>
                                        </p:tgtEl>
                                      </p:cBhvr>
                                    </p:animEffect>
                                  </p:childTnLst>
                                </p:cTn>
                              </p:par>
                            </p:childTnLst>
                          </p:cTn>
                        </p:par>
                        <p:par>
                          <p:cTn id="2915" fill="hold">
                            <p:stCondLst>
                              <p:cond delay="500"/>
                            </p:stCondLst>
                            <p:childTnLst>
                              <p:par>
                                <p:cTn id="2916" nodeType="afterEffect" fill="hold" presetClass="entr" presetID="1" repeatCount="1000">
                                  <p:stCondLst>
                                    <p:cond delay="0"/>
                                  </p:stCondLst>
                                  <p:childTnLst>
                                    <p:set>
                                      <p:cBhvr>
                                        <p:cTn id="2917" dur="1" fill="hold">
                                          <p:stCondLst>
                                            <p:cond delay="0"/>
                                          </p:stCondLst>
                                        </p:cTn>
                                        <p:tgtEl>
                                          <p:spTgt spid="1108"/>
                                        </p:tgtEl>
                                        <p:attrNameLst>
                                          <p:attrName>style.visibility</p:attrName>
                                        </p:attrNameLst>
                                      </p:cBhvr>
                                      <p:to>
                                        <p:strVal val="visible"/>
                                      </p:to>
                                    </p:set>
                                  </p:childTnLst>
                                </p:cTn>
                              </p:par>
                            </p:childTnLst>
                          </p:cTn>
                        </p:par>
                        <p:par>
                          <p:cTn id="2918" fill="hold">
                            <p:stCondLst>
                              <p:cond delay="500"/>
                            </p:stCondLst>
                            <p:childTnLst>
                              <p:par>
                                <p:cTn id="2919" nodeType="afterEffect" fill="hold" presetClass="entr" presetID="1" repeatCount="1000">
                                  <p:stCondLst>
                                    <p:cond delay="1500"/>
                                  </p:stCondLst>
                                  <p:childTnLst>
                                    <p:set>
                                      <p:cBhvr>
                                        <p:cTn id="2920" dur="1" fill="hold">
                                          <p:stCondLst>
                                            <p:cond delay="0"/>
                                          </p:stCondLst>
                                        </p:cTn>
                                        <p:tgtEl>
                                          <p:spTgt spid="1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10" name="" descr=""/>
          <p:cNvPicPr/>
          <p:nvPr/>
        </p:nvPicPr>
        <p:blipFill>
          <a:blip r:embed="rId1"/>
          <a:stretch/>
        </p:blipFill>
        <p:spPr>
          <a:xfrm>
            <a:off x="0" y="0"/>
            <a:ext cx="9144000" cy="6858000"/>
          </a:xfrm>
          <a:prstGeom prst="rect">
            <a:avLst/>
          </a:prstGeom>
          <a:ln w="0">
            <a:noFill/>
          </a:ln>
        </p:spPr>
      </p:pic>
      <p:pic>
        <p:nvPicPr>
          <p:cNvPr id="1111" name="" descr=""/>
          <p:cNvPicPr/>
          <p:nvPr/>
        </p:nvPicPr>
        <p:blipFill>
          <a:blip r:embed="rId2"/>
          <a:stretch/>
        </p:blipFill>
        <p:spPr>
          <a:xfrm>
            <a:off x="3505320" y="5095800"/>
            <a:ext cx="5638680" cy="1762200"/>
          </a:xfrm>
          <a:prstGeom prst="rect">
            <a:avLst/>
          </a:prstGeom>
          <a:ln w="0">
            <a:noFill/>
          </a:ln>
        </p:spPr>
      </p:pic>
      <p:sp>
        <p:nvSpPr>
          <p:cNvPr id="1112" name=""/>
          <p:cNvSpPr/>
          <p:nvPr/>
        </p:nvSpPr>
        <p:spPr>
          <a:xfrm>
            <a:off x="5715000" y="5562720"/>
            <a:ext cx="266688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Someone's here!!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13" name="" descr=""/>
          <p:cNvPicPr/>
          <p:nvPr/>
        </p:nvPicPr>
        <p:blipFill>
          <a:blip r:embed="rId1"/>
          <a:stretch/>
        </p:blipFill>
        <p:spPr>
          <a:xfrm>
            <a:off x="0" y="0"/>
            <a:ext cx="9144000" cy="6858000"/>
          </a:xfrm>
          <a:prstGeom prst="rect">
            <a:avLst/>
          </a:prstGeom>
          <a:ln w="0">
            <a:noFill/>
          </a:ln>
        </p:spPr>
      </p:pic>
      <p:pic>
        <p:nvPicPr>
          <p:cNvPr id="1114" name="" descr=""/>
          <p:cNvPicPr/>
          <p:nvPr/>
        </p:nvPicPr>
        <p:blipFill>
          <a:blip r:embed="rId2"/>
          <a:stretch/>
        </p:blipFill>
        <p:spPr>
          <a:xfrm>
            <a:off x="3505320" y="5070600"/>
            <a:ext cx="5638680" cy="1787400"/>
          </a:xfrm>
          <a:prstGeom prst="rect">
            <a:avLst/>
          </a:prstGeom>
          <a:ln w="0">
            <a:noFill/>
          </a:ln>
        </p:spPr>
      </p:pic>
      <p:sp>
        <p:nvSpPr>
          <p:cNvPr id="1115" name=""/>
          <p:cNvSpPr/>
          <p:nvPr/>
        </p:nvSpPr>
        <p:spPr>
          <a:xfrm>
            <a:off x="5638680" y="5562720"/>
            <a:ext cx="266724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Someone's here!!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transition spd="slow" advTm="0">
    <p:fade/>
  </p:transition>
  <p:timing>
    <p:tnLst>
      <p:par>
        <p:cTn id="2921" dur="indefinite" restart="never" nodeType="tmRoot">
          <p:childTnLst>
            <p:seq>
              <p:cTn id="2922" dur="indefinite" nodeType="mainSeq">
                <p:childTnLst>
                  <p:par>
                    <p:cTn id="2923" fill="hold">
                      <p:stCondLst>
                        <p:cond delay="0"/>
                      </p:stCondLst>
                      <p:childTnLst>
                        <p:par>
                          <p:cTn id="2924" fill="hold">
                            <p:stCondLst>
                              <p:cond delay="0"/>
                            </p:stCondLst>
                            <p:childTnLst>
                              <p:par>
                                <p:cTn id="2925" nodeType="afterEffect" fill="hold" presetClass="exit" presetID="1" repeatCount="1000">
                                  <p:stCondLst>
                                    <p:cond delay="0"/>
                                  </p:stCondLst>
                                  <p:childTnLst>
                                    <p:set>
                                      <p:cBhvr>
                                        <p:cTn id="2926" dur="1" fill="hold">
                                          <p:stCondLst>
                                            <p:cond delay="0"/>
                                          </p:stCondLst>
                                        </p:cTn>
                                        <p:tgtEl>
                                          <p:spTgt spid="1114"/>
                                        </p:tgtEl>
                                        <p:attrNameLst>
                                          <p:attrName>style.visibility</p:attrName>
                                        </p:attrNameLst>
                                      </p:cBhvr>
                                      <p:to>
                                        <p:strVal val="hidden"/>
                                      </p:to>
                                    </p:set>
                                  </p:childTnLst>
                                </p:cTn>
                              </p:par>
                              <p:par>
                                <p:cTn id="2927" nodeType="withEffect" fill="hold" presetClass="exit" presetID="1" repeatCount="1000">
                                  <p:stCondLst>
                                    <p:cond delay="0"/>
                                  </p:stCondLst>
                                  <p:childTnLst>
                                    <p:set>
                                      <p:cBhvr>
                                        <p:cTn id="2928" dur="1" fill="hold">
                                          <p:stCondLst>
                                            <p:cond delay="0"/>
                                          </p:stCondLst>
                                        </p:cTn>
                                        <p:tgtEl>
                                          <p:spTgt spid="111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16" name="" descr=""/>
          <p:cNvPicPr/>
          <p:nvPr/>
        </p:nvPicPr>
        <p:blipFill>
          <a:blip r:embed="rId1"/>
          <a:stretch/>
        </p:blipFill>
        <p:spPr>
          <a:xfrm>
            <a:off x="0" y="0"/>
            <a:ext cx="9144000" cy="6858000"/>
          </a:xfrm>
          <a:prstGeom prst="rect">
            <a:avLst/>
          </a:prstGeom>
          <a:ln w="0">
            <a:noFill/>
          </a:ln>
        </p:spPr>
      </p:pic>
      <p:pic>
        <p:nvPicPr>
          <p:cNvPr id="1117" name="" descr=""/>
          <p:cNvPicPr/>
          <p:nvPr/>
        </p:nvPicPr>
        <p:blipFill>
          <a:blip r:embed="rId2"/>
          <a:stretch/>
        </p:blipFill>
        <p:spPr>
          <a:xfrm>
            <a:off x="1447920" y="1066680"/>
            <a:ext cx="3200400" cy="1589040"/>
          </a:xfrm>
          <a:prstGeom prst="rect">
            <a:avLst/>
          </a:prstGeom>
          <a:ln w="0">
            <a:noFill/>
          </a:ln>
        </p:spPr>
      </p:pic>
      <p:sp>
        <p:nvSpPr>
          <p:cNvPr id="1118" name=""/>
          <p:cNvSpPr/>
          <p:nvPr/>
        </p:nvSpPr>
        <p:spPr>
          <a:xfrm>
            <a:off x="1600200" y="1600200"/>
            <a:ext cx="266688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guess I can assume you know why I’m here. Sit down, and maybe we can have a chat.</a:t>
            </a:r>
            <a:endParaRPr b="0" lang="en-US" sz="1200" spc="-1" strike="noStrike">
              <a:solidFill>
                <a:srgbClr val="000000"/>
              </a:solidFill>
              <a:latin typeface="Arial"/>
            </a:endParaRPr>
          </a:p>
        </p:txBody>
      </p:sp>
      <p:pic>
        <p:nvPicPr>
          <p:cNvPr id="1119" name="" descr=""/>
          <p:cNvPicPr/>
          <p:nvPr/>
        </p:nvPicPr>
        <p:blipFill>
          <a:blip r:embed="rId3"/>
          <a:stretch/>
        </p:blipFill>
        <p:spPr>
          <a:xfrm>
            <a:off x="3505320" y="5029200"/>
            <a:ext cx="5638680" cy="1789200"/>
          </a:xfrm>
          <a:prstGeom prst="rect">
            <a:avLst/>
          </a:prstGeom>
          <a:ln w="0">
            <a:noFill/>
          </a:ln>
        </p:spPr>
      </p:pic>
      <p:sp>
        <p:nvSpPr>
          <p:cNvPr id="1120" name=""/>
          <p:cNvSpPr/>
          <p:nvPr/>
        </p:nvSpPr>
        <p:spPr>
          <a:xfrm>
            <a:off x="5638680" y="556272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 you!</a:t>
            </a:r>
            <a:endParaRPr b="0" lang="en-US" sz="1200" spc="-1" strike="noStrike">
              <a:solidFill>
                <a:srgbClr val="000000"/>
              </a:solidFill>
              <a:latin typeface="Arial"/>
            </a:endParaRPr>
          </a:p>
        </p:txBody>
      </p:sp>
      <p:sp>
        <p:nvSpPr>
          <p:cNvPr id="1121" name="">
            <a:hlinkClick r:id="rId4" action="ppaction://hlinksldjump"/>
          </p:cNvPr>
          <p:cNvSpPr/>
          <p:nvPr/>
        </p:nvSpPr>
        <p:spPr>
          <a:xfrm>
            <a:off x="8077320" y="1523880"/>
            <a:ext cx="685800" cy="6858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122" name="">
            <a:hlinkClick r:id="rId5" action="ppaction://hlinksldjump"/>
          </p:cNvPr>
          <p:cNvSpPr/>
          <p:nvPr/>
        </p:nvSpPr>
        <p:spPr>
          <a:xfrm>
            <a:off x="4724280" y="0"/>
            <a:ext cx="762120" cy="35053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2929" dur="indefinite" restart="never" nodeType="tmRoot">
          <p:childTnLst>
            <p:seq>
              <p:cTn id="2930" dur="indefinite" nodeType="mainSeq">
                <p:childTnLst>
                  <p:par>
                    <p:cTn id="2931" fill="hold">
                      <p:stCondLst>
                        <p:cond delay="0"/>
                      </p:stCondLst>
                      <p:childTnLst>
                        <p:par>
                          <p:cTn id="2932" fill="hold">
                            <p:stCondLst>
                              <p:cond delay="0"/>
                            </p:stCondLst>
                            <p:childTnLst>
                              <p:par>
                                <p:cTn id="2933" nodeType="afterEffect" fill="hold" presetClass="entr" presetID="9">
                                  <p:stCondLst>
                                    <p:cond delay="1500"/>
                                  </p:stCondLst>
                                  <p:childTnLst>
                                    <p:set>
                                      <p:cBhvr>
                                        <p:cTn id="2934" dur="1" fill="hold">
                                          <p:stCondLst>
                                            <p:cond delay="0"/>
                                          </p:stCondLst>
                                        </p:cTn>
                                        <p:tgtEl>
                                          <p:spTgt spid="1119"/>
                                        </p:tgtEl>
                                        <p:attrNameLst>
                                          <p:attrName>style.visibility</p:attrName>
                                        </p:attrNameLst>
                                      </p:cBhvr>
                                      <p:to>
                                        <p:strVal val="visible"/>
                                      </p:to>
                                    </p:set>
                                    <p:animEffect filter="dissolve" transition="in">
                                      <p:cBhvr additive="repl">
                                        <p:cTn id="2935" dur="500"/>
                                        <p:tgtEl>
                                          <p:spTgt spid="1119"/>
                                        </p:tgtEl>
                                      </p:cBhvr>
                                    </p:animEffect>
                                  </p:childTnLst>
                                </p:cTn>
                              </p:par>
                            </p:childTnLst>
                          </p:cTn>
                        </p:par>
                        <p:par>
                          <p:cTn id="2936" fill="hold">
                            <p:stCondLst>
                              <p:cond delay="2000"/>
                            </p:stCondLst>
                            <p:childTnLst>
                              <p:par>
                                <p:cTn id="2937" nodeType="afterEffect" fill="hold" presetClass="entr" presetID="27">
                                  <p:stCondLst>
                                    <p:cond delay="0"/>
                                  </p:stCondLst>
                                  <p:iterate type="lt">
                                    <p:tmAbs val="40"/>
                                  </p:iterate>
                                  <p:childTnLst>
                                    <p:set>
                                      <p:cBhvr>
                                        <p:cTn id="2938" dur="1" fill="hold">
                                          <p:stCondLst>
                                            <p:cond delay="0"/>
                                          </p:stCondLst>
                                        </p:cTn>
                                        <p:tgtEl>
                                          <p:spTgt spid="1120"/>
                                        </p:tgtEl>
                                        <p:attrNameLst>
                                          <p:attrName>style.visibility</p:attrName>
                                        </p:attrNameLst>
                                      </p:cBhvr>
                                      <p:to>
                                        <p:strVal val="visible"/>
                                      </p:to>
                                    </p:set>
                                    <p:anim calcmode="discrete" valueType="clr">
                                      <p:cBhvr additive="repl">
                                        <p:cTn id="2939" dur="80"/>
                                        <p:tgtEl>
                                          <p:spTgt spid="1120"/>
                                        </p:tgtEl>
                                        <p:attrNameLst>
                                          <p:attrName>style.color</p:attrName>
                                        </p:attrNameLst>
                                      </p:cBhvr>
                                      <p:tavLst>
                                        <p:tav tm="0">
                                          <p:val>
                                            <p:strVal val="rgb(-103,51,51)"/>
                                          </p:val>
                                        </p:tav>
                                        <p:tav tm="50000">
                                          <p:val>
                                            <p:strVal val="rgb(-103,-103,0)"/>
                                          </p:val>
                                        </p:tav>
                                      </p:tavLst>
                                    </p:anim>
                                    <p:anim calcmode="discrete" valueType="clr">
                                      <p:cBhvr additive="repl">
                                        <p:cTn id="2940" dur="80"/>
                                        <p:tgtEl>
                                          <p:spTgt spid="1120"/>
                                        </p:tgtEl>
                                        <p:attrNameLst>
                                          <p:attrName>fillcolor</p:attrName>
                                        </p:attrNameLst>
                                      </p:cBhvr>
                                      <p:tavLst>
                                        <p:tav tm="0">
                                          <p:val>
                                            <p:strVal val="rgb(-103,51,51)"/>
                                          </p:val>
                                        </p:tav>
                                        <p:tav tm="50000">
                                          <p:val>
                                            <p:strVal val="rgb(-103,-103,0)"/>
                                          </p:val>
                                        </p:tav>
                                      </p:tavLst>
                                    </p:anim>
                                    <p:set>
                                      <p:cBhvr>
                                        <p:cTn id="2941" dur="80"/>
                                        <p:tgtEl>
                                          <p:spTgt spid="1120"/>
                                        </p:tgtEl>
                                        <p:attrNameLst>
                                          <p:attrName>fill.type</p:attrName>
                                        </p:attrNameLst>
                                      </p:cBhvr>
                                      <p:to>
                                        <p:strVal val="solid"/>
                                      </p:to>
                                    </p:set>
                                  </p:childTnLst>
                                </p:cTn>
                              </p:par>
                            </p:childTnLst>
                          </p:cTn>
                        </p:par>
                        <p:par>
                          <p:cTn id="2942" fill="hold">
                            <p:stCondLst>
                              <p:cond delay="2280"/>
                            </p:stCondLst>
                            <p:childTnLst>
                              <p:par>
                                <p:cTn id="2943" nodeType="afterEffect" fill="hold" presetClass="entr" presetID="9">
                                  <p:stCondLst>
                                    <p:cond delay="1000"/>
                                  </p:stCondLst>
                                  <p:childTnLst>
                                    <p:set>
                                      <p:cBhvr>
                                        <p:cTn id="2944" dur="1" fill="hold">
                                          <p:stCondLst>
                                            <p:cond delay="0"/>
                                          </p:stCondLst>
                                        </p:cTn>
                                        <p:tgtEl>
                                          <p:spTgt spid="1117"/>
                                        </p:tgtEl>
                                        <p:attrNameLst>
                                          <p:attrName>style.visibility</p:attrName>
                                        </p:attrNameLst>
                                      </p:cBhvr>
                                      <p:to>
                                        <p:strVal val="visible"/>
                                      </p:to>
                                    </p:set>
                                    <p:animEffect filter="dissolve" transition="in">
                                      <p:cBhvr additive="repl">
                                        <p:cTn id="2945" dur="500"/>
                                        <p:tgtEl>
                                          <p:spTgt spid="1117"/>
                                        </p:tgtEl>
                                      </p:cBhvr>
                                    </p:animEffect>
                                  </p:childTnLst>
                                </p:cTn>
                              </p:par>
                            </p:childTnLst>
                          </p:cTn>
                        </p:par>
                        <p:par>
                          <p:cTn id="2946" fill="hold">
                            <p:stCondLst>
                              <p:cond delay="3780"/>
                            </p:stCondLst>
                            <p:childTnLst>
                              <p:par>
                                <p:cTn id="2947" nodeType="afterEffect" fill="hold" presetClass="entr" presetID="27">
                                  <p:stCondLst>
                                    <p:cond delay="0"/>
                                  </p:stCondLst>
                                  <p:iterate type="lt">
                                    <p:tmAbs val="40"/>
                                  </p:iterate>
                                  <p:childTnLst>
                                    <p:set>
                                      <p:cBhvr>
                                        <p:cTn id="2948" dur="1" fill="hold">
                                          <p:stCondLst>
                                            <p:cond delay="0"/>
                                          </p:stCondLst>
                                        </p:cTn>
                                        <p:tgtEl>
                                          <p:spTgt spid="1118"/>
                                        </p:tgtEl>
                                        <p:attrNameLst>
                                          <p:attrName>style.visibility</p:attrName>
                                        </p:attrNameLst>
                                      </p:cBhvr>
                                      <p:to>
                                        <p:strVal val="visible"/>
                                      </p:to>
                                    </p:set>
                                    <p:anim calcmode="discrete" valueType="clr">
                                      <p:cBhvr additive="repl">
                                        <p:cTn id="2949" dur="80"/>
                                        <p:tgtEl>
                                          <p:spTgt spid="1118"/>
                                        </p:tgtEl>
                                        <p:attrNameLst>
                                          <p:attrName>style.color</p:attrName>
                                        </p:attrNameLst>
                                      </p:cBhvr>
                                      <p:tavLst>
                                        <p:tav tm="0">
                                          <p:val>
                                            <p:strVal val="rgb(-103,51,51)"/>
                                          </p:val>
                                        </p:tav>
                                        <p:tav tm="50000">
                                          <p:val>
                                            <p:strVal val="rgb(-103,-103,0)"/>
                                          </p:val>
                                        </p:tav>
                                      </p:tavLst>
                                    </p:anim>
                                    <p:anim calcmode="discrete" valueType="clr">
                                      <p:cBhvr additive="repl">
                                        <p:cTn id="2950" dur="80"/>
                                        <p:tgtEl>
                                          <p:spTgt spid="1118"/>
                                        </p:tgtEl>
                                        <p:attrNameLst>
                                          <p:attrName>fillcolor</p:attrName>
                                        </p:attrNameLst>
                                      </p:cBhvr>
                                      <p:tavLst>
                                        <p:tav tm="0">
                                          <p:val>
                                            <p:strVal val="rgb(-103,51,51)"/>
                                          </p:val>
                                        </p:tav>
                                        <p:tav tm="50000">
                                          <p:val>
                                            <p:strVal val="rgb(-103,-103,0)"/>
                                          </p:val>
                                        </p:tav>
                                      </p:tavLst>
                                    </p:anim>
                                    <p:set>
                                      <p:cBhvr>
                                        <p:cTn id="2951" dur="80"/>
                                        <p:tgtEl>
                                          <p:spTgt spid="1118"/>
                                        </p:tgtEl>
                                        <p:attrNameLst>
                                          <p:attrName>fill.type</p:attrName>
                                        </p:attrNameLst>
                                      </p:cBhvr>
                                      <p:to>
                                        <p:strVal val="solid"/>
                                      </p:to>
                                    </p:set>
                                  </p:childTnLst>
                                </p:cTn>
                              </p:par>
                            </p:childTnLst>
                          </p:cTn>
                        </p:par>
                        <p:par>
                          <p:cTn id="2952" fill="hold">
                            <p:stCondLst>
                              <p:cond delay="6420"/>
                            </p:stCondLst>
                            <p:childTnLst>
                              <p:par>
                                <p:cTn id="2953" nodeType="afterEffect" fill="hold" presetClass="entr" presetID="1">
                                  <p:stCondLst>
                                    <p:cond delay="0"/>
                                  </p:stCondLst>
                                  <p:childTnLst>
                                    <p:set>
                                      <p:cBhvr>
                                        <p:cTn id="2954" dur="1" fill="hold">
                                          <p:stCondLst>
                                            <p:cond delay="0"/>
                                          </p:stCondLst>
                                        </p:cTn>
                                        <p:tgtEl>
                                          <p:spTgt spid="1122"/>
                                        </p:tgtEl>
                                        <p:attrNameLst>
                                          <p:attrName>style.visibility</p:attrName>
                                        </p:attrNameLst>
                                      </p:cBhvr>
                                      <p:to>
                                        <p:strVal val="visible"/>
                                      </p:to>
                                    </p:set>
                                  </p:childTnLst>
                                </p:cTn>
                              </p:par>
                            </p:childTnLst>
                          </p:cTn>
                        </p:par>
                        <p:par>
                          <p:cTn id="2955" fill="hold">
                            <p:stCondLst>
                              <p:cond delay="6420"/>
                            </p:stCondLst>
                            <p:childTnLst>
                              <p:par>
                                <p:cTn id="2956" nodeType="afterEffect" fill="hold" presetClass="exit" presetID="9">
                                  <p:stCondLst>
                                    <p:cond delay="4000"/>
                                  </p:stCondLst>
                                  <p:childTnLst>
                                    <p:animEffect filter="dissolve" transition="out">
                                      <p:cBhvr additive="repl">
                                        <p:cTn id="2957" dur="500"/>
                                        <p:tgtEl>
                                          <p:spTgt spid="1117"/>
                                        </p:tgtEl>
                                      </p:cBhvr>
                                    </p:animEffect>
                                    <p:set>
                                      <p:cBhvr>
                                        <p:cTn id="2958" dur="1" fill="hold">
                                          <p:stCondLst>
                                            <p:cond delay="499"/>
                                          </p:stCondLst>
                                        </p:cTn>
                                        <p:tgtEl>
                                          <p:spTgt spid="1117"/>
                                        </p:tgtEl>
                                        <p:attrNameLst>
                                          <p:attrName>style.visibility</p:attrName>
                                        </p:attrNameLst>
                                      </p:cBhvr>
                                      <p:to>
                                        <p:strVal val="hidden"/>
                                      </p:to>
                                    </p:set>
                                  </p:childTnLst>
                                </p:cTn>
                              </p:par>
                              <p:par>
                                <p:cTn id="2959" nodeType="withEffect" fill="hold" presetClass="exit" presetID="9">
                                  <p:stCondLst>
                                    <p:cond delay="4000"/>
                                  </p:stCondLst>
                                  <p:iterate type="lt">
                                    <p:tmAbs val="0"/>
                                  </p:iterate>
                                  <p:childTnLst>
                                    <p:animEffect filter="dissolve" transition="out">
                                      <p:cBhvr additive="repl">
                                        <p:cTn id="2960" dur="500"/>
                                        <p:tgtEl>
                                          <p:spTgt spid="1118"/>
                                        </p:tgtEl>
                                      </p:cBhvr>
                                    </p:animEffect>
                                    <p:set>
                                      <p:cBhvr>
                                        <p:cTn id="2961" dur="1" fill="hold">
                                          <p:stCondLst>
                                            <p:cond delay="499"/>
                                          </p:stCondLst>
                                        </p:cTn>
                                        <p:tgtEl>
                                          <p:spTgt spid="1118"/>
                                        </p:tgtEl>
                                        <p:attrNameLst>
                                          <p:attrName>style.visibility</p:attrName>
                                        </p:attrNameLst>
                                      </p:cBhvr>
                                      <p:to>
                                        <p:strVal val="hidden"/>
                                      </p:to>
                                    </p:set>
                                  </p:childTnLst>
                                </p:cTn>
                              </p:par>
                            </p:childTnLst>
                          </p:cTn>
                        </p:par>
                        <p:par>
                          <p:cTn id="2962" fill="hold">
                            <p:stCondLst>
                              <p:cond delay="10920"/>
                            </p:stCondLst>
                            <p:childTnLst>
                              <p:par>
                                <p:cTn id="2963" nodeType="afterEffect" fill="hold" presetClass="exit" presetID="9">
                                  <p:stCondLst>
                                    <p:cond delay="1000"/>
                                  </p:stCondLst>
                                  <p:childTnLst>
                                    <p:animEffect filter="dissolve" transition="out">
                                      <p:cBhvr additive="repl">
                                        <p:cTn id="2964" dur="500"/>
                                        <p:tgtEl>
                                          <p:spTgt spid="1119"/>
                                        </p:tgtEl>
                                      </p:cBhvr>
                                    </p:animEffect>
                                    <p:set>
                                      <p:cBhvr>
                                        <p:cTn id="2965" dur="1" fill="hold">
                                          <p:stCondLst>
                                            <p:cond delay="499"/>
                                          </p:stCondLst>
                                        </p:cTn>
                                        <p:tgtEl>
                                          <p:spTgt spid="1119"/>
                                        </p:tgtEl>
                                        <p:attrNameLst>
                                          <p:attrName>style.visibility</p:attrName>
                                        </p:attrNameLst>
                                      </p:cBhvr>
                                      <p:to>
                                        <p:strVal val="hidden"/>
                                      </p:to>
                                    </p:set>
                                  </p:childTnLst>
                                </p:cTn>
                              </p:par>
                              <p:par>
                                <p:cTn id="2966" nodeType="withEffect" fill="hold" presetClass="exit" presetID="9">
                                  <p:stCondLst>
                                    <p:cond delay="1000"/>
                                  </p:stCondLst>
                                  <p:iterate type="lt">
                                    <p:tmAbs val="0"/>
                                  </p:iterate>
                                  <p:childTnLst>
                                    <p:animEffect filter="dissolve" transition="out">
                                      <p:cBhvr additive="repl">
                                        <p:cTn id="2967" dur="500"/>
                                        <p:tgtEl>
                                          <p:spTgt spid="1120"/>
                                        </p:tgtEl>
                                      </p:cBhvr>
                                    </p:animEffect>
                                    <p:set>
                                      <p:cBhvr>
                                        <p:cTn id="2968" dur="1" fill="hold">
                                          <p:stCondLst>
                                            <p:cond delay="499"/>
                                          </p:stCondLst>
                                        </p:cTn>
                                        <p:tgtEl>
                                          <p:spTgt spid="1120"/>
                                        </p:tgtEl>
                                        <p:attrNameLst>
                                          <p:attrName>style.visibility</p:attrName>
                                        </p:attrNameLst>
                                      </p:cBhvr>
                                      <p:to>
                                        <p:strVal val="hidden"/>
                                      </p:to>
                                    </p:set>
                                  </p:childTnLst>
                                </p:cTn>
                              </p:par>
                            </p:childTnLst>
                          </p:cTn>
                        </p:par>
                        <p:par>
                          <p:cTn id="2969" fill="hold">
                            <p:stCondLst>
                              <p:cond delay="12420"/>
                            </p:stCondLst>
                            <p:childTnLst>
                              <p:par>
                                <p:cTn id="2970" nodeType="afterEffect" fill="hold" presetClass="entr" presetID="9">
                                  <p:stCondLst>
                                    <p:cond delay="0"/>
                                  </p:stCondLst>
                                  <p:childTnLst>
                                    <p:set>
                                      <p:cBhvr>
                                        <p:cTn id="2971" dur="1" fill="hold">
                                          <p:stCondLst>
                                            <p:cond delay="0"/>
                                          </p:stCondLst>
                                        </p:cTn>
                                        <p:tgtEl>
                                          <p:spTgt spid="1121"/>
                                        </p:tgtEl>
                                        <p:attrNameLst>
                                          <p:attrName>style.visibility</p:attrName>
                                        </p:attrNameLst>
                                      </p:cBhvr>
                                      <p:to>
                                        <p:strVal val="visible"/>
                                      </p:to>
                                    </p:set>
                                    <p:animEffect filter="dissolve" transition="in">
                                      <p:cBhvr additive="repl">
                                        <p:cTn id="2972" dur="500"/>
                                        <p:tgtEl>
                                          <p:spTgt spid="1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23" name="" descr=""/>
          <p:cNvPicPr/>
          <p:nvPr/>
        </p:nvPicPr>
        <p:blipFill>
          <a:blip r:embed="rId1"/>
          <a:stretch/>
        </p:blipFill>
        <p:spPr>
          <a:xfrm>
            <a:off x="0" y="0"/>
            <a:ext cx="9144000" cy="6858000"/>
          </a:xfrm>
          <a:prstGeom prst="rect">
            <a:avLst/>
          </a:prstGeom>
          <a:ln w="0">
            <a:noFill/>
          </a:ln>
        </p:spPr>
      </p:pic>
      <p:sp>
        <p:nvSpPr>
          <p:cNvPr id="1124" name=""/>
          <p:cNvSpPr/>
          <p:nvPr/>
        </p:nvSpPr>
        <p:spPr>
          <a:xfrm>
            <a:off x="4267080" y="2666880"/>
            <a:ext cx="4876920" cy="2590920"/>
          </a:xfrm>
          <a:prstGeom prst="wedgeRoundRectCallout">
            <a:avLst>
              <a:gd name="adj1" fmla="val 29166"/>
              <a:gd name="adj2" fmla="val -71263"/>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125" name="" descr=""/>
          <p:cNvPicPr/>
          <p:nvPr/>
        </p:nvPicPr>
        <p:blipFill>
          <a:blip r:embed="rId2"/>
          <a:stretch/>
        </p:blipFill>
        <p:spPr>
          <a:xfrm>
            <a:off x="4419720" y="2819520"/>
            <a:ext cx="4572000" cy="2286000"/>
          </a:xfrm>
          <a:prstGeom prst="rect">
            <a:avLst/>
          </a:prstGeom>
          <a:ln w="0">
            <a:noFill/>
          </a:ln>
        </p:spPr>
      </p:pic>
      <p:sp>
        <p:nvSpPr>
          <p:cNvPr id="1126" name=""/>
          <p:cNvSpPr/>
          <p:nvPr/>
        </p:nvSpPr>
        <p:spPr>
          <a:xfrm>
            <a:off x="4800600" y="3429000"/>
            <a:ext cx="3581280" cy="18432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All your base are belong to us!  HAhAHa!     Leahin said “IT YOU!” I did it on purpose!         You actually thought I was capable of making grammar errors???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You don’t get the joke?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if you were                   you’d get it…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-Shiny</a:t>
            </a:r>
            <a:endParaRPr b="0" lang="en-US" sz="1200" spc="-1" strike="noStrike">
              <a:solidFill>
                <a:srgbClr val="000000"/>
              </a:solidFill>
              <a:latin typeface="Arial"/>
            </a:endParaRPr>
          </a:p>
        </p:txBody>
      </p:sp>
      <p:sp>
        <p:nvSpPr>
          <p:cNvPr id="1127" name="">
            <a:hlinkClick r:id="rId3" action="ppaction://hlinksldjump"/>
          </p:cNvPr>
          <p:cNvSpPr/>
          <p:nvPr/>
        </p:nvSpPr>
        <p:spPr>
          <a:xfrm>
            <a:off x="6019920" y="5410080"/>
            <a:ext cx="1600200" cy="3682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BACK</a:t>
            </a:r>
            <a:endParaRPr b="0" lang="en-US" sz="1800" spc="-1" strike="noStrike">
              <a:solidFill>
                <a:srgbClr val="000000"/>
              </a:solidFill>
              <a:latin typeface="Arial"/>
            </a:endParaRPr>
          </a:p>
        </p:txBody>
      </p:sp>
      <p:sp>
        <p:nvSpPr>
          <p:cNvPr id="1128" name="">
            <a:hlinkClick r:id="rId4" action="ppaction://hlinksldjump"/>
          </p:cNvPr>
          <p:cNvSpPr/>
          <p:nvPr/>
        </p:nvSpPr>
        <p:spPr>
          <a:xfrm>
            <a:off x="6019920" y="4495680"/>
            <a:ext cx="7617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Spencer</a:t>
            </a:r>
            <a:endParaRPr b="0" lang="en-US" sz="1200" spc="-1" strike="noStrike">
              <a:solidFill>
                <a:srgbClr val="000000"/>
              </a:solidFill>
              <a:latin typeface="Arial"/>
            </a:endParaRPr>
          </a:p>
        </p:txBody>
      </p:sp>
    </p:spTree>
  </p:cSld>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9" name=""/>
          <p:cNvSpPr/>
          <p:nvPr/>
        </p:nvSpPr>
        <p:spPr>
          <a:xfrm>
            <a:off x="0" y="0"/>
            <a:ext cx="9144000" cy="5245200"/>
          </a:xfrm>
          <a:prstGeom prst="rect">
            <a:avLst/>
          </a:prstGeom>
          <a:noFill/>
          <a:ln w="0">
            <a:noFill/>
          </a:ln>
        </p:spPr>
        <p:style>
          <a:lnRef idx="0"/>
          <a:fillRef idx="0"/>
          <a:effectRef idx="0"/>
          <a:fontRef idx="minor"/>
        </p:style>
        <p:txBody>
          <a:bodyPr lIns="90000" rIns="90000" tIns="46800" bIns="46800" anchor="t">
            <a:spAutoFit/>
          </a:bodyPr>
          <a:p>
            <a:pPr>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600" spc="-1" strike="noStrike">
                <a:solidFill>
                  <a:srgbClr val="000000"/>
                </a:solidFill>
                <a:latin typeface="Arial"/>
              </a:rPr>
              <a:t>OH SCHNAPPS</a:t>
            </a:r>
            <a:endParaRPr b="0" lang="en-US" sz="9600" spc="-1" strike="noStrike">
              <a:solidFill>
                <a:srgbClr val="000000"/>
              </a:solidFill>
              <a:latin typeface="Arial"/>
            </a:endParaRPr>
          </a:p>
          <a:p>
            <a:pPr>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600" spc="-1" strike="noStrike">
                <a:solidFill>
                  <a:srgbClr val="000000"/>
                </a:solidFill>
                <a:latin typeface="Arial"/>
              </a:rPr>
              <a:t>YOU FREEZE THE GAME</a:t>
            </a:r>
            <a:endParaRPr b="0" lang="en-US" sz="9600" spc="-1" strike="noStrike">
              <a:solidFill>
                <a:srgbClr val="000000"/>
              </a:solidFill>
              <a:latin typeface="Arial"/>
            </a:endParaRPr>
          </a:p>
        </p:txBody>
      </p:sp>
      <p:sp>
        <p:nvSpPr>
          <p:cNvPr id="1130" name="">
            <a:hlinkClick r:id="rId1" action="ppaction://hlinksldjump"/>
          </p:cNvPr>
          <p:cNvSpPr/>
          <p:nvPr/>
        </p:nvSpPr>
        <p:spPr>
          <a:xfrm>
            <a:off x="0" y="-380880"/>
            <a:ext cx="9601200" cy="761976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1" name=""/>
          <p:cNvSpPr/>
          <p:nvPr/>
        </p:nvSpPr>
        <p:spPr>
          <a:xfrm>
            <a:off x="0" y="0"/>
            <a:ext cx="9144000" cy="5245200"/>
          </a:xfrm>
          <a:prstGeom prst="rect">
            <a:avLst/>
          </a:prstGeom>
          <a:noFill/>
          <a:ln w="0">
            <a:noFill/>
          </a:ln>
        </p:spPr>
        <p:style>
          <a:lnRef idx="0"/>
          <a:fillRef idx="0"/>
          <a:effectRef idx="0"/>
          <a:fontRef idx="minor"/>
        </p:style>
        <p:txBody>
          <a:bodyPr lIns="90000" rIns="90000" tIns="46800" bIns="46800" anchor="t">
            <a:spAutoFit/>
          </a:bodyPr>
          <a:p>
            <a:pPr>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600" spc="-1" strike="noStrike">
                <a:solidFill>
                  <a:srgbClr val="000000"/>
                </a:solidFill>
                <a:latin typeface="Arial"/>
              </a:rPr>
              <a:t>OH SCHNAPPS</a:t>
            </a:r>
            <a:endParaRPr b="0" lang="en-US" sz="9600" spc="-1" strike="noStrike">
              <a:solidFill>
                <a:srgbClr val="000000"/>
              </a:solidFill>
              <a:latin typeface="Arial"/>
            </a:endParaRPr>
          </a:p>
          <a:p>
            <a:pPr>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600" spc="-1" strike="noStrike">
                <a:solidFill>
                  <a:srgbClr val="000000"/>
                </a:solidFill>
                <a:latin typeface="Arial"/>
              </a:rPr>
              <a:t>YOU FREEZE THE GAME</a:t>
            </a:r>
            <a:endParaRPr b="0" lang="en-US" sz="9600" spc="-1" strike="noStrike">
              <a:solidFill>
                <a:srgbClr val="000000"/>
              </a:solidFill>
              <a:latin typeface="Arial"/>
            </a:endParaRPr>
          </a:p>
        </p:txBody>
      </p:sp>
      <p:sp>
        <p:nvSpPr>
          <p:cNvPr id="1132" name="">
            <a:hlinkClick r:id="rId1" action="ppaction://hlinksldjump"/>
          </p:cNvPr>
          <p:cNvSpPr/>
          <p:nvPr/>
        </p:nvSpPr>
        <p:spPr>
          <a:xfrm>
            <a:off x="0" y="-380880"/>
            <a:ext cx="9601200" cy="761976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3" name=""/>
          <p:cNvSpPr/>
          <p:nvPr/>
        </p:nvSpPr>
        <p:spPr>
          <a:xfrm>
            <a:off x="0" y="0"/>
            <a:ext cx="9144000" cy="5245200"/>
          </a:xfrm>
          <a:prstGeom prst="rect">
            <a:avLst/>
          </a:prstGeom>
          <a:noFill/>
          <a:ln w="0">
            <a:noFill/>
          </a:ln>
        </p:spPr>
        <p:style>
          <a:lnRef idx="0"/>
          <a:fillRef idx="0"/>
          <a:effectRef idx="0"/>
          <a:fontRef idx="minor"/>
        </p:style>
        <p:txBody>
          <a:bodyPr lIns="90000" rIns="90000" tIns="46800" bIns="46800" anchor="t">
            <a:spAutoFit/>
          </a:bodyPr>
          <a:p>
            <a:pPr>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600" spc="-1" strike="noStrike">
                <a:solidFill>
                  <a:srgbClr val="000000"/>
                </a:solidFill>
                <a:latin typeface="Arial"/>
              </a:rPr>
              <a:t>OH SCHNAPPS</a:t>
            </a:r>
            <a:endParaRPr b="0" lang="en-US" sz="9600" spc="-1" strike="noStrike">
              <a:solidFill>
                <a:srgbClr val="000000"/>
              </a:solidFill>
              <a:latin typeface="Arial"/>
            </a:endParaRPr>
          </a:p>
          <a:p>
            <a:pPr>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600" spc="-1" strike="noStrike">
                <a:solidFill>
                  <a:srgbClr val="000000"/>
                </a:solidFill>
                <a:latin typeface="Arial"/>
              </a:rPr>
              <a:t>YOU FREEZE THE GAME</a:t>
            </a:r>
            <a:endParaRPr b="0" lang="en-US" sz="9600" spc="-1" strike="noStrike">
              <a:solidFill>
                <a:srgbClr val="000000"/>
              </a:solidFill>
              <a:latin typeface="Arial"/>
            </a:endParaRPr>
          </a:p>
        </p:txBody>
      </p:sp>
      <p:sp>
        <p:nvSpPr>
          <p:cNvPr id="1134" name="">
            <a:hlinkClick r:id="rId1" action="ppaction://hlinksldjump"/>
          </p:cNvPr>
          <p:cNvSpPr/>
          <p:nvPr/>
        </p:nvSpPr>
        <p:spPr>
          <a:xfrm>
            <a:off x="0" y="-380880"/>
            <a:ext cx="9601200" cy="761976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35" name="" descr=""/>
          <p:cNvPicPr/>
          <p:nvPr/>
        </p:nvPicPr>
        <p:blipFill>
          <a:blip r:embed="rId1"/>
          <a:stretch/>
        </p:blipFill>
        <p:spPr>
          <a:xfrm>
            <a:off x="0" y="0"/>
            <a:ext cx="9144000" cy="6881760"/>
          </a:xfrm>
          <a:prstGeom prst="rect">
            <a:avLst/>
          </a:prstGeom>
          <a:ln w="0">
            <a:noFill/>
          </a:ln>
        </p:spPr>
      </p:pic>
      <p:pic>
        <p:nvPicPr>
          <p:cNvPr id="1136" name="" descr=""/>
          <p:cNvPicPr/>
          <p:nvPr/>
        </p:nvPicPr>
        <p:blipFill>
          <a:blip r:embed="rId2"/>
          <a:stretch/>
        </p:blipFill>
        <p:spPr>
          <a:xfrm>
            <a:off x="0" y="3733920"/>
            <a:ext cx="3124080" cy="1550880"/>
          </a:xfrm>
          <a:prstGeom prst="rect">
            <a:avLst/>
          </a:prstGeom>
          <a:ln w="0">
            <a:noFill/>
          </a:ln>
        </p:spPr>
      </p:pic>
      <p:pic>
        <p:nvPicPr>
          <p:cNvPr id="1137" name="" descr=""/>
          <p:cNvPicPr/>
          <p:nvPr/>
        </p:nvPicPr>
        <p:blipFill>
          <a:blip r:embed="rId3"/>
          <a:stretch/>
        </p:blipFill>
        <p:spPr>
          <a:xfrm>
            <a:off x="5943600" y="3581280"/>
            <a:ext cx="3200400" cy="1589040"/>
          </a:xfrm>
          <a:prstGeom prst="rect">
            <a:avLst/>
          </a:prstGeom>
          <a:ln w="0">
            <a:noFill/>
          </a:ln>
        </p:spPr>
      </p:pic>
      <p:sp>
        <p:nvSpPr>
          <p:cNvPr id="1138" name=""/>
          <p:cNvSpPr/>
          <p:nvPr/>
        </p:nvSpPr>
        <p:spPr>
          <a:xfrm>
            <a:off x="228600" y="4114800"/>
            <a:ext cx="2666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Why are you here?</a:t>
            </a:r>
            <a:endParaRPr b="0" lang="en-US" sz="1200" spc="-1" strike="noStrike">
              <a:solidFill>
                <a:srgbClr val="000000"/>
              </a:solidFill>
              <a:latin typeface="Arial"/>
            </a:endParaRPr>
          </a:p>
        </p:txBody>
      </p:sp>
      <p:sp>
        <p:nvSpPr>
          <p:cNvPr id="1139" name=""/>
          <p:cNvSpPr/>
          <p:nvPr/>
        </p:nvSpPr>
        <p:spPr>
          <a:xfrm>
            <a:off x="6172200" y="4038480"/>
            <a:ext cx="2666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a:t>
            </a:r>
            <a:endParaRPr b="0" lang="en-US" sz="1200" spc="-1" strike="noStrike">
              <a:solidFill>
                <a:srgbClr val="000000"/>
              </a:solidFill>
              <a:latin typeface="Arial"/>
            </a:endParaRPr>
          </a:p>
        </p:txBody>
      </p:sp>
      <p:sp>
        <p:nvSpPr>
          <p:cNvPr id="1140" name=""/>
          <p:cNvSpPr/>
          <p:nvPr/>
        </p:nvSpPr>
        <p:spPr>
          <a:xfrm>
            <a:off x="6172200" y="403848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Because you’re back.</a:t>
            </a:r>
            <a:endParaRPr b="0" lang="en-US" sz="1200" spc="-1" strike="noStrike">
              <a:solidFill>
                <a:srgbClr val="000000"/>
              </a:solidFill>
              <a:latin typeface="Arial"/>
            </a:endParaRPr>
          </a:p>
        </p:txBody>
      </p:sp>
      <p:sp>
        <p:nvSpPr>
          <p:cNvPr id="1141" name=""/>
          <p:cNvSpPr/>
          <p:nvPr/>
        </p:nvSpPr>
        <p:spPr>
          <a:xfrm>
            <a:off x="152280" y="411480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What’s that supposed to mean?</a:t>
            </a:r>
            <a:endParaRPr b="0" lang="en-US" sz="1200" spc="-1" strike="noStrike">
              <a:solidFill>
                <a:srgbClr val="000000"/>
              </a:solidFill>
              <a:latin typeface="Arial"/>
            </a:endParaRPr>
          </a:p>
        </p:txBody>
      </p:sp>
      <p:sp>
        <p:nvSpPr>
          <p:cNvPr id="1142" name=""/>
          <p:cNvSpPr/>
          <p:nvPr/>
        </p:nvSpPr>
        <p:spPr>
          <a:xfrm>
            <a:off x="6172200" y="4038480"/>
            <a:ext cx="266688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 means that you failed that mission.</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know what I’m talking about.</a:t>
            </a:r>
            <a:endParaRPr b="0" lang="en-US" sz="1200" spc="-1" strike="noStrike">
              <a:solidFill>
                <a:srgbClr val="000000"/>
              </a:solidFill>
              <a:latin typeface="Arial"/>
            </a:endParaRPr>
          </a:p>
        </p:txBody>
      </p:sp>
      <p:sp>
        <p:nvSpPr>
          <p:cNvPr id="1143" name=""/>
          <p:cNvSpPr/>
          <p:nvPr/>
        </p:nvSpPr>
        <p:spPr>
          <a:xfrm>
            <a:off x="228600" y="41148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Oh… man…</a:t>
            </a:r>
            <a:endParaRPr b="0" lang="en-US" sz="1200" spc="-1" strike="noStrike">
              <a:solidFill>
                <a:srgbClr val="000000"/>
              </a:solidFill>
              <a:latin typeface="Arial"/>
            </a:endParaRPr>
          </a:p>
        </p:txBody>
      </p:sp>
      <p:sp>
        <p:nvSpPr>
          <p:cNvPr id="1144" name=""/>
          <p:cNvSpPr/>
          <p:nvPr/>
        </p:nvSpPr>
        <p:spPr>
          <a:xfrm>
            <a:off x="6095880" y="4038480"/>
            <a:ext cx="266724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HAhAHa… the </a:t>
            </a:r>
            <a:r>
              <a:rPr b="0" lang="en-US" sz="1200" spc="-1" strike="noStrike">
                <a:solidFill>
                  <a:srgbClr val="cc3300"/>
                </a:solidFill>
                <a:latin typeface="Arial"/>
              </a:rPr>
              <a:t>corporation </a:t>
            </a:r>
            <a:r>
              <a:rPr b="0" lang="en-US" sz="1200" spc="-1" strike="noStrike">
                <a:solidFill>
                  <a:srgbClr val="000000"/>
                </a:solidFill>
                <a:latin typeface="Arial"/>
              </a:rPr>
              <a:t>never really expected any better from you.</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145" name=""/>
          <p:cNvSpPr/>
          <p:nvPr/>
        </p:nvSpPr>
        <p:spPr>
          <a:xfrm>
            <a:off x="152280" y="411480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what?</a:t>
            </a:r>
            <a:endParaRPr b="0" lang="en-US" sz="1200" spc="-1" strike="noStrike">
              <a:solidFill>
                <a:srgbClr val="000000"/>
              </a:solidFill>
              <a:latin typeface="Arial"/>
            </a:endParaRPr>
          </a:p>
        </p:txBody>
      </p:sp>
      <p:sp>
        <p:nvSpPr>
          <p:cNvPr id="1146" name=""/>
          <p:cNvSpPr/>
          <p:nvPr/>
        </p:nvSpPr>
        <p:spPr>
          <a:xfrm>
            <a:off x="6095880" y="4038480"/>
            <a:ext cx="266724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 just sent you out to do the work nobody else wanted to do. We just wanted him dead.</a:t>
            </a:r>
            <a:endParaRPr b="0" lang="en-US" sz="1200" spc="-1" strike="noStrike">
              <a:solidFill>
                <a:srgbClr val="000000"/>
              </a:solidFill>
              <a:latin typeface="Arial"/>
            </a:endParaRPr>
          </a:p>
        </p:txBody>
      </p:sp>
      <p:sp>
        <p:nvSpPr>
          <p:cNvPr id="1147" name=""/>
          <p:cNvSpPr/>
          <p:nvPr/>
        </p:nvSpPr>
        <p:spPr>
          <a:xfrm>
            <a:off x="228600" y="41148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What do you mean?</a:t>
            </a:r>
            <a:endParaRPr b="0" lang="en-US" sz="1200" spc="-1" strike="noStrike">
              <a:solidFill>
                <a:srgbClr val="000000"/>
              </a:solidFill>
              <a:latin typeface="Arial"/>
            </a:endParaRPr>
          </a:p>
        </p:txBody>
      </p:sp>
      <p:sp>
        <p:nvSpPr>
          <p:cNvPr id="1148" name=""/>
          <p:cNvSpPr/>
          <p:nvPr/>
        </p:nvSpPr>
        <p:spPr>
          <a:xfrm>
            <a:off x="6095880" y="4038480"/>
            <a:ext cx="266724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 was all set up.</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 was just a test of your skill.</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149" name=""/>
          <p:cNvSpPr/>
          <p:nvPr/>
        </p:nvSpPr>
        <p:spPr>
          <a:xfrm>
            <a:off x="152280" y="411480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endParaRPr b="0" lang="en-US" sz="1200" spc="-1" strike="noStrike">
              <a:solidFill>
                <a:srgbClr val="000000"/>
              </a:solidFill>
              <a:latin typeface="Arial"/>
            </a:endParaRPr>
          </a:p>
        </p:txBody>
      </p:sp>
      <p:sp>
        <p:nvSpPr>
          <p:cNvPr id="1150" name=""/>
          <p:cNvSpPr/>
          <p:nvPr/>
        </p:nvSpPr>
        <p:spPr>
          <a:xfrm>
            <a:off x="6095880" y="4038480"/>
            <a:ext cx="266724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 were all just thinking that if you could never pay, you could work for us from now on.</a:t>
            </a:r>
            <a:endParaRPr b="0" lang="en-US" sz="1200" spc="-1" strike="noStrike">
              <a:solidFill>
                <a:srgbClr val="000000"/>
              </a:solidFill>
              <a:latin typeface="Arial"/>
            </a:endParaRPr>
          </a:p>
        </p:txBody>
      </p:sp>
      <p:sp>
        <p:nvSpPr>
          <p:cNvPr id="1151" name=""/>
          <p:cNvSpPr/>
          <p:nvPr/>
        </p:nvSpPr>
        <p:spPr>
          <a:xfrm>
            <a:off x="228600" y="411480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 ha… work for you… that’s a dead-end job…</a:t>
            </a:r>
            <a:endParaRPr b="0" lang="en-US" sz="1200" spc="-1" strike="noStrike">
              <a:solidFill>
                <a:srgbClr val="000000"/>
              </a:solidFill>
              <a:latin typeface="Arial"/>
            </a:endParaRPr>
          </a:p>
        </p:txBody>
      </p:sp>
      <p:sp>
        <p:nvSpPr>
          <p:cNvPr id="1152" name=""/>
          <p:cNvSpPr/>
          <p:nvPr/>
        </p:nvSpPr>
        <p:spPr>
          <a:xfrm>
            <a:off x="6095880" y="4038480"/>
            <a:ext cx="266724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Same opinion on our side.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 just think you aren’t cut out for work in our business.</a:t>
            </a:r>
            <a:endParaRPr b="0" lang="en-US" sz="1200" spc="-1" strike="noStrike">
              <a:solidFill>
                <a:srgbClr val="000000"/>
              </a:solidFill>
              <a:latin typeface="Arial"/>
            </a:endParaRPr>
          </a:p>
        </p:txBody>
      </p:sp>
      <p:sp>
        <p:nvSpPr>
          <p:cNvPr id="1153" name=""/>
          <p:cNvSpPr/>
          <p:nvPr/>
        </p:nvSpPr>
        <p:spPr>
          <a:xfrm>
            <a:off x="228600" y="4114800"/>
            <a:ext cx="266688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And then you’ll leave me alone?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That’s a thought.</a:t>
            </a:r>
            <a:endParaRPr b="0" lang="en-US" sz="1200" spc="-1" strike="noStrike">
              <a:solidFill>
                <a:srgbClr val="000000"/>
              </a:solidFill>
              <a:latin typeface="Arial"/>
            </a:endParaRPr>
          </a:p>
        </p:txBody>
      </p:sp>
      <p:sp>
        <p:nvSpPr>
          <p:cNvPr id="1154" name=""/>
          <p:cNvSpPr/>
          <p:nvPr/>
        </p:nvSpPr>
        <p:spPr>
          <a:xfrm>
            <a:off x="6019920" y="4114800"/>
            <a:ext cx="266688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Now that wouldn’t be the way we operate around here, wouldn’t it?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155" name=""/>
          <p:cNvSpPr/>
          <p:nvPr/>
        </p:nvSpPr>
        <p:spPr>
          <a:xfrm>
            <a:off x="9677520" y="4419720"/>
            <a:ext cx="152280" cy="4572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2973" dur="indefinite" restart="never" nodeType="tmRoot">
          <p:childTnLst>
            <p:seq>
              <p:cTn id="2974" dur="indefinite" nodeType="mainSeq">
                <p:childTnLst>
                  <p:par>
                    <p:cTn id="2975" fill="hold">
                      <p:stCondLst>
                        <p:cond delay="0"/>
                      </p:stCondLst>
                      <p:childTnLst>
                        <p:par>
                          <p:cTn id="2976" fill="hold">
                            <p:stCondLst>
                              <p:cond delay="0"/>
                            </p:stCondLst>
                            <p:childTnLst>
                              <p:par>
                                <p:cTn id="2977" nodeType="afterEffect" fill="hold" presetClass="entr" presetID="9">
                                  <p:stCondLst>
                                    <p:cond delay="0"/>
                                  </p:stCondLst>
                                  <p:childTnLst>
                                    <p:set>
                                      <p:cBhvr>
                                        <p:cTn id="2978" dur="1" fill="hold">
                                          <p:stCondLst>
                                            <p:cond delay="0"/>
                                          </p:stCondLst>
                                        </p:cTn>
                                        <p:tgtEl>
                                          <p:spTgt spid="1136"/>
                                        </p:tgtEl>
                                        <p:attrNameLst>
                                          <p:attrName>style.visibility</p:attrName>
                                        </p:attrNameLst>
                                      </p:cBhvr>
                                      <p:to>
                                        <p:strVal val="visible"/>
                                      </p:to>
                                    </p:set>
                                    <p:animEffect filter="dissolve" transition="in">
                                      <p:cBhvr additive="repl">
                                        <p:cTn id="2979" dur="500"/>
                                        <p:tgtEl>
                                          <p:spTgt spid="1136"/>
                                        </p:tgtEl>
                                      </p:cBhvr>
                                    </p:animEffect>
                                  </p:childTnLst>
                                </p:cTn>
                              </p:par>
                            </p:childTnLst>
                          </p:cTn>
                        </p:par>
                        <p:par>
                          <p:cTn id="2980" fill="hold">
                            <p:stCondLst>
                              <p:cond delay="500"/>
                            </p:stCondLst>
                            <p:childTnLst>
                              <p:par>
                                <p:cTn id="2981" nodeType="afterEffect" fill="hold" presetClass="entr" presetID="27">
                                  <p:stCondLst>
                                    <p:cond delay="0"/>
                                  </p:stCondLst>
                                  <p:iterate type="lt">
                                    <p:tmAbs val="40"/>
                                  </p:iterate>
                                  <p:childTnLst>
                                    <p:set>
                                      <p:cBhvr>
                                        <p:cTn id="2982" dur="1" fill="hold">
                                          <p:stCondLst>
                                            <p:cond delay="0"/>
                                          </p:stCondLst>
                                        </p:cTn>
                                        <p:tgtEl>
                                          <p:spTgt spid="1138"/>
                                        </p:tgtEl>
                                        <p:attrNameLst>
                                          <p:attrName>style.visibility</p:attrName>
                                        </p:attrNameLst>
                                      </p:cBhvr>
                                      <p:to>
                                        <p:strVal val="visible"/>
                                      </p:to>
                                    </p:set>
                                    <p:anim calcmode="discrete" valueType="clr">
                                      <p:cBhvr additive="repl">
                                        <p:cTn id="2983" dur="80"/>
                                        <p:tgtEl>
                                          <p:spTgt spid="1138"/>
                                        </p:tgtEl>
                                        <p:attrNameLst>
                                          <p:attrName>style.color</p:attrName>
                                        </p:attrNameLst>
                                      </p:cBhvr>
                                      <p:tavLst>
                                        <p:tav tm="0">
                                          <p:val>
                                            <p:strVal val="rgb(-103,51,51)"/>
                                          </p:val>
                                        </p:tav>
                                        <p:tav tm="50000">
                                          <p:val>
                                            <p:strVal val="rgb(-103,-103,0)"/>
                                          </p:val>
                                        </p:tav>
                                      </p:tavLst>
                                    </p:anim>
                                    <p:anim calcmode="discrete" valueType="clr">
                                      <p:cBhvr additive="repl">
                                        <p:cTn id="2984" dur="80"/>
                                        <p:tgtEl>
                                          <p:spTgt spid="1138"/>
                                        </p:tgtEl>
                                        <p:attrNameLst>
                                          <p:attrName>fillcolor</p:attrName>
                                        </p:attrNameLst>
                                      </p:cBhvr>
                                      <p:tavLst>
                                        <p:tav tm="0">
                                          <p:val>
                                            <p:strVal val="rgb(-103,51,51)"/>
                                          </p:val>
                                        </p:tav>
                                        <p:tav tm="50000">
                                          <p:val>
                                            <p:strVal val="rgb(-103,-103,0)"/>
                                          </p:val>
                                        </p:tav>
                                      </p:tavLst>
                                    </p:anim>
                                    <p:set>
                                      <p:cBhvr>
                                        <p:cTn id="2985" dur="80"/>
                                        <p:tgtEl>
                                          <p:spTgt spid="1138"/>
                                        </p:tgtEl>
                                        <p:attrNameLst>
                                          <p:attrName>fill.type</p:attrName>
                                        </p:attrNameLst>
                                      </p:cBhvr>
                                      <p:to>
                                        <p:strVal val="solid"/>
                                      </p:to>
                                    </p:set>
                                  </p:childTnLst>
                                </p:cTn>
                              </p:par>
                            </p:childTnLst>
                          </p:cTn>
                        </p:par>
                        <p:par>
                          <p:cTn id="2986" fill="hold">
                            <p:stCondLst>
                              <p:cond delay="1100"/>
                            </p:stCondLst>
                            <p:childTnLst>
                              <p:par>
                                <p:cTn id="2987" nodeType="afterEffect" fill="hold" presetClass="entr" presetID="9">
                                  <p:stCondLst>
                                    <p:cond delay="1000"/>
                                  </p:stCondLst>
                                  <p:childTnLst>
                                    <p:set>
                                      <p:cBhvr>
                                        <p:cTn id="2988" dur="1" fill="hold">
                                          <p:stCondLst>
                                            <p:cond delay="0"/>
                                          </p:stCondLst>
                                        </p:cTn>
                                        <p:tgtEl>
                                          <p:spTgt spid="1137"/>
                                        </p:tgtEl>
                                        <p:attrNameLst>
                                          <p:attrName>style.visibility</p:attrName>
                                        </p:attrNameLst>
                                      </p:cBhvr>
                                      <p:to>
                                        <p:strVal val="visible"/>
                                      </p:to>
                                    </p:set>
                                    <p:animEffect filter="dissolve" transition="in">
                                      <p:cBhvr additive="repl">
                                        <p:cTn id="2989" dur="500"/>
                                        <p:tgtEl>
                                          <p:spTgt spid="1137"/>
                                        </p:tgtEl>
                                      </p:cBhvr>
                                    </p:animEffect>
                                  </p:childTnLst>
                                </p:cTn>
                              </p:par>
                            </p:childTnLst>
                          </p:cTn>
                        </p:par>
                        <p:par>
                          <p:cTn id="2990" fill="hold">
                            <p:stCondLst>
                              <p:cond delay="2600"/>
                            </p:stCondLst>
                            <p:childTnLst>
                              <p:par>
                                <p:cTn id="2991" nodeType="afterEffect" fill="hold" presetClass="entr" presetID="27">
                                  <p:stCondLst>
                                    <p:cond delay="0"/>
                                  </p:stCondLst>
                                  <p:iterate type="lt">
                                    <p:tmAbs val="40"/>
                                  </p:iterate>
                                  <p:childTnLst>
                                    <p:set>
                                      <p:cBhvr>
                                        <p:cTn id="2992" dur="1" fill="hold">
                                          <p:stCondLst>
                                            <p:cond delay="0"/>
                                          </p:stCondLst>
                                        </p:cTn>
                                        <p:tgtEl>
                                          <p:spTgt spid="1139"/>
                                        </p:tgtEl>
                                        <p:attrNameLst>
                                          <p:attrName>style.visibility</p:attrName>
                                        </p:attrNameLst>
                                      </p:cBhvr>
                                      <p:to>
                                        <p:strVal val="visible"/>
                                      </p:to>
                                    </p:set>
                                    <p:anim calcmode="discrete" valueType="clr">
                                      <p:cBhvr additive="repl">
                                        <p:cTn id="2993" dur="80"/>
                                        <p:tgtEl>
                                          <p:spTgt spid="1139"/>
                                        </p:tgtEl>
                                        <p:attrNameLst>
                                          <p:attrName>style.color</p:attrName>
                                        </p:attrNameLst>
                                      </p:cBhvr>
                                      <p:tavLst>
                                        <p:tav tm="0">
                                          <p:val>
                                            <p:strVal val="rgb(-103,51,51)"/>
                                          </p:val>
                                        </p:tav>
                                        <p:tav tm="50000">
                                          <p:val>
                                            <p:strVal val="rgb(-103,-103,0)"/>
                                          </p:val>
                                        </p:tav>
                                      </p:tavLst>
                                    </p:anim>
                                    <p:anim calcmode="discrete" valueType="clr">
                                      <p:cBhvr additive="repl">
                                        <p:cTn id="2994" dur="80"/>
                                        <p:tgtEl>
                                          <p:spTgt spid="1139"/>
                                        </p:tgtEl>
                                        <p:attrNameLst>
                                          <p:attrName>fillcolor</p:attrName>
                                        </p:attrNameLst>
                                      </p:cBhvr>
                                      <p:tavLst>
                                        <p:tav tm="0">
                                          <p:val>
                                            <p:strVal val="rgb(-103,51,51)"/>
                                          </p:val>
                                        </p:tav>
                                        <p:tav tm="50000">
                                          <p:val>
                                            <p:strVal val="rgb(-103,-103,0)"/>
                                          </p:val>
                                        </p:tav>
                                      </p:tavLst>
                                    </p:anim>
                                    <p:set>
                                      <p:cBhvr>
                                        <p:cTn id="2995" dur="80"/>
                                        <p:tgtEl>
                                          <p:spTgt spid="1139"/>
                                        </p:tgtEl>
                                        <p:attrNameLst>
                                          <p:attrName>fill.type</p:attrName>
                                        </p:attrNameLst>
                                      </p:cBhvr>
                                      <p:to>
                                        <p:strVal val="solid"/>
                                      </p:to>
                                    </p:set>
                                  </p:childTnLst>
                                </p:cTn>
                              </p:par>
                            </p:childTnLst>
                          </p:cTn>
                        </p:par>
                        <p:par>
                          <p:cTn id="2996" fill="hold">
                            <p:stCondLst>
                              <p:cond delay="2800"/>
                            </p:stCondLst>
                            <p:childTnLst>
                              <p:par>
                                <p:cTn id="2997" nodeType="afterEffect" fill="hold" presetClass="entr" presetID="27">
                                  <p:stCondLst>
                                    <p:cond delay="1500"/>
                                  </p:stCondLst>
                                  <p:iterate type="lt">
                                    <p:tmAbs val="40"/>
                                  </p:iterate>
                                  <p:childTnLst>
                                    <p:set>
                                      <p:cBhvr>
                                        <p:cTn id="2998" dur="1" fill="hold">
                                          <p:stCondLst>
                                            <p:cond delay="0"/>
                                          </p:stCondLst>
                                        </p:cTn>
                                        <p:tgtEl>
                                          <p:spTgt spid="1140"/>
                                        </p:tgtEl>
                                        <p:attrNameLst>
                                          <p:attrName>style.visibility</p:attrName>
                                        </p:attrNameLst>
                                      </p:cBhvr>
                                      <p:to>
                                        <p:strVal val="visible"/>
                                      </p:to>
                                    </p:set>
                                    <p:anim calcmode="discrete" valueType="clr">
                                      <p:cBhvr additive="repl">
                                        <p:cTn id="2999" dur="80"/>
                                        <p:tgtEl>
                                          <p:spTgt spid="1140"/>
                                        </p:tgtEl>
                                        <p:attrNameLst>
                                          <p:attrName>style.color</p:attrName>
                                        </p:attrNameLst>
                                      </p:cBhvr>
                                      <p:tavLst>
                                        <p:tav tm="0">
                                          <p:val>
                                            <p:strVal val="rgb(-103,51,51)"/>
                                          </p:val>
                                        </p:tav>
                                        <p:tav tm="50000">
                                          <p:val>
                                            <p:strVal val="rgb(-103,-103,0)"/>
                                          </p:val>
                                        </p:tav>
                                      </p:tavLst>
                                    </p:anim>
                                    <p:anim calcmode="discrete" valueType="clr">
                                      <p:cBhvr additive="repl">
                                        <p:cTn id="3000" dur="80"/>
                                        <p:tgtEl>
                                          <p:spTgt spid="1140"/>
                                        </p:tgtEl>
                                        <p:attrNameLst>
                                          <p:attrName>fillcolor</p:attrName>
                                        </p:attrNameLst>
                                      </p:cBhvr>
                                      <p:tavLst>
                                        <p:tav tm="0">
                                          <p:val>
                                            <p:strVal val="rgb(-103,51,51)"/>
                                          </p:val>
                                        </p:tav>
                                        <p:tav tm="50000">
                                          <p:val>
                                            <p:strVal val="rgb(-103,-103,0)"/>
                                          </p:val>
                                        </p:tav>
                                      </p:tavLst>
                                    </p:anim>
                                    <p:set>
                                      <p:cBhvr>
                                        <p:cTn id="3001" dur="80"/>
                                        <p:tgtEl>
                                          <p:spTgt spid="1140"/>
                                        </p:tgtEl>
                                        <p:attrNameLst>
                                          <p:attrName>fill.type</p:attrName>
                                        </p:attrNameLst>
                                      </p:cBhvr>
                                      <p:to>
                                        <p:strVal val="solid"/>
                                      </p:to>
                                    </p:set>
                                  </p:childTnLst>
                                </p:cTn>
                              </p:par>
                            </p:childTnLst>
                          </p:cTn>
                        </p:par>
                        <p:par>
                          <p:cTn id="3002" fill="hold">
                            <p:stCondLst>
                              <p:cond delay="5060"/>
                            </p:stCondLst>
                            <p:childTnLst>
                              <p:par>
                                <p:cTn id="3003" nodeType="afterEffect" fill="hold" presetClass="entr" presetID="27">
                                  <p:stCondLst>
                                    <p:cond delay="1000"/>
                                  </p:stCondLst>
                                  <p:iterate type="lt">
                                    <p:tmAbs val="40"/>
                                  </p:iterate>
                                  <p:childTnLst>
                                    <p:set>
                                      <p:cBhvr>
                                        <p:cTn id="3004" dur="1" fill="hold">
                                          <p:stCondLst>
                                            <p:cond delay="0"/>
                                          </p:stCondLst>
                                        </p:cTn>
                                        <p:tgtEl>
                                          <p:spTgt spid="1141"/>
                                        </p:tgtEl>
                                        <p:attrNameLst>
                                          <p:attrName>style.visibility</p:attrName>
                                        </p:attrNameLst>
                                      </p:cBhvr>
                                      <p:to>
                                        <p:strVal val="visible"/>
                                      </p:to>
                                    </p:set>
                                    <p:anim calcmode="discrete" valueType="clr">
                                      <p:cBhvr additive="repl">
                                        <p:cTn id="3005" dur="80"/>
                                        <p:tgtEl>
                                          <p:spTgt spid="1141"/>
                                        </p:tgtEl>
                                        <p:attrNameLst>
                                          <p:attrName>style.color</p:attrName>
                                        </p:attrNameLst>
                                      </p:cBhvr>
                                      <p:tavLst>
                                        <p:tav tm="0">
                                          <p:val>
                                            <p:strVal val="rgb(-103,51,51)"/>
                                          </p:val>
                                        </p:tav>
                                        <p:tav tm="50000">
                                          <p:val>
                                            <p:strVal val="rgb(-103,-103,0)"/>
                                          </p:val>
                                        </p:tav>
                                      </p:tavLst>
                                    </p:anim>
                                    <p:anim calcmode="discrete" valueType="clr">
                                      <p:cBhvr additive="repl">
                                        <p:cTn id="3006" dur="80"/>
                                        <p:tgtEl>
                                          <p:spTgt spid="1141"/>
                                        </p:tgtEl>
                                        <p:attrNameLst>
                                          <p:attrName>fillcolor</p:attrName>
                                        </p:attrNameLst>
                                      </p:cBhvr>
                                      <p:tavLst>
                                        <p:tav tm="0">
                                          <p:val>
                                            <p:strVal val="rgb(-103,51,51)"/>
                                          </p:val>
                                        </p:tav>
                                        <p:tav tm="50000">
                                          <p:val>
                                            <p:strVal val="rgb(-103,-103,0)"/>
                                          </p:val>
                                        </p:tav>
                                      </p:tavLst>
                                    </p:anim>
                                    <p:set>
                                      <p:cBhvr>
                                        <p:cTn id="3007" dur="80"/>
                                        <p:tgtEl>
                                          <p:spTgt spid="1141"/>
                                        </p:tgtEl>
                                        <p:attrNameLst>
                                          <p:attrName>fill.type</p:attrName>
                                        </p:attrNameLst>
                                      </p:cBhvr>
                                      <p:to>
                                        <p:strVal val="solid"/>
                                      </p:to>
                                    </p:set>
                                  </p:childTnLst>
                                </p:cTn>
                              </p:par>
                            </p:childTnLst>
                          </p:cTn>
                        </p:par>
                        <p:par>
                          <p:cTn id="3008" fill="hold">
                            <p:stCondLst>
                              <p:cond delay="7100"/>
                            </p:stCondLst>
                            <p:childTnLst>
                              <p:par>
                                <p:cTn id="3009" nodeType="afterEffect" fill="hold" presetClass="entr" presetID="27">
                                  <p:stCondLst>
                                    <p:cond delay="1000"/>
                                  </p:stCondLst>
                                  <p:iterate type="lt">
                                    <p:tmAbs val="40"/>
                                  </p:iterate>
                                  <p:childTnLst>
                                    <p:set>
                                      <p:cBhvr>
                                        <p:cTn id="3010" dur="1" fill="hold">
                                          <p:stCondLst>
                                            <p:cond delay="0"/>
                                          </p:stCondLst>
                                        </p:cTn>
                                        <p:tgtEl>
                                          <p:spTgt spid="1142"/>
                                        </p:tgtEl>
                                        <p:attrNameLst>
                                          <p:attrName>style.visibility</p:attrName>
                                        </p:attrNameLst>
                                      </p:cBhvr>
                                      <p:to>
                                        <p:strVal val="visible"/>
                                      </p:to>
                                    </p:set>
                                    <p:anim calcmode="discrete" valueType="clr">
                                      <p:cBhvr additive="repl">
                                        <p:cTn id="3011" dur="80"/>
                                        <p:tgtEl>
                                          <p:spTgt spid="1142"/>
                                        </p:tgtEl>
                                        <p:attrNameLst>
                                          <p:attrName>style.color</p:attrName>
                                        </p:attrNameLst>
                                      </p:cBhvr>
                                      <p:tavLst>
                                        <p:tav tm="0">
                                          <p:val>
                                            <p:strVal val="rgb(-103,51,51)"/>
                                          </p:val>
                                        </p:tav>
                                        <p:tav tm="50000">
                                          <p:val>
                                            <p:strVal val="rgb(-103,-103,0)"/>
                                          </p:val>
                                        </p:tav>
                                      </p:tavLst>
                                    </p:anim>
                                    <p:anim calcmode="discrete" valueType="clr">
                                      <p:cBhvr additive="repl">
                                        <p:cTn id="3012" dur="80"/>
                                        <p:tgtEl>
                                          <p:spTgt spid="1142"/>
                                        </p:tgtEl>
                                        <p:attrNameLst>
                                          <p:attrName>fillcolor</p:attrName>
                                        </p:attrNameLst>
                                      </p:cBhvr>
                                      <p:tavLst>
                                        <p:tav tm="0">
                                          <p:val>
                                            <p:strVal val="rgb(-103,51,51)"/>
                                          </p:val>
                                        </p:tav>
                                        <p:tav tm="50000">
                                          <p:val>
                                            <p:strVal val="rgb(-103,-103,0)"/>
                                          </p:val>
                                        </p:tav>
                                      </p:tavLst>
                                    </p:anim>
                                    <p:set>
                                      <p:cBhvr>
                                        <p:cTn id="3013" dur="80"/>
                                        <p:tgtEl>
                                          <p:spTgt spid="1142"/>
                                        </p:tgtEl>
                                        <p:attrNameLst>
                                          <p:attrName>fill.type</p:attrName>
                                        </p:attrNameLst>
                                      </p:cBhvr>
                                      <p:to>
                                        <p:strVal val="solid"/>
                                      </p:to>
                                    </p:set>
                                  </p:childTnLst>
                                </p:cTn>
                              </p:par>
                            </p:childTnLst>
                          </p:cTn>
                        </p:par>
                        <p:par>
                          <p:cTn id="3014" fill="hold">
                            <p:stCondLst>
                              <p:cond delay="10500"/>
                            </p:stCondLst>
                            <p:childTnLst>
                              <p:par>
                                <p:cTn id="3015" nodeType="afterEffect" fill="hold" presetClass="entr" presetID="27">
                                  <p:stCondLst>
                                    <p:cond delay="1000"/>
                                  </p:stCondLst>
                                  <p:iterate type="lt">
                                    <p:tmAbs val="40"/>
                                  </p:iterate>
                                  <p:childTnLst>
                                    <p:set>
                                      <p:cBhvr>
                                        <p:cTn id="3016" dur="1" fill="hold">
                                          <p:stCondLst>
                                            <p:cond delay="0"/>
                                          </p:stCondLst>
                                        </p:cTn>
                                        <p:tgtEl>
                                          <p:spTgt spid="1143"/>
                                        </p:tgtEl>
                                        <p:attrNameLst>
                                          <p:attrName>style.visibility</p:attrName>
                                        </p:attrNameLst>
                                      </p:cBhvr>
                                      <p:to>
                                        <p:strVal val="visible"/>
                                      </p:to>
                                    </p:set>
                                    <p:anim calcmode="discrete" valueType="clr">
                                      <p:cBhvr additive="repl">
                                        <p:cTn id="3017" dur="80"/>
                                        <p:tgtEl>
                                          <p:spTgt spid="1143"/>
                                        </p:tgtEl>
                                        <p:attrNameLst>
                                          <p:attrName>style.color</p:attrName>
                                        </p:attrNameLst>
                                      </p:cBhvr>
                                      <p:tavLst>
                                        <p:tav tm="0">
                                          <p:val>
                                            <p:strVal val="rgb(-103,51,51)"/>
                                          </p:val>
                                        </p:tav>
                                        <p:tav tm="50000">
                                          <p:val>
                                            <p:strVal val="rgb(-103,-103,0)"/>
                                          </p:val>
                                        </p:tav>
                                      </p:tavLst>
                                    </p:anim>
                                    <p:anim calcmode="discrete" valueType="clr">
                                      <p:cBhvr additive="repl">
                                        <p:cTn id="3018" dur="80"/>
                                        <p:tgtEl>
                                          <p:spTgt spid="1143"/>
                                        </p:tgtEl>
                                        <p:attrNameLst>
                                          <p:attrName>fillcolor</p:attrName>
                                        </p:attrNameLst>
                                      </p:cBhvr>
                                      <p:tavLst>
                                        <p:tav tm="0">
                                          <p:val>
                                            <p:strVal val="rgb(-103,51,51)"/>
                                          </p:val>
                                        </p:tav>
                                        <p:tav tm="50000">
                                          <p:val>
                                            <p:strVal val="rgb(-103,-103,0)"/>
                                          </p:val>
                                        </p:tav>
                                      </p:tavLst>
                                    </p:anim>
                                    <p:set>
                                      <p:cBhvr>
                                        <p:cTn id="3019" dur="80"/>
                                        <p:tgtEl>
                                          <p:spTgt spid="1143"/>
                                        </p:tgtEl>
                                        <p:attrNameLst>
                                          <p:attrName>fill.type</p:attrName>
                                        </p:attrNameLst>
                                      </p:cBhvr>
                                      <p:to>
                                        <p:strVal val="solid"/>
                                      </p:to>
                                    </p:set>
                                  </p:childTnLst>
                                </p:cTn>
                              </p:par>
                            </p:childTnLst>
                          </p:cTn>
                        </p:par>
                        <p:par>
                          <p:cTn id="3020" fill="hold">
                            <p:stCondLst>
                              <p:cond delay="12140"/>
                            </p:stCondLst>
                            <p:childTnLst>
                              <p:par>
                                <p:cTn id="3021" nodeType="afterEffect" fill="hold" presetClass="entr" presetID="27">
                                  <p:stCondLst>
                                    <p:cond delay="1000"/>
                                  </p:stCondLst>
                                  <p:iterate type="lt">
                                    <p:tmAbs val="40"/>
                                  </p:iterate>
                                  <p:childTnLst>
                                    <p:set>
                                      <p:cBhvr>
                                        <p:cTn id="3022" dur="1" fill="hold">
                                          <p:stCondLst>
                                            <p:cond delay="0"/>
                                          </p:stCondLst>
                                        </p:cTn>
                                        <p:tgtEl>
                                          <p:spTgt spid="1144"/>
                                        </p:tgtEl>
                                        <p:attrNameLst>
                                          <p:attrName>style.visibility</p:attrName>
                                        </p:attrNameLst>
                                      </p:cBhvr>
                                      <p:to>
                                        <p:strVal val="visible"/>
                                      </p:to>
                                    </p:set>
                                    <p:anim calcmode="discrete" valueType="clr">
                                      <p:cBhvr additive="repl">
                                        <p:cTn id="3023" dur="80"/>
                                        <p:tgtEl>
                                          <p:spTgt spid="1144"/>
                                        </p:tgtEl>
                                        <p:attrNameLst>
                                          <p:attrName>style.color</p:attrName>
                                        </p:attrNameLst>
                                      </p:cBhvr>
                                      <p:tavLst>
                                        <p:tav tm="0">
                                          <p:val>
                                            <p:strVal val="rgb(-103,51,51)"/>
                                          </p:val>
                                        </p:tav>
                                        <p:tav tm="50000">
                                          <p:val>
                                            <p:strVal val="rgb(-103,-103,0)"/>
                                          </p:val>
                                        </p:tav>
                                      </p:tavLst>
                                    </p:anim>
                                    <p:anim calcmode="discrete" valueType="clr">
                                      <p:cBhvr additive="repl">
                                        <p:cTn id="3024" dur="80"/>
                                        <p:tgtEl>
                                          <p:spTgt spid="1144"/>
                                        </p:tgtEl>
                                        <p:attrNameLst>
                                          <p:attrName>fillcolor</p:attrName>
                                        </p:attrNameLst>
                                      </p:cBhvr>
                                      <p:tavLst>
                                        <p:tav tm="0">
                                          <p:val>
                                            <p:strVal val="rgb(-103,51,51)"/>
                                          </p:val>
                                        </p:tav>
                                        <p:tav tm="50000">
                                          <p:val>
                                            <p:strVal val="rgb(-103,-103,0)"/>
                                          </p:val>
                                        </p:tav>
                                      </p:tavLst>
                                    </p:anim>
                                    <p:set>
                                      <p:cBhvr>
                                        <p:cTn id="3025" dur="80"/>
                                        <p:tgtEl>
                                          <p:spTgt spid="1144"/>
                                        </p:tgtEl>
                                        <p:attrNameLst>
                                          <p:attrName>fill.type</p:attrName>
                                        </p:attrNameLst>
                                      </p:cBhvr>
                                      <p:to>
                                        <p:strVal val="solid"/>
                                      </p:to>
                                    </p:set>
                                  </p:childTnLst>
                                </p:cTn>
                              </p:par>
                            </p:childTnLst>
                          </p:cTn>
                        </p:par>
                        <p:par>
                          <p:cTn id="3026" fill="hold">
                            <p:stCondLst>
                              <p:cond delay="15460"/>
                            </p:stCondLst>
                            <p:childTnLst>
                              <p:par>
                                <p:cTn id="3027" nodeType="afterEffect" fill="hold" presetClass="entr" presetID="27">
                                  <p:stCondLst>
                                    <p:cond delay="1000"/>
                                  </p:stCondLst>
                                  <p:iterate type="lt">
                                    <p:tmAbs val="40"/>
                                  </p:iterate>
                                  <p:childTnLst>
                                    <p:set>
                                      <p:cBhvr>
                                        <p:cTn id="3028" dur="1" fill="hold">
                                          <p:stCondLst>
                                            <p:cond delay="0"/>
                                          </p:stCondLst>
                                        </p:cTn>
                                        <p:tgtEl>
                                          <p:spTgt spid="1145"/>
                                        </p:tgtEl>
                                        <p:attrNameLst>
                                          <p:attrName>style.visibility</p:attrName>
                                        </p:attrNameLst>
                                      </p:cBhvr>
                                      <p:to>
                                        <p:strVal val="visible"/>
                                      </p:to>
                                    </p:set>
                                    <p:anim calcmode="discrete" valueType="clr">
                                      <p:cBhvr additive="repl">
                                        <p:cTn id="3029" dur="80"/>
                                        <p:tgtEl>
                                          <p:spTgt spid="1145"/>
                                        </p:tgtEl>
                                        <p:attrNameLst>
                                          <p:attrName>style.color</p:attrName>
                                        </p:attrNameLst>
                                      </p:cBhvr>
                                      <p:tavLst>
                                        <p:tav tm="0">
                                          <p:val>
                                            <p:strVal val="rgb(-103,51,51)"/>
                                          </p:val>
                                        </p:tav>
                                        <p:tav tm="50000">
                                          <p:val>
                                            <p:strVal val="rgb(-103,-103,0)"/>
                                          </p:val>
                                        </p:tav>
                                      </p:tavLst>
                                    </p:anim>
                                    <p:anim calcmode="discrete" valueType="clr">
                                      <p:cBhvr additive="repl">
                                        <p:cTn id="3030" dur="80"/>
                                        <p:tgtEl>
                                          <p:spTgt spid="1145"/>
                                        </p:tgtEl>
                                        <p:attrNameLst>
                                          <p:attrName>fillcolor</p:attrName>
                                        </p:attrNameLst>
                                      </p:cBhvr>
                                      <p:tavLst>
                                        <p:tav tm="0">
                                          <p:val>
                                            <p:strVal val="rgb(-103,51,51)"/>
                                          </p:val>
                                        </p:tav>
                                        <p:tav tm="50000">
                                          <p:val>
                                            <p:strVal val="rgb(-103,-103,0)"/>
                                          </p:val>
                                        </p:tav>
                                      </p:tavLst>
                                    </p:anim>
                                    <p:set>
                                      <p:cBhvr>
                                        <p:cTn id="3031" dur="80"/>
                                        <p:tgtEl>
                                          <p:spTgt spid="1145"/>
                                        </p:tgtEl>
                                        <p:attrNameLst>
                                          <p:attrName>fill.type</p:attrName>
                                        </p:attrNameLst>
                                      </p:cBhvr>
                                      <p:to>
                                        <p:strVal val="solid"/>
                                      </p:to>
                                    </p:set>
                                  </p:childTnLst>
                                </p:cTn>
                              </p:par>
                            </p:childTnLst>
                          </p:cTn>
                        </p:par>
                        <p:par>
                          <p:cTn id="3032" fill="hold">
                            <p:stCondLst>
                              <p:cond delay="16740"/>
                            </p:stCondLst>
                            <p:childTnLst>
                              <p:par>
                                <p:cTn id="3033" nodeType="afterEffect" fill="hold" presetClass="entr" presetID="27">
                                  <p:stCondLst>
                                    <p:cond delay="1000"/>
                                  </p:stCondLst>
                                  <p:iterate type="lt">
                                    <p:tmAbs val="40"/>
                                  </p:iterate>
                                  <p:childTnLst>
                                    <p:set>
                                      <p:cBhvr>
                                        <p:cTn id="3034" dur="1" fill="hold">
                                          <p:stCondLst>
                                            <p:cond delay="0"/>
                                          </p:stCondLst>
                                        </p:cTn>
                                        <p:tgtEl>
                                          <p:spTgt spid="1146"/>
                                        </p:tgtEl>
                                        <p:attrNameLst>
                                          <p:attrName>style.visibility</p:attrName>
                                        </p:attrNameLst>
                                      </p:cBhvr>
                                      <p:to>
                                        <p:strVal val="visible"/>
                                      </p:to>
                                    </p:set>
                                    <p:anim calcmode="discrete" valueType="clr">
                                      <p:cBhvr additive="repl">
                                        <p:cTn id="3035" dur="80"/>
                                        <p:tgtEl>
                                          <p:spTgt spid="1146"/>
                                        </p:tgtEl>
                                        <p:attrNameLst>
                                          <p:attrName>style.color</p:attrName>
                                        </p:attrNameLst>
                                      </p:cBhvr>
                                      <p:tavLst>
                                        <p:tav tm="0">
                                          <p:val>
                                            <p:strVal val="rgb(-103,51,51)"/>
                                          </p:val>
                                        </p:tav>
                                        <p:tav tm="50000">
                                          <p:val>
                                            <p:strVal val="rgb(-103,-103,0)"/>
                                          </p:val>
                                        </p:tav>
                                      </p:tavLst>
                                    </p:anim>
                                    <p:anim calcmode="discrete" valueType="clr">
                                      <p:cBhvr additive="repl">
                                        <p:cTn id="3036" dur="80"/>
                                        <p:tgtEl>
                                          <p:spTgt spid="1146"/>
                                        </p:tgtEl>
                                        <p:attrNameLst>
                                          <p:attrName>fillcolor</p:attrName>
                                        </p:attrNameLst>
                                      </p:cBhvr>
                                      <p:tavLst>
                                        <p:tav tm="0">
                                          <p:val>
                                            <p:strVal val="rgb(-103,51,51)"/>
                                          </p:val>
                                        </p:tav>
                                        <p:tav tm="50000">
                                          <p:val>
                                            <p:strVal val="rgb(-103,-103,0)"/>
                                          </p:val>
                                        </p:tav>
                                      </p:tavLst>
                                    </p:anim>
                                    <p:set>
                                      <p:cBhvr>
                                        <p:cTn id="3037" dur="80"/>
                                        <p:tgtEl>
                                          <p:spTgt spid="1146"/>
                                        </p:tgtEl>
                                        <p:attrNameLst>
                                          <p:attrName>fill.type</p:attrName>
                                        </p:attrNameLst>
                                      </p:cBhvr>
                                      <p:to>
                                        <p:strVal val="solid"/>
                                      </p:to>
                                    </p:set>
                                  </p:childTnLst>
                                </p:cTn>
                              </p:par>
                            </p:childTnLst>
                          </p:cTn>
                        </p:par>
                        <p:par>
                          <p:cTn id="3038" fill="hold">
                            <p:stCondLst>
                              <p:cond delay="20500"/>
                            </p:stCondLst>
                            <p:childTnLst>
                              <p:par>
                                <p:cTn id="3039" nodeType="afterEffect" fill="hold" presetClass="entr" presetID="27">
                                  <p:stCondLst>
                                    <p:cond delay="1000"/>
                                  </p:stCondLst>
                                  <p:iterate type="lt">
                                    <p:tmAbs val="40"/>
                                  </p:iterate>
                                  <p:childTnLst>
                                    <p:set>
                                      <p:cBhvr>
                                        <p:cTn id="3040" dur="1" fill="hold">
                                          <p:stCondLst>
                                            <p:cond delay="0"/>
                                          </p:stCondLst>
                                        </p:cTn>
                                        <p:tgtEl>
                                          <p:spTgt spid="1147"/>
                                        </p:tgtEl>
                                        <p:attrNameLst>
                                          <p:attrName>style.visibility</p:attrName>
                                        </p:attrNameLst>
                                      </p:cBhvr>
                                      <p:to>
                                        <p:strVal val="visible"/>
                                      </p:to>
                                    </p:set>
                                    <p:anim calcmode="discrete" valueType="clr">
                                      <p:cBhvr additive="repl">
                                        <p:cTn id="3041" dur="80"/>
                                        <p:tgtEl>
                                          <p:spTgt spid="1147"/>
                                        </p:tgtEl>
                                        <p:attrNameLst>
                                          <p:attrName>style.color</p:attrName>
                                        </p:attrNameLst>
                                      </p:cBhvr>
                                      <p:tavLst>
                                        <p:tav tm="0">
                                          <p:val>
                                            <p:strVal val="rgb(-103,51,51)"/>
                                          </p:val>
                                        </p:tav>
                                        <p:tav tm="50000">
                                          <p:val>
                                            <p:strVal val="rgb(-103,-103,0)"/>
                                          </p:val>
                                        </p:tav>
                                      </p:tavLst>
                                    </p:anim>
                                    <p:anim calcmode="discrete" valueType="clr">
                                      <p:cBhvr additive="repl">
                                        <p:cTn id="3042" dur="80"/>
                                        <p:tgtEl>
                                          <p:spTgt spid="1147"/>
                                        </p:tgtEl>
                                        <p:attrNameLst>
                                          <p:attrName>fillcolor</p:attrName>
                                        </p:attrNameLst>
                                      </p:cBhvr>
                                      <p:tavLst>
                                        <p:tav tm="0">
                                          <p:val>
                                            <p:strVal val="rgb(-103,51,51)"/>
                                          </p:val>
                                        </p:tav>
                                        <p:tav tm="50000">
                                          <p:val>
                                            <p:strVal val="rgb(-103,-103,0)"/>
                                          </p:val>
                                        </p:tav>
                                      </p:tavLst>
                                    </p:anim>
                                    <p:set>
                                      <p:cBhvr>
                                        <p:cTn id="3043" dur="80"/>
                                        <p:tgtEl>
                                          <p:spTgt spid="1147"/>
                                        </p:tgtEl>
                                        <p:attrNameLst>
                                          <p:attrName>fill.type</p:attrName>
                                        </p:attrNameLst>
                                      </p:cBhvr>
                                      <p:to>
                                        <p:strVal val="solid"/>
                                      </p:to>
                                    </p:set>
                                  </p:childTnLst>
                                </p:cTn>
                              </p:par>
                            </p:childTnLst>
                          </p:cTn>
                        </p:par>
                        <p:par>
                          <p:cTn id="3044" fill="hold">
                            <p:stCondLst>
                              <p:cond delay="22300"/>
                            </p:stCondLst>
                            <p:childTnLst>
                              <p:par>
                                <p:cTn id="3045" nodeType="afterEffect" fill="hold" presetClass="entr" presetID="27">
                                  <p:stCondLst>
                                    <p:cond delay="1000"/>
                                  </p:stCondLst>
                                  <p:iterate type="lt">
                                    <p:tmAbs val="40"/>
                                  </p:iterate>
                                  <p:childTnLst>
                                    <p:set>
                                      <p:cBhvr>
                                        <p:cTn id="3046" dur="1" fill="hold">
                                          <p:stCondLst>
                                            <p:cond delay="0"/>
                                          </p:stCondLst>
                                        </p:cTn>
                                        <p:tgtEl>
                                          <p:spTgt spid="1148"/>
                                        </p:tgtEl>
                                        <p:attrNameLst>
                                          <p:attrName>style.visibility</p:attrName>
                                        </p:attrNameLst>
                                      </p:cBhvr>
                                      <p:to>
                                        <p:strVal val="visible"/>
                                      </p:to>
                                    </p:set>
                                    <p:anim calcmode="discrete" valueType="clr">
                                      <p:cBhvr additive="repl">
                                        <p:cTn id="3047" dur="80"/>
                                        <p:tgtEl>
                                          <p:spTgt spid="1148"/>
                                        </p:tgtEl>
                                        <p:attrNameLst>
                                          <p:attrName>style.color</p:attrName>
                                        </p:attrNameLst>
                                      </p:cBhvr>
                                      <p:tavLst>
                                        <p:tav tm="0">
                                          <p:val>
                                            <p:strVal val="rgb(-103,51,51)"/>
                                          </p:val>
                                        </p:tav>
                                        <p:tav tm="50000">
                                          <p:val>
                                            <p:strVal val="rgb(-103,-103,0)"/>
                                          </p:val>
                                        </p:tav>
                                      </p:tavLst>
                                    </p:anim>
                                    <p:anim calcmode="discrete" valueType="clr">
                                      <p:cBhvr additive="repl">
                                        <p:cTn id="3048" dur="80"/>
                                        <p:tgtEl>
                                          <p:spTgt spid="1148"/>
                                        </p:tgtEl>
                                        <p:attrNameLst>
                                          <p:attrName>fillcolor</p:attrName>
                                        </p:attrNameLst>
                                      </p:cBhvr>
                                      <p:tavLst>
                                        <p:tav tm="0">
                                          <p:val>
                                            <p:strVal val="rgb(-103,51,51)"/>
                                          </p:val>
                                        </p:tav>
                                        <p:tav tm="50000">
                                          <p:val>
                                            <p:strVal val="rgb(-103,-103,0)"/>
                                          </p:val>
                                        </p:tav>
                                      </p:tavLst>
                                    </p:anim>
                                    <p:set>
                                      <p:cBhvr>
                                        <p:cTn id="3049" dur="80"/>
                                        <p:tgtEl>
                                          <p:spTgt spid="1148"/>
                                        </p:tgtEl>
                                        <p:attrNameLst>
                                          <p:attrName>fill.type</p:attrName>
                                        </p:attrNameLst>
                                      </p:cBhvr>
                                      <p:to>
                                        <p:strVal val="solid"/>
                                      </p:to>
                                    </p:set>
                                  </p:childTnLst>
                                </p:cTn>
                              </p:par>
                            </p:childTnLst>
                          </p:cTn>
                        </p:par>
                        <p:par>
                          <p:cTn id="3050" fill="hold">
                            <p:stCondLst>
                              <p:cond delay="24940"/>
                            </p:stCondLst>
                            <p:childTnLst>
                              <p:par>
                                <p:cTn id="3051" nodeType="afterEffect" fill="hold" presetClass="entr" presetID="27">
                                  <p:stCondLst>
                                    <p:cond delay="1000"/>
                                  </p:stCondLst>
                                  <p:iterate type="lt">
                                    <p:tmAbs val="40"/>
                                  </p:iterate>
                                  <p:childTnLst>
                                    <p:set>
                                      <p:cBhvr>
                                        <p:cTn id="3052" dur="1" fill="hold">
                                          <p:stCondLst>
                                            <p:cond delay="0"/>
                                          </p:stCondLst>
                                        </p:cTn>
                                        <p:tgtEl>
                                          <p:spTgt spid="1149"/>
                                        </p:tgtEl>
                                        <p:attrNameLst>
                                          <p:attrName>style.visibility</p:attrName>
                                        </p:attrNameLst>
                                      </p:cBhvr>
                                      <p:to>
                                        <p:strVal val="visible"/>
                                      </p:to>
                                    </p:set>
                                    <p:anim calcmode="discrete" valueType="clr">
                                      <p:cBhvr additive="repl">
                                        <p:cTn id="3053" dur="80"/>
                                        <p:tgtEl>
                                          <p:spTgt spid="1149"/>
                                        </p:tgtEl>
                                        <p:attrNameLst>
                                          <p:attrName>style.color</p:attrName>
                                        </p:attrNameLst>
                                      </p:cBhvr>
                                      <p:tavLst>
                                        <p:tav tm="0">
                                          <p:val>
                                            <p:strVal val="rgb(-103,51,51)"/>
                                          </p:val>
                                        </p:tav>
                                        <p:tav tm="50000">
                                          <p:val>
                                            <p:strVal val="rgb(-103,-103,0)"/>
                                          </p:val>
                                        </p:tav>
                                      </p:tavLst>
                                    </p:anim>
                                    <p:anim calcmode="discrete" valueType="clr">
                                      <p:cBhvr additive="repl">
                                        <p:cTn id="3054" dur="80"/>
                                        <p:tgtEl>
                                          <p:spTgt spid="1149"/>
                                        </p:tgtEl>
                                        <p:attrNameLst>
                                          <p:attrName>fillcolor</p:attrName>
                                        </p:attrNameLst>
                                      </p:cBhvr>
                                      <p:tavLst>
                                        <p:tav tm="0">
                                          <p:val>
                                            <p:strVal val="rgb(-103,51,51)"/>
                                          </p:val>
                                        </p:tav>
                                        <p:tav tm="50000">
                                          <p:val>
                                            <p:strVal val="rgb(-103,-103,0)"/>
                                          </p:val>
                                        </p:tav>
                                      </p:tavLst>
                                    </p:anim>
                                    <p:set>
                                      <p:cBhvr>
                                        <p:cTn id="3055" dur="80"/>
                                        <p:tgtEl>
                                          <p:spTgt spid="1149"/>
                                        </p:tgtEl>
                                        <p:attrNameLst>
                                          <p:attrName>fill.type</p:attrName>
                                        </p:attrNameLst>
                                      </p:cBhvr>
                                      <p:to>
                                        <p:strVal val="solid"/>
                                      </p:to>
                                    </p:set>
                                  </p:childTnLst>
                                </p:cTn>
                              </p:par>
                            </p:childTnLst>
                          </p:cTn>
                        </p:par>
                        <p:par>
                          <p:cTn id="3056" fill="hold">
                            <p:stCondLst>
                              <p:cond delay="26060"/>
                            </p:stCondLst>
                            <p:childTnLst>
                              <p:par>
                                <p:cTn id="3057" nodeType="afterEffect" fill="hold" presetClass="entr" presetID="27">
                                  <p:stCondLst>
                                    <p:cond delay="1000"/>
                                  </p:stCondLst>
                                  <p:iterate type="lt">
                                    <p:tmAbs val="40"/>
                                  </p:iterate>
                                  <p:childTnLst>
                                    <p:set>
                                      <p:cBhvr>
                                        <p:cTn id="3058" dur="1" fill="hold">
                                          <p:stCondLst>
                                            <p:cond delay="0"/>
                                          </p:stCondLst>
                                        </p:cTn>
                                        <p:tgtEl>
                                          <p:spTgt spid="1150"/>
                                        </p:tgtEl>
                                        <p:attrNameLst>
                                          <p:attrName>style.visibility</p:attrName>
                                        </p:attrNameLst>
                                      </p:cBhvr>
                                      <p:to>
                                        <p:strVal val="visible"/>
                                      </p:to>
                                    </p:set>
                                    <p:anim calcmode="discrete" valueType="clr">
                                      <p:cBhvr additive="repl">
                                        <p:cTn id="3059" dur="80"/>
                                        <p:tgtEl>
                                          <p:spTgt spid="1150"/>
                                        </p:tgtEl>
                                        <p:attrNameLst>
                                          <p:attrName>style.color</p:attrName>
                                        </p:attrNameLst>
                                      </p:cBhvr>
                                      <p:tavLst>
                                        <p:tav tm="0">
                                          <p:val>
                                            <p:strVal val="rgb(-103,51,51)"/>
                                          </p:val>
                                        </p:tav>
                                        <p:tav tm="50000">
                                          <p:val>
                                            <p:strVal val="rgb(-103,-103,0)"/>
                                          </p:val>
                                        </p:tav>
                                      </p:tavLst>
                                    </p:anim>
                                    <p:anim calcmode="discrete" valueType="clr">
                                      <p:cBhvr additive="repl">
                                        <p:cTn id="3060" dur="80"/>
                                        <p:tgtEl>
                                          <p:spTgt spid="1150"/>
                                        </p:tgtEl>
                                        <p:attrNameLst>
                                          <p:attrName>fillcolor</p:attrName>
                                        </p:attrNameLst>
                                      </p:cBhvr>
                                      <p:tavLst>
                                        <p:tav tm="0">
                                          <p:val>
                                            <p:strVal val="rgb(-103,51,51)"/>
                                          </p:val>
                                        </p:tav>
                                        <p:tav tm="50000">
                                          <p:val>
                                            <p:strVal val="rgb(-103,-103,0)"/>
                                          </p:val>
                                        </p:tav>
                                      </p:tavLst>
                                    </p:anim>
                                    <p:set>
                                      <p:cBhvr>
                                        <p:cTn id="3061" dur="80"/>
                                        <p:tgtEl>
                                          <p:spTgt spid="1150"/>
                                        </p:tgtEl>
                                        <p:attrNameLst>
                                          <p:attrName>fill.type</p:attrName>
                                        </p:attrNameLst>
                                      </p:cBhvr>
                                      <p:to>
                                        <p:strVal val="solid"/>
                                      </p:to>
                                    </p:set>
                                  </p:childTnLst>
                                </p:cTn>
                              </p:par>
                            </p:childTnLst>
                          </p:cTn>
                        </p:par>
                        <p:par>
                          <p:cTn id="3062" fill="hold">
                            <p:stCondLst>
                              <p:cond delay="29940"/>
                            </p:stCondLst>
                            <p:childTnLst>
                              <p:par>
                                <p:cTn id="3063" nodeType="afterEffect" fill="hold" presetClass="entr" presetID="27">
                                  <p:stCondLst>
                                    <p:cond delay="1000"/>
                                  </p:stCondLst>
                                  <p:iterate type="lt">
                                    <p:tmAbs val="40"/>
                                  </p:iterate>
                                  <p:childTnLst>
                                    <p:set>
                                      <p:cBhvr>
                                        <p:cTn id="3064" dur="1" fill="hold">
                                          <p:stCondLst>
                                            <p:cond delay="0"/>
                                          </p:stCondLst>
                                        </p:cTn>
                                        <p:tgtEl>
                                          <p:spTgt spid="1151"/>
                                        </p:tgtEl>
                                        <p:attrNameLst>
                                          <p:attrName>style.visibility</p:attrName>
                                        </p:attrNameLst>
                                      </p:cBhvr>
                                      <p:to>
                                        <p:strVal val="visible"/>
                                      </p:to>
                                    </p:set>
                                    <p:anim calcmode="discrete" valueType="clr">
                                      <p:cBhvr additive="repl">
                                        <p:cTn id="3065" dur="80"/>
                                        <p:tgtEl>
                                          <p:spTgt spid="1151"/>
                                        </p:tgtEl>
                                        <p:attrNameLst>
                                          <p:attrName>style.color</p:attrName>
                                        </p:attrNameLst>
                                      </p:cBhvr>
                                      <p:tavLst>
                                        <p:tav tm="0">
                                          <p:val>
                                            <p:strVal val="rgb(-103,51,51)"/>
                                          </p:val>
                                        </p:tav>
                                        <p:tav tm="50000">
                                          <p:val>
                                            <p:strVal val="rgb(-103,-103,0)"/>
                                          </p:val>
                                        </p:tav>
                                      </p:tavLst>
                                    </p:anim>
                                    <p:anim calcmode="discrete" valueType="clr">
                                      <p:cBhvr additive="repl">
                                        <p:cTn id="3066" dur="80"/>
                                        <p:tgtEl>
                                          <p:spTgt spid="1151"/>
                                        </p:tgtEl>
                                        <p:attrNameLst>
                                          <p:attrName>fillcolor</p:attrName>
                                        </p:attrNameLst>
                                      </p:cBhvr>
                                      <p:tavLst>
                                        <p:tav tm="0">
                                          <p:val>
                                            <p:strVal val="rgb(-103,51,51)"/>
                                          </p:val>
                                        </p:tav>
                                        <p:tav tm="50000">
                                          <p:val>
                                            <p:strVal val="rgb(-103,-103,0)"/>
                                          </p:val>
                                        </p:tav>
                                      </p:tavLst>
                                    </p:anim>
                                    <p:set>
                                      <p:cBhvr>
                                        <p:cTn id="3067" dur="80"/>
                                        <p:tgtEl>
                                          <p:spTgt spid="1151"/>
                                        </p:tgtEl>
                                        <p:attrNameLst>
                                          <p:attrName>fill.type</p:attrName>
                                        </p:attrNameLst>
                                      </p:cBhvr>
                                      <p:to>
                                        <p:strVal val="solid"/>
                                      </p:to>
                                    </p:set>
                                  </p:childTnLst>
                                </p:cTn>
                              </p:par>
                            </p:childTnLst>
                          </p:cTn>
                        </p:par>
                        <p:par>
                          <p:cTn id="3068" fill="hold">
                            <p:stCondLst>
                              <p:cond delay="32380"/>
                            </p:stCondLst>
                            <p:childTnLst>
                              <p:par>
                                <p:cTn id="3069" nodeType="afterEffect" fill="hold" presetClass="entr" presetID="27">
                                  <p:stCondLst>
                                    <p:cond delay="1000"/>
                                  </p:stCondLst>
                                  <p:iterate type="lt">
                                    <p:tmAbs val="40"/>
                                  </p:iterate>
                                  <p:childTnLst>
                                    <p:set>
                                      <p:cBhvr>
                                        <p:cTn id="3070" dur="1" fill="hold">
                                          <p:stCondLst>
                                            <p:cond delay="0"/>
                                          </p:stCondLst>
                                        </p:cTn>
                                        <p:tgtEl>
                                          <p:spTgt spid="1152"/>
                                        </p:tgtEl>
                                        <p:attrNameLst>
                                          <p:attrName>style.visibility</p:attrName>
                                        </p:attrNameLst>
                                      </p:cBhvr>
                                      <p:to>
                                        <p:strVal val="visible"/>
                                      </p:to>
                                    </p:set>
                                    <p:anim calcmode="discrete" valueType="clr">
                                      <p:cBhvr additive="repl">
                                        <p:cTn id="3071" dur="80"/>
                                        <p:tgtEl>
                                          <p:spTgt spid="1152"/>
                                        </p:tgtEl>
                                        <p:attrNameLst>
                                          <p:attrName>style.color</p:attrName>
                                        </p:attrNameLst>
                                      </p:cBhvr>
                                      <p:tavLst>
                                        <p:tav tm="0">
                                          <p:val>
                                            <p:strVal val="rgb(-103,51,51)"/>
                                          </p:val>
                                        </p:tav>
                                        <p:tav tm="50000">
                                          <p:val>
                                            <p:strVal val="rgb(-103,-103,0)"/>
                                          </p:val>
                                        </p:tav>
                                      </p:tavLst>
                                    </p:anim>
                                    <p:anim calcmode="discrete" valueType="clr">
                                      <p:cBhvr additive="repl">
                                        <p:cTn id="3072" dur="80"/>
                                        <p:tgtEl>
                                          <p:spTgt spid="1152"/>
                                        </p:tgtEl>
                                        <p:attrNameLst>
                                          <p:attrName>fillcolor</p:attrName>
                                        </p:attrNameLst>
                                      </p:cBhvr>
                                      <p:tavLst>
                                        <p:tav tm="0">
                                          <p:val>
                                            <p:strVal val="rgb(-103,51,51)"/>
                                          </p:val>
                                        </p:tav>
                                        <p:tav tm="50000">
                                          <p:val>
                                            <p:strVal val="rgb(-103,-103,0)"/>
                                          </p:val>
                                        </p:tav>
                                      </p:tavLst>
                                    </p:anim>
                                    <p:set>
                                      <p:cBhvr>
                                        <p:cTn id="3073" dur="80"/>
                                        <p:tgtEl>
                                          <p:spTgt spid="1152"/>
                                        </p:tgtEl>
                                        <p:attrNameLst>
                                          <p:attrName>fill.type</p:attrName>
                                        </p:attrNameLst>
                                      </p:cBhvr>
                                      <p:to>
                                        <p:strVal val="solid"/>
                                      </p:to>
                                    </p:set>
                                  </p:childTnLst>
                                </p:cTn>
                              </p:par>
                            </p:childTnLst>
                          </p:cTn>
                        </p:par>
                        <p:par>
                          <p:cTn id="3074" fill="hold">
                            <p:stCondLst>
                              <p:cond delay="36140"/>
                            </p:stCondLst>
                            <p:childTnLst>
                              <p:par>
                                <p:cTn id="3075" nodeType="afterEffect" fill="hold" presetClass="entr" presetID="27">
                                  <p:stCondLst>
                                    <p:cond delay="1000"/>
                                  </p:stCondLst>
                                  <p:iterate type="lt">
                                    <p:tmAbs val="40"/>
                                  </p:iterate>
                                  <p:childTnLst>
                                    <p:set>
                                      <p:cBhvr>
                                        <p:cTn id="3076" dur="1" fill="hold">
                                          <p:stCondLst>
                                            <p:cond delay="0"/>
                                          </p:stCondLst>
                                        </p:cTn>
                                        <p:tgtEl>
                                          <p:spTgt spid="1153"/>
                                        </p:tgtEl>
                                        <p:attrNameLst>
                                          <p:attrName>style.visibility</p:attrName>
                                        </p:attrNameLst>
                                      </p:cBhvr>
                                      <p:to>
                                        <p:strVal val="visible"/>
                                      </p:to>
                                    </p:set>
                                    <p:anim calcmode="discrete" valueType="clr">
                                      <p:cBhvr additive="repl">
                                        <p:cTn id="3077" dur="80"/>
                                        <p:tgtEl>
                                          <p:spTgt spid="1153"/>
                                        </p:tgtEl>
                                        <p:attrNameLst>
                                          <p:attrName>style.color</p:attrName>
                                        </p:attrNameLst>
                                      </p:cBhvr>
                                      <p:tavLst>
                                        <p:tav tm="0">
                                          <p:val>
                                            <p:strVal val="rgb(-103,51,51)"/>
                                          </p:val>
                                        </p:tav>
                                        <p:tav tm="50000">
                                          <p:val>
                                            <p:strVal val="rgb(-103,-103,0)"/>
                                          </p:val>
                                        </p:tav>
                                      </p:tavLst>
                                    </p:anim>
                                    <p:anim calcmode="discrete" valueType="clr">
                                      <p:cBhvr additive="repl">
                                        <p:cTn id="3078" dur="80"/>
                                        <p:tgtEl>
                                          <p:spTgt spid="1153"/>
                                        </p:tgtEl>
                                        <p:attrNameLst>
                                          <p:attrName>fillcolor</p:attrName>
                                        </p:attrNameLst>
                                      </p:cBhvr>
                                      <p:tavLst>
                                        <p:tav tm="0">
                                          <p:val>
                                            <p:strVal val="rgb(-103,51,51)"/>
                                          </p:val>
                                        </p:tav>
                                        <p:tav tm="50000">
                                          <p:val>
                                            <p:strVal val="rgb(-103,-103,0)"/>
                                          </p:val>
                                        </p:tav>
                                      </p:tavLst>
                                    </p:anim>
                                    <p:set>
                                      <p:cBhvr>
                                        <p:cTn id="3079" dur="80"/>
                                        <p:tgtEl>
                                          <p:spTgt spid="1153"/>
                                        </p:tgtEl>
                                        <p:attrNameLst>
                                          <p:attrName>fill.type</p:attrName>
                                        </p:attrNameLst>
                                      </p:cBhvr>
                                      <p:to>
                                        <p:strVal val="solid"/>
                                      </p:to>
                                    </p:set>
                                  </p:childTnLst>
                                </p:cTn>
                              </p:par>
                            </p:childTnLst>
                          </p:cTn>
                        </p:par>
                        <p:par>
                          <p:cTn id="3080" fill="hold">
                            <p:stCondLst>
                              <p:cond delay="38820"/>
                            </p:stCondLst>
                            <p:childTnLst>
                              <p:par>
                                <p:cTn id="3081" nodeType="afterEffect" fill="hold" presetClass="entr" presetID="27">
                                  <p:stCondLst>
                                    <p:cond delay="1000"/>
                                  </p:stCondLst>
                                  <p:iterate type="lt">
                                    <p:tmAbs val="40"/>
                                  </p:iterate>
                                  <p:childTnLst>
                                    <p:set>
                                      <p:cBhvr>
                                        <p:cTn id="3082" dur="1" fill="hold">
                                          <p:stCondLst>
                                            <p:cond delay="0"/>
                                          </p:stCondLst>
                                        </p:cTn>
                                        <p:tgtEl>
                                          <p:spTgt spid="1154"/>
                                        </p:tgtEl>
                                        <p:attrNameLst>
                                          <p:attrName>style.visibility</p:attrName>
                                        </p:attrNameLst>
                                      </p:cBhvr>
                                      <p:to>
                                        <p:strVal val="visible"/>
                                      </p:to>
                                    </p:set>
                                    <p:anim calcmode="discrete" valueType="clr">
                                      <p:cBhvr additive="repl">
                                        <p:cTn id="3083" dur="80"/>
                                        <p:tgtEl>
                                          <p:spTgt spid="1154"/>
                                        </p:tgtEl>
                                        <p:attrNameLst>
                                          <p:attrName>style.color</p:attrName>
                                        </p:attrNameLst>
                                      </p:cBhvr>
                                      <p:tavLst>
                                        <p:tav tm="0">
                                          <p:val>
                                            <p:strVal val="rgb(-103,51,51)"/>
                                          </p:val>
                                        </p:tav>
                                        <p:tav tm="50000">
                                          <p:val>
                                            <p:strVal val="rgb(-103,-103,0)"/>
                                          </p:val>
                                        </p:tav>
                                      </p:tavLst>
                                    </p:anim>
                                    <p:anim calcmode="discrete" valueType="clr">
                                      <p:cBhvr additive="repl">
                                        <p:cTn id="3084" dur="80"/>
                                        <p:tgtEl>
                                          <p:spTgt spid="1154"/>
                                        </p:tgtEl>
                                        <p:attrNameLst>
                                          <p:attrName>fillcolor</p:attrName>
                                        </p:attrNameLst>
                                      </p:cBhvr>
                                      <p:tavLst>
                                        <p:tav tm="0">
                                          <p:val>
                                            <p:strVal val="rgb(-103,51,51)"/>
                                          </p:val>
                                        </p:tav>
                                        <p:tav tm="50000">
                                          <p:val>
                                            <p:strVal val="rgb(-103,-103,0)"/>
                                          </p:val>
                                        </p:tav>
                                      </p:tavLst>
                                    </p:anim>
                                    <p:set>
                                      <p:cBhvr>
                                        <p:cTn id="3085" dur="80"/>
                                        <p:tgtEl>
                                          <p:spTgt spid="1154"/>
                                        </p:tgtEl>
                                        <p:attrNameLst>
                                          <p:attrName>fill.type</p:attrName>
                                        </p:attrNameLst>
                                      </p:cBhvr>
                                      <p:to>
                                        <p:strVal val="solid"/>
                                      </p:to>
                                    </p:set>
                                  </p:childTnLst>
                                </p:cTn>
                              </p:par>
                            </p:childTnLst>
                          </p:cTn>
                        </p:par>
                        <p:par>
                          <p:cTn id="3086" fill="hold">
                            <p:stCondLst>
                              <p:cond delay="42020"/>
                            </p:stCondLst>
                            <p:childTnLst>
                              <p:par>
                                <p:cTn id="3087" nodeType="afterEffect" fill="hold" presetClass="entr" presetID="1">
                                  <p:stCondLst>
                                    <p:cond delay="1000"/>
                                  </p:stCondLst>
                                  <p:childTnLst>
                                    <p:set>
                                      <p:cBhvr>
                                        <p:cTn id="3088" dur="1" fill="hold">
                                          <p:stCondLst>
                                            <p:cond delay="0"/>
                                          </p:stCondLst>
                                        </p:cTn>
                                        <p:tgtEl>
                                          <p:spTgt spid="1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56" name="" descr=""/>
          <p:cNvPicPr/>
          <p:nvPr/>
        </p:nvPicPr>
        <p:blipFill>
          <a:blip r:embed="rId1"/>
          <a:stretch/>
        </p:blipFill>
        <p:spPr>
          <a:xfrm>
            <a:off x="0" y="0"/>
            <a:ext cx="9144000" cy="6885000"/>
          </a:xfrm>
          <a:prstGeom prst="rect">
            <a:avLst/>
          </a:prstGeom>
          <a:ln w="0">
            <a:noFill/>
          </a:ln>
        </p:spPr>
      </p:pic>
      <p:pic>
        <p:nvPicPr>
          <p:cNvPr id="1157" name="" descr=""/>
          <p:cNvPicPr/>
          <p:nvPr/>
        </p:nvPicPr>
        <p:blipFill>
          <a:blip r:embed="rId2"/>
          <a:stretch/>
        </p:blipFill>
        <p:spPr>
          <a:xfrm>
            <a:off x="5943600" y="3581280"/>
            <a:ext cx="3200400" cy="1589040"/>
          </a:xfrm>
          <a:prstGeom prst="rect">
            <a:avLst/>
          </a:prstGeom>
          <a:ln w="0">
            <a:noFill/>
          </a:ln>
        </p:spPr>
      </p:pic>
      <p:pic>
        <p:nvPicPr>
          <p:cNvPr id="1158" name="" descr=""/>
          <p:cNvPicPr/>
          <p:nvPr/>
        </p:nvPicPr>
        <p:blipFill>
          <a:blip r:embed="rId3"/>
          <a:stretch/>
        </p:blipFill>
        <p:spPr>
          <a:xfrm>
            <a:off x="0" y="3733920"/>
            <a:ext cx="3124080" cy="1550880"/>
          </a:xfrm>
          <a:prstGeom prst="rect">
            <a:avLst/>
          </a:prstGeom>
          <a:ln w="0">
            <a:noFill/>
          </a:ln>
        </p:spPr>
      </p:pic>
      <p:sp>
        <p:nvSpPr>
          <p:cNvPr id="1159" name=""/>
          <p:cNvSpPr/>
          <p:nvPr/>
        </p:nvSpPr>
        <p:spPr>
          <a:xfrm>
            <a:off x="6248520" y="4038480"/>
            <a:ext cx="2666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Hands up.. You’re coming with me.</a:t>
            </a:r>
            <a:endParaRPr b="0" lang="en-US" sz="1200" spc="-1" strike="noStrike">
              <a:solidFill>
                <a:srgbClr val="000000"/>
              </a:solidFill>
              <a:latin typeface="Arial"/>
            </a:endParaRPr>
          </a:p>
        </p:txBody>
      </p:sp>
    </p:spTree>
  </p:cSld>
  <p:timing>
    <p:tnLst>
      <p:par>
        <p:cTn id="3089" dur="indefinite" restart="never" nodeType="tmRoot">
          <p:childTnLst>
            <p:seq>
              <p:cTn id="3090" dur="indefinite" nodeType="mainSeq">
                <p:childTnLst>
                  <p:par>
                    <p:cTn id="3091" fill="hold">
                      <p:stCondLst>
                        <p:cond delay="0"/>
                      </p:stCondLst>
                      <p:childTnLst>
                        <p:par>
                          <p:cTn id="3092" fill="hold">
                            <p:stCondLst>
                              <p:cond delay="0"/>
                            </p:stCondLst>
                            <p:childTnLst>
                              <p:par>
                                <p:cTn id="3093" nodeType="afterEffect" fill="hold" presetClass="exit" presetID="9">
                                  <p:stCondLst>
                                    <p:cond delay="0"/>
                                  </p:stCondLst>
                                  <p:childTnLst>
                                    <p:animEffect filter="dissolve" transition="out">
                                      <p:cBhvr additive="repl">
                                        <p:cTn id="3094" dur="500"/>
                                        <p:tgtEl>
                                          <p:spTgt spid="1158"/>
                                        </p:tgtEl>
                                      </p:cBhvr>
                                    </p:animEffect>
                                    <p:set>
                                      <p:cBhvr>
                                        <p:cTn id="3095" dur="1" fill="hold">
                                          <p:stCondLst>
                                            <p:cond delay="499"/>
                                          </p:stCondLst>
                                        </p:cTn>
                                        <p:tgtEl>
                                          <p:spTgt spid="1158"/>
                                        </p:tgtEl>
                                        <p:attrNameLst>
                                          <p:attrName>style.visibility</p:attrName>
                                        </p:attrNameLst>
                                      </p:cBhvr>
                                      <p:to>
                                        <p:strVal val="hidden"/>
                                      </p:to>
                                    </p:set>
                                  </p:childTnLst>
                                </p:cTn>
                              </p:par>
                              <p:par>
                                <p:cTn id="3096" nodeType="withEffect" fill="hold" presetClass="entr" presetID="27">
                                  <p:stCondLst>
                                    <p:cond delay="0"/>
                                  </p:stCondLst>
                                  <p:iterate type="lt">
                                    <p:tmAbs val="40"/>
                                  </p:iterate>
                                  <p:childTnLst>
                                    <p:set>
                                      <p:cBhvr>
                                        <p:cTn id="3097" dur="1" fill="hold">
                                          <p:stCondLst>
                                            <p:cond delay="0"/>
                                          </p:stCondLst>
                                        </p:cTn>
                                        <p:tgtEl>
                                          <p:spTgt spid="1159"/>
                                        </p:tgtEl>
                                        <p:attrNameLst>
                                          <p:attrName>style.visibility</p:attrName>
                                        </p:attrNameLst>
                                      </p:cBhvr>
                                      <p:to>
                                        <p:strVal val="visible"/>
                                      </p:to>
                                    </p:set>
                                    <p:anim calcmode="discrete" valueType="clr">
                                      <p:cBhvr additive="repl">
                                        <p:cTn id="3098" dur="80"/>
                                        <p:tgtEl>
                                          <p:spTgt spid="1159"/>
                                        </p:tgtEl>
                                        <p:attrNameLst>
                                          <p:attrName>style.color</p:attrName>
                                        </p:attrNameLst>
                                      </p:cBhvr>
                                      <p:tavLst>
                                        <p:tav tm="0">
                                          <p:val>
                                            <p:strVal val="rgb(-103,51,51)"/>
                                          </p:val>
                                        </p:tav>
                                        <p:tav tm="50000">
                                          <p:val>
                                            <p:strVal val="rgb(-103,-103,0)"/>
                                          </p:val>
                                        </p:tav>
                                      </p:tavLst>
                                    </p:anim>
                                    <p:anim calcmode="discrete" valueType="clr">
                                      <p:cBhvr additive="repl">
                                        <p:cTn id="3099" dur="80"/>
                                        <p:tgtEl>
                                          <p:spTgt spid="1159"/>
                                        </p:tgtEl>
                                        <p:attrNameLst>
                                          <p:attrName>fillcolor</p:attrName>
                                        </p:attrNameLst>
                                      </p:cBhvr>
                                      <p:tavLst>
                                        <p:tav tm="0">
                                          <p:val>
                                            <p:strVal val="rgb(-103,51,51)"/>
                                          </p:val>
                                        </p:tav>
                                        <p:tav tm="50000">
                                          <p:val>
                                            <p:strVal val="rgb(-103,-103,0)"/>
                                          </p:val>
                                        </p:tav>
                                      </p:tavLst>
                                    </p:anim>
                                    <p:set>
                                      <p:cBhvr>
                                        <p:cTn id="3100" dur="80"/>
                                        <p:tgtEl>
                                          <p:spTgt spid="1159"/>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60" name="" descr=""/>
          <p:cNvPicPr/>
          <p:nvPr/>
        </p:nvPicPr>
        <p:blipFill>
          <a:blip r:embed="rId1"/>
          <a:stretch/>
        </p:blipFill>
        <p:spPr>
          <a:xfrm>
            <a:off x="0" y="0"/>
            <a:ext cx="9144000" cy="6850080"/>
          </a:xfrm>
          <a:prstGeom prst="rect">
            <a:avLst/>
          </a:prstGeom>
          <a:ln w="0">
            <a:noFill/>
          </a:ln>
        </p:spPr>
      </p:pic>
      <p:pic>
        <p:nvPicPr>
          <p:cNvPr id="1161" name="" descr=""/>
          <p:cNvPicPr/>
          <p:nvPr/>
        </p:nvPicPr>
        <p:blipFill>
          <a:blip r:embed="rId2"/>
          <a:stretch/>
        </p:blipFill>
        <p:spPr>
          <a:xfrm>
            <a:off x="5943600" y="3581280"/>
            <a:ext cx="3200400" cy="1589040"/>
          </a:xfrm>
          <a:prstGeom prst="rect">
            <a:avLst/>
          </a:prstGeom>
          <a:ln w="0">
            <a:noFill/>
          </a:ln>
        </p:spPr>
      </p:pic>
      <p:sp>
        <p:nvSpPr>
          <p:cNvPr id="1162" name=""/>
          <p:cNvSpPr/>
          <p:nvPr/>
        </p:nvSpPr>
        <p:spPr>
          <a:xfrm>
            <a:off x="6248520" y="4038480"/>
            <a:ext cx="2666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Hands up.. You’re coming with me.</a:t>
            </a:r>
            <a:endParaRPr b="0" lang="en-US" sz="1200" spc="-1" strike="noStrike">
              <a:solidFill>
                <a:srgbClr val="000000"/>
              </a:solidFill>
              <a:latin typeface="Arial"/>
            </a:endParaRPr>
          </a:p>
        </p:txBody>
      </p:sp>
      <p:pic>
        <p:nvPicPr>
          <p:cNvPr id="1163" name="" descr=""/>
          <p:cNvPicPr/>
          <p:nvPr/>
        </p:nvPicPr>
        <p:blipFill>
          <a:blip r:embed="rId3"/>
          <a:stretch/>
        </p:blipFill>
        <p:spPr>
          <a:xfrm>
            <a:off x="0" y="3733920"/>
            <a:ext cx="3124080" cy="1550880"/>
          </a:xfrm>
          <a:prstGeom prst="rect">
            <a:avLst/>
          </a:prstGeom>
          <a:ln w="0">
            <a:noFill/>
          </a:ln>
        </p:spPr>
      </p:pic>
      <p:sp>
        <p:nvSpPr>
          <p:cNvPr id="1164" name=""/>
          <p:cNvSpPr/>
          <p:nvPr/>
        </p:nvSpPr>
        <p:spPr>
          <a:xfrm>
            <a:off x="152280" y="4191120"/>
            <a:ext cx="266724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Heh heh… A gun. You sure came prepared.</a:t>
            </a:r>
            <a:endParaRPr b="0" lang="en-US" sz="1200" spc="-1" strike="noStrike">
              <a:solidFill>
                <a:srgbClr val="000000"/>
              </a:solidFill>
              <a:latin typeface="Arial"/>
            </a:endParaRPr>
          </a:p>
        </p:txBody>
      </p:sp>
    </p:spTree>
  </p:cSld>
  <p:timing>
    <p:tnLst>
      <p:par>
        <p:cTn id="3101" dur="indefinite" restart="never" nodeType="tmRoot">
          <p:childTnLst>
            <p:seq>
              <p:cTn id="3102" dur="indefinite" nodeType="mainSeq">
                <p:childTnLst>
                  <p:par>
                    <p:cTn id="3103" fill="hold">
                      <p:stCondLst>
                        <p:cond delay="0"/>
                      </p:stCondLst>
                      <p:childTnLst>
                        <p:par>
                          <p:cTn id="3104" fill="hold">
                            <p:stCondLst>
                              <p:cond delay="0"/>
                            </p:stCondLst>
                            <p:childTnLst>
                              <p:par>
                                <p:cTn id="3105" nodeType="afterEffect" fill="hold" presetClass="entr" presetID="9">
                                  <p:stCondLst>
                                    <p:cond delay="0"/>
                                  </p:stCondLst>
                                  <p:childTnLst>
                                    <p:set>
                                      <p:cBhvr>
                                        <p:cTn id="3106" dur="1" fill="hold">
                                          <p:stCondLst>
                                            <p:cond delay="0"/>
                                          </p:stCondLst>
                                        </p:cTn>
                                        <p:tgtEl>
                                          <p:spTgt spid="1163"/>
                                        </p:tgtEl>
                                        <p:attrNameLst>
                                          <p:attrName>style.visibility</p:attrName>
                                        </p:attrNameLst>
                                      </p:cBhvr>
                                      <p:to>
                                        <p:strVal val="visible"/>
                                      </p:to>
                                    </p:set>
                                    <p:animEffect filter="dissolve" transition="in">
                                      <p:cBhvr additive="repl">
                                        <p:cTn id="3107" dur="500"/>
                                        <p:tgtEl>
                                          <p:spTgt spid="1163"/>
                                        </p:tgtEl>
                                      </p:cBhvr>
                                    </p:animEffect>
                                  </p:childTnLst>
                                </p:cTn>
                              </p:par>
                            </p:childTnLst>
                          </p:cTn>
                        </p:par>
                        <p:par>
                          <p:cTn id="3108" fill="hold">
                            <p:stCondLst>
                              <p:cond delay="500"/>
                            </p:stCondLst>
                            <p:childTnLst>
                              <p:par>
                                <p:cTn id="3109" nodeType="afterEffect" fill="hold" presetClass="entr" presetID="27">
                                  <p:stCondLst>
                                    <p:cond delay="0"/>
                                  </p:stCondLst>
                                  <p:iterate type="lt">
                                    <p:tmAbs val="40"/>
                                  </p:iterate>
                                  <p:childTnLst>
                                    <p:set>
                                      <p:cBhvr>
                                        <p:cTn id="3110" dur="1" fill="hold">
                                          <p:stCondLst>
                                            <p:cond delay="0"/>
                                          </p:stCondLst>
                                        </p:cTn>
                                        <p:tgtEl>
                                          <p:spTgt spid="1164"/>
                                        </p:tgtEl>
                                        <p:attrNameLst>
                                          <p:attrName>style.visibility</p:attrName>
                                        </p:attrNameLst>
                                      </p:cBhvr>
                                      <p:to>
                                        <p:strVal val="visible"/>
                                      </p:to>
                                    </p:set>
                                    <p:anim calcmode="discrete" valueType="clr">
                                      <p:cBhvr additive="repl">
                                        <p:cTn id="3111" dur="80"/>
                                        <p:tgtEl>
                                          <p:spTgt spid="1164"/>
                                        </p:tgtEl>
                                        <p:attrNameLst>
                                          <p:attrName>style.color</p:attrName>
                                        </p:attrNameLst>
                                      </p:cBhvr>
                                      <p:tavLst>
                                        <p:tav tm="0">
                                          <p:val>
                                            <p:strVal val="rgb(-103,51,51)"/>
                                          </p:val>
                                        </p:tav>
                                        <p:tav tm="50000">
                                          <p:val>
                                            <p:strVal val="rgb(-103,-103,0)"/>
                                          </p:val>
                                        </p:tav>
                                      </p:tavLst>
                                    </p:anim>
                                    <p:anim calcmode="discrete" valueType="clr">
                                      <p:cBhvr additive="repl">
                                        <p:cTn id="3112" dur="80"/>
                                        <p:tgtEl>
                                          <p:spTgt spid="1164"/>
                                        </p:tgtEl>
                                        <p:attrNameLst>
                                          <p:attrName>fillcolor</p:attrName>
                                        </p:attrNameLst>
                                      </p:cBhvr>
                                      <p:tavLst>
                                        <p:tav tm="0">
                                          <p:val>
                                            <p:strVal val="rgb(-103,51,51)"/>
                                          </p:val>
                                        </p:tav>
                                        <p:tav tm="50000">
                                          <p:val>
                                            <p:strVal val="rgb(-103,-103,0)"/>
                                          </p:val>
                                        </p:tav>
                                      </p:tavLst>
                                    </p:anim>
                                    <p:set>
                                      <p:cBhvr>
                                        <p:cTn id="3113" dur="80"/>
                                        <p:tgtEl>
                                          <p:spTgt spid="1164"/>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65" name="" descr=""/>
          <p:cNvPicPr/>
          <p:nvPr/>
        </p:nvPicPr>
        <p:blipFill>
          <a:blip r:embed="rId1"/>
          <a:stretch/>
        </p:blipFill>
        <p:spPr>
          <a:xfrm>
            <a:off x="0" y="0"/>
            <a:ext cx="9144000" cy="6885000"/>
          </a:xfrm>
          <a:prstGeom prst="rect">
            <a:avLst/>
          </a:prstGeom>
          <a:ln w="0">
            <a:noFill/>
          </a:ln>
        </p:spPr>
      </p:pic>
      <p:pic>
        <p:nvPicPr>
          <p:cNvPr id="1166" name="" descr=""/>
          <p:cNvPicPr/>
          <p:nvPr/>
        </p:nvPicPr>
        <p:blipFill>
          <a:blip r:embed="rId2"/>
          <a:stretch/>
        </p:blipFill>
        <p:spPr>
          <a:xfrm>
            <a:off x="0" y="3733920"/>
            <a:ext cx="3124080" cy="1550880"/>
          </a:xfrm>
          <a:prstGeom prst="rect">
            <a:avLst/>
          </a:prstGeom>
          <a:ln w="0">
            <a:noFill/>
          </a:ln>
        </p:spPr>
      </p:pic>
      <p:sp>
        <p:nvSpPr>
          <p:cNvPr id="1167" name=""/>
          <p:cNvSpPr/>
          <p:nvPr/>
        </p:nvSpPr>
        <p:spPr>
          <a:xfrm>
            <a:off x="152280" y="4191120"/>
            <a:ext cx="266724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Heh heh… A gun. You sure came prepared.</a:t>
            </a:r>
            <a:endParaRPr b="0" lang="en-US" sz="1200" spc="-1" strike="noStrike">
              <a:solidFill>
                <a:srgbClr val="000000"/>
              </a:solidFill>
              <a:latin typeface="Arial"/>
            </a:endParaRPr>
          </a:p>
        </p:txBody>
      </p:sp>
      <p:pic>
        <p:nvPicPr>
          <p:cNvPr id="1168" name="" descr=""/>
          <p:cNvPicPr/>
          <p:nvPr/>
        </p:nvPicPr>
        <p:blipFill>
          <a:blip r:embed="rId3"/>
          <a:stretch/>
        </p:blipFill>
        <p:spPr>
          <a:xfrm>
            <a:off x="5943600" y="3581280"/>
            <a:ext cx="3200400" cy="1589040"/>
          </a:xfrm>
          <a:prstGeom prst="rect">
            <a:avLst/>
          </a:prstGeom>
          <a:ln w="0">
            <a:noFill/>
          </a:ln>
        </p:spPr>
      </p:pic>
      <p:sp>
        <p:nvSpPr>
          <p:cNvPr id="1169" name=""/>
          <p:cNvSpPr/>
          <p:nvPr/>
        </p:nvSpPr>
        <p:spPr>
          <a:xfrm>
            <a:off x="6248520" y="4038480"/>
            <a:ext cx="2666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Don’t be a smart-a**.</a:t>
            </a:r>
            <a:endParaRPr b="0" lang="en-US" sz="1200" spc="-1" strike="noStrike">
              <a:solidFill>
                <a:srgbClr val="000000"/>
              </a:solidFill>
              <a:latin typeface="Arial"/>
            </a:endParaRPr>
          </a:p>
        </p:txBody>
      </p:sp>
    </p:spTree>
  </p:cSld>
  <p:timing>
    <p:tnLst>
      <p:par>
        <p:cTn id="3114" dur="indefinite" restart="never" nodeType="tmRoot">
          <p:childTnLst>
            <p:seq>
              <p:cTn id="3115" dur="indefinite" nodeType="mainSeq">
                <p:childTnLst>
                  <p:par>
                    <p:cTn id="3116" fill="hold">
                      <p:stCondLst>
                        <p:cond delay="0"/>
                      </p:stCondLst>
                      <p:childTnLst>
                        <p:par>
                          <p:cTn id="3117" fill="hold">
                            <p:stCondLst>
                              <p:cond delay="0"/>
                            </p:stCondLst>
                            <p:childTnLst>
                              <p:par>
                                <p:cTn id="3118" nodeType="afterEffect" fill="hold" presetClass="entr" presetID="27">
                                  <p:stCondLst>
                                    <p:cond delay="0"/>
                                  </p:stCondLst>
                                  <p:iterate type="lt">
                                    <p:tmAbs val="40"/>
                                  </p:iterate>
                                  <p:childTnLst>
                                    <p:set>
                                      <p:cBhvr>
                                        <p:cTn id="3119" dur="1" fill="hold">
                                          <p:stCondLst>
                                            <p:cond delay="0"/>
                                          </p:stCondLst>
                                        </p:cTn>
                                        <p:tgtEl>
                                          <p:spTgt spid="1169"/>
                                        </p:tgtEl>
                                        <p:attrNameLst>
                                          <p:attrName>style.visibility</p:attrName>
                                        </p:attrNameLst>
                                      </p:cBhvr>
                                      <p:to>
                                        <p:strVal val="visible"/>
                                      </p:to>
                                    </p:set>
                                    <p:anim calcmode="discrete" valueType="clr">
                                      <p:cBhvr additive="repl">
                                        <p:cTn id="3120" dur="80"/>
                                        <p:tgtEl>
                                          <p:spTgt spid="1169"/>
                                        </p:tgtEl>
                                        <p:attrNameLst>
                                          <p:attrName>style.color</p:attrName>
                                        </p:attrNameLst>
                                      </p:cBhvr>
                                      <p:tavLst>
                                        <p:tav tm="0">
                                          <p:val>
                                            <p:strVal val="rgb(-103,51,51)"/>
                                          </p:val>
                                        </p:tav>
                                        <p:tav tm="50000">
                                          <p:val>
                                            <p:strVal val="rgb(-103,-103,0)"/>
                                          </p:val>
                                        </p:tav>
                                      </p:tavLst>
                                    </p:anim>
                                    <p:anim calcmode="discrete" valueType="clr">
                                      <p:cBhvr additive="repl">
                                        <p:cTn id="3121" dur="80"/>
                                        <p:tgtEl>
                                          <p:spTgt spid="1169"/>
                                        </p:tgtEl>
                                        <p:attrNameLst>
                                          <p:attrName>fillcolor</p:attrName>
                                        </p:attrNameLst>
                                      </p:cBhvr>
                                      <p:tavLst>
                                        <p:tav tm="0">
                                          <p:val>
                                            <p:strVal val="rgb(-103,51,51)"/>
                                          </p:val>
                                        </p:tav>
                                        <p:tav tm="50000">
                                          <p:val>
                                            <p:strVal val="rgb(-103,-103,0)"/>
                                          </p:val>
                                        </p:tav>
                                      </p:tavLst>
                                    </p:anim>
                                    <p:set>
                                      <p:cBhvr>
                                        <p:cTn id="3122" dur="80"/>
                                        <p:tgtEl>
                                          <p:spTgt spid="1169"/>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70" name="" descr=""/>
          <p:cNvPicPr/>
          <p:nvPr/>
        </p:nvPicPr>
        <p:blipFill>
          <a:blip r:embed="rId1"/>
          <a:stretch/>
        </p:blipFill>
        <p:spPr>
          <a:xfrm>
            <a:off x="0" y="0"/>
            <a:ext cx="9144000" cy="6885000"/>
          </a:xfrm>
          <a:prstGeom prst="rect">
            <a:avLst/>
          </a:prstGeom>
          <a:ln w="0">
            <a:noFill/>
          </a:ln>
        </p:spPr>
      </p:pic>
      <p:pic>
        <p:nvPicPr>
          <p:cNvPr id="1171" name="" descr=""/>
          <p:cNvPicPr/>
          <p:nvPr/>
        </p:nvPicPr>
        <p:blipFill>
          <a:blip r:embed="rId2"/>
          <a:stretch/>
        </p:blipFill>
        <p:spPr>
          <a:xfrm>
            <a:off x="0" y="3733920"/>
            <a:ext cx="3124080" cy="1550880"/>
          </a:xfrm>
          <a:prstGeom prst="rect">
            <a:avLst/>
          </a:prstGeom>
          <a:ln w="0">
            <a:noFill/>
          </a:ln>
        </p:spPr>
      </p:pic>
      <p:sp>
        <p:nvSpPr>
          <p:cNvPr id="1172" name=""/>
          <p:cNvSpPr/>
          <p:nvPr/>
        </p:nvSpPr>
        <p:spPr>
          <a:xfrm>
            <a:off x="152280" y="4191120"/>
            <a:ext cx="26672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man.. What do I do….)</a:t>
            </a:r>
            <a:endParaRPr b="0" lang="en-US" sz="1200" spc="-1" strike="noStrike">
              <a:solidFill>
                <a:srgbClr val="000000"/>
              </a:solidFill>
              <a:latin typeface="Arial"/>
            </a:endParaRPr>
          </a:p>
        </p:txBody>
      </p:sp>
      <p:sp>
        <p:nvSpPr>
          <p:cNvPr id="1173" name=""/>
          <p:cNvSpPr/>
          <p:nvPr/>
        </p:nvSpPr>
        <p:spPr>
          <a:xfrm>
            <a:off x="533520" y="4038480"/>
            <a:ext cx="1904760" cy="1281600"/>
          </a:xfrm>
          <a:prstGeom prst="rect">
            <a:avLst/>
          </a:prstGeom>
          <a:solidFill>
            <a:srgbClr val="c0c0c0"/>
          </a:solidFill>
          <a:ln w="9360">
            <a:solidFill>
              <a:srgbClr val="000000"/>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Options</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3" action="ppaction://hlinksldjump"/>
              </a:rPr>
              <a:t>-Punch him</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4" action="ppaction://hlinksldjump"/>
              </a:rPr>
              <a:t>-Insult</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p:txBody>
      </p:sp>
    </p:spTree>
  </p:cSld>
  <p:timing>
    <p:tnLst>
      <p:par>
        <p:cTn id="3123" dur="indefinite" restart="never" nodeType="tmRoot">
          <p:childTnLst>
            <p:seq>
              <p:cTn id="3124" dur="indefinite" nodeType="mainSeq">
                <p:childTnLst>
                  <p:par>
                    <p:cTn id="3125" fill="hold">
                      <p:stCondLst>
                        <p:cond delay="0"/>
                      </p:stCondLst>
                      <p:childTnLst>
                        <p:par>
                          <p:cTn id="3126" fill="hold">
                            <p:stCondLst>
                              <p:cond delay="0"/>
                            </p:stCondLst>
                            <p:childTnLst>
                              <p:par>
                                <p:cTn id="3127" nodeType="afterEffect" fill="hold" presetClass="entr" presetID="9">
                                  <p:stCondLst>
                                    <p:cond delay="0"/>
                                  </p:stCondLst>
                                  <p:childTnLst>
                                    <p:set>
                                      <p:cBhvr>
                                        <p:cTn id="3128" dur="1" fill="hold">
                                          <p:stCondLst>
                                            <p:cond delay="0"/>
                                          </p:stCondLst>
                                        </p:cTn>
                                        <p:tgtEl>
                                          <p:spTgt spid="1171"/>
                                        </p:tgtEl>
                                        <p:attrNameLst>
                                          <p:attrName>style.visibility</p:attrName>
                                        </p:attrNameLst>
                                      </p:cBhvr>
                                      <p:to>
                                        <p:strVal val="visible"/>
                                      </p:to>
                                    </p:set>
                                    <p:animEffect filter="dissolve" transition="in">
                                      <p:cBhvr additive="repl">
                                        <p:cTn id="3129" dur="500"/>
                                        <p:tgtEl>
                                          <p:spTgt spid="1171"/>
                                        </p:tgtEl>
                                      </p:cBhvr>
                                    </p:animEffect>
                                  </p:childTnLst>
                                </p:cTn>
                              </p:par>
                            </p:childTnLst>
                          </p:cTn>
                        </p:par>
                        <p:par>
                          <p:cTn id="3130" fill="hold">
                            <p:stCondLst>
                              <p:cond delay="500"/>
                            </p:stCondLst>
                            <p:childTnLst>
                              <p:par>
                                <p:cTn id="3131" nodeType="afterEffect" fill="hold" presetClass="entr" presetID="27">
                                  <p:stCondLst>
                                    <p:cond delay="0"/>
                                  </p:stCondLst>
                                  <p:iterate type="lt">
                                    <p:tmAbs val="40"/>
                                  </p:iterate>
                                  <p:childTnLst>
                                    <p:set>
                                      <p:cBhvr>
                                        <p:cTn id="3132" dur="1" fill="hold">
                                          <p:stCondLst>
                                            <p:cond delay="0"/>
                                          </p:stCondLst>
                                        </p:cTn>
                                        <p:tgtEl>
                                          <p:spTgt spid="1172"/>
                                        </p:tgtEl>
                                        <p:attrNameLst>
                                          <p:attrName>style.visibility</p:attrName>
                                        </p:attrNameLst>
                                      </p:cBhvr>
                                      <p:to>
                                        <p:strVal val="visible"/>
                                      </p:to>
                                    </p:set>
                                    <p:anim calcmode="discrete" valueType="clr">
                                      <p:cBhvr additive="repl">
                                        <p:cTn id="3133" dur="80"/>
                                        <p:tgtEl>
                                          <p:spTgt spid="1172"/>
                                        </p:tgtEl>
                                        <p:attrNameLst>
                                          <p:attrName>style.color</p:attrName>
                                        </p:attrNameLst>
                                      </p:cBhvr>
                                      <p:tavLst>
                                        <p:tav tm="0">
                                          <p:val>
                                            <p:strVal val="rgb(-103,51,51)"/>
                                          </p:val>
                                        </p:tav>
                                        <p:tav tm="50000">
                                          <p:val>
                                            <p:strVal val="rgb(-103,-103,0)"/>
                                          </p:val>
                                        </p:tav>
                                      </p:tavLst>
                                    </p:anim>
                                    <p:anim calcmode="discrete" valueType="clr">
                                      <p:cBhvr additive="repl">
                                        <p:cTn id="3134" dur="80"/>
                                        <p:tgtEl>
                                          <p:spTgt spid="1172"/>
                                        </p:tgtEl>
                                        <p:attrNameLst>
                                          <p:attrName>fillcolor</p:attrName>
                                        </p:attrNameLst>
                                      </p:cBhvr>
                                      <p:tavLst>
                                        <p:tav tm="0">
                                          <p:val>
                                            <p:strVal val="rgb(-103,51,51)"/>
                                          </p:val>
                                        </p:tav>
                                        <p:tav tm="50000">
                                          <p:val>
                                            <p:strVal val="rgb(-103,-103,0)"/>
                                          </p:val>
                                        </p:tav>
                                      </p:tavLst>
                                    </p:anim>
                                    <p:set>
                                      <p:cBhvr>
                                        <p:cTn id="3135" dur="80"/>
                                        <p:tgtEl>
                                          <p:spTgt spid="1172"/>
                                        </p:tgtEl>
                                        <p:attrNameLst>
                                          <p:attrName>fill.type</p:attrName>
                                        </p:attrNameLst>
                                      </p:cBhvr>
                                      <p:to>
                                        <p:strVal val="solid"/>
                                      </p:to>
                                    </p:set>
                                  </p:childTnLst>
                                </p:cTn>
                              </p:par>
                            </p:childTnLst>
                          </p:cTn>
                        </p:par>
                        <p:par>
                          <p:cTn id="3136" fill="hold">
                            <p:stCondLst>
                              <p:cond delay="1340"/>
                            </p:stCondLst>
                            <p:childTnLst>
                              <p:par>
                                <p:cTn id="3137" nodeType="afterEffect" fill="hold" presetClass="exit" presetID="1">
                                  <p:stCondLst>
                                    <p:cond delay="2000"/>
                                  </p:stCondLst>
                                  <p:childTnLst>
                                    <p:set>
                                      <p:cBhvr>
                                        <p:cTn id="3138" dur="1" fill="hold">
                                          <p:stCondLst>
                                            <p:cond delay="0"/>
                                          </p:stCondLst>
                                        </p:cTn>
                                        <p:tgtEl>
                                          <p:spTgt spid="1171"/>
                                        </p:tgtEl>
                                        <p:attrNameLst>
                                          <p:attrName>style.visibility</p:attrName>
                                        </p:attrNameLst>
                                      </p:cBhvr>
                                      <p:to>
                                        <p:strVal val="hidden"/>
                                      </p:to>
                                    </p:set>
                                  </p:childTnLst>
                                </p:cTn>
                              </p:par>
                              <p:par>
                                <p:cTn id="3139" nodeType="withEffect" fill="hold" presetClass="exit" presetID="1">
                                  <p:stCondLst>
                                    <p:cond delay="2000"/>
                                  </p:stCondLst>
                                  <p:iterate type="lt">
                                    <p:tmAbs val="0"/>
                                  </p:iterate>
                                  <p:childTnLst>
                                    <p:set>
                                      <p:cBhvr>
                                        <p:cTn id="3140" dur="1" fill="hold">
                                          <p:stCondLst>
                                            <p:cond delay="0"/>
                                          </p:stCondLst>
                                        </p:cTn>
                                        <p:tgtEl>
                                          <p:spTgt spid="1172"/>
                                        </p:tgtEl>
                                        <p:attrNameLst>
                                          <p:attrName>style.visibility</p:attrName>
                                        </p:attrNameLst>
                                      </p:cBhvr>
                                      <p:to>
                                        <p:strVal val="hidden"/>
                                      </p:to>
                                    </p:set>
                                  </p:childTnLst>
                                </p:cTn>
                              </p:par>
                            </p:childTnLst>
                          </p:cTn>
                        </p:par>
                        <p:par>
                          <p:cTn id="3141" fill="hold">
                            <p:stCondLst>
                              <p:cond delay="3340"/>
                            </p:stCondLst>
                            <p:childTnLst>
                              <p:par>
                                <p:cTn id="3142" nodeType="afterEffect" fill="hold" presetClass="entr" presetID="9">
                                  <p:stCondLst>
                                    <p:cond delay="0"/>
                                  </p:stCondLst>
                                  <p:childTnLst>
                                    <p:set>
                                      <p:cBhvr>
                                        <p:cTn id="3143" dur="1" fill="hold">
                                          <p:stCondLst>
                                            <p:cond delay="0"/>
                                          </p:stCondLst>
                                        </p:cTn>
                                        <p:tgtEl>
                                          <p:spTgt spid="1173"/>
                                        </p:tgtEl>
                                        <p:attrNameLst>
                                          <p:attrName>style.visibility</p:attrName>
                                        </p:attrNameLst>
                                      </p:cBhvr>
                                      <p:to>
                                        <p:strVal val="visible"/>
                                      </p:to>
                                    </p:set>
                                    <p:animEffect filter="dissolve" transition="in">
                                      <p:cBhvr additive="repl">
                                        <p:cTn id="3144" dur="500"/>
                                        <p:tgtEl>
                                          <p:spTgt spid="1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74" name="" descr=""/>
          <p:cNvPicPr/>
          <p:nvPr/>
        </p:nvPicPr>
        <p:blipFill>
          <a:blip r:embed="rId1"/>
          <a:stretch/>
        </p:blipFill>
        <p:spPr>
          <a:xfrm>
            <a:off x="0" y="0"/>
            <a:ext cx="9144000" cy="6850080"/>
          </a:xfrm>
          <a:prstGeom prst="rect">
            <a:avLst/>
          </a:prstGeom>
          <a:ln w="0">
            <a:noFill/>
          </a:ln>
        </p:spPr>
      </p:pic>
      <p:sp>
        <p:nvSpPr>
          <p:cNvPr id="1175" name=""/>
          <p:cNvSpPr/>
          <p:nvPr/>
        </p:nvSpPr>
        <p:spPr>
          <a:xfrm>
            <a:off x="3429000" y="-609480"/>
            <a:ext cx="17524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0000"/>
                </a:solidFill>
                <a:latin typeface="Arial"/>
              </a:rPr>
              <a:t>Insult</a:t>
            </a:r>
            <a:endParaRPr b="0" lang="en-US" sz="2400" spc="-1" strike="noStrike">
              <a:solidFill>
                <a:srgbClr val="000000"/>
              </a:solidFill>
              <a:latin typeface="Arial"/>
            </a:endParaRPr>
          </a:p>
        </p:txBody>
      </p:sp>
      <p:pic>
        <p:nvPicPr>
          <p:cNvPr id="1176" name="" descr=""/>
          <p:cNvPicPr/>
          <p:nvPr/>
        </p:nvPicPr>
        <p:blipFill>
          <a:blip r:embed="rId2"/>
          <a:stretch/>
        </p:blipFill>
        <p:spPr>
          <a:xfrm>
            <a:off x="0" y="3733920"/>
            <a:ext cx="3124080" cy="1550880"/>
          </a:xfrm>
          <a:prstGeom prst="rect">
            <a:avLst/>
          </a:prstGeom>
          <a:ln w="0">
            <a:noFill/>
          </a:ln>
        </p:spPr>
      </p:pic>
      <p:sp>
        <p:nvSpPr>
          <p:cNvPr id="1177" name=""/>
          <p:cNvSpPr/>
          <p:nvPr/>
        </p:nvSpPr>
        <p:spPr>
          <a:xfrm>
            <a:off x="152280" y="4191120"/>
            <a:ext cx="26672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Heh…</a:t>
            </a:r>
            <a:endParaRPr b="0" lang="en-US" sz="1200" spc="-1" strike="noStrike">
              <a:solidFill>
                <a:srgbClr val="000000"/>
              </a:solidFill>
              <a:latin typeface="Arial"/>
            </a:endParaRPr>
          </a:p>
        </p:txBody>
      </p:sp>
      <p:sp>
        <p:nvSpPr>
          <p:cNvPr id="1178" name=""/>
          <p:cNvSpPr/>
          <p:nvPr/>
        </p:nvSpPr>
        <p:spPr>
          <a:xfrm>
            <a:off x="152280" y="4191120"/>
            <a:ext cx="266724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sure got the look goin’ for ya…</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 suit… round glasses.. Even a tie! Evil corporate agent.. Nice style.</a:t>
            </a:r>
            <a:endParaRPr b="0" lang="en-US" sz="1200" spc="-1" strike="noStrike">
              <a:solidFill>
                <a:srgbClr val="000000"/>
              </a:solidFill>
              <a:latin typeface="Arial"/>
            </a:endParaRPr>
          </a:p>
        </p:txBody>
      </p:sp>
      <p:pic>
        <p:nvPicPr>
          <p:cNvPr id="1179" name="" descr=""/>
          <p:cNvPicPr/>
          <p:nvPr/>
        </p:nvPicPr>
        <p:blipFill>
          <a:blip r:embed="rId3"/>
          <a:stretch/>
        </p:blipFill>
        <p:spPr>
          <a:xfrm>
            <a:off x="5943600" y="3581280"/>
            <a:ext cx="3200400" cy="1589040"/>
          </a:xfrm>
          <a:prstGeom prst="rect">
            <a:avLst/>
          </a:prstGeom>
          <a:ln w="0">
            <a:noFill/>
          </a:ln>
        </p:spPr>
      </p:pic>
      <p:sp>
        <p:nvSpPr>
          <p:cNvPr id="1180" name=""/>
          <p:cNvSpPr/>
          <p:nvPr/>
        </p:nvSpPr>
        <p:spPr>
          <a:xfrm>
            <a:off x="6248520" y="4038480"/>
            <a:ext cx="266688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Pathetic last words. Don’t get me angry.</a:t>
            </a:r>
            <a:endParaRPr b="0" lang="en-US" sz="1200" spc="-1" strike="noStrike">
              <a:solidFill>
                <a:srgbClr val="000000"/>
              </a:solidFill>
              <a:latin typeface="Arial"/>
            </a:endParaRPr>
          </a:p>
        </p:txBody>
      </p:sp>
      <p:sp>
        <p:nvSpPr>
          <p:cNvPr id="1181" name=""/>
          <p:cNvSpPr/>
          <p:nvPr/>
        </p:nvSpPr>
        <p:spPr>
          <a:xfrm>
            <a:off x="152280" y="4191120"/>
            <a:ext cx="266724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 That sure got nowhere fast.)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182" name=""/>
          <p:cNvSpPr/>
          <p:nvPr/>
        </p:nvSpPr>
        <p:spPr>
          <a:xfrm>
            <a:off x="-2057400" y="2895480"/>
            <a:ext cx="1447920" cy="167652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145" dur="indefinite" restart="never" nodeType="tmRoot">
          <p:childTnLst>
            <p:seq>
              <p:cTn id="3146" dur="indefinite" nodeType="mainSeq">
                <p:childTnLst>
                  <p:par>
                    <p:cTn id="3147" fill="hold">
                      <p:stCondLst>
                        <p:cond delay="0"/>
                      </p:stCondLst>
                      <p:childTnLst>
                        <p:par>
                          <p:cTn id="3148" fill="hold">
                            <p:stCondLst>
                              <p:cond delay="0"/>
                            </p:stCondLst>
                            <p:childTnLst>
                              <p:par>
                                <p:cTn id="3149" nodeType="afterEffect" fill="hold" presetClass="entr" presetID="9">
                                  <p:stCondLst>
                                    <p:cond delay="0"/>
                                  </p:stCondLst>
                                  <p:childTnLst>
                                    <p:set>
                                      <p:cBhvr>
                                        <p:cTn id="3150" dur="1" fill="hold">
                                          <p:stCondLst>
                                            <p:cond delay="0"/>
                                          </p:stCondLst>
                                        </p:cTn>
                                        <p:tgtEl>
                                          <p:spTgt spid="1176"/>
                                        </p:tgtEl>
                                        <p:attrNameLst>
                                          <p:attrName>style.visibility</p:attrName>
                                        </p:attrNameLst>
                                      </p:cBhvr>
                                      <p:to>
                                        <p:strVal val="visible"/>
                                      </p:to>
                                    </p:set>
                                    <p:animEffect filter="dissolve" transition="in">
                                      <p:cBhvr additive="repl">
                                        <p:cTn id="3151" dur="500"/>
                                        <p:tgtEl>
                                          <p:spTgt spid="1176"/>
                                        </p:tgtEl>
                                      </p:cBhvr>
                                    </p:animEffect>
                                  </p:childTnLst>
                                </p:cTn>
                              </p:par>
                            </p:childTnLst>
                          </p:cTn>
                        </p:par>
                        <p:par>
                          <p:cTn id="3152" fill="hold">
                            <p:stCondLst>
                              <p:cond delay="500"/>
                            </p:stCondLst>
                            <p:childTnLst>
                              <p:par>
                                <p:cTn id="3153" nodeType="afterEffect" fill="hold" presetClass="entr" presetID="27">
                                  <p:stCondLst>
                                    <p:cond delay="0"/>
                                  </p:stCondLst>
                                  <p:iterate type="lt">
                                    <p:tmAbs val="40"/>
                                  </p:iterate>
                                  <p:childTnLst>
                                    <p:set>
                                      <p:cBhvr>
                                        <p:cTn id="3154" dur="1" fill="hold">
                                          <p:stCondLst>
                                            <p:cond delay="0"/>
                                          </p:stCondLst>
                                        </p:cTn>
                                        <p:tgtEl>
                                          <p:spTgt spid="1177"/>
                                        </p:tgtEl>
                                        <p:attrNameLst>
                                          <p:attrName>style.visibility</p:attrName>
                                        </p:attrNameLst>
                                      </p:cBhvr>
                                      <p:to>
                                        <p:strVal val="visible"/>
                                      </p:to>
                                    </p:set>
                                    <p:anim calcmode="discrete" valueType="clr">
                                      <p:cBhvr additive="repl">
                                        <p:cTn id="3155" dur="80"/>
                                        <p:tgtEl>
                                          <p:spTgt spid="1177"/>
                                        </p:tgtEl>
                                        <p:attrNameLst>
                                          <p:attrName>style.color</p:attrName>
                                        </p:attrNameLst>
                                      </p:cBhvr>
                                      <p:tavLst>
                                        <p:tav tm="0">
                                          <p:val>
                                            <p:strVal val="rgb(-103,51,51)"/>
                                          </p:val>
                                        </p:tav>
                                        <p:tav tm="50000">
                                          <p:val>
                                            <p:strVal val="rgb(-103,-103,0)"/>
                                          </p:val>
                                        </p:tav>
                                      </p:tavLst>
                                    </p:anim>
                                    <p:anim calcmode="discrete" valueType="clr">
                                      <p:cBhvr additive="repl">
                                        <p:cTn id="3156" dur="80"/>
                                        <p:tgtEl>
                                          <p:spTgt spid="1177"/>
                                        </p:tgtEl>
                                        <p:attrNameLst>
                                          <p:attrName>fillcolor</p:attrName>
                                        </p:attrNameLst>
                                      </p:cBhvr>
                                      <p:tavLst>
                                        <p:tav tm="0">
                                          <p:val>
                                            <p:strVal val="rgb(-103,51,51)"/>
                                          </p:val>
                                        </p:tav>
                                        <p:tav tm="50000">
                                          <p:val>
                                            <p:strVal val="rgb(-103,-103,0)"/>
                                          </p:val>
                                        </p:tav>
                                      </p:tavLst>
                                    </p:anim>
                                    <p:set>
                                      <p:cBhvr>
                                        <p:cTn id="3157" dur="80"/>
                                        <p:tgtEl>
                                          <p:spTgt spid="1177"/>
                                        </p:tgtEl>
                                        <p:attrNameLst>
                                          <p:attrName>fill.type</p:attrName>
                                        </p:attrNameLst>
                                      </p:cBhvr>
                                      <p:to>
                                        <p:strVal val="solid"/>
                                      </p:to>
                                    </p:set>
                                  </p:childTnLst>
                                </p:cTn>
                              </p:par>
                            </p:childTnLst>
                          </p:cTn>
                        </p:par>
                        <p:par>
                          <p:cTn id="3158" fill="hold">
                            <p:stCondLst>
                              <p:cond delay="700"/>
                            </p:stCondLst>
                            <p:childTnLst>
                              <p:par>
                                <p:cTn id="3159" nodeType="afterEffect" fill="hold" presetClass="entr" presetID="27">
                                  <p:stCondLst>
                                    <p:cond delay="1000"/>
                                  </p:stCondLst>
                                  <p:iterate type="lt">
                                    <p:tmAbs val="40"/>
                                  </p:iterate>
                                  <p:childTnLst>
                                    <p:set>
                                      <p:cBhvr>
                                        <p:cTn id="3160" dur="1" fill="hold">
                                          <p:stCondLst>
                                            <p:cond delay="0"/>
                                          </p:stCondLst>
                                        </p:cTn>
                                        <p:tgtEl>
                                          <p:spTgt spid="1178"/>
                                        </p:tgtEl>
                                        <p:attrNameLst>
                                          <p:attrName>style.visibility</p:attrName>
                                        </p:attrNameLst>
                                      </p:cBhvr>
                                      <p:to>
                                        <p:strVal val="visible"/>
                                      </p:to>
                                    </p:set>
                                    <p:anim calcmode="discrete" valueType="clr">
                                      <p:cBhvr additive="repl">
                                        <p:cTn id="3161" dur="80"/>
                                        <p:tgtEl>
                                          <p:spTgt spid="1178"/>
                                        </p:tgtEl>
                                        <p:attrNameLst>
                                          <p:attrName>style.color</p:attrName>
                                        </p:attrNameLst>
                                      </p:cBhvr>
                                      <p:tavLst>
                                        <p:tav tm="0">
                                          <p:val>
                                            <p:strVal val="rgb(-103,51,51)"/>
                                          </p:val>
                                        </p:tav>
                                        <p:tav tm="50000">
                                          <p:val>
                                            <p:strVal val="rgb(-103,-103,0)"/>
                                          </p:val>
                                        </p:tav>
                                      </p:tavLst>
                                    </p:anim>
                                    <p:anim calcmode="discrete" valueType="clr">
                                      <p:cBhvr additive="repl">
                                        <p:cTn id="3162" dur="80"/>
                                        <p:tgtEl>
                                          <p:spTgt spid="1178"/>
                                        </p:tgtEl>
                                        <p:attrNameLst>
                                          <p:attrName>fillcolor</p:attrName>
                                        </p:attrNameLst>
                                      </p:cBhvr>
                                      <p:tavLst>
                                        <p:tav tm="0">
                                          <p:val>
                                            <p:strVal val="rgb(-103,51,51)"/>
                                          </p:val>
                                        </p:tav>
                                        <p:tav tm="50000">
                                          <p:val>
                                            <p:strVal val="rgb(-103,-103,0)"/>
                                          </p:val>
                                        </p:tav>
                                      </p:tavLst>
                                    </p:anim>
                                    <p:set>
                                      <p:cBhvr>
                                        <p:cTn id="3163" dur="80"/>
                                        <p:tgtEl>
                                          <p:spTgt spid="1178"/>
                                        </p:tgtEl>
                                        <p:attrNameLst>
                                          <p:attrName>fill.type</p:attrName>
                                        </p:attrNameLst>
                                      </p:cBhvr>
                                      <p:to>
                                        <p:strVal val="solid"/>
                                      </p:to>
                                    </p:set>
                                  </p:childTnLst>
                                </p:cTn>
                              </p:par>
                            </p:childTnLst>
                          </p:cTn>
                        </p:par>
                        <p:par>
                          <p:cTn id="3164" fill="hold">
                            <p:stCondLst>
                              <p:cond delay="5220"/>
                            </p:stCondLst>
                            <p:childTnLst>
                              <p:par>
                                <p:cTn id="3165" nodeType="afterEffect" fill="hold" presetClass="entr" presetID="9">
                                  <p:stCondLst>
                                    <p:cond delay="0"/>
                                  </p:stCondLst>
                                  <p:childTnLst>
                                    <p:set>
                                      <p:cBhvr>
                                        <p:cTn id="3166" dur="1" fill="hold">
                                          <p:stCondLst>
                                            <p:cond delay="0"/>
                                          </p:stCondLst>
                                        </p:cTn>
                                        <p:tgtEl>
                                          <p:spTgt spid="1179"/>
                                        </p:tgtEl>
                                        <p:attrNameLst>
                                          <p:attrName>style.visibility</p:attrName>
                                        </p:attrNameLst>
                                      </p:cBhvr>
                                      <p:to>
                                        <p:strVal val="visible"/>
                                      </p:to>
                                    </p:set>
                                    <p:animEffect filter="dissolve" transition="in">
                                      <p:cBhvr additive="repl">
                                        <p:cTn id="3167" dur="500"/>
                                        <p:tgtEl>
                                          <p:spTgt spid="1179"/>
                                        </p:tgtEl>
                                      </p:cBhvr>
                                    </p:animEffect>
                                  </p:childTnLst>
                                </p:cTn>
                              </p:par>
                            </p:childTnLst>
                          </p:cTn>
                        </p:par>
                        <p:par>
                          <p:cTn id="3168" fill="hold">
                            <p:stCondLst>
                              <p:cond delay="5720"/>
                            </p:stCondLst>
                            <p:childTnLst>
                              <p:par>
                                <p:cTn id="3169" nodeType="afterEffect" fill="hold" presetClass="entr" presetID="27">
                                  <p:stCondLst>
                                    <p:cond delay="0"/>
                                  </p:stCondLst>
                                  <p:iterate type="lt">
                                    <p:tmAbs val="40"/>
                                  </p:iterate>
                                  <p:childTnLst>
                                    <p:set>
                                      <p:cBhvr>
                                        <p:cTn id="3170" dur="1" fill="hold">
                                          <p:stCondLst>
                                            <p:cond delay="0"/>
                                          </p:stCondLst>
                                        </p:cTn>
                                        <p:tgtEl>
                                          <p:spTgt spid="1180"/>
                                        </p:tgtEl>
                                        <p:attrNameLst>
                                          <p:attrName>style.visibility</p:attrName>
                                        </p:attrNameLst>
                                      </p:cBhvr>
                                      <p:to>
                                        <p:strVal val="visible"/>
                                      </p:to>
                                    </p:set>
                                    <p:anim calcmode="discrete" valueType="clr">
                                      <p:cBhvr additive="repl">
                                        <p:cTn id="3171" dur="80"/>
                                        <p:tgtEl>
                                          <p:spTgt spid="1180"/>
                                        </p:tgtEl>
                                        <p:attrNameLst>
                                          <p:attrName>style.color</p:attrName>
                                        </p:attrNameLst>
                                      </p:cBhvr>
                                      <p:tavLst>
                                        <p:tav tm="0">
                                          <p:val>
                                            <p:strVal val="rgb(-103,51,51)"/>
                                          </p:val>
                                        </p:tav>
                                        <p:tav tm="50000">
                                          <p:val>
                                            <p:strVal val="rgb(-103,-103,0)"/>
                                          </p:val>
                                        </p:tav>
                                      </p:tavLst>
                                    </p:anim>
                                    <p:anim calcmode="discrete" valueType="clr">
                                      <p:cBhvr additive="repl">
                                        <p:cTn id="3172" dur="80"/>
                                        <p:tgtEl>
                                          <p:spTgt spid="1180"/>
                                        </p:tgtEl>
                                        <p:attrNameLst>
                                          <p:attrName>fillcolor</p:attrName>
                                        </p:attrNameLst>
                                      </p:cBhvr>
                                      <p:tavLst>
                                        <p:tav tm="0">
                                          <p:val>
                                            <p:strVal val="rgb(-103,51,51)"/>
                                          </p:val>
                                        </p:tav>
                                        <p:tav tm="50000">
                                          <p:val>
                                            <p:strVal val="rgb(-103,-103,0)"/>
                                          </p:val>
                                        </p:tav>
                                      </p:tavLst>
                                    </p:anim>
                                    <p:set>
                                      <p:cBhvr>
                                        <p:cTn id="3173" dur="80"/>
                                        <p:tgtEl>
                                          <p:spTgt spid="1180"/>
                                        </p:tgtEl>
                                        <p:attrNameLst>
                                          <p:attrName>fill.type</p:attrName>
                                        </p:attrNameLst>
                                      </p:cBhvr>
                                      <p:to>
                                        <p:strVal val="solid"/>
                                      </p:to>
                                    </p:set>
                                  </p:childTnLst>
                                </p:cTn>
                              </p:par>
                            </p:childTnLst>
                          </p:cTn>
                        </p:par>
                        <p:par>
                          <p:cTn id="3174" fill="hold">
                            <p:stCondLst>
                              <p:cond delay="7120"/>
                            </p:stCondLst>
                            <p:childTnLst>
                              <p:par>
                                <p:cTn id="3175" nodeType="afterEffect" fill="hold" presetClass="exit" presetID="1">
                                  <p:stCondLst>
                                    <p:cond delay="2000"/>
                                  </p:stCondLst>
                                  <p:iterate type="lt">
                                    <p:tmAbs val="0"/>
                                  </p:iterate>
                                  <p:childTnLst>
                                    <p:set>
                                      <p:cBhvr>
                                        <p:cTn id="3176" dur="1" fill="hold">
                                          <p:stCondLst>
                                            <p:cond delay="0"/>
                                          </p:stCondLst>
                                        </p:cTn>
                                        <p:tgtEl>
                                          <p:spTgt spid="1180"/>
                                        </p:tgtEl>
                                        <p:attrNameLst>
                                          <p:attrName>style.visibility</p:attrName>
                                        </p:attrNameLst>
                                      </p:cBhvr>
                                      <p:to>
                                        <p:strVal val="hidden"/>
                                      </p:to>
                                    </p:set>
                                  </p:childTnLst>
                                </p:cTn>
                              </p:par>
                            </p:childTnLst>
                          </p:cTn>
                        </p:par>
                        <p:par>
                          <p:cTn id="3177" fill="hold">
                            <p:stCondLst>
                              <p:cond delay="9120"/>
                            </p:stCondLst>
                            <p:childTnLst>
                              <p:par>
                                <p:cTn id="3178" nodeType="afterEffect" fill="hold" presetClass="exit" presetID="9">
                                  <p:stCondLst>
                                    <p:cond delay="0"/>
                                  </p:stCondLst>
                                  <p:childTnLst>
                                    <p:animEffect filter="dissolve" transition="out">
                                      <p:cBhvr additive="repl">
                                        <p:cTn id="3179" dur="500"/>
                                        <p:tgtEl>
                                          <p:spTgt spid="1179"/>
                                        </p:tgtEl>
                                      </p:cBhvr>
                                    </p:animEffect>
                                    <p:set>
                                      <p:cBhvr>
                                        <p:cTn id="3180" dur="1" fill="hold">
                                          <p:stCondLst>
                                            <p:cond delay="499"/>
                                          </p:stCondLst>
                                        </p:cTn>
                                        <p:tgtEl>
                                          <p:spTgt spid="1179"/>
                                        </p:tgtEl>
                                        <p:attrNameLst>
                                          <p:attrName>style.visibility</p:attrName>
                                        </p:attrNameLst>
                                      </p:cBhvr>
                                      <p:to>
                                        <p:strVal val="hidden"/>
                                      </p:to>
                                    </p:set>
                                  </p:childTnLst>
                                </p:cTn>
                              </p:par>
                            </p:childTnLst>
                          </p:cTn>
                        </p:par>
                        <p:par>
                          <p:cTn id="3181" fill="hold">
                            <p:stCondLst>
                              <p:cond delay="9620"/>
                            </p:stCondLst>
                            <p:childTnLst>
                              <p:par>
                                <p:cTn id="3182" nodeType="afterEffect" fill="hold" presetClass="entr" presetID="27">
                                  <p:stCondLst>
                                    <p:cond delay="1000"/>
                                  </p:stCondLst>
                                  <p:iterate type="lt">
                                    <p:tmAbs val="40"/>
                                  </p:iterate>
                                  <p:childTnLst>
                                    <p:set>
                                      <p:cBhvr>
                                        <p:cTn id="3183" dur="1" fill="hold">
                                          <p:stCondLst>
                                            <p:cond delay="0"/>
                                          </p:stCondLst>
                                        </p:cTn>
                                        <p:tgtEl>
                                          <p:spTgt spid="1181"/>
                                        </p:tgtEl>
                                        <p:attrNameLst>
                                          <p:attrName>style.visibility</p:attrName>
                                        </p:attrNameLst>
                                      </p:cBhvr>
                                      <p:to>
                                        <p:strVal val="visible"/>
                                      </p:to>
                                    </p:set>
                                    <p:anim calcmode="discrete" valueType="clr">
                                      <p:cBhvr additive="repl">
                                        <p:cTn id="3184" dur="80"/>
                                        <p:tgtEl>
                                          <p:spTgt spid="1181"/>
                                        </p:tgtEl>
                                        <p:attrNameLst>
                                          <p:attrName>style.color</p:attrName>
                                        </p:attrNameLst>
                                      </p:cBhvr>
                                      <p:tavLst>
                                        <p:tav tm="0">
                                          <p:val>
                                            <p:strVal val="rgb(-103,51,51)"/>
                                          </p:val>
                                        </p:tav>
                                        <p:tav tm="50000">
                                          <p:val>
                                            <p:strVal val="rgb(-103,-103,0)"/>
                                          </p:val>
                                        </p:tav>
                                      </p:tavLst>
                                    </p:anim>
                                    <p:anim calcmode="discrete" valueType="clr">
                                      <p:cBhvr additive="repl">
                                        <p:cTn id="3185" dur="80"/>
                                        <p:tgtEl>
                                          <p:spTgt spid="1181"/>
                                        </p:tgtEl>
                                        <p:attrNameLst>
                                          <p:attrName>fillcolor</p:attrName>
                                        </p:attrNameLst>
                                      </p:cBhvr>
                                      <p:tavLst>
                                        <p:tav tm="0">
                                          <p:val>
                                            <p:strVal val="rgb(-103,51,51)"/>
                                          </p:val>
                                        </p:tav>
                                        <p:tav tm="50000">
                                          <p:val>
                                            <p:strVal val="rgb(-103,-103,0)"/>
                                          </p:val>
                                        </p:tav>
                                      </p:tavLst>
                                    </p:anim>
                                    <p:set>
                                      <p:cBhvr>
                                        <p:cTn id="3186" dur="80"/>
                                        <p:tgtEl>
                                          <p:spTgt spid="1181"/>
                                        </p:tgtEl>
                                        <p:attrNameLst>
                                          <p:attrName>fill.type</p:attrName>
                                        </p:attrNameLst>
                                      </p:cBhvr>
                                      <p:to>
                                        <p:strVal val="solid"/>
                                      </p:to>
                                    </p:set>
                                  </p:childTnLst>
                                </p:cTn>
                              </p:par>
                            </p:childTnLst>
                          </p:cTn>
                        </p:par>
                        <p:par>
                          <p:cTn id="3187" fill="hold">
                            <p:stCondLst>
                              <p:cond delay="11820"/>
                            </p:stCondLst>
                            <p:childTnLst>
                              <p:par>
                                <p:cTn id="3188" nodeType="afterEffect" fill="hold" presetClass="entr" presetID="1">
                                  <p:stCondLst>
                                    <p:cond delay="1500"/>
                                  </p:stCondLst>
                                  <p:childTnLst>
                                    <p:set>
                                      <p:cBhvr>
                                        <p:cTn id="3189" dur="1" fill="hold">
                                          <p:stCondLst>
                                            <p:cond delay="0"/>
                                          </p:stCondLst>
                                        </p:cTn>
                                        <p:tgtEl>
                                          <p:spTgt spid="11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83" name="" descr=""/>
          <p:cNvPicPr/>
          <p:nvPr/>
        </p:nvPicPr>
        <p:blipFill>
          <a:blip r:embed="rId1"/>
          <a:stretch/>
        </p:blipFill>
        <p:spPr>
          <a:xfrm>
            <a:off x="0" y="-27000"/>
            <a:ext cx="9144000" cy="6885000"/>
          </a:xfrm>
          <a:prstGeom prst="rect">
            <a:avLst/>
          </a:prstGeom>
          <a:ln w="0">
            <a:noFill/>
          </a:ln>
        </p:spPr>
      </p:pic>
      <p:sp>
        <p:nvSpPr>
          <p:cNvPr id="1184" name=""/>
          <p:cNvSpPr/>
          <p:nvPr/>
        </p:nvSpPr>
        <p:spPr>
          <a:xfrm>
            <a:off x="3429000" y="-609480"/>
            <a:ext cx="25909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0000"/>
                </a:solidFill>
                <a:latin typeface="Arial"/>
              </a:rPr>
              <a:t>Menu after Insult</a:t>
            </a:r>
            <a:endParaRPr b="0" lang="en-US" sz="2400" spc="-1" strike="noStrike">
              <a:solidFill>
                <a:srgbClr val="000000"/>
              </a:solidFill>
              <a:latin typeface="Arial"/>
            </a:endParaRPr>
          </a:p>
        </p:txBody>
      </p:sp>
      <p:sp>
        <p:nvSpPr>
          <p:cNvPr id="1185" name=""/>
          <p:cNvSpPr/>
          <p:nvPr/>
        </p:nvSpPr>
        <p:spPr>
          <a:xfrm>
            <a:off x="533520" y="4038480"/>
            <a:ext cx="1904760" cy="1281600"/>
          </a:xfrm>
          <a:prstGeom prst="rect">
            <a:avLst/>
          </a:prstGeom>
          <a:solidFill>
            <a:srgbClr val="c0c0c0"/>
          </a:solidFill>
          <a:ln w="9360">
            <a:solidFill>
              <a:srgbClr val="000000"/>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Options</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2" action="ppaction://hlinksldjump"/>
              </a:rPr>
              <a:t>-Punch him</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3" action="ppaction://hlinksldjump"/>
              </a:rPr>
              <a:t>-Insult Again..?</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p:txBody>
      </p:sp>
    </p:spTree>
  </p:cSld>
  <p:timing>
    <p:tnLst>
      <p:par>
        <p:cTn id="3190" dur="indefinite" restart="never" nodeType="tmRoot">
          <p:childTnLst>
            <p:seq>
              <p:cTn id="3191" dur="indefinite" nodeType="mainSeq">
                <p:childTnLst>
                  <p:par>
                    <p:cTn id="3192" fill="hold">
                      <p:stCondLst>
                        <p:cond delay="0"/>
                      </p:stCondLst>
                      <p:childTnLst>
                        <p:par>
                          <p:cTn id="3193" fill="hold">
                            <p:stCondLst>
                              <p:cond delay="0"/>
                            </p:stCondLst>
                            <p:childTnLst>
                              <p:par>
                                <p:cTn id="3194" nodeType="afterEffect" fill="hold" presetClass="entr" presetID="9">
                                  <p:stCondLst>
                                    <p:cond delay="0"/>
                                  </p:stCondLst>
                                  <p:childTnLst>
                                    <p:set>
                                      <p:cBhvr>
                                        <p:cTn id="3195" dur="1" fill="hold">
                                          <p:stCondLst>
                                            <p:cond delay="0"/>
                                          </p:stCondLst>
                                        </p:cTn>
                                        <p:tgtEl>
                                          <p:spTgt spid="1185"/>
                                        </p:tgtEl>
                                        <p:attrNameLst>
                                          <p:attrName>style.visibility</p:attrName>
                                        </p:attrNameLst>
                                      </p:cBhvr>
                                      <p:to>
                                        <p:strVal val="visible"/>
                                      </p:to>
                                    </p:set>
                                    <p:animEffect filter="dissolve" transition="in">
                                      <p:cBhvr additive="repl">
                                        <p:cTn id="3196" dur="500"/>
                                        <p:tgtEl>
                                          <p:spTgt spid="1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6" name=""/>
          <p:cNvSpPr/>
          <p:nvPr/>
        </p:nvSpPr>
        <p:spPr>
          <a:xfrm>
            <a:off x="2057400" y="-609480"/>
            <a:ext cx="39625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0000"/>
                </a:solidFill>
                <a:latin typeface="Arial"/>
              </a:rPr>
              <a:t>Insult twice-Gonna die!!!</a:t>
            </a:r>
            <a:endParaRPr b="0" lang="en-US" sz="2400" spc="-1" strike="noStrike">
              <a:solidFill>
                <a:srgbClr val="000000"/>
              </a:solidFill>
              <a:latin typeface="Arial"/>
            </a:endParaRPr>
          </a:p>
        </p:txBody>
      </p:sp>
      <p:pic>
        <p:nvPicPr>
          <p:cNvPr id="1187" name="" descr=""/>
          <p:cNvPicPr/>
          <p:nvPr/>
        </p:nvPicPr>
        <p:blipFill>
          <a:blip r:embed="rId1"/>
          <a:stretch/>
        </p:blipFill>
        <p:spPr>
          <a:xfrm>
            <a:off x="0" y="0"/>
            <a:ext cx="9144000" cy="6850080"/>
          </a:xfrm>
          <a:prstGeom prst="rect">
            <a:avLst/>
          </a:prstGeom>
          <a:ln w="0">
            <a:noFill/>
          </a:ln>
        </p:spPr>
      </p:pic>
      <p:pic>
        <p:nvPicPr>
          <p:cNvPr id="1188" name="" descr=""/>
          <p:cNvPicPr/>
          <p:nvPr/>
        </p:nvPicPr>
        <p:blipFill>
          <a:blip r:embed="rId2"/>
          <a:stretch/>
        </p:blipFill>
        <p:spPr>
          <a:xfrm>
            <a:off x="0" y="3733920"/>
            <a:ext cx="3124080" cy="1550880"/>
          </a:xfrm>
          <a:prstGeom prst="rect">
            <a:avLst/>
          </a:prstGeom>
          <a:ln w="0">
            <a:noFill/>
          </a:ln>
        </p:spPr>
      </p:pic>
      <p:sp>
        <p:nvSpPr>
          <p:cNvPr id="1189" name=""/>
          <p:cNvSpPr/>
          <p:nvPr/>
        </p:nvSpPr>
        <p:spPr>
          <a:xfrm>
            <a:off x="152280" y="4191120"/>
            <a:ext cx="2667240" cy="8254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Heh.. Lame story there. “It was just all a test of your skill.” Sounds like a wanna-be Neon Genesis Evangelion style plot twist there…</a:t>
            </a:r>
            <a:endParaRPr b="0" lang="en-US" sz="1200" spc="-1" strike="noStrike">
              <a:solidFill>
                <a:srgbClr val="000000"/>
              </a:solidFill>
              <a:latin typeface="Arial"/>
            </a:endParaRPr>
          </a:p>
        </p:txBody>
      </p:sp>
      <p:pic>
        <p:nvPicPr>
          <p:cNvPr id="1190" name="" descr=""/>
          <p:cNvPicPr/>
          <p:nvPr/>
        </p:nvPicPr>
        <p:blipFill>
          <a:blip r:embed="rId3"/>
          <a:stretch/>
        </p:blipFill>
        <p:spPr>
          <a:xfrm>
            <a:off x="5943600" y="3581280"/>
            <a:ext cx="3200400" cy="1589040"/>
          </a:xfrm>
          <a:prstGeom prst="rect">
            <a:avLst/>
          </a:prstGeom>
          <a:ln w="0">
            <a:noFill/>
          </a:ln>
        </p:spPr>
      </p:pic>
      <p:sp>
        <p:nvSpPr>
          <p:cNvPr id="1191" name=""/>
          <p:cNvSpPr/>
          <p:nvPr/>
        </p:nvSpPr>
        <p:spPr>
          <a:xfrm>
            <a:off x="152280" y="4191120"/>
            <a:ext cx="266724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Wait..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192" name=""/>
          <p:cNvSpPr/>
          <p:nvPr/>
        </p:nvSpPr>
        <p:spPr>
          <a:xfrm>
            <a:off x="6172200" y="4038480"/>
            <a:ext cx="21337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a:t>
            </a:r>
            <a:endParaRPr b="0" lang="en-US" sz="1200" spc="-1" strike="noStrike">
              <a:solidFill>
                <a:srgbClr val="000000"/>
              </a:solidFill>
              <a:latin typeface="Arial"/>
            </a:endParaRPr>
          </a:p>
        </p:txBody>
      </p:sp>
      <p:sp>
        <p:nvSpPr>
          <p:cNvPr id="1193" name=""/>
          <p:cNvSpPr/>
          <p:nvPr/>
        </p:nvSpPr>
        <p:spPr>
          <a:xfrm>
            <a:off x="6172200" y="403848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Okay,.. You know what? I’ve had enough of . Shut Up for Good!!</a:t>
            </a:r>
            <a:endParaRPr b="0" lang="en-US" sz="1200" spc="-1" strike="noStrike">
              <a:solidFill>
                <a:srgbClr val="000000"/>
              </a:solidFill>
              <a:latin typeface="Arial"/>
            </a:endParaRPr>
          </a:p>
        </p:txBody>
      </p:sp>
    </p:spTree>
  </p:cSld>
  <p:timing>
    <p:tnLst>
      <p:par>
        <p:cTn id="3197" dur="indefinite" restart="never" nodeType="tmRoot">
          <p:childTnLst>
            <p:seq>
              <p:cTn id="3198" dur="indefinite" nodeType="mainSeq">
                <p:childTnLst>
                  <p:par>
                    <p:cTn id="3199" fill="hold">
                      <p:stCondLst>
                        <p:cond delay="0"/>
                      </p:stCondLst>
                      <p:childTnLst>
                        <p:par>
                          <p:cTn id="3200" fill="hold">
                            <p:stCondLst>
                              <p:cond delay="0"/>
                            </p:stCondLst>
                            <p:childTnLst>
                              <p:par>
                                <p:cTn id="3201" nodeType="afterEffect" fill="hold" presetClass="entr" presetID="9">
                                  <p:stCondLst>
                                    <p:cond delay="0"/>
                                  </p:stCondLst>
                                  <p:childTnLst>
                                    <p:set>
                                      <p:cBhvr>
                                        <p:cTn id="3202" dur="1" fill="hold">
                                          <p:stCondLst>
                                            <p:cond delay="0"/>
                                          </p:stCondLst>
                                        </p:cTn>
                                        <p:tgtEl>
                                          <p:spTgt spid="1188"/>
                                        </p:tgtEl>
                                        <p:attrNameLst>
                                          <p:attrName>style.visibility</p:attrName>
                                        </p:attrNameLst>
                                      </p:cBhvr>
                                      <p:to>
                                        <p:strVal val="visible"/>
                                      </p:to>
                                    </p:set>
                                    <p:animEffect filter="dissolve" transition="in">
                                      <p:cBhvr additive="repl">
                                        <p:cTn id="3203" dur="500"/>
                                        <p:tgtEl>
                                          <p:spTgt spid="1188"/>
                                        </p:tgtEl>
                                      </p:cBhvr>
                                    </p:animEffect>
                                  </p:childTnLst>
                                </p:cTn>
                              </p:par>
                            </p:childTnLst>
                          </p:cTn>
                        </p:par>
                        <p:par>
                          <p:cTn id="3204" fill="hold">
                            <p:stCondLst>
                              <p:cond delay="500"/>
                            </p:stCondLst>
                            <p:childTnLst>
                              <p:par>
                                <p:cTn id="3205" nodeType="afterEffect" fill="hold" presetClass="entr" presetID="27">
                                  <p:stCondLst>
                                    <p:cond delay="0"/>
                                  </p:stCondLst>
                                  <p:iterate type="lt">
                                    <p:tmAbs val="40"/>
                                  </p:iterate>
                                  <p:childTnLst>
                                    <p:set>
                                      <p:cBhvr>
                                        <p:cTn id="3206" dur="1" fill="hold">
                                          <p:stCondLst>
                                            <p:cond delay="0"/>
                                          </p:stCondLst>
                                        </p:cTn>
                                        <p:tgtEl>
                                          <p:spTgt spid="1189"/>
                                        </p:tgtEl>
                                        <p:attrNameLst>
                                          <p:attrName>style.visibility</p:attrName>
                                        </p:attrNameLst>
                                      </p:cBhvr>
                                      <p:to>
                                        <p:strVal val="visible"/>
                                      </p:to>
                                    </p:set>
                                    <p:anim calcmode="discrete" valueType="clr">
                                      <p:cBhvr additive="repl">
                                        <p:cTn id="3207" dur="80"/>
                                        <p:tgtEl>
                                          <p:spTgt spid="1189"/>
                                        </p:tgtEl>
                                        <p:attrNameLst>
                                          <p:attrName>style.color</p:attrName>
                                        </p:attrNameLst>
                                      </p:cBhvr>
                                      <p:tavLst>
                                        <p:tav tm="0">
                                          <p:val>
                                            <p:strVal val="rgb(-103,51,51)"/>
                                          </p:val>
                                        </p:tav>
                                        <p:tav tm="50000">
                                          <p:val>
                                            <p:strVal val="rgb(-103,-103,0)"/>
                                          </p:val>
                                        </p:tav>
                                      </p:tavLst>
                                    </p:anim>
                                    <p:anim calcmode="discrete" valueType="clr">
                                      <p:cBhvr additive="repl">
                                        <p:cTn id="3208" dur="80"/>
                                        <p:tgtEl>
                                          <p:spTgt spid="1189"/>
                                        </p:tgtEl>
                                        <p:attrNameLst>
                                          <p:attrName>fillcolor</p:attrName>
                                        </p:attrNameLst>
                                      </p:cBhvr>
                                      <p:tavLst>
                                        <p:tav tm="0">
                                          <p:val>
                                            <p:strVal val="rgb(-103,51,51)"/>
                                          </p:val>
                                        </p:tav>
                                        <p:tav tm="50000">
                                          <p:val>
                                            <p:strVal val="rgb(-103,-103,0)"/>
                                          </p:val>
                                        </p:tav>
                                      </p:tavLst>
                                    </p:anim>
                                    <p:set>
                                      <p:cBhvr>
                                        <p:cTn id="3209" dur="80"/>
                                        <p:tgtEl>
                                          <p:spTgt spid="1189"/>
                                        </p:tgtEl>
                                        <p:attrNameLst>
                                          <p:attrName>fill.type</p:attrName>
                                        </p:attrNameLst>
                                      </p:cBhvr>
                                      <p:to>
                                        <p:strVal val="solid"/>
                                      </p:to>
                                    </p:set>
                                  </p:childTnLst>
                                </p:cTn>
                              </p:par>
                            </p:childTnLst>
                          </p:cTn>
                        </p:par>
                        <p:par>
                          <p:cTn id="3210" fill="hold">
                            <p:stCondLst>
                              <p:cond delay="4980"/>
                            </p:stCondLst>
                            <p:childTnLst>
                              <p:par>
                                <p:cTn id="3211" nodeType="afterEffect" fill="hold" presetClass="entr" presetID="9">
                                  <p:stCondLst>
                                    <p:cond delay="0"/>
                                  </p:stCondLst>
                                  <p:childTnLst>
                                    <p:set>
                                      <p:cBhvr>
                                        <p:cTn id="3212" dur="1" fill="hold">
                                          <p:stCondLst>
                                            <p:cond delay="0"/>
                                          </p:stCondLst>
                                        </p:cTn>
                                        <p:tgtEl>
                                          <p:spTgt spid="1190"/>
                                        </p:tgtEl>
                                        <p:attrNameLst>
                                          <p:attrName>style.visibility</p:attrName>
                                        </p:attrNameLst>
                                      </p:cBhvr>
                                      <p:to>
                                        <p:strVal val="visible"/>
                                      </p:to>
                                    </p:set>
                                    <p:animEffect filter="dissolve" transition="in">
                                      <p:cBhvr additive="repl">
                                        <p:cTn id="3213" dur="500"/>
                                        <p:tgtEl>
                                          <p:spTgt spid="1190"/>
                                        </p:tgtEl>
                                      </p:cBhvr>
                                    </p:animEffect>
                                  </p:childTnLst>
                                </p:cTn>
                              </p:par>
                            </p:childTnLst>
                          </p:cTn>
                        </p:par>
                        <p:par>
                          <p:cTn id="3214" fill="hold">
                            <p:stCondLst>
                              <p:cond delay="5480"/>
                            </p:stCondLst>
                            <p:childTnLst>
                              <p:par>
                                <p:cTn id="3215" nodeType="afterEffect" fill="hold" presetClass="entr" presetID="27">
                                  <p:stCondLst>
                                    <p:cond delay="0"/>
                                  </p:stCondLst>
                                  <p:iterate type="lt">
                                    <p:tmAbs val="40"/>
                                  </p:iterate>
                                  <p:childTnLst>
                                    <p:set>
                                      <p:cBhvr>
                                        <p:cTn id="3216" dur="1" fill="hold">
                                          <p:stCondLst>
                                            <p:cond delay="0"/>
                                          </p:stCondLst>
                                        </p:cTn>
                                        <p:tgtEl>
                                          <p:spTgt spid="1192"/>
                                        </p:tgtEl>
                                        <p:attrNameLst>
                                          <p:attrName>style.visibility</p:attrName>
                                        </p:attrNameLst>
                                      </p:cBhvr>
                                      <p:to>
                                        <p:strVal val="visible"/>
                                      </p:to>
                                    </p:set>
                                    <p:anim calcmode="discrete" valueType="clr">
                                      <p:cBhvr additive="repl">
                                        <p:cTn id="3217" dur="80"/>
                                        <p:tgtEl>
                                          <p:spTgt spid="1192"/>
                                        </p:tgtEl>
                                        <p:attrNameLst>
                                          <p:attrName>style.color</p:attrName>
                                        </p:attrNameLst>
                                      </p:cBhvr>
                                      <p:tavLst>
                                        <p:tav tm="0">
                                          <p:val>
                                            <p:strVal val="rgb(-103,51,51)"/>
                                          </p:val>
                                        </p:tav>
                                        <p:tav tm="50000">
                                          <p:val>
                                            <p:strVal val="rgb(-103,-103,0)"/>
                                          </p:val>
                                        </p:tav>
                                      </p:tavLst>
                                    </p:anim>
                                    <p:anim calcmode="discrete" valueType="clr">
                                      <p:cBhvr additive="repl">
                                        <p:cTn id="3218" dur="80"/>
                                        <p:tgtEl>
                                          <p:spTgt spid="1192"/>
                                        </p:tgtEl>
                                        <p:attrNameLst>
                                          <p:attrName>fillcolor</p:attrName>
                                        </p:attrNameLst>
                                      </p:cBhvr>
                                      <p:tavLst>
                                        <p:tav tm="0">
                                          <p:val>
                                            <p:strVal val="rgb(-103,51,51)"/>
                                          </p:val>
                                        </p:tav>
                                        <p:tav tm="50000">
                                          <p:val>
                                            <p:strVal val="rgb(-103,-103,0)"/>
                                          </p:val>
                                        </p:tav>
                                      </p:tavLst>
                                    </p:anim>
                                    <p:set>
                                      <p:cBhvr>
                                        <p:cTn id="3219" dur="80"/>
                                        <p:tgtEl>
                                          <p:spTgt spid="1192"/>
                                        </p:tgtEl>
                                        <p:attrNameLst>
                                          <p:attrName>fill.type</p:attrName>
                                        </p:attrNameLst>
                                      </p:cBhvr>
                                      <p:to>
                                        <p:strVal val="solid"/>
                                      </p:to>
                                    </p:set>
                                  </p:childTnLst>
                                </p:cTn>
                              </p:par>
                            </p:childTnLst>
                          </p:cTn>
                        </p:par>
                        <p:par>
                          <p:cTn id="3220" fill="hold">
                            <p:stCondLst>
                              <p:cond delay="5680"/>
                            </p:stCondLst>
                            <p:childTnLst>
                              <p:par>
                                <p:cTn id="3221" nodeType="afterEffect" fill="hold" presetClass="entr" presetID="27">
                                  <p:stCondLst>
                                    <p:cond delay="1000"/>
                                  </p:stCondLst>
                                  <p:iterate type="lt">
                                    <p:tmAbs val="40"/>
                                  </p:iterate>
                                  <p:childTnLst>
                                    <p:set>
                                      <p:cBhvr>
                                        <p:cTn id="3222" dur="1" fill="hold">
                                          <p:stCondLst>
                                            <p:cond delay="0"/>
                                          </p:stCondLst>
                                        </p:cTn>
                                        <p:tgtEl>
                                          <p:spTgt spid="1193"/>
                                        </p:tgtEl>
                                        <p:attrNameLst>
                                          <p:attrName>style.visibility</p:attrName>
                                        </p:attrNameLst>
                                      </p:cBhvr>
                                      <p:to>
                                        <p:strVal val="visible"/>
                                      </p:to>
                                    </p:set>
                                    <p:anim calcmode="discrete" valueType="clr">
                                      <p:cBhvr additive="repl">
                                        <p:cTn id="3223" dur="80"/>
                                        <p:tgtEl>
                                          <p:spTgt spid="1193"/>
                                        </p:tgtEl>
                                        <p:attrNameLst>
                                          <p:attrName>style.color</p:attrName>
                                        </p:attrNameLst>
                                      </p:cBhvr>
                                      <p:tavLst>
                                        <p:tav tm="0">
                                          <p:val>
                                            <p:strVal val="rgb(-103,51,51)"/>
                                          </p:val>
                                        </p:tav>
                                        <p:tav tm="50000">
                                          <p:val>
                                            <p:strVal val="rgb(-103,-103,0)"/>
                                          </p:val>
                                        </p:tav>
                                      </p:tavLst>
                                    </p:anim>
                                    <p:anim calcmode="discrete" valueType="clr">
                                      <p:cBhvr additive="repl">
                                        <p:cTn id="3224" dur="80"/>
                                        <p:tgtEl>
                                          <p:spTgt spid="1193"/>
                                        </p:tgtEl>
                                        <p:attrNameLst>
                                          <p:attrName>fillcolor</p:attrName>
                                        </p:attrNameLst>
                                      </p:cBhvr>
                                      <p:tavLst>
                                        <p:tav tm="0">
                                          <p:val>
                                            <p:strVal val="rgb(-103,51,51)"/>
                                          </p:val>
                                        </p:tav>
                                        <p:tav tm="50000">
                                          <p:val>
                                            <p:strVal val="rgb(-103,-103,0)"/>
                                          </p:val>
                                        </p:tav>
                                      </p:tavLst>
                                    </p:anim>
                                    <p:set>
                                      <p:cBhvr>
                                        <p:cTn id="3225" dur="80"/>
                                        <p:tgtEl>
                                          <p:spTgt spid="1193"/>
                                        </p:tgtEl>
                                        <p:attrNameLst>
                                          <p:attrName>fill.type</p:attrName>
                                        </p:attrNameLst>
                                      </p:cBhvr>
                                      <p:to>
                                        <p:strVal val="solid"/>
                                      </p:to>
                                    </p:set>
                                  </p:childTnLst>
                                </p:cTn>
                              </p:par>
                            </p:childTnLst>
                          </p:cTn>
                        </p:par>
                        <p:par>
                          <p:cTn id="3226" fill="hold">
                            <p:stCondLst>
                              <p:cond delay="8720"/>
                            </p:stCondLst>
                            <p:childTnLst>
                              <p:par>
                                <p:cTn id="3227" nodeType="afterEffect" fill="hold" presetClass="entr" presetID="27">
                                  <p:stCondLst>
                                    <p:cond delay="0"/>
                                  </p:stCondLst>
                                  <p:iterate type="lt">
                                    <p:tmAbs val="40"/>
                                  </p:iterate>
                                  <p:childTnLst>
                                    <p:set>
                                      <p:cBhvr>
                                        <p:cTn id="3228" dur="1" fill="hold">
                                          <p:stCondLst>
                                            <p:cond delay="0"/>
                                          </p:stCondLst>
                                        </p:cTn>
                                        <p:tgtEl>
                                          <p:spTgt spid="1191"/>
                                        </p:tgtEl>
                                        <p:attrNameLst>
                                          <p:attrName>style.visibility</p:attrName>
                                        </p:attrNameLst>
                                      </p:cBhvr>
                                      <p:to>
                                        <p:strVal val="visible"/>
                                      </p:to>
                                    </p:set>
                                    <p:anim calcmode="discrete" valueType="clr">
                                      <p:cBhvr additive="repl">
                                        <p:cTn id="3229" dur="80"/>
                                        <p:tgtEl>
                                          <p:spTgt spid="1191"/>
                                        </p:tgtEl>
                                        <p:attrNameLst>
                                          <p:attrName>style.color</p:attrName>
                                        </p:attrNameLst>
                                      </p:cBhvr>
                                      <p:tavLst>
                                        <p:tav tm="0">
                                          <p:val>
                                            <p:strVal val="rgb(-103,51,51)"/>
                                          </p:val>
                                        </p:tav>
                                        <p:tav tm="50000">
                                          <p:val>
                                            <p:strVal val="rgb(-103,-103,0)"/>
                                          </p:val>
                                        </p:tav>
                                      </p:tavLst>
                                    </p:anim>
                                    <p:anim calcmode="discrete" valueType="clr">
                                      <p:cBhvr additive="repl">
                                        <p:cTn id="3230" dur="80"/>
                                        <p:tgtEl>
                                          <p:spTgt spid="1191"/>
                                        </p:tgtEl>
                                        <p:attrNameLst>
                                          <p:attrName>fillcolor</p:attrName>
                                        </p:attrNameLst>
                                      </p:cBhvr>
                                      <p:tavLst>
                                        <p:tav tm="0">
                                          <p:val>
                                            <p:strVal val="rgb(-103,51,51)"/>
                                          </p:val>
                                        </p:tav>
                                        <p:tav tm="50000">
                                          <p:val>
                                            <p:strVal val="rgb(-103,-103,0)"/>
                                          </p:val>
                                        </p:tav>
                                      </p:tavLst>
                                    </p:anim>
                                    <p:set>
                                      <p:cBhvr>
                                        <p:cTn id="3231" dur="80"/>
                                        <p:tgtEl>
                                          <p:spTgt spid="1191"/>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94" name="" descr=""/>
          <p:cNvPicPr/>
          <p:nvPr/>
        </p:nvPicPr>
        <p:blipFill>
          <a:blip r:embed="rId1"/>
          <a:stretch/>
        </p:blipFill>
        <p:spPr>
          <a:xfrm>
            <a:off x="0" y="-27000"/>
            <a:ext cx="9144000" cy="6885000"/>
          </a:xfrm>
          <a:prstGeom prst="rect">
            <a:avLst/>
          </a:prstGeom>
          <a:ln w="0">
            <a:noFill/>
          </a:ln>
        </p:spPr>
      </p:pic>
      <p:pic>
        <p:nvPicPr>
          <p:cNvPr id="1195" name="" descr=""/>
          <p:cNvPicPr/>
          <p:nvPr/>
        </p:nvPicPr>
        <p:blipFill>
          <a:blip r:embed="rId2"/>
          <a:stretch/>
        </p:blipFill>
        <p:spPr>
          <a:xfrm>
            <a:off x="0" y="3733920"/>
            <a:ext cx="3124080" cy="1550880"/>
          </a:xfrm>
          <a:prstGeom prst="rect">
            <a:avLst/>
          </a:prstGeom>
          <a:ln w="0">
            <a:noFill/>
          </a:ln>
        </p:spPr>
      </p:pic>
      <p:sp>
        <p:nvSpPr>
          <p:cNvPr id="1196" name=""/>
          <p:cNvSpPr/>
          <p:nvPr/>
        </p:nvSpPr>
        <p:spPr>
          <a:xfrm>
            <a:off x="152280" y="4191120"/>
            <a:ext cx="266724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Wait..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pic>
        <p:nvPicPr>
          <p:cNvPr id="1197" name="" descr=""/>
          <p:cNvPicPr/>
          <p:nvPr/>
        </p:nvPicPr>
        <p:blipFill>
          <a:blip r:embed="rId3"/>
          <a:stretch/>
        </p:blipFill>
        <p:spPr>
          <a:xfrm>
            <a:off x="5943600" y="3581280"/>
            <a:ext cx="3200400" cy="1589040"/>
          </a:xfrm>
          <a:prstGeom prst="rect">
            <a:avLst/>
          </a:prstGeom>
          <a:ln w="0">
            <a:noFill/>
          </a:ln>
        </p:spPr>
      </p:pic>
      <p:sp>
        <p:nvSpPr>
          <p:cNvPr id="1198" name=""/>
          <p:cNvSpPr/>
          <p:nvPr/>
        </p:nvSpPr>
        <p:spPr>
          <a:xfrm>
            <a:off x="6172200" y="403848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Okay,.. You know what? I’ve had enough of . Shut Up for Good!!</a:t>
            </a:r>
            <a:endParaRPr b="0" lang="en-US" sz="1200" spc="-1" strike="noStrike">
              <a:solidFill>
                <a:srgbClr val="000000"/>
              </a:solidFill>
              <a:latin typeface="Arial"/>
            </a:endParaRPr>
          </a:p>
        </p:txBody>
      </p:sp>
      <p:sp>
        <p:nvSpPr>
          <p:cNvPr id="1199" name=""/>
          <p:cNvSpPr/>
          <p:nvPr/>
        </p:nvSpPr>
        <p:spPr>
          <a:xfrm>
            <a:off x="3657600" y="1676520"/>
            <a:ext cx="152280" cy="152280"/>
          </a:xfrm>
          <a:prstGeom prst="ellipse">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232" dur="indefinite" restart="never" nodeType="tmRoot">
          <p:childTnLst>
            <p:seq>
              <p:cTn id="3233" dur="indefinite" nodeType="mainSeq">
                <p:childTnLst>
                  <p:par>
                    <p:cTn id="3234" fill="hold">
                      <p:stCondLst>
                        <p:cond delay="0"/>
                      </p:stCondLst>
                      <p:childTnLst>
                        <p:par>
                          <p:cTn id="3235" fill="hold">
                            <p:stCondLst>
                              <p:cond delay="0"/>
                            </p:stCondLst>
                            <p:childTnLst>
                              <p:par>
                                <p:cTn id="3236" nodeType="afterEffect" fill="hold" presetClass="exit" presetID="1">
                                  <p:stCondLst>
                                    <p:cond delay="0"/>
                                  </p:stCondLst>
                                  <p:childTnLst>
                                    <p:set>
                                      <p:cBhvr>
                                        <p:cTn id="3237" dur="1" fill="hold">
                                          <p:stCondLst>
                                            <p:cond delay="0"/>
                                          </p:stCondLst>
                                        </p:cTn>
                                        <p:tgtEl>
                                          <p:spTgt spid="1198"/>
                                        </p:tgtEl>
                                        <p:attrNameLst>
                                          <p:attrName>style.visibility</p:attrName>
                                        </p:attrNameLst>
                                      </p:cBhvr>
                                      <p:to>
                                        <p:strVal val="hidden"/>
                                      </p:to>
                                    </p:set>
                                  </p:childTnLst>
                                </p:cTn>
                              </p:par>
                            </p:childTnLst>
                          </p:cTn>
                        </p:par>
                        <p:par>
                          <p:cTn id="3238" fill="hold">
                            <p:stCondLst>
                              <p:cond delay="0"/>
                            </p:stCondLst>
                            <p:childTnLst>
                              <p:par>
                                <p:cTn id="3239" nodeType="afterEffect" fill="hold" presetClass="exit" presetID="9">
                                  <p:stCondLst>
                                    <p:cond delay="0"/>
                                  </p:stCondLst>
                                  <p:childTnLst>
                                    <p:animEffect filter="dissolve" transition="out">
                                      <p:cBhvr additive="repl">
                                        <p:cTn id="3240" dur="500"/>
                                        <p:tgtEl>
                                          <p:spTgt spid="1197"/>
                                        </p:tgtEl>
                                      </p:cBhvr>
                                    </p:animEffect>
                                    <p:set>
                                      <p:cBhvr>
                                        <p:cTn id="3241" dur="1" fill="hold">
                                          <p:stCondLst>
                                            <p:cond delay="499"/>
                                          </p:stCondLst>
                                        </p:cTn>
                                        <p:tgtEl>
                                          <p:spTgt spid="1197"/>
                                        </p:tgtEl>
                                        <p:attrNameLst>
                                          <p:attrName>style.visibility</p:attrName>
                                        </p:attrNameLst>
                                      </p:cBhvr>
                                      <p:to>
                                        <p:strVal val="hidden"/>
                                      </p:to>
                                    </p:set>
                                  </p:childTnLst>
                                </p:cTn>
                              </p:par>
                            </p:childTnLst>
                          </p:cTn>
                        </p:par>
                        <p:par>
                          <p:cTn id="3242" fill="hold">
                            <p:stCondLst>
                              <p:cond delay="500"/>
                            </p:stCondLst>
                            <p:childTnLst>
                              <p:par>
                                <p:cTn id="3243" nodeType="afterEffect" fill="hold" presetClass="exit" presetID="1">
                                  <p:stCondLst>
                                    <p:cond delay="0"/>
                                  </p:stCondLst>
                                  <p:childTnLst>
                                    <p:set>
                                      <p:cBhvr>
                                        <p:cTn id="3244" dur="1" fill="hold">
                                          <p:stCondLst>
                                            <p:cond delay="0"/>
                                          </p:stCondLst>
                                        </p:cTn>
                                        <p:tgtEl>
                                          <p:spTgt spid="1196"/>
                                        </p:tgtEl>
                                        <p:attrNameLst>
                                          <p:attrName>style.visibility</p:attrName>
                                        </p:attrNameLst>
                                      </p:cBhvr>
                                      <p:to>
                                        <p:strVal val="hidden"/>
                                      </p:to>
                                    </p:set>
                                  </p:childTnLst>
                                </p:cTn>
                              </p:par>
                            </p:childTnLst>
                          </p:cTn>
                        </p:par>
                        <p:par>
                          <p:cTn id="3245" fill="hold">
                            <p:stCondLst>
                              <p:cond delay="500"/>
                            </p:stCondLst>
                            <p:childTnLst>
                              <p:par>
                                <p:cTn id="3246" nodeType="afterEffect" fill="hold" presetClass="exit" presetID="9">
                                  <p:stCondLst>
                                    <p:cond delay="0"/>
                                  </p:stCondLst>
                                  <p:childTnLst>
                                    <p:animEffect filter="dissolve" transition="out">
                                      <p:cBhvr additive="repl">
                                        <p:cTn id="3247" dur="500"/>
                                        <p:tgtEl>
                                          <p:spTgt spid="1195"/>
                                        </p:tgtEl>
                                      </p:cBhvr>
                                    </p:animEffect>
                                    <p:set>
                                      <p:cBhvr>
                                        <p:cTn id="3248" dur="1" fill="hold">
                                          <p:stCondLst>
                                            <p:cond delay="499"/>
                                          </p:stCondLst>
                                        </p:cTn>
                                        <p:tgtEl>
                                          <p:spTgt spid="1195"/>
                                        </p:tgtEl>
                                        <p:attrNameLst>
                                          <p:attrName>style.visibility</p:attrName>
                                        </p:attrNameLst>
                                      </p:cBhvr>
                                      <p:to>
                                        <p:strVal val="hidden"/>
                                      </p:to>
                                    </p:set>
                                  </p:childTnLst>
                                </p:cTn>
                              </p:par>
                            </p:childTnLst>
                          </p:cTn>
                        </p:par>
                        <p:par>
                          <p:cTn id="3249" fill="hold">
                            <p:stCondLst>
                              <p:cond delay="1000"/>
                            </p:stCondLst>
                            <p:childTnLst>
                              <p:par>
                                <p:cTn id="3250" nodeType="afterEffect" fill="hold" presetClass="emph" presetID="6">
                                  <p:stCondLst>
                                    <p:cond delay="0"/>
                                  </p:stCondLst>
                                  <p:childTnLst>
                                    <p:animScale>
                                      <p:cBhvr>
                                        <p:cTn id="3251" dur="500" fill="hold"/>
                                        <p:tgtEl>
                                          <p:spTgt spid="1199"/>
                                        </p:tgtEl>
                                      </p:cBhvr>
                                      <p:to x="400000" y="400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0"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201" name=""/>
          <p:cNvSpPr/>
          <p:nvPr/>
        </p:nvSpPr>
        <p:spPr>
          <a:xfrm>
            <a:off x="0" y="1676520"/>
            <a:ext cx="3733920" cy="152280"/>
          </a:xfrm>
          <a:custGeom>
            <a:avLst/>
            <a:gdLst>
              <a:gd name="textAreaLeft" fmla="*/ 0 w 3733920"/>
              <a:gd name="textAreaRight" fmla="*/ 3734280 w 3733920"/>
              <a:gd name="textAreaTop" fmla="*/ 0 h 152280"/>
              <a:gd name="textAreaBottom" fmla="*/ 152640 h 15228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00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202" name=""/>
          <p:cNvSpPr/>
          <p:nvPr/>
        </p:nvSpPr>
        <p:spPr>
          <a:xfrm>
            <a:off x="3505320" y="1600200"/>
            <a:ext cx="380880" cy="304920"/>
          </a:xfrm>
          <a:prstGeom prst="ellipse">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252" dur="indefinite" restart="never" nodeType="tmRoot">
          <p:childTnLst>
            <p:seq>
              <p:cTn id="3253" dur="indefinite" nodeType="mainSeq">
                <p:childTnLst>
                  <p:par>
                    <p:cTn id="3254" fill="hold">
                      <p:stCondLst>
                        <p:cond delay="0"/>
                      </p:stCondLst>
                      <p:childTnLst>
                        <p:par>
                          <p:cTn id="3255" fill="hold">
                            <p:stCondLst>
                              <p:cond delay="0"/>
                            </p:stCondLst>
                            <p:childTnLst>
                              <p:par>
                                <p:cTn id="3256" nodeType="afterEffect" fill="hold" presetClass="entr" presetID="9">
                                  <p:stCondLst>
                                    <p:cond delay="0"/>
                                  </p:stCondLst>
                                  <p:childTnLst>
                                    <p:set>
                                      <p:cBhvr>
                                        <p:cTn id="3257" dur="1" fill="hold">
                                          <p:stCondLst>
                                            <p:cond delay="0"/>
                                          </p:stCondLst>
                                        </p:cTn>
                                        <p:tgtEl>
                                          <p:spTgt spid="1201"/>
                                        </p:tgtEl>
                                        <p:attrNameLst>
                                          <p:attrName>style.visibility</p:attrName>
                                        </p:attrNameLst>
                                      </p:cBhvr>
                                      <p:to>
                                        <p:strVal val="visible"/>
                                      </p:to>
                                    </p:set>
                                    <p:animEffect filter="dissolve" transition="in">
                                      <p:cBhvr additive="repl">
                                        <p:cTn id="3258" dur="300"/>
                                        <p:tgtEl>
                                          <p:spTgt spid="1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03" name="" descr=""/>
          <p:cNvPicPr/>
          <p:nvPr/>
        </p:nvPicPr>
        <p:blipFill>
          <a:blip r:embed="rId1"/>
          <a:stretch/>
        </p:blipFill>
        <p:spPr>
          <a:xfrm>
            <a:off x="0" y="0"/>
            <a:ext cx="9144000" cy="6885000"/>
          </a:xfrm>
          <a:prstGeom prst="rect">
            <a:avLst/>
          </a:prstGeom>
          <a:ln w="0">
            <a:noFill/>
          </a:ln>
        </p:spPr>
      </p:pic>
      <p:sp>
        <p:nvSpPr>
          <p:cNvPr id="1204" name=""/>
          <p:cNvSpPr/>
          <p:nvPr/>
        </p:nvSpPr>
        <p:spPr>
          <a:xfrm>
            <a:off x="0" y="1676520"/>
            <a:ext cx="3733920" cy="152280"/>
          </a:xfrm>
          <a:custGeom>
            <a:avLst/>
            <a:gdLst>
              <a:gd name="textAreaLeft" fmla="*/ 0 w 3733920"/>
              <a:gd name="textAreaRight" fmla="*/ 3734280 w 3733920"/>
              <a:gd name="textAreaTop" fmla="*/ 0 h 152280"/>
              <a:gd name="textAreaBottom" fmla="*/ 152640 h 15228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00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205" name=""/>
          <p:cNvSpPr/>
          <p:nvPr/>
        </p:nvSpPr>
        <p:spPr>
          <a:xfrm>
            <a:off x="3505320" y="1600200"/>
            <a:ext cx="380880" cy="304920"/>
          </a:xfrm>
          <a:prstGeom prst="ellipse">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206" name="" descr=""/>
          <p:cNvPicPr/>
          <p:nvPr/>
        </p:nvPicPr>
        <p:blipFill>
          <a:blip r:embed="rId2"/>
          <a:stretch/>
        </p:blipFill>
        <p:spPr>
          <a:xfrm>
            <a:off x="2514600" y="1676520"/>
            <a:ext cx="228600" cy="171360"/>
          </a:xfrm>
          <a:prstGeom prst="rect">
            <a:avLst/>
          </a:prstGeom>
          <a:ln w="0">
            <a:noFill/>
          </a:ln>
        </p:spPr>
      </p:pic>
      <p:pic>
        <p:nvPicPr>
          <p:cNvPr id="1207" name="" descr=""/>
          <p:cNvPicPr/>
          <p:nvPr/>
        </p:nvPicPr>
        <p:blipFill>
          <a:blip r:embed="rId3"/>
          <a:stretch/>
        </p:blipFill>
        <p:spPr>
          <a:xfrm>
            <a:off x="2743200" y="1676520"/>
            <a:ext cx="38160" cy="28440"/>
          </a:xfrm>
          <a:prstGeom prst="rect">
            <a:avLst/>
          </a:prstGeom>
          <a:ln w="0">
            <a:noFill/>
          </a:ln>
        </p:spPr>
      </p:pic>
      <p:pic>
        <p:nvPicPr>
          <p:cNvPr id="1208" name="" descr=""/>
          <p:cNvPicPr/>
          <p:nvPr/>
        </p:nvPicPr>
        <p:blipFill>
          <a:blip r:embed="rId4"/>
          <a:stretch/>
        </p:blipFill>
        <p:spPr>
          <a:xfrm>
            <a:off x="2743200" y="1676520"/>
            <a:ext cx="152280" cy="114120"/>
          </a:xfrm>
          <a:prstGeom prst="rect">
            <a:avLst/>
          </a:prstGeom>
          <a:ln w="0">
            <a:noFill/>
          </a:ln>
        </p:spPr>
      </p:pic>
      <p:pic>
        <p:nvPicPr>
          <p:cNvPr id="1209" name="" descr=""/>
          <p:cNvPicPr/>
          <p:nvPr/>
        </p:nvPicPr>
        <p:blipFill>
          <a:blip r:embed="rId5"/>
          <a:stretch/>
        </p:blipFill>
        <p:spPr>
          <a:xfrm>
            <a:off x="2666880" y="1752480"/>
            <a:ext cx="152640" cy="114480"/>
          </a:xfrm>
          <a:prstGeom prst="rect">
            <a:avLst/>
          </a:prstGeom>
          <a:ln w="0">
            <a:noFill/>
          </a:ln>
        </p:spPr>
      </p:pic>
      <p:pic>
        <p:nvPicPr>
          <p:cNvPr id="1210" name="" descr=""/>
          <p:cNvPicPr/>
          <p:nvPr/>
        </p:nvPicPr>
        <p:blipFill>
          <a:blip r:embed="rId6"/>
          <a:stretch/>
        </p:blipFill>
        <p:spPr>
          <a:xfrm>
            <a:off x="2819520" y="1752480"/>
            <a:ext cx="101520" cy="76320"/>
          </a:xfrm>
          <a:prstGeom prst="rect">
            <a:avLst/>
          </a:prstGeom>
          <a:ln w="0">
            <a:noFill/>
          </a:ln>
        </p:spPr>
      </p:pic>
      <p:pic>
        <p:nvPicPr>
          <p:cNvPr id="1211" name="" descr=""/>
          <p:cNvPicPr/>
          <p:nvPr/>
        </p:nvPicPr>
        <p:blipFill>
          <a:blip r:embed="rId7"/>
          <a:stretch/>
        </p:blipFill>
        <p:spPr>
          <a:xfrm>
            <a:off x="2819520" y="1676520"/>
            <a:ext cx="101520" cy="75960"/>
          </a:xfrm>
          <a:prstGeom prst="rect">
            <a:avLst/>
          </a:prstGeom>
          <a:ln w="0">
            <a:noFill/>
          </a:ln>
        </p:spPr>
      </p:pic>
      <p:pic>
        <p:nvPicPr>
          <p:cNvPr id="1212" name="" descr=""/>
          <p:cNvPicPr/>
          <p:nvPr/>
        </p:nvPicPr>
        <p:blipFill>
          <a:blip r:embed="rId8"/>
          <a:stretch/>
        </p:blipFill>
        <p:spPr>
          <a:xfrm>
            <a:off x="2514600" y="1600200"/>
            <a:ext cx="228600" cy="171360"/>
          </a:xfrm>
          <a:prstGeom prst="rect">
            <a:avLst/>
          </a:prstGeom>
          <a:ln w="0">
            <a:noFill/>
          </a:ln>
        </p:spPr>
      </p:pic>
    </p:spTree>
  </p:cSld>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13" name="" descr=""/>
          <p:cNvPicPr/>
          <p:nvPr/>
        </p:nvPicPr>
        <p:blipFill>
          <a:blip r:embed="rId1"/>
          <a:stretch/>
        </p:blipFill>
        <p:spPr>
          <a:xfrm>
            <a:off x="0" y="0"/>
            <a:ext cx="9144000" cy="6885000"/>
          </a:xfrm>
          <a:prstGeom prst="rect">
            <a:avLst/>
          </a:prstGeom>
          <a:ln w="0">
            <a:noFill/>
          </a:ln>
        </p:spPr>
      </p:pic>
      <p:sp>
        <p:nvSpPr>
          <p:cNvPr id="1214" name=""/>
          <p:cNvSpPr/>
          <p:nvPr/>
        </p:nvSpPr>
        <p:spPr>
          <a:xfrm>
            <a:off x="3505320" y="1600200"/>
            <a:ext cx="380880" cy="304920"/>
          </a:xfrm>
          <a:prstGeom prst="ellipse">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215" name=""/>
          <p:cNvSpPr/>
          <p:nvPr/>
        </p:nvSpPr>
        <p:spPr>
          <a:xfrm>
            <a:off x="0" y="1676520"/>
            <a:ext cx="3733920" cy="152280"/>
          </a:xfrm>
          <a:custGeom>
            <a:avLst/>
            <a:gdLst>
              <a:gd name="textAreaLeft" fmla="*/ 0 w 3733920"/>
              <a:gd name="textAreaRight" fmla="*/ 3734280 w 3733920"/>
              <a:gd name="textAreaTop" fmla="*/ 0 h 152280"/>
              <a:gd name="textAreaBottom" fmla="*/ 152640 h 15228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00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advTm="4000">
    <p:randomBar dir="vert"/>
  </p:transition>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16" name="" descr=""/>
          <p:cNvPicPr/>
          <p:nvPr/>
        </p:nvPicPr>
        <p:blipFill>
          <a:blip r:embed="rId1"/>
          <a:stretch/>
        </p:blipFill>
        <p:spPr>
          <a:xfrm>
            <a:off x="0" y="0"/>
            <a:ext cx="9144000" cy="7086600"/>
          </a:xfrm>
          <a:prstGeom prst="rect">
            <a:avLst/>
          </a:prstGeom>
          <a:ln w="0">
            <a:noFill/>
          </a:ln>
        </p:spPr>
      </p:pic>
      <p:sp>
        <p:nvSpPr>
          <p:cNvPr id="1217" name=""/>
          <p:cNvSpPr/>
          <p:nvPr/>
        </p:nvSpPr>
        <p:spPr>
          <a:xfrm>
            <a:off x="2819520" y="1371600"/>
            <a:ext cx="5638680" cy="764280"/>
          </a:xfrm>
          <a:prstGeom prst="rect">
            <a:avLst/>
          </a:prstGeom>
          <a:noFill/>
          <a:ln w="0">
            <a:noFill/>
          </a:ln>
        </p:spPr>
        <p:style>
          <a:lnRef idx="0"/>
          <a:fillRef idx="0"/>
          <a:effectRef idx="0"/>
          <a:fontRef idx="minor"/>
        </p:style>
        <p:txBody>
          <a:bodyPr lIns="90000" rIns="90000" tIns="46800" bIns="46800" anchor="t">
            <a:spAutoFit/>
          </a:bodyPr>
          <a:p>
            <a:pPr>
              <a:spcBef>
                <a:spcPts val="2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ffffff"/>
                </a:solidFill>
                <a:latin typeface="Arial"/>
              </a:rPr>
              <a:t>Game Over</a:t>
            </a:r>
            <a:endParaRPr b="0" lang="en-US" sz="4400" spc="-1" strike="noStrike">
              <a:solidFill>
                <a:srgbClr val="000000"/>
              </a:solidFill>
              <a:latin typeface="Arial"/>
            </a:endParaRPr>
          </a:p>
        </p:txBody>
      </p:sp>
      <p:pic>
        <p:nvPicPr>
          <p:cNvPr id="1218" name="" descr=""/>
          <p:cNvPicPr/>
          <p:nvPr/>
        </p:nvPicPr>
        <p:blipFill>
          <a:blip r:embed="rId2"/>
          <a:stretch/>
        </p:blipFill>
        <p:spPr>
          <a:xfrm>
            <a:off x="5715000" y="-704880"/>
            <a:ext cx="555480" cy="704880"/>
          </a:xfrm>
          <a:prstGeom prst="rect">
            <a:avLst/>
          </a:prstGeom>
          <a:ln w="0">
            <a:noFill/>
          </a:ln>
        </p:spPr>
      </p:pic>
      <p:sp>
        <p:nvSpPr>
          <p:cNvPr id="1219" name=""/>
          <p:cNvSpPr/>
          <p:nvPr/>
        </p:nvSpPr>
        <p:spPr>
          <a:xfrm>
            <a:off x="3581280" y="22860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Press ESC to exit</a:t>
            </a:r>
            <a:endParaRPr b="0" lang="en-US" sz="1200" spc="-1" strike="noStrike">
              <a:solidFill>
                <a:srgbClr val="000000"/>
              </a:solidFill>
              <a:latin typeface="Arial"/>
            </a:endParaRPr>
          </a:p>
        </p:txBody>
      </p:sp>
      <p:sp>
        <p:nvSpPr>
          <p:cNvPr id="1220" name=""/>
          <p:cNvSpPr/>
          <p:nvPr/>
        </p:nvSpPr>
        <p:spPr>
          <a:xfrm>
            <a:off x="1447920" y="3581280"/>
            <a:ext cx="63244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ffff00"/>
                </a:solidFill>
                <a:latin typeface="Arial"/>
              </a:rPr>
              <a:t>Full of vexation come I, with complaint against my child, my daughter Hermia.</a:t>
            </a:r>
            <a:endParaRPr b="0" lang="en-US" sz="1200" spc="-1" strike="noStrike">
              <a:solidFill>
                <a:srgbClr val="000000"/>
              </a:solidFill>
              <a:latin typeface="Arial"/>
            </a:endParaRPr>
          </a:p>
        </p:txBody>
      </p:sp>
    </p:spTree>
  </p:cSld>
  <p:timing>
    <p:tnLst>
      <p:par>
        <p:cTn id="3259" dur="indefinite" restart="never" nodeType="tmRoot">
          <p:childTnLst>
            <p:seq>
              <p:cTn id="3260" dur="indefinite" nodeType="mainSeq">
                <p:childTnLst>
                  <p:par>
                    <p:cTn id="3261" fill="hold">
                      <p:stCondLst>
                        <p:cond delay="0"/>
                      </p:stCondLst>
                      <p:childTnLst>
                        <p:par>
                          <p:cTn id="3262" fill="hold">
                            <p:stCondLst>
                              <p:cond delay="0"/>
                            </p:stCondLst>
                            <p:childTnLst>
                              <p:par>
                                <p:cTn id="3263" nodeType="afterEffect" fill="hold" presetClass="path" presetID="0">
                                  <p:stCondLst>
                                    <p:cond delay="500"/>
                                  </p:stCondLst>
                                  <p:childTnLst>
                                    <p:animMotion origin="layout" path="M -0.09166 0.14012 L -0.47205 0.64647 E">
                                      <p:cBhvr>
                                        <p:cTn id="3264" dur="1000" fill="hold"/>
                                        <p:tgtEl>
                                          <p:spTgt spid="1218"/>
                                        </p:tgtEl>
                                      </p:cBhvr>
                                    </p:animMotion>
                                  </p:childTnLst>
                                </p:cTn>
                              </p:par>
                              <p:set>
                                <p:cBhvr>
                                  <p:cTn id="3265" dur="1" fill="hold">
                                    <p:stCondLst>
                                      <p:cond evt="end">
                                        <p:tn val="3263"/>
                                      </p:cond>
                                    </p:stCondLst>
                                  </p:cTn>
                                  <p:tgtEl>
                                    <p:spTgt spid="1218"/>
                                  </p:tgtEl>
                                  <p:attrNameLst>
                                    <p:attrName>style.visibility</p:attrName>
                                  </p:attrNameLst>
                                </p:cBhvr>
                                <p:to>
                                  <p:strVal val="hidden"/>
                                </p:to>
                              </p:set>
                            </p:childTnLst>
                          </p:cTn>
                        </p:par>
                        <p:par>
                          <p:cTn id="3266" fill="hold">
                            <p:stCondLst>
                              <p:cond delay="1500"/>
                            </p:stCondLst>
                            <p:childTnLst>
                              <p:par>
                                <p:cTn id="3267" nodeType="afterEffect" fill="hold" presetClass="entr" presetID="9">
                                  <p:stCondLst>
                                    <p:cond delay="500"/>
                                  </p:stCondLst>
                                  <p:childTnLst>
                                    <p:set>
                                      <p:cBhvr>
                                        <p:cTn id="3268" dur="1" fill="hold">
                                          <p:stCondLst>
                                            <p:cond delay="0"/>
                                          </p:stCondLst>
                                        </p:cTn>
                                        <p:tgtEl>
                                          <p:spTgt spid="1217"/>
                                        </p:tgtEl>
                                        <p:attrNameLst>
                                          <p:attrName>style.visibility</p:attrName>
                                        </p:attrNameLst>
                                      </p:cBhvr>
                                      <p:to>
                                        <p:strVal val="visible"/>
                                      </p:to>
                                    </p:set>
                                    <p:animEffect filter="dissolve" transition="in">
                                      <p:cBhvr additive="repl">
                                        <p:cTn id="3269" dur="500"/>
                                        <p:tgtEl>
                                          <p:spTgt spid="1217"/>
                                        </p:tgtEl>
                                      </p:cBhvr>
                                    </p:animEffect>
                                  </p:childTnLst>
                                </p:cTn>
                              </p:par>
                            </p:childTnLst>
                          </p:cTn>
                        </p:par>
                        <p:par>
                          <p:cTn id="3270" fill="hold">
                            <p:stCondLst>
                              <p:cond delay="2500"/>
                            </p:stCondLst>
                            <p:childTnLst>
                              <p:par>
                                <p:cTn id="3271" nodeType="afterEffect" fill="hold" presetClass="entr" presetID="9">
                                  <p:stCondLst>
                                    <p:cond delay="0"/>
                                  </p:stCondLst>
                                  <p:childTnLst>
                                    <p:set>
                                      <p:cBhvr>
                                        <p:cTn id="3272" dur="1" fill="hold">
                                          <p:stCondLst>
                                            <p:cond delay="0"/>
                                          </p:stCondLst>
                                        </p:cTn>
                                        <p:tgtEl>
                                          <p:spTgt spid="1219"/>
                                        </p:tgtEl>
                                        <p:attrNameLst>
                                          <p:attrName>style.visibility</p:attrName>
                                        </p:attrNameLst>
                                      </p:cBhvr>
                                      <p:to>
                                        <p:strVal val="visible"/>
                                      </p:to>
                                    </p:set>
                                    <p:animEffect filter="dissolve" transition="in">
                                      <p:cBhvr additive="repl">
                                        <p:cTn id="3273" dur="500"/>
                                        <p:tgtEl>
                                          <p:spTgt spid="1219"/>
                                        </p:tgtEl>
                                      </p:cBhvr>
                                    </p:animEffect>
                                  </p:childTnLst>
                                </p:cTn>
                              </p:par>
                            </p:childTnLst>
                          </p:cTn>
                        </p:par>
                        <p:par>
                          <p:cTn id="3274" fill="hold">
                            <p:stCondLst>
                              <p:cond delay="3000"/>
                            </p:stCondLst>
                            <p:childTnLst>
                              <p:par>
                                <p:cTn id="3275" nodeType="afterEffect" fill="hold" presetClass="entr" presetID="9">
                                  <p:stCondLst>
                                    <p:cond delay="4500"/>
                                  </p:stCondLst>
                                  <p:childTnLst>
                                    <p:set>
                                      <p:cBhvr>
                                        <p:cTn id="3276" dur="1" fill="hold">
                                          <p:stCondLst>
                                            <p:cond delay="0"/>
                                          </p:stCondLst>
                                        </p:cTn>
                                        <p:tgtEl>
                                          <p:spTgt spid="1220"/>
                                        </p:tgtEl>
                                        <p:attrNameLst>
                                          <p:attrName>style.visibility</p:attrName>
                                        </p:attrNameLst>
                                      </p:cBhvr>
                                      <p:to>
                                        <p:strVal val="visible"/>
                                      </p:to>
                                    </p:set>
                                    <p:animEffect filter="dissolve" transition="in">
                                      <p:cBhvr additive="repl">
                                        <p:cTn id="3277" dur="500"/>
                                        <p:tgtEl>
                                          <p:spTgt spid="1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1" name=""/>
          <p:cNvSpPr/>
          <p:nvPr/>
        </p:nvSpPr>
        <p:spPr>
          <a:xfrm>
            <a:off x="2057400" y="-609480"/>
            <a:ext cx="39625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0000"/>
                </a:solidFill>
                <a:latin typeface="Arial"/>
              </a:rPr>
              <a:t>Punch!!</a:t>
            </a:r>
            <a:endParaRPr b="0" lang="en-US" sz="2400" spc="-1" strike="noStrike">
              <a:solidFill>
                <a:srgbClr val="000000"/>
              </a:solidFill>
              <a:latin typeface="Arial"/>
            </a:endParaRPr>
          </a:p>
        </p:txBody>
      </p:sp>
      <p:pic>
        <p:nvPicPr>
          <p:cNvPr id="1222" name="" descr=""/>
          <p:cNvPicPr/>
          <p:nvPr/>
        </p:nvPicPr>
        <p:blipFill>
          <a:blip r:embed="rId1"/>
          <a:stretch/>
        </p:blipFill>
        <p:spPr>
          <a:xfrm>
            <a:off x="0" y="0"/>
            <a:ext cx="9144000" cy="6858000"/>
          </a:xfrm>
          <a:prstGeom prst="rect">
            <a:avLst/>
          </a:prstGeom>
          <a:ln w="0">
            <a:noFill/>
          </a:ln>
        </p:spPr>
      </p:pic>
    </p:spTree>
  </p:cSld>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23" name="" descr=""/>
          <p:cNvPicPr/>
          <p:nvPr/>
        </p:nvPicPr>
        <p:blipFill>
          <a:blip r:embed="rId1"/>
          <a:stretch/>
        </p:blipFill>
        <p:spPr>
          <a:xfrm>
            <a:off x="0" y="0"/>
            <a:ext cx="9144000" cy="6885000"/>
          </a:xfrm>
          <a:prstGeom prst="rect">
            <a:avLst/>
          </a:prstGeom>
          <a:ln w="0">
            <a:noFill/>
          </a:ln>
        </p:spPr>
      </p:pic>
      <p:pic>
        <p:nvPicPr>
          <p:cNvPr id="1224" name="" descr=""/>
          <p:cNvPicPr/>
          <p:nvPr/>
        </p:nvPicPr>
        <p:blipFill>
          <a:blip r:embed="rId2"/>
          <a:stretch/>
        </p:blipFill>
        <p:spPr>
          <a:xfrm>
            <a:off x="914400" y="3809880"/>
            <a:ext cx="3124080" cy="1551240"/>
          </a:xfrm>
          <a:prstGeom prst="rect">
            <a:avLst/>
          </a:prstGeom>
          <a:ln w="0">
            <a:noFill/>
          </a:ln>
        </p:spPr>
      </p:pic>
      <p:sp>
        <p:nvSpPr>
          <p:cNvPr id="1225" name=""/>
          <p:cNvSpPr/>
          <p:nvPr/>
        </p:nvSpPr>
        <p:spPr>
          <a:xfrm>
            <a:off x="1143000" y="4191120"/>
            <a:ext cx="266688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HAH!!</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pic>
        <p:nvPicPr>
          <p:cNvPr id="1226" name="" descr=""/>
          <p:cNvPicPr/>
          <p:nvPr/>
        </p:nvPicPr>
        <p:blipFill>
          <a:blip r:embed="rId3"/>
          <a:stretch/>
        </p:blipFill>
        <p:spPr>
          <a:xfrm>
            <a:off x="-304920" y="3505320"/>
            <a:ext cx="304920" cy="304560"/>
          </a:xfrm>
          <a:prstGeom prst="rect">
            <a:avLst/>
          </a:prstGeom>
          <a:ln w="0">
            <a:noFill/>
          </a:ln>
        </p:spPr>
      </p:pic>
    </p:spTree>
  </p:cSld>
  <p:timing>
    <p:tnLst>
      <p:par>
        <p:cTn id="3278" dur="indefinite" restart="never" nodeType="tmRoot">
          <p:childTnLst>
            <p:seq>
              <p:cTn id="3279" dur="indefinite" nodeType="mainSeq">
                <p:childTnLst>
                  <p:par>
                    <p:cTn id="3280" fill="hold">
                      <p:stCondLst>
                        <p:cond delay="0"/>
                      </p:stCondLst>
                      <p:childTnLst>
                        <p:par>
                          <p:cTn id="3281" fill="hold">
                            <p:stCondLst>
                              <p:cond delay="0"/>
                            </p:stCondLst>
                            <p:childTnLst>
                              <p:par>
                                <p:cTn id="3282" nodeType="afterEffect" fill="hold" presetClass="mediacall" presetID="1">
                                  <p:stCondLst>
                                    <p:cond delay="0"/>
                                  </p:stCondLst>
                                  <p:childTnLst>
                                    <p:cmd type="call" cmd="playFrom(0.0)">
                                      <p:cBhvr>
                                        <p:cTn id="3283" dur="363" fill="hold"/>
                                        <p:tgtEl>
                                          <p:spTgt spid="1226"/>
                                        </p:tgtEl>
                                      </p:cBhvr>
                                    </p:cmd>
                                  </p:childTnLst>
                                </p:cTn>
                              </p:par>
                              <p:par>
                                <p:cTn id="3284" nodeType="withEffect" fill="hold" presetClass="entr" presetID="9">
                                  <p:stCondLst>
                                    <p:cond delay="0"/>
                                  </p:stCondLst>
                                  <p:childTnLst>
                                    <p:set>
                                      <p:cBhvr>
                                        <p:cTn id="3285" dur="1" fill="hold">
                                          <p:stCondLst>
                                            <p:cond delay="0"/>
                                          </p:stCondLst>
                                        </p:cTn>
                                        <p:tgtEl>
                                          <p:spTgt spid="1224"/>
                                        </p:tgtEl>
                                        <p:attrNameLst>
                                          <p:attrName>style.visibility</p:attrName>
                                        </p:attrNameLst>
                                      </p:cBhvr>
                                      <p:to>
                                        <p:strVal val="visible"/>
                                      </p:to>
                                    </p:set>
                                    <p:animEffect filter="dissolve" transition="in">
                                      <p:cBhvr additive="repl">
                                        <p:cTn id="3286" dur="500"/>
                                        <p:tgtEl>
                                          <p:spTgt spid="1224"/>
                                        </p:tgtEl>
                                      </p:cBhvr>
                                    </p:animEffect>
                                  </p:childTnLst>
                                </p:cTn>
                              </p:par>
                              <p:par>
                                <p:cTn id="3287" nodeType="withEffect" fill="hold" presetClass="entr" presetID="9">
                                  <p:stCondLst>
                                    <p:cond delay="0"/>
                                  </p:stCondLst>
                                  <p:childTnLst>
                                    <p:set>
                                      <p:cBhvr>
                                        <p:cTn id="3288" dur="1" fill="hold">
                                          <p:stCondLst>
                                            <p:cond delay="0"/>
                                          </p:stCondLst>
                                        </p:cTn>
                                        <p:tgtEl>
                                          <p:spTgt spid="1225"/>
                                        </p:tgtEl>
                                        <p:attrNameLst>
                                          <p:attrName>style.visibility</p:attrName>
                                        </p:attrNameLst>
                                      </p:cBhvr>
                                      <p:to>
                                        <p:strVal val="visible"/>
                                      </p:to>
                                    </p:set>
                                    <p:animEffect filter="dissolve" transition="in">
                                      <p:cBhvr additive="repl">
                                        <p:cTn id="3289" dur="500"/>
                                        <p:tgtEl>
                                          <p:spTgt spid="1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27" name="" descr=""/>
          <p:cNvPicPr/>
          <p:nvPr/>
        </p:nvPicPr>
        <p:blipFill>
          <a:blip r:embed="rId1"/>
          <a:stretch/>
        </p:blipFill>
        <p:spPr>
          <a:xfrm>
            <a:off x="0" y="0"/>
            <a:ext cx="9144000" cy="6867360"/>
          </a:xfrm>
          <a:prstGeom prst="rect">
            <a:avLst/>
          </a:prstGeom>
          <a:ln w="0">
            <a:noFill/>
          </a:ln>
        </p:spPr>
      </p:pic>
    </p:spTree>
  </p:cSld>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28" name="" descr=""/>
          <p:cNvPicPr/>
          <p:nvPr/>
        </p:nvPicPr>
        <p:blipFill>
          <a:blip r:embed="rId1"/>
          <a:stretch/>
        </p:blipFill>
        <p:spPr>
          <a:xfrm>
            <a:off x="0" y="0"/>
            <a:ext cx="9144000" cy="6885000"/>
          </a:xfrm>
          <a:prstGeom prst="rect">
            <a:avLst/>
          </a:prstGeom>
          <a:ln w="0">
            <a:noFill/>
          </a:ln>
        </p:spPr>
      </p:pic>
    </p:spTree>
  </p:cSld>
</p:sld>
</file>

<file path=ppt/slides/slide1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29" name="" descr=""/>
          <p:cNvPicPr/>
          <p:nvPr/>
        </p:nvPicPr>
        <p:blipFill>
          <a:blip r:embed="rId1"/>
          <a:stretch/>
        </p:blipFill>
        <p:spPr>
          <a:xfrm>
            <a:off x="0" y="0"/>
            <a:ext cx="9144000" cy="6885000"/>
          </a:xfrm>
          <a:prstGeom prst="rect">
            <a:avLst/>
          </a:prstGeom>
          <a:ln w="0">
            <a:noFill/>
          </a:ln>
        </p:spPr>
      </p:pic>
      <p:pic>
        <p:nvPicPr>
          <p:cNvPr id="1230" name="" descr=""/>
          <p:cNvPicPr/>
          <p:nvPr/>
        </p:nvPicPr>
        <p:blipFill>
          <a:blip r:embed="rId2"/>
          <a:stretch/>
        </p:blipFill>
        <p:spPr>
          <a:xfrm>
            <a:off x="5943600" y="4191120"/>
            <a:ext cx="3200400" cy="1589040"/>
          </a:xfrm>
          <a:prstGeom prst="rect">
            <a:avLst/>
          </a:prstGeom>
          <a:ln w="0">
            <a:noFill/>
          </a:ln>
        </p:spPr>
      </p:pic>
      <p:sp>
        <p:nvSpPr>
          <p:cNvPr id="1231" name=""/>
          <p:cNvSpPr/>
          <p:nvPr/>
        </p:nvSpPr>
        <p:spPr>
          <a:xfrm>
            <a:off x="6095880" y="457200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a:t>
            </a:r>
            <a:endParaRPr b="0" lang="en-US" sz="1200" spc="-1" strike="noStrike">
              <a:solidFill>
                <a:srgbClr val="000000"/>
              </a:solidFill>
              <a:latin typeface="Arial"/>
            </a:endParaRPr>
          </a:p>
        </p:txBody>
      </p:sp>
    </p:spTree>
  </p:cSld>
  <p:timing>
    <p:tnLst>
      <p:par>
        <p:cTn id="3290" dur="indefinite" restart="never" nodeType="tmRoot">
          <p:childTnLst>
            <p:seq>
              <p:cTn id="3291" dur="indefinite" nodeType="mainSeq">
                <p:childTnLst>
                  <p:par>
                    <p:cTn id="3292" fill="hold">
                      <p:stCondLst>
                        <p:cond delay="0"/>
                      </p:stCondLst>
                      <p:childTnLst>
                        <p:par>
                          <p:cTn id="3293" fill="hold">
                            <p:stCondLst>
                              <p:cond delay="0"/>
                            </p:stCondLst>
                            <p:childTnLst>
                              <p:par>
                                <p:cTn id="3294" nodeType="afterEffect" fill="hold" presetClass="entr" presetID="9">
                                  <p:stCondLst>
                                    <p:cond delay="0"/>
                                  </p:stCondLst>
                                  <p:childTnLst>
                                    <p:set>
                                      <p:cBhvr>
                                        <p:cTn id="3295" dur="1" fill="hold">
                                          <p:stCondLst>
                                            <p:cond delay="0"/>
                                          </p:stCondLst>
                                        </p:cTn>
                                        <p:tgtEl>
                                          <p:spTgt spid="1230"/>
                                        </p:tgtEl>
                                        <p:attrNameLst>
                                          <p:attrName>style.visibility</p:attrName>
                                        </p:attrNameLst>
                                      </p:cBhvr>
                                      <p:to>
                                        <p:strVal val="visible"/>
                                      </p:to>
                                    </p:set>
                                    <p:animEffect filter="dissolve" transition="in">
                                      <p:cBhvr additive="repl">
                                        <p:cTn id="3296" dur="500"/>
                                        <p:tgtEl>
                                          <p:spTgt spid="1230"/>
                                        </p:tgtEl>
                                      </p:cBhvr>
                                    </p:animEffect>
                                  </p:childTnLst>
                                </p:cTn>
                              </p:par>
                            </p:childTnLst>
                          </p:cTn>
                        </p:par>
                        <p:par>
                          <p:cTn id="3297" fill="hold">
                            <p:stCondLst>
                              <p:cond delay="500"/>
                            </p:stCondLst>
                            <p:childTnLst>
                              <p:par>
                                <p:cTn id="3298" nodeType="afterEffect" fill="hold" presetClass="entr" presetID="27">
                                  <p:stCondLst>
                                    <p:cond delay="0"/>
                                  </p:stCondLst>
                                  <p:iterate type="lt">
                                    <p:tmAbs val="40"/>
                                  </p:iterate>
                                  <p:childTnLst>
                                    <p:set>
                                      <p:cBhvr>
                                        <p:cTn id="3299" dur="1" fill="hold">
                                          <p:stCondLst>
                                            <p:cond delay="0"/>
                                          </p:stCondLst>
                                        </p:cTn>
                                        <p:tgtEl>
                                          <p:spTgt spid="1231"/>
                                        </p:tgtEl>
                                        <p:attrNameLst>
                                          <p:attrName>style.visibility</p:attrName>
                                        </p:attrNameLst>
                                      </p:cBhvr>
                                      <p:to>
                                        <p:strVal val="visible"/>
                                      </p:to>
                                    </p:set>
                                    <p:anim calcmode="discrete" valueType="clr">
                                      <p:cBhvr additive="repl">
                                        <p:cTn id="3300" dur="80"/>
                                        <p:tgtEl>
                                          <p:spTgt spid="1231"/>
                                        </p:tgtEl>
                                        <p:attrNameLst>
                                          <p:attrName>style.color</p:attrName>
                                        </p:attrNameLst>
                                      </p:cBhvr>
                                      <p:tavLst>
                                        <p:tav tm="0">
                                          <p:val>
                                            <p:strVal val="rgb(-103,51,51)"/>
                                          </p:val>
                                        </p:tav>
                                        <p:tav tm="50000">
                                          <p:val>
                                            <p:strVal val="rgb(-103,-103,0)"/>
                                          </p:val>
                                        </p:tav>
                                      </p:tavLst>
                                    </p:anim>
                                    <p:anim calcmode="discrete" valueType="clr">
                                      <p:cBhvr additive="repl">
                                        <p:cTn id="3301" dur="80"/>
                                        <p:tgtEl>
                                          <p:spTgt spid="1231"/>
                                        </p:tgtEl>
                                        <p:attrNameLst>
                                          <p:attrName>fillcolor</p:attrName>
                                        </p:attrNameLst>
                                      </p:cBhvr>
                                      <p:tavLst>
                                        <p:tav tm="0">
                                          <p:val>
                                            <p:strVal val="rgb(-103,51,51)"/>
                                          </p:val>
                                        </p:tav>
                                        <p:tav tm="50000">
                                          <p:val>
                                            <p:strVal val="rgb(-103,-103,0)"/>
                                          </p:val>
                                        </p:tav>
                                      </p:tavLst>
                                    </p:anim>
                                    <p:set>
                                      <p:cBhvr>
                                        <p:cTn id="3302" dur="80"/>
                                        <p:tgtEl>
                                          <p:spTgt spid="1231"/>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32" name="" descr=""/>
          <p:cNvPicPr/>
          <p:nvPr/>
        </p:nvPicPr>
        <p:blipFill>
          <a:blip r:embed="rId1"/>
          <a:stretch/>
        </p:blipFill>
        <p:spPr>
          <a:xfrm>
            <a:off x="0" y="0"/>
            <a:ext cx="9144000" cy="6885000"/>
          </a:xfrm>
          <a:prstGeom prst="rect">
            <a:avLst/>
          </a:prstGeom>
          <a:ln w="0">
            <a:noFill/>
          </a:ln>
        </p:spPr>
      </p:pic>
      <p:pic>
        <p:nvPicPr>
          <p:cNvPr id="1233" name="" descr=""/>
          <p:cNvPicPr/>
          <p:nvPr/>
        </p:nvPicPr>
        <p:blipFill>
          <a:blip r:embed="rId2"/>
          <a:stretch/>
        </p:blipFill>
        <p:spPr>
          <a:xfrm>
            <a:off x="380880" y="3809880"/>
            <a:ext cx="3124440" cy="1551240"/>
          </a:xfrm>
          <a:prstGeom prst="rect">
            <a:avLst/>
          </a:prstGeom>
          <a:ln w="0">
            <a:noFill/>
          </a:ln>
        </p:spPr>
      </p:pic>
      <p:sp>
        <p:nvSpPr>
          <p:cNvPr id="1234" name=""/>
          <p:cNvSpPr/>
          <p:nvPr/>
        </p:nvSpPr>
        <p:spPr>
          <a:xfrm>
            <a:off x="609480" y="4267080"/>
            <a:ext cx="266724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Heh.. That worked out nice.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Now I should…</a:t>
            </a:r>
            <a:endParaRPr b="0" lang="en-US" sz="1200" spc="-1" strike="noStrike">
              <a:solidFill>
                <a:srgbClr val="000000"/>
              </a:solidFill>
              <a:latin typeface="Arial"/>
            </a:endParaRPr>
          </a:p>
        </p:txBody>
      </p:sp>
      <p:sp>
        <p:nvSpPr>
          <p:cNvPr id="1235" name=""/>
          <p:cNvSpPr/>
          <p:nvPr/>
        </p:nvSpPr>
        <p:spPr>
          <a:xfrm>
            <a:off x="1828800" y="3733920"/>
            <a:ext cx="1905120" cy="1281600"/>
          </a:xfrm>
          <a:prstGeom prst="rect">
            <a:avLst/>
          </a:prstGeom>
          <a:solidFill>
            <a:srgbClr val="c0c0c0"/>
          </a:solidFill>
          <a:ln w="9360">
            <a:solidFill>
              <a:srgbClr val="000000"/>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Options</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3" action="ppaction://hlinksldjump"/>
              </a:rPr>
              <a:t>-Ask Questions…</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4" action="ppaction://hlinksldjump"/>
              </a:rPr>
              <a:t>-Grab The Gun!!</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p:txBody>
      </p:sp>
      <p:sp>
        <p:nvSpPr>
          <p:cNvPr id="1236" name=""/>
          <p:cNvSpPr/>
          <p:nvPr/>
        </p:nvSpPr>
        <p:spPr>
          <a:xfrm>
            <a:off x="2057400" y="-609480"/>
            <a:ext cx="70866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0000"/>
                </a:solidFill>
                <a:latin typeface="Arial"/>
              </a:rPr>
              <a:t>(that punch animation was pretty awesome, eh?)</a:t>
            </a:r>
            <a:endParaRPr b="0" lang="en-US" sz="2400" spc="-1" strike="noStrike">
              <a:solidFill>
                <a:srgbClr val="000000"/>
              </a:solidFill>
              <a:latin typeface="Arial"/>
            </a:endParaRPr>
          </a:p>
        </p:txBody>
      </p:sp>
    </p:spTree>
  </p:cSld>
  <p:timing>
    <p:tnLst>
      <p:par>
        <p:cTn id="3303" dur="indefinite" restart="never" nodeType="tmRoot">
          <p:childTnLst>
            <p:seq>
              <p:cTn id="3304" dur="indefinite" nodeType="mainSeq">
                <p:childTnLst>
                  <p:par>
                    <p:cTn id="3305" fill="hold">
                      <p:stCondLst>
                        <p:cond delay="0"/>
                      </p:stCondLst>
                      <p:childTnLst>
                        <p:par>
                          <p:cTn id="3306" fill="hold">
                            <p:stCondLst>
                              <p:cond delay="0"/>
                            </p:stCondLst>
                            <p:childTnLst>
                              <p:par>
                                <p:cTn id="3307" nodeType="afterEffect" fill="hold" presetClass="entr" presetID="9">
                                  <p:stCondLst>
                                    <p:cond delay="0"/>
                                  </p:stCondLst>
                                  <p:childTnLst>
                                    <p:set>
                                      <p:cBhvr>
                                        <p:cTn id="3308" dur="1" fill="hold">
                                          <p:stCondLst>
                                            <p:cond delay="0"/>
                                          </p:stCondLst>
                                        </p:cTn>
                                        <p:tgtEl>
                                          <p:spTgt spid="1233"/>
                                        </p:tgtEl>
                                        <p:attrNameLst>
                                          <p:attrName>style.visibility</p:attrName>
                                        </p:attrNameLst>
                                      </p:cBhvr>
                                      <p:to>
                                        <p:strVal val="visible"/>
                                      </p:to>
                                    </p:set>
                                    <p:animEffect filter="dissolve" transition="in">
                                      <p:cBhvr additive="repl">
                                        <p:cTn id="3309" dur="500"/>
                                        <p:tgtEl>
                                          <p:spTgt spid="1233"/>
                                        </p:tgtEl>
                                      </p:cBhvr>
                                    </p:animEffect>
                                  </p:childTnLst>
                                </p:cTn>
                              </p:par>
                            </p:childTnLst>
                          </p:cTn>
                        </p:par>
                        <p:par>
                          <p:cTn id="3310" fill="hold">
                            <p:stCondLst>
                              <p:cond delay="500"/>
                            </p:stCondLst>
                            <p:childTnLst>
                              <p:par>
                                <p:cTn id="3311" nodeType="afterEffect" fill="hold" presetClass="entr" presetID="27">
                                  <p:stCondLst>
                                    <p:cond delay="0"/>
                                  </p:stCondLst>
                                  <p:iterate type="lt">
                                    <p:tmAbs val="40"/>
                                  </p:iterate>
                                  <p:childTnLst>
                                    <p:set>
                                      <p:cBhvr>
                                        <p:cTn id="3312" dur="1" fill="hold">
                                          <p:stCondLst>
                                            <p:cond delay="0"/>
                                          </p:stCondLst>
                                        </p:cTn>
                                        <p:tgtEl>
                                          <p:spTgt spid="1234"/>
                                        </p:tgtEl>
                                        <p:attrNameLst>
                                          <p:attrName>style.visibility</p:attrName>
                                        </p:attrNameLst>
                                      </p:cBhvr>
                                      <p:to>
                                        <p:strVal val="visible"/>
                                      </p:to>
                                    </p:set>
                                    <p:anim calcmode="discrete" valueType="clr">
                                      <p:cBhvr additive="repl">
                                        <p:cTn id="3313" dur="80"/>
                                        <p:tgtEl>
                                          <p:spTgt spid="1234"/>
                                        </p:tgtEl>
                                        <p:attrNameLst>
                                          <p:attrName>style.color</p:attrName>
                                        </p:attrNameLst>
                                      </p:cBhvr>
                                      <p:tavLst>
                                        <p:tav tm="0">
                                          <p:val>
                                            <p:strVal val="rgb(-103,51,51)"/>
                                          </p:val>
                                        </p:tav>
                                        <p:tav tm="50000">
                                          <p:val>
                                            <p:strVal val="rgb(-103,-103,0)"/>
                                          </p:val>
                                        </p:tav>
                                      </p:tavLst>
                                    </p:anim>
                                    <p:anim calcmode="discrete" valueType="clr">
                                      <p:cBhvr additive="repl">
                                        <p:cTn id="3314" dur="80"/>
                                        <p:tgtEl>
                                          <p:spTgt spid="1234"/>
                                        </p:tgtEl>
                                        <p:attrNameLst>
                                          <p:attrName>fillcolor</p:attrName>
                                        </p:attrNameLst>
                                      </p:cBhvr>
                                      <p:tavLst>
                                        <p:tav tm="0">
                                          <p:val>
                                            <p:strVal val="rgb(-103,51,51)"/>
                                          </p:val>
                                        </p:tav>
                                        <p:tav tm="50000">
                                          <p:val>
                                            <p:strVal val="rgb(-103,-103,0)"/>
                                          </p:val>
                                        </p:tav>
                                      </p:tavLst>
                                    </p:anim>
                                    <p:set>
                                      <p:cBhvr>
                                        <p:cTn id="3315" dur="80"/>
                                        <p:tgtEl>
                                          <p:spTgt spid="1234"/>
                                        </p:tgtEl>
                                        <p:attrNameLst>
                                          <p:attrName>fill.type</p:attrName>
                                        </p:attrNameLst>
                                      </p:cBhvr>
                                      <p:to>
                                        <p:strVal val="solid"/>
                                      </p:to>
                                    </p:set>
                                  </p:childTnLst>
                                </p:cTn>
                              </p:par>
                            </p:childTnLst>
                          </p:cTn>
                        </p:par>
                        <p:par>
                          <p:cTn id="3316" fill="hold">
                            <p:stCondLst>
                              <p:cond delay="1900"/>
                            </p:stCondLst>
                            <p:childTnLst>
                              <p:par>
                                <p:cTn id="3317" nodeType="afterEffect" fill="hold" presetClass="exit" presetID="9">
                                  <p:stCondLst>
                                    <p:cond delay="1500"/>
                                  </p:stCondLst>
                                  <p:childTnLst>
                                    <p:animEffect filter="dissolve" transition="out">
                                      <p:cBhvr additive="repl">
                                        <p:cTn id="3318" dur="500"/>
                                        <p:tgtEl>
                                          <p:spTgt spid="1233"/>
                                        </p:tgtEl>
                                      </p:cBhvr>
                                    </p:animEffect>
                                    <p:set>
                                      <p:cBhvr>
                                        <p:cTn id="3319" dur="1" fill="hold">
                                          <p:stCondLst>
                                            <p:cond delay="499"/>
                                          </p:stCondLst>
                                        </p:cTn>
                                        <p:tgtEl>
                                          <p:spTgt spid="1233"/>
                                        </p:tgtEl>
                                        <p:attrNameLst>
                                          <p:attrName>style.visibility</p:attrName>
                                        </p:attrNameLst>
                                      </p:cBhvr>
                                      <p:to>
                                        <p:strVal val="hidden"/>
                                      </p:to>
                                    </p:set>
                                  </p:childTnLst>
                                </p:cTn>
                              </p:par>
                              <p:par>
                                <p:cTn id="3320" nodeType="withEffect" fill="hold" presetClass="exit" presetID="1">
                                  <p:stCondLst>
                                    <p:cond delay="1500"/>
                                  </p:stCondLst>
                                  <p:iterate type="lt">
                                    <p:tmAbs val="0"/>
                                  </p:iterate>
                                  <p:childTnLst>
                                    <p:set>
                                      <p:cBhvr>
                                        <p:cTn id="3321" dur="1" fill="hold">
                                          <p:stCondLst>
                                            <p:cond delay="0"/>
                                          </p:stCondLst>
                                        </p:cTn>
                                        <p:tgtEl>
                                          <p:spTgt spid="1234"/>
                                        </p:tgtEl>
                                        <p:attrNameLst>
                                          <p:attrName>style.visibility</p:attrName>
                                        </p:attrNameLst>
                                      </p:cBhvr>
                                      <p:to>
                                        <p:strVal val="hidden"/>
                                      </p:to>
                                    </p:set>
                                  </p:childTnLst>
                                </p:cTn>
                              </p:par>
                              <p:par>
                                <p:cTn id="3322" nodeType="withEffect" fill="hold" presetClass="entr" presetID="9">
                                  <p:stCondLst>
                                    <p:cond delay="1500"/>
                                  </p:stCondLst>
                                  <p:childTnLst>
                                    <p:set>
                                      <p:cBhvr>
                                        <p:cTn id="3323" dur="1" fill="hold">
                                          <p:stCondLst>
                                            <p:cond delay="0"/>
                                          </p:stCondLst>
                                        </p:cTn>
                                        <p:tgtEl>
                                          <p:spTgt spid="1235"/>
                                        </p:tgtEl>
                                        <p:attrNameLst>
                                          <p:attrName>style.visibility</p:attrName>
                                        </p:attrNameLst>
                                      </p:cBhvr>
                                      <p:to>
                                        <p:strVal val="visible"/>
                                      </p:to>
                                    </p:set>
                                    <p:animEffect filter="dissolve" transition="in">
                                      <p:cBhvr additive="repl">
                                        <p:cTn id="3324" dur="500"/>
                                        <p:tgtEl>
                                          <p:spTgt spid="1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7" name=""/>
          <p:cNvSpPr/>
          <p:nvPr/>
        </p:nvSpPr>
        <p:spPr>
          <a:xfrm>
            <a:off x="2057400" y="-609480"/>
            <a:ext cx="70866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0000"/>
                </a:solidFill>
                <a:latin typeface="Arial"/>
              </a:rPr>
              <a:t>Ask questions. Stufu. Or David style, SNUFU!!</a:t>
            </a:r>
            <a:endParaRPr b="0" lang="en-US" sz="2400" spc="-1" strike="noStrike">
              <a:solidFill>
                <a:srgbClr val="000000"/>
              </a:solidFill>
              <a:latin typeface="Arial"/>
            </a:endParaRPr>
          </a:p>
        </p:txBody>
      </p:sp>
      <p:pic>
        <p:nvPicPr>
          <p:cNvPr id="1238" name="" descr=""/>
          <p:cNvPicPr/>
          <p:nvPr/>
        </p:nvPicPr>
        <p:blipFill>
          <a:blip r:embed="rId1"/>
          <a:stretch/>
        </p:blipFill>
        <p:spPr>
          <a:xfrm>
            <a:off x="0" y="0"/>
            <a:ext cx="9144000" cy="6858000"/>
          </a:xfrm>
          <a:prstGeom prst="rect">
            <a:avLst/>
          </a:prstGeom>
          <a:ln w="0">
            <a:noFill/>
          </a:ln>
        </p:spPr>
      </p:pic>
      <p:pic>
        <p:nvPicPr>
          <p:cNvPr id="1239" name="" descr=""/>
          <p:cNvPicPr/>
          <p:nvPr/>
        </p:nvPicPr>
        <p:blipFill>
          <a:blip r:embed="rId2"/>
          <a:stretch/>
        </p:blipFill>
        <p:spPr>
          <a:xfrm>
            <a:off x="380880" y="3809880"/>
            <a:ext cx="3124440" cy="1551240"/>
          </a:xfrm>
          <a:prstGeom prst="rect">
            <a:avLst/>
          </a:prstGeom>
          <a:ln w="0">
            <a:noFill/>
          </a:ln>
        </p:spPr>
      </p:pic>
      <p:sp>
        <p:nvSpPr>
          <p:cNvPr id="1240" name=""/>
          <p:cNvSpPr/>
          <p:nvPr/>
        </p:nvSpPr>
        <p:spPr>
          <a:xfrm>
            <a:off x="609480" y="4267080"/>
            <a:ext cx="266724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Now tell me… What was that you were talking about…. A test? Why are you here?</a:t>
            </a:r>
            <a:endParaRPr b="0" lang="en-US" sz="1200" spc="-1" strike="noStrike">
              <a:solidFill>
                <a:srgbClr val="000000"/>
              </a:solidFill>
              <a:latin typeface="Arial"/>
            </a:endParaRPr>
          </a:p>
        </p:txBody>
      </p:sp>
      <p:pic>
        <p:nvPicPr>
          <p:cNvPr id="1241" name="" descr=""/>
          <p:cNvPicPr/>
          <p:nvPr/>
        </p:nvPicPr>
        <p:blipFill>
          <a:blip r:embed="rId3"/>
          <a:stretch/>
        </p:blipFill>
        <p:spPr>
          <a:xfrm>
            <a:off x="5943600" y="4191120"/>
            <a:ext cx="3200400" cy="1589040"/>
          </a:xfrm>
          <a:prstGeom prst="rect">
            <a:avLst/>
          </a:prstGeom>
          <a:ln w="0">
            <a:noFill/>
          </a:ln>
        </p:spPr>
      </p:pic>
      <p:sp>
        <p:nvSpPr>
          <p:cNvPr id="1242" name=""/>
          <p:cNvSpPr/>
          <p:nvPr/>
        </p:nvSpPr>
        <p:spPr>
          <a:xfrm>
            <a:off x="6095880" y="457200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endParaRPr b="0" lang="en-US" sz="1200" spc="-1" strike="noStrike">
              <a:solidFill>
                <a:srgbClr val="000000"/>
              </a:solidFill>
              <a:latin typeface="Arial"/>
            </a:endParaRPr>
          </a:p>
        </p:txBody>
      </p:sp>
      <p:sp>
        <p:nvSpPr>
          <p:cNvPr id="1243" name=""/>
          <p:cNvSpPr/>
          <p:nvPr/>
        </p:nvSpPr>
        <p:spPr>
          <a:xfrm>
            <a:off x="609480" y="4267080"/>
            <a:ext cx="266724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(Crap…Didn’t think he’d answer.)</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timing>
    <p:tnLst>
      <p:par>
        <p:cTn id="3325" dur="indefinite" restart="never" nodeType="tmRoot">
          <p:childTnLst>
            <p:seq>
              <p:cTn id="3326" dur="indefinite" nodeType="mainSeq">
                <p:childTnLst>
                  <p:par>
                    <p:cTn id="3327" fill="hold">
                      <p:stCondLst>
                        <p:cond delay="0"/>
                      </p:stCondLst>
                      <p:childTnLst>
                        <p:par>
                          <p:cTn id="3328" fill="hold">
                            <p:stCondLst>
                              <p:cond delay="0"/>
                            </p:stCondLst>
                            <p:childTnLst>
                              <p:par>
                                <p:cTn id="3329" nodeType="afterEffect" fill="hold" presetClass="entr" presetID="9">
                                  <p:stCondLst>
                                    <p:cond delay="0"/>
                                  </p:stCondLst>
                                  <p:childTnLst>
                                    <p:set>
                                      <p:cBhvr>
                                        <p:cTn id="3330" dur="1" fill="hold">
                                          <p:stCondLst>
                                            <p:cond delay="0"/>
                                          </p:stCondLst>
                                        </p:cTn>
                                        <p:tgtEl>
                                          <p:spTgt spid="1239"/>
                                        </p:tgtEl>
                                        <p:attrNameLst>
                                          <p:attrName>style.visibility</p:attrName>
                                        </p:attrNameLst>
                                      </p:cBhvr>
                                      <p:to>
                                        <p:strVal val="visible"/>
                                      </p:to>
                                    </p:set>
                                    <p:animEffect filter="dissolve" transition="in">
                                      <p:cBhvr additive="repl">
                                        <p:cTn id="3331" dur="500"/>
                                        <p:tgtEl>
                                          <p:spTgt spid="1239"/>
                                        </p:tgtEl>
                                      </p:cBhvr>
                                    </p:animEffect>
                                  </p:childTnLst>
                                </p:cTn>
                              </p:par>
                            </p:childTnLst>
                          </p:cTn>
                        </p:par>
                        <p:par>
                          <p:cTn id="3332" fill="hold">
                            <p:stCondLst>
                              <p:cond delay="500"/>
                            </p:stCondLst>
                            <p:childTnLst>
                              <p:par>
                                <p:cTn id="3333" nodeType="afterEffect" fill="hold" presetClass="entr" presetID="27">
                                  <p:stCondLst>
                                    <p:cond delay="0"/>
                                  </p:stCondLst>
                                  <p:iterate type="lt">
                                    <p:tmAbs val="40"/>
                                  </p:iterate>
                                  <p:childTnLst>
                                    <p:set>
                                      <p:cBhvr>
                                        <p:cTn id="3334" dur="1" fill="hold">
                                          <p:stCondLst>
                                            <p:cond delay="0"/>
                                          </p:stCondLst>
                                        </p:cTn>
                                        <p:tgtEl>
                                          <p:spTgt spid="1240"/>
                                        </p:tgtEl>
                                        <p:attrNameLst>
                                          <p:attrName>style.visibility</p:attrName>
                                        </p:attrNameLst>
                                      </p:cBhvr>
                                      <p:to>
                                        <p:strVal val="visible"/>
                                      </p:to>
                                    </p:set>
                                    <p:anim calcmode="discrete" valueType="clr">
                                      <p:cBhvr additive="repl">
                                        <p:cTn id="3335" dur="80"/>
                                        <p:tgtEl>
                                          <p:spTgt spid="1240"/>
                                        </p:tgtEl>
                                        <p:attrNameLst>
                                          <p:attrName>style.color</p:attrName>
                                        </p:attrNameLst>
                                      </p:cBhvr>
                                      <p:tavLst>
                                        <p:tav tm="0">
                                          <p:val>
                                            <p:strVal val="rgb(-103,51,51)"/>
                                          </p:val>
                                        </p:tav>
                                        <p:tav tm="50000">
                                          <p:val>
                                            <p:strVal val="rgb(-103,-103,0)"/>
                                          </p:val>
                                        </p:tav>
                                      </p:tavLst>
                                    </p:anim>
                                    <p:anim calcmode="discrete" valueType="clr">
                                      <p:cBhvr additive="repl">
                                        <p:cTn id="3336" dur="80"/>
                                        <p:tgtEl>
                                          <p:spTgt spid="1240"/>
                                        </p:tgtEl>
                                        <p:attrNameLst>
                                          <p:attrName>fillcolor</p:attrName>
                                        </p:attrNameLst>
                                      </p:cBhvr>
                                      <p:tavLst>
                                        <p:tav tm="0">
                                          <p:val>
                                            <p:strVal val="rgb(-103,51,51)"/>
                                          </p:val>
                                        </p:tav>
                                        <p:tav tm="50000">
                                          <p:val>
                                            <p:strVal val="rgb(-103,-103,0)"/>
                                          </p:val>
                                        </p:tav>
                                      </p:tavLst>
                                    </p:anim>
                                    <p:set>
                                      <p:cBhvr>
                                        <p:cTn id="3337" dur="80"/>
                                        <p:tgtEl>
                                          <p:spTgt spid="1240"/>
                                        </p:tgtEl>
                                        <p:attrNameLst>
                                          <p:attrName>fill.type</p:attrName>
                                        </p:attrNameLst>
                                      </p:cBhvr>
                                      <p:to>
                                        <p:strVal val="solid"/>
                                      </p:to>
                                    </p:set>
                                  </p:childTnLst>
                                </p:cTn>
                              </p:par>
                            </p:childTnLst>
                          </p:cTn>
                        </p:par>
                        <p:par>
                          <p:cTn id="3338" fill="hold">
                            <p:stCondLst>
                              <p:cond delay="3020"/>
                            </p:stCondLst>
                            <p:childTnLst>
                              <p:par>
                                <p:cTn id="3339" nodeType="afterEffect" fill="hold" presetClass="entr" presetID="9">
                                  <p:stCondLst>
                                    <p:cond delay="0"/>
                                  </p:stCondLst>
                                  <p:childTnLst>
                                    <p:set>
                                      <p:cBhvr>
                                        <p:cTn id="3340" dur="1" fill="hold">
                                          <p:stCondLst>
                                            <p:cond delay="0"/>
                                          </p:stCondLst>
                                        </p:cTn>
                                        <p:tgtEl>
                                          <p:spTgt spid="1241"/>
                                        </p:tgtEl>
                                        <p:attrNameLst>
                                          <p:attrName>style.visibility</p:attrName>
                                        </p:attrNameLst>
                                      </p:cBhvr>
                                      <p:to>
                                        <p:strVal val="visible"/>
                                      </p:to>
                                    </p:set>
                                    <p:animEffect filter="dissolve" transition="in">
                                      <p:cBhvr additive="repl">
                                        <p:cTn id="3341" dur="500"/>
                                        <p:tgtEl>
                                          <p:spTgt spid="1241"/>
                                        </p:tgtEl>
                                      </p:cBhvr>
                                    </p:animEffect>
                                  </p:childTnLst>
                                </p:cTn>
                              </p:par>
                            </p:childTnLst>
                          </p:cTn>
                        </p:par>
                        <p:par>
                          <p:cTn id="3342" fill="hold">
                            <p:stCondLst>
                              <p:cond delay="3520"/>
                            </p:stCondLst>
                            <p:childTnLst>
                              <p:par>
                                <p:cTn id="3343" nodeType="afterEffect" fill="hold" presetClass="entr" presetID="27">
                                  <p:stCondLst>
                                    <p:cond delay="0"/>
                                  </p:stCondLst>
                                  <p:iterate type="lt">
                                    <p:tmAbs val="40"/>
                                  </p:iterate>
                                  <p:childTnLst>
                                    <p:set>
                                      <p:cBhvr>
                                        <p:cTn id="3344" dur="1" fill="hold">
                                          <p:stCondLst>
                                            <p:cond delay="0"/>
                                          </p:stCondLst>
                                        </p:cTn>
                                        <p:tgtEl>
                                          <p:spTgt spid="1242"/>
                                        </p:tgtEl>
                                        <p:attrNameLst>
                                          <p:attrName>style.visibility</p:attrName>
                                        </p:attrNameLst>
                                      </p:cBhvr>
                                      <p:to>
                                        <p:strVal val="visible"/>
                                      </p:to>
                                    </p:set>
                                    <p:anim calcmode="discrete" valueType="clr">
                                      <p:cBhvr additive="repl">
                                        <p:cTn id="3345" dur="80"/>
                                        <p:tgtEl>
                                          <p:spTgt spid="1242"/>
                                        </p:tgtEl>
                                        <p:attrNameLst>
                                          <p:attrName>style.color</p:attrName>
                                        </p:attrNameLst>
                                      </p:cBhvr>
                                      <p:tavLst>
                                        <p:tav tm="0">
                                          <p:val>
                                            <p:strVal val="rgb(-103,51,51)"/>
                                          </p:val>
                                        </p:tav>
                                        <p:tav tm="50000">
                                          <p:val>
                                            <p:strVal val="rgb(-103,-103,0)"/>
                                          </p:val>
                                        </p:tav>
                                      </p:tavLst>
                                    </p:anim>
                                    <p:anim calcmode="discrete" valueType="clr">
                                      <p:cBhvr additive="repl">
                                        <p:cTn id="3346" dur="80"/>
                                        <p:tgtEl>
                                          <p:spTgt spid="1242"/>
                                        </p:tgtEl>
                                        <p:attrNameLst>
                                          <p:attrName>fillcolor</p:attrName>
                                        </p:attrNameLst>
                                      </p:cBhvr>
                                      <p:tavLst>
                                        <p:tav tm="0">
                                          <p:val>
                                            <p:strVal val="rgb(-103,51,51)"/>
                                          </p:val>
                                        </p:tav>
                                        <p:tav tm="50000">
                                          <p:val>
                                            <p:strVal val="rgb(-103,-103,0)"/>
                                          </p:val>
                                        </p:tav>
                                      </p:tavLst>
                                    </p:anim>
                                    <p:set>
                                      <p:cBhvr>
                                        <p:cTn id="3347" dur="80"/>
                                        <p:tgtEl>
                                          <p:spTgt spid="1242"/>
                                        </p:tgtEl>
                                        <p:attrNameLst>
                                          <p:attrName>fill.type</p:attrName>
                                        </p:attrNameLst>
                                      </p:cBhvr>
                                      <p:to>
                                        <p:strVal val="solid"/>
                                      </p:to>
                                    </p:set>
                                  </p:childTnLst>
                                </p:cTn>
                              </p:par>
                            </p:childTnLst>
                          </p:cTn>
                        </p:par>
                        <p:par>
                          <p:cTn id="3348" fill="hold">
                            <p:stCondLst>
                              <p:cond delay="3600"/>
                            </p:stCondLst>
                            <p:childTnLst>
                              <p:par>
                                <p:cTn id="3349" nodeType="afterEffect" fill="hold" presetClass="entr" presetID="27">
                                  <p:stCondLst>
                                    <p:cond delay="1500"/>
                                  </p:stCondLst>
                                  <p:iterate type="lt">
                                    <p:tmAbs val="40"/>
                                  </p:iterate>
                                  <p:childTnLst>
                                    <p:set>
                                      <p:cBhvr>
                                        <p:cTn id="3350" dur="1" fill="hold">
                                          <p:stCondLst>
                                            <p:cond delay="0"/>
                                          </p:stCondLst>
                                        </p:cTn>
                                        <p:tgtEl>
                                          <p:spTgt spid="1243"/>
                                        </p:tgtEl>
                                        <p:attrNameLst>
                                          <p:attrName>style.visibility</p:attrName>
                                        </p:attrNameLst>
                                      </p:cBhvr>
                                      <p:to>
                                        <p:strVal val="visible"/>
                                      </p:to>
                                    </p:set>
                                    <p:anim calcmode="discrete" valueType="clr">
                                      <p:cBhvr additive="repl">
                                        <p:cTn id="3351" dur="80"/>
                                        <p:tgtEl>
                                          <p:spTgt spid="1243"/>
                                        </p:tgtEl>
                                        <p:attrNameLst>
                                          <p:attrName>style.color</p:attrName>
                                        </p:attrNameLst>
                                      </p:cBhvr>
                                      <p:tavLst>
                                        <p:tav tm="0">
                                          <p:val>
                                            <p:strVal val="rgb(-103,51,51)"/>
                                          </p:val>
                                        </p:tav>
                                        <p:tav tm="50000">
                                          <p:val>
                                            <p:strVal val="rgb(-103,-103,0)"/>
                                          </p:val>
                                        </p:tav>
                                      </p:tavLst>
                                    </p:anim>
                                    <p:anim calcmode="discrete" valueType="clr">
                                      <p:cBhvr additive="repl">
                                        <p:cTn id="3352" dur="80"/>
                                        <p:tgtEl>
                                          <p:spTgt spid="1243"/>
                                        </p:tgtEl>
                                        <p:attrNameLst>
                                          <p:attrName>fillcolor</p:attrName>
                                        </p:attrNameLst>
                                      </p:cBhvr>
                                      <p:tavLst>
                                        <p:tav tm="0">
                                          <p:val>
                                            <p:strVal val="rgb(-103,51,51)"/>
                                          </p:val>
                                        </p:tav>
                                        <p:tav tm="50000">
                                          <p:val>
                                            <p:strVal val="rgb(-103,-103,0)"/>
                                          </p:val>
                                        </p:tav>
                                      </p:tavLst>
                                    </p:anim>
                                    <p:set>
                                      <p:cBhvr>
                                        <p:cTn id="3353" dur="80"/>
                                        <p:tgtEl>
                                          <p:spTgt spid="1243"/>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44" name="" descr=""/>
          <p:cNvPicPr/>
          <p:nvPr/>
        </p:nvPicPr>
        <p:blipFill>
          <a:blip r:embed="rId1"/>
          <a:stretch/>
        </p:blipFill>
        <p:spPr>
          <a:xfrm>
            <a:off x="0" y="0"/>
            <a:ext cx="9144000" cy="6885000"/>
          </a:xfrm>
          <a:prstGeom prst="rect">
            <a:avLst/>
          </a:prstGeom>
          <a:ln w="0">
            <a:noFill/>
          </a:ln>
        </p:spPr>
      </p:pic>
      <p:sp>
        <p:nvSpPr>
          <p:cNvPr id="1245" name=""/>
          <p:cNvSpPr/>
          <p:nvPr/>
        </p:nvSpPr>
        <p:spPr>
          <a:xfrm>
            <a:off x="1752480" y="3429000"/>
            <a:ext cx="1905120" cy="956880"/>
          </a:xfrm>
          <a:prstGeom prst="rect">
            <a:avLst/>
          </a:prstGeom>
          <a:solidFill>
            <a:srgbClr val="c0c0c0"/>
          </a:solidFill>
          <a:ln w="9360">
            <a:solidFill>
              <a:srgbClr val="000000"/>
            </a:solidFill>
            <a:miter/>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rPr>
              <a:t>Options</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09999"/>
                </a:solidFill>
                <a:uFillTx/>
                <a:latin typeface="Arial"/>
                <a:hlinkClick r:id="rId2" action="ppaction://hlinksldjump"/>
              </a:rPr>
              <a:t>-Grab The Gun!!</a:t>
            </a:r>
            <a:endParaRPr b="0" lang="en-US" sz="1400" spc="-1" strike="noStrike">
              <a:solidFill>
                <a:srgbClr val="000000"/>
              </a:solidFill>
              <a:latin typeface="Arial"/>
            </a:endParaRPr>
          </a:p>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p:txBody>
      </p:sp>
    </p:spTree>
  </p:cSld>
  <p:timing>
    <p:tnLst>
      <p:par>
        <p:cTn id="3354" dur="indefinite" restart="never" nodeType="tmRoot">
          <p:childTnLst>
            <p:seq>
              <p:cTn id="3355" dur="indefinite" nodeType="mainSeq">
                <p:childTnLst>
                  <p:par>
                    <p:cTn id="3356" fill="hold">
                      <p:stCondLst>
                        <p:cond delay="0"/>
                      </p:stCondLst>
                      <p:childTnLst>
                        <p:par>
                          <p:cTn id="3357" fill="hold">
                            <p:stCondLst>
                              <p:cond delay="0"/>
                            </p:stCondLst>
                            <p:childTnLst>
                              <p:par>
                                <p:cTn id="3358" nodeType="afterEffect" fill="hold" presetClass="entr" presetID="9">
                                  <p:stCondLst>
                                    <p:cond delay="0"/>
                                  </p:stCondLst>
                                  <p:childTnLst>
                                    <p:set>
                                      <p:cBhvr>
                                        <p:cTn id="3359" dur="1" fill="hold">
                                          <p:stCondLst>
                                            <p:cond delay="0"/>
                                          </p:stCondLst>
                                        </p:cTn>
                                        <p:tgtEl>
                                          <p:spTgt spid="1245"/>
                                        </p:tgtEl>
                                        <p:attrNameLst>
                                          <p:attrName>style.visibility</p:attrName>
                                        </p:attrNameLst>
                                      </p:cBhvr>
                                      <p:to>
                                        <p:strVal val="visible"/>
                                      </p:to>
                                    </p:set>
                                    <p:animEffect filter="dissolve" transition="in">
                                      <p:cBhvr additive="repl">
                                        <p:cTn id="3360" dur="500"/>
                                        <p:tgtEl>
                                          <p:spTgt spid="1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6" name=""/>
          <p:cNvSpPr/>
          <p:nvPr/>
        </p:nvSpPr>
        <p:spPr>
          <a:xfrm>
            <a:off x="2057400" y="-609480"/>
            <a:ext cx="70866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0000"/>
                </a:solidFill>
                <a:latin typeface="Arial"/>
              </a:rPr>
              <a:t>Yay Grab the gun.</a:t>
            </a:r>
            <a:endParaRPr b="0" lang="en-US" sz="2400" spc="-1" strike="noStrike">
              <a:solidFill>
                <a:srgbClr val="000000"/>
              </a:solidFill>
              <a:latin typeface="Arial"/>
            </a:endParaRPr>
          </a:p>
        </p:txBody>
      </p:sp>
      <p:pic>
        <p:nvPicPr>
          <p:cNvPr id="1247" name="" descr=""/>
          <p:cNvPicPr/>
          <p:nvPr/>
        </p:nvPicPr>
        <p:blipFill>
          <a:blip r:embed="rId1"/>
          <a:stretch/>
        </p:blipFill>
        <p:spPr>
          <a:xfrm>
            <a:off x="0" y="0"/>
            <a:ext cx="9144000" cy="6858000"/>
          </a:xfrm>
          <a:prstGeom prst="rect">
            <a:avLst/>
          </a:prstGeom>
          <a:ln w="0">
            <a:noFill/>
          </a:ln>
        </p:spPr>
      </p:pic>
    </p:spTree>
  </p:cSld>
</p:sld>
</file>

<file path=ppt/slides/slide1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48" name="" descr=""/>
          <p:cNvPicPr/>
          <p:nvPr/>
        </p:nvPicPr>
        <p:blipFill>
          <a:blip r:embed="rId1"/>
          <a:stretch/>
        </p:blipFill>
        <p:spPr>
          <a:xfrm>
            <a:off x="0" y="0"/>
            <a:ext cx="9144000" cy="6858000"/>
          </a:xfrm>
          <a:prstGeom prst="rect">
            <a:avLst/>
          </a:prstGeom>
          <a:ln w="0">
            <a:noFill/>
          </a:ln>
        </p:spPr>
      </p:pic>
      <p:pic>
        <p:nvPicPr>
          <p:cNvPr id="1249" name="" descr=""/>
          <p:cNvPicPr/>
          <p:nvPr/>
        </p:nvPicPr>
        <p:blipFill>
          <a:blip r:embed="rId2"/>
          <a:stretch/>
        </p:blipFill>
        <p:spPr>
          <a:xfrm>
            <a:off x="0" y="3962520"/>
            <a:ext cx="3124080" cy="1550880"/>
          </a:xfrm>
          <a:prstGeom prst="rect">
            <a:avLst/>
          </a:prstGeom>
          <a:ln w="0">
            <a:noFill/>
          </a:ln>
        </p:spPr>
      </p:pic>
      <p:pic>
        <p:nvPicPr>
          <p:cNvPr id="1250" name="" descr=""/>
          <p:cNvPicPr/>
          <p:nvPr/>
        </p:nvPicPr>
        <p:blipFill>
          <a:blip r:embed="rId3"/>
          <a:stretch/>
        </p:blipFill>
        <p:spPr>
          <a:xfrm>
            <a:off x="5943600" y="4191120"/>
            <a:ext cx="3200400" cy="1589040"/>
          </a:xfrm>
          <a:prstGeom prst="rect">
            <a:avLst/>
          </a:prstGeom>
          <a:ln w="0">
            <a:noFill/>
          </a:ln>
        </p:spPr>
      </p:pic>
      <p:sp>
        <p:nvSpPr>
          <p:cNvPr id="1251" name=""/>
          <p:cNvSpPr/>
          <p:nvPr/>
        </p:nvSpPr>
        <p:spPr>
          <a:xfrm>
            <a:off x="152280" y="434340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Ha…Who’s The Man Now, Dog?</a:t>
            </a:r>
            <a:endParaRPr b="0" lang="en-US" sz="1200" spc="-1" strike="noStrike">
              <a:solidFill>
                <a:srgbClr val="000000"/>
              </a:solidFill>
              <a:latin typeface="Arial"/>
            </a:endParaRPr>
          </a:p>
        </p:txBody>
      </p:sp>
      <p:sp>
        <p:nvSpPr>
          <p:cNvPr id="1252" name=""/>
          <p:cNvSpPr/>
          <p:nvPr/>
        </p:nvSpPr>
        <p:spPr>
          <a:xfrm>
            <a:off x="6095880" y="464832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a:t>
            </a:r>
            <a:endParaRPr b="0" lang="en-US" sz="1200" spc="-1" strike="noStrike">
              <a:solidFill>
                <a:srgbClr val="000000"/>
              </a:solidFill>
              <a:latin typeface="Arial"/>
            </a:endParaRPr>
          </a:p>
        </p:txBody>
      </p:sp>
      <p:sp>
        <p:nvSpPr>
          <p:cNvPr id="1253" name=""/>
          <p:cNvSpPr/>
          <p:nvPr/>
        </p:nvSpPr>
        <p:spPr>
          <a:xfrm>
            <a:off x="152280" y="4343400"/>
            <a:ext cx="266724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Now tell me… Why are you here? What do you want?</a:t>
            </a:r>
            <a:endParaRPr b="0" lang="en-US" sz="1200" spc="-1" strike="noStrike">
              <a:solidFill>
                <a:srgbClr val="000000"/>
              </a:solidFill>
              <a:latin typeface="Arial"/>
            </a:endParaRPr>
          </a:p>
        </p:txBody>
      </p:sp>
      <p:sp>
        <p:nvSpPr>
          <p:cNvPr id="1254" name=""/>
          <p:cNvSpPr/>
          <p:nvPr/>
        </p:nvSpPr>
        <p:spPr>
          <a:xfrm>
            <a:off x="6095880" y="464832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about time I leave.</a:t>
            </a:r>
            <a:endParaRPr b="0" lang="en-US" sz="1200" spc="-1" strike="noStrike">
              <a:solidFill>
                <a:srgbClr val="000000"/>
              </a:solidFill>
              <a:latin typeface="Arial"/>
            </a:endParaRPr>
          </a:p>
        </p:txBody>
      </p:sp>
      <p:sp>
        <p:nvSpPr>
          <p:cNvPr id="1255" name=""/>
          <p:cNvSpPr/>
          <p:nvPr/>
        </p:nvSpPr>
        <p:spPr>
          <a:xfrm>
            <a:off x="152280" y="4343400"/>
            <a:ext cx="266724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Wait.. What? You’re not in the position to be making the decisions here…</a:t>
            </a:r>
            <a:endParaRPr b="0" lang="en-US" sz="1200" spc="-1" strike="noStrike">
              <a:solidFill>
                <a:srgbClr val="000000"/>
              </a:solidFill>
              <a:latin typeface="Arial"/>
            </a:endParaRPr>
          </a:p>
        </p:txBody>
      </p:sp>
      <p:sp>
        <p:nvSpPr>
          <p:cNvPr id="1256" name=""/>
          <p:cNvSpPr/>
          <p:nvPr/>
        </p:nvSpPr>
        <p:spPr>
          <a:xfrm>
            <a:off x="3352680" y="7086600"/>
            <a:ext cx="32767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http://www.ytmnd.com/</a:t>
            </a:r>
            <a:endParaRPr b="0" lang="en-US" sz="1200" spc="-1" strike="noStrike">
              <a:solidFill>
                <a:srgbClr val="000000"/>
              </a:solidFill>
              <a:latin typeface="Arial"/>
            </a:endParaRPr>
          </a:p>
        </p:txBody>
      </p:sp>
    </p:spTree>
  </p:cSld>
  <p:timing>
    <p:tnLst>
      <p:par>
        <p:cTn id="3361" dur="indefinite" restart="never" nodeType="tmRoot">
          <p:childTnLst>
            <p:seq>
              <p:cTn id="3362" dur="indefinite" nodeType="mainSeq">
                <p:childTnLst>
                  <p:par>
                    <p:cTn id="3363" fill="hold">
                      <p:stCondLst>
                        <p:cond delay="0"/>
                      </p:stCondLst>
                      <p:childTnLst>
                        <p:par>
                          <p:cTn id="3364" fill="hold">
                            <p:stCondLst>
                              <p:cond delay="0"/>
                            </p:stCondLst>
                            <p:childTnLst>
                              <p:par>
                                <p:cTn id="3365" nodeType="afterEffect" fill="hold" presetClass="entr" presetID="9">
                                  <p:stCondLst>
                                    <p:cond delay="0"/>
                                  </p:stCondLst>
                                  <p:childTnLst>
                                    <p:set>
                                      <p:cBhvr>
                                        <p:cTn id="3366" dur="1" fill="hold">
                                          <p:stCondLst>
                                            <p:cond delay="0"/>
                                          </p:stCondLst>
                                        </p:cTn>
                                        <p:tgtEl>
                                          <p:spTgt spid="1249"/>
                                        </p:tgtEl>
                                        <p:attrNameLst>
                                          <p:attrName>style.visibility</p:attrName>
                                        </p:attrNameLst>
                                      </p:cBhvr>
                                      <p:to>
                                        <p:strVal val="visible"/>
                                      </p:to>
                                    </p:set>
                                    <p:animEffect filter="dissolve" transition="in">
                                      <p:cBhvr additive="repl">
                                        <p:cTn id="3367" dur="500"/>
                                        <p:tgtEl>
                                          <p:spTgt spid="1249"/>
                                        </p:tgtEl>
                                      </p:cBhvr>
                                    </p:animEffect>
                                  </p:childTnLst>
                                </p:cTn>
                              </p:par>
                            </p:childTnLst>
                          </p:cTn>
                        </p:par>
                        <p:par>
                          <p:cTn id="3368" fill="hold">
                            <p:stCondLst>
                              <p:cond delay="500"/>
                            </p:stCondLst>
                            <p:childTnLst>
                              <p:par>
                                <p:cTn id="3369" nodeType="afterEffect" fill="hold" presetClass="entr" presetID="27">
                                  <p:stCondLst>
                                    <p:cond delay="0"/>
                                  </p:stCondLst>
                                  <p:iterate type="lt">
                                    <p:tmAbs val="40"/>
                                  </p:iterate>
                                  <p:childTnLst>
                                    <p:set>
                                      <p:cBhvr>
                                        <p:cTn id="3370" dur="1" fill="hold">
                                          <p:stCondLst>
                                            <p:cond delay="0"/>
                                          </p:stCondLst>
                                        </p:cTn>
                                        <p:tgtEl>
                                          <p:spTgt spid="1251"/>
                                        </p:tgtEl>
                                        <p:attrNameLst>
                                          <p:attrName>style.visibility</p:attrName>
                                        </p:attrNameLst>
                                      </p:cBhvr>
                                      <p:to>
                                        <p:strVal val="visible"/>
                                      </p:to>
                                    </p:set>
                                    <p:anim calcmode="discrete" valueType="clr">
                                      <p:cBhvr additive="repl">
                                        <p:cTn id="3371" dur="80"/>
                                        <p:tgtEl>
                                          <p:spTgt spid="1251"/>
                                        </p:tgtEl>
                                        <p:attrNameLst>
                                          <p:attrName>style.color</p:attrName>
                                        </p:attrNameLst>
                                      </p:cBhvr>
                                      <p:tavLst>
                                        <p:tav tm="0">
                                          <p:val>
                                            <p:strVal val="rgb(-103,51,51)"/>
                                          </p:val>
                                        </p:tav>
                                        <p:tav tm="50000">
                                          <p:val>
                                            <p:strVal val="rgb(-103,-103,0)"/>
                                          </p:val>
                                        </p:tav>
                                      </p:tavLst>
                                    </p:anim>
                                    <p:anim calcmode="discrete" valueType="clr">
                                      <p:cBhvr additive="repl">
                                        <p:cTn id="3372" dur="80"/>
                                        <p:tgtEl>
                                          <p:spTgt spid="1251"/>
                                        </p:tgtEl>
                                        <p:attrNameLst>
                                          <p:attrName>fillcolor</p:attrName>
                                        </p:attrNameLst>
                                      </p:cBhvr>
                                      <p:tavLst>
                                        <p:tav tm="0">
                                          <p:val>
                                            <p:strVal val="rgb(-103,51,51)"/>
                                          </p:val>
                                        </p:tav>
                                        <p:tav tm="50000">
                                          <p:val>
                                            <p:strVal val="rgb(-103,-103,0)"/>
                                          </p:val>
                                        </p:tav>
                                      </p:tavLst>
                                    </p:anim>
                                    <p:set>
                                      <p:cBhvr>
                                        <p:cTn id="3373" dur="80"/>
                                        <p:tgtEl>
                                          <p:spTgt spid="1251"/>
                                        </p:tgtEl>
                                        <p:attrNameLst>
                                          <p:attrName>fill.type</p:attrName>
                                        </p:attrNameLst>
                                      </p:cBhvr>
                                      <p:to>
                                        <p:strVal val="solid"/>
                                      </p:to>
                                    </p:set>
                                  </p:childTnLst>
                                </p:cTn>
                              </p:par>
                            </p:childTnLst>
                          </p:cTn>
                        </p:par>
                        <p:par>
                          <p:cTn id="3374" fill="hold">
                            <p:stCondLst>
                              <p:cond delay="1420"/>
                            </p:stCondLst>
                            <p:childTnLst>
                              <p:par>
                                <p:cTn id="3375" nodeType="afterEffect" fill="hold" presetClass="entr" presetID="9">
                                  <p:stCondLst>
                                    <p:cond delay="0"/>
                                  </p:stCondLst>
                                  <p:childTnLst>
                                    <p:set>
                                      <p:cBhvr>
                                        <p:cTn id="3376" dur="1" fill="hold">
                                          <p:stCondLst>
                                            <p:cond delay="0"/>
                                          </p:stCondLst>
                                        </p:cTn>
                                        <p:tgtEl>
                                          <p:spTgt spid="1250"/>
                                        </p:tgtEl>
                                        <p:attrNameLst>
                                          <p:attrName>style.visibility</p:attrName>
                                        </p:attrNameLst>
                                      </p:cBhvr>
                                      <p:to>
                                        <p:strVal val="visible"/>
                                      </p:to>
                                    </p:set>
                                    <p:animEffect filter="dissolve" transition="in">
                                      <p:cBhvr additive="repl">
                                        <p:cTn id="3377" dur="500"/>
                                        <p:tgtEl>
                                          <p:spTgt spid="1250"/>
                                        </p:tgtEl>
                                      </p:cBhvr>
                                    </p:animEffect>
                                  </p:childTnLst>
                                </p:cTn>
                              </p:par>
                            </p:childTnLst>
                          </p:cTn>
                        </p:par>
                        <p:par>
                          <p:cTn id="3378" fill="hold">
                            <p:stCondLst>
                              <p:cond delay="1920"/>
                            </p:stCondLst>
                            <p:childTnLst>
                              <p:par>
                                <p:cTn id="3379" nodeType="afterEffect" fill="hold" presetClass="entr" presetID="27">
                                  <p:stCondLst>
                                    <p:cond delay="0"/>
                                  </p:stCondLst>
                                  <p:iterate type="lt">
                                    <p:tmAbs val="40"/>
                                  </p:iterate>
                                  <p:childTnLst>
                                    <p:set>
                                      <p:cBhvr>
                                        <p:cTn id="3380" dur="1" fill="hold">
                                          <p:stCondLst>
                                            <p:cond delay="0"/>
                                          </p:stCondLst>
                                        </p:cTn>
                                        <p:tgtEl>
                                          <p:spTgt spid="1252"/>
                                        </p:tgtEl>
                                        <p:attrNameLst>
                                          <p:attrName>style.visibility</p:attrName>
                                        </p:attrNameLst>
                                      </p:cBhvr>
                                      <p:to>
                                        <p:strVal val="visible"/>
                                      </p:to>
                                    </p:set>
                                    <p:anim calcmode="discrete" valueType="clr">
                                      <p:cBhvr additive="repl">
                                        <p:cTn id="3381" dur="80"/>
                                        <p:tgtEl>
                                          <p:spTgt spid="1252"/>
                                        </p:tgtEl>
                                        <p:attrNameLst>
                                          <p:attrName>style.color</p:attrName>
                                        </p:attrNameLst>
                                      </p:cBhvr>
                                      <p:tavLst>
                                        <p:tav tm="0">
                                          <p:val>
                                            <p:strVal val="rgb(-103,51,51)"/>
                                          </p:val>
                                        </p:tav>
                                        <p:tav tm="50000">
                                          <p:val>
                                            <p:strVal val="rgb(-103,-103,0)"/>
                                          </p:val>
                                        </p:tav>
                                      </p:tavLst>
                                    </p:anim>
                                    <p:anim calcmode="discrete" valueType="clr">
                                      <p:cBhvr additive="repl">
                                        <p:cTn id="3382" dur="80"/>
                                        <p:tgtEl>
                                          <p:spTgt spid="1252"/>
                                        </p:tgtEl>
                                        <p:attrNameLst>
                                          <p:attrName>fillcolor</p:attrName>
                                        </p:attrNameLst>
                                      </p:cBhvr>
                                      <p:tavLst>
                                        <p:tav tm="0">
                                          <p:val>
                                            <p:strVal val="rgb(-103,51,51)"/>
                                          </p:val>
                                        </p:tav>
                                        <p:tav tm="50000">
                                          <p:val>
                                            <p:strVal val="rgb(-103,-103,0)"/>
                                          </p:val>
                                        </p:tav>
                                      </p:tavLst>
                                    </p:anim>
                                    <p:set>
                                      <p:cBhvr>
                                        <p:cTn id="3383" dur="80"/>
                                        <p:tgtEl>
                                          <p:spTgt spid="1252"/>
                                        </p:tgtEl>
                                        <p:attrNameLst>
                                          <p:attrName>fill.type</p:attrName>
                                        </p:attrNameLst>
                                      </p:cBhvr>
                                      <p:to>
                                        <p:strVal val="solid"/>
                                      </p:to>
                                    </p:set>
                                  </p:childTnLst>
                                </p:cTn>
                              </p:par>
                            </p:childTnLst>
                          </p:cTn>
                        </p:par>
                        <p:par>
                          <p:cTn id="3384" fill="hold">
                            <p:stCondLst>
                              <p:cond delay="2080"/>
                            </p:stCondLst>
                            <p:childTnLst>
                              <p:par>
                                <p:cTn id="3385" nodeType="afterEffect" fill="hold" presetClass="entr" presetID="27">
                                  <p:stCondLst>
                                    <p:cond delay="1000"/>
                                  </p:stCondLst>
                                  <p:iterate type="lt">
                                    <p:tmAbs val="40"/>
                                  </p:iterate>
                                  <p:childTnLst>
                                    <p:set>
                                      <p:cBhvr>
                                        <p:cTn id="3386" dur="1" fill="hold">
                                          <p:stCondLst>
                                            <p:cond delay="0"/>
                                          </p:stCondLst>
                                        </p:cTn>
                                        <p:tgtEl>
                                          <p:spTgt spid="1253"/>
                                        </p:tgtEl>
                                        <p:attrNameLst>
                                          <p:attrName>style.visibility</p:attrName>
                                        </p:attrNameLst>
                                      </p:cBhvr>
                                      <p:to>
                                        <p:strVal val="visible"/>
                                      </p:to>
                                    </p:set>
                                    <p:anim calcmode="discrete" valueType="clr">
                                      <p:cBhvr additive="repl">
                                        <p:cTn id="3387" dur="80"/>
                                        <p:tgtEl>
                                          <p:spTgt spid="1253"/>
                                        </p:tgtEl>
                                        <p:attrNameLst>
                                          <p:attrName>style.color</p:attrName>
                                        </p:attrNameLst>
                                      </p:cBhvr>
                                      <p:tavLst>
                                        <p:tav tm="0">
                                          <p:val>
                                            <p:strVal val="rgb(-103,51,51)"/>
                                          </p:val>
                                        </p:tav>
                                        <p:tav tm="50000">
                                          <p:val>
                                            <p:strVal val="rgb(-103,-103,0)"/>
                                          </p:val>
                                        </p:tav>
                                      </p:tavLst>
                                    </p:anim>
                                    <p:anim calcmode="discrete" valueType="clr">
                                      <p:cBhvr additive="repl">
                                        <p:cTn id="3388" dur="80"/>
                                        <p:tgtEl>
                                          <p:spTgt spid="1253"/>
                                        </p:tgtEl>
                                        <p:attrNameLst>
                                          <p:attrName>fillcolor</p:attrName>
                                        </p:attrNameLst>
                                      </p:cBhvr>
                                      <p:tavLst>
                                        <p:tav tm="0">
                                          <p:val>
                                            <p:strVal val="rgb(-103,51,51)"/>
                                          </p:val>
                                        </p:tav>
                                        <p:tav tm="50000">
                                          <p:val>
                                            <p:strVal val="rgb(-103,-103,0)"/>
                                          </p:val>
                                        </p:tav>
                                      </p:tavLst>
                                    </p:anim>
                                    <p:set>
                                      <p:cBhvr>
                                        <p:cTn id="3389" dur="80"/>
                                        <p:tgtEl>
                                          <p:spTgt spid="1253"/>
                                        </p:tgtEl>
                                        <p:attrNameLst>
                                          <p:attrName>fill.type</p:attrName>
                                        </p:attrNameLst>
                                      </p:cBhvr>
                                      <p:to>
                                        <p:strVal val="solid"/>
                                      </p:to>
                                    </p:set>
                                  </p:childTnLst>
                                </p:cTn>
                              </p:par>
                            </p:childTnLst>
                          </p:cTn>
                        </p:par>
                        <p:par>
                          <p:cTn id="3390" fill="hold">
                            <p:stCondLst>
                              <p:cond delay="4640"/>
                            </p:stCondLst>
                            <p:childTnLst>
                              <p:par>
                                <p:cTn id="3391" nodeType="afterEffect" fill="hold" presetClass="entr" presetID="27">
                                  <p:stCondLst>
                                    <p:cond delay="1000"/>
                                  </p:stCondLst>
                                  <p:iterate type="lt">
                                    <p:tmAbs val="40"/>
                                  </p:iterate>
                                  <p:childTnLst>
                                    <p:set>
                                      <p:cBhvr>
                                        <p:cTn id="3392" dur="1" fill="hold">
                                          <p:stCondLst>
                                            <p:cond delay="0"/>
                                          </p:stCondLst>
                                        </p:cTn>
                                        <p:tgtEl>
                                          <p:spTgt spid="1254"/>
                                        </p:tgtEl>
                                        <p:attrNameLst>
                                          <p:attrName>style.visibility</p:attrName>
                                        </p:attrNameLst>
                                      </p:cBhvr>
                                      <p:to>
                                        <p:strVal val="visible"/>
                                      </p:to>
                                    </p:set>
                                    <p:anim calcmode="discrete" valueType="clr">
                                      <p:cBhvr additive="repl">
                                        <p:cTn id="3393" dur="80"/>
                                        <p:tgtEl>
                                          <p:spTgt spid="1254"/>
                                        </p:tgtEl>
                                        <p:attrNameLst>
                                          <p:attrName>style.color</p:attrName>
                                        </p:attrNameLst>
                                      </p:cBhvr>
                                      <p:tavLst>
                                        <p:tav tm="0">
                                          <p:val>
                                            <p:strVal val="rgb(-103,51,51)"/>
                                          </p:val>
                                        </p:tav>
                                        <p:tav tm="50000">
                                          <p:val>
                                            <p:strVal val="rgb(-103,-103,0)"/>
                                          </p:val>
                                        </p:tav>
                                      </p:tavLst>
                                    </p:anim>
                                    <p:anim calcmode="discrete" valueType="clr">
                                      <p:cBhvr additive="repl">
                                        <p:cTn id="3394" dur="80"/>
                                        <p:tgtEl>
                                          <p:spTgt spid="1254"/>
                                        </p:tgtEl>
                                        <p:attrNameLst>
                                          <p:attrName>fillcolor</p:attrName>
                                        </p:attrNameLst>
                                      </p:cBhvr>
                                      <p:tavLst>
                                        <p:tav tm="0">
                                          <p:val>
                                            <p:strVal val="rgb(-103,51,51)"/>
                                          </p:val>
                                        </p:tav>
                                        <p:tav tm="50000">
                                          <p:val>
                                            <p:strVal val="rgb(-103,-103,0)"/>
                                          </p:val>
                                        </p:tav>
                                      </p:tavLst>
                                    </p:anim>
                                    <p:set>
                                      <p:cBhvr>
                                        <p:cTn id="3395" dur="80"/>
                                        <p:tgtEl>
                                          <p:spTgt spid="1254"/>
                                        </p:tgtEl>
                                        <p:attrNameLst>
                                          <p:attrName>fill.type</p:attrName>
                                        </p:attrNameLst>
                                      </p:cBhvr>
                                      <p:to>
                                        <p:strVal val="solid"/>
                                      </p:to>
                                    </p:set>
                                  </p:childTnLst>
                                </p:cTn>
                              </p:par>
                            </p:childTnLst>
                          </p:cTn>
                        </p:par>
                        <p:par>
                          <p:cTn id="3396" fill="hold">
                            <p:stCondLst>
                              <p:cond delay="6480"/>
                            </p:stCondLst>
                            <p:childTnLst>
                              <p:par>
                                <p:cTn id="3397" nodeType="afterEffect" fill="hold" presetClass="entr" presetID="27">
                                  <p:stCondLst>
                                    <p:cond delay="1000"/>
                                  </p:stCondLst>
                                  <p:iterate type="lt">
                                    <p:tmAbs val="40"/>
                                  </p:iterate>
                                  <p:childTnLst>
                                    <p:set>
                                      <p:cBhvr>
                                        <p:cTn id="3398" dur="1" fill="hold">
                                          <p:stCondLst>
                                            <p:cond delay="0"/>
                                          </p:stCondLst>
                                        </p:cTn>
                                        <p:tgtEl>
                                          <p:spTgt spid="1255"/>
                                        </p:tgtEl>
                                        <p:attrNameLst>
                                          <p:attrName>style.visibility</p:attrName>
                                        </p:attrNameLst>
                                      </p:cBhvr>
                                      <p:to>
                                        <p:strVal val="visible"/>
                                      </p:to>
                                    </p:set>
                                    <p:anim calcmode="discrete" valueType="clr">
                                      <p:cBhvr additive="repl">
                                        <p:cTn id="3399" dur="80"/>
                                        <p:tgtEl>
                                          <p:spTgt spid="1255"/>
                                        </p:tgtEl>
                                        <p:attrNameLst>
                                          <p:attrName>style.color</p:attrName>
                                        </p:attrNameLst>
                                      </p:cBhvr>
                                      <p:tavLst>
                                        <p:tav tm="0">
                                          <p:val>
                                            <p:strVal val="rgb(-103,51,51)"/>
                                          </p:val>
                                        </p:tav>
                                        <p:tav tm="50000">
                                          <p:val>
                                            <p:strVal val="rgb(-103,-103,0)"/>
                                          </p:val>
                                        </p:tav>
                                      </p:tavLst>
                                    </p:anim>
                                    <p:anim calcmode="discrete" valueType="clr">
                                      <p:cBhvr additive="repl">
                                        <p:cTn id="3400" dur="80"/>
                                        <p:tgtEl>
                                          <p:spTgt spid="1255"/>
                                        </p:tgtEl>
                                        <p:attrNameLst>
                                          <p:attrName>fillcolor</p:attrName>
                                        </p:attrNameLst>
                                      </p:cBhvr>
                                      <p:tavLst>
                                        <p:tav tm="0">
                                          <p:val>
                                            <p:strVal val="rgb(-103,51,51)"/>
                                          </p:val>
                                        </p:tav>
                                        <p:tav tm="50000">
                                          <p:val>
                                            <p:strVal val="rgb(-103,-103,0)"/>
                                          </p:val>
                                        </p:tav>
                                      </p:tavLst>
                                    </p:anim>
                                    <p:set>
                                      <p:cBhvr>
                                        <p:cTn id="3401" dur="80"/>
                                        <p:tgtEl>
                                          <p:spTgt spid="125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57" name="" descr=""/>
          <p:cNvPicPr/>
          <p:nvPr/>
        </p:nvPicPr>
        <p:blipFill>
          <a:blip r:embed="rId1"/>
          <a:stretch/>
        </p:blipFill>
        <p:spPr>
          <a:xfrm>
            <a:off x="0" y="0"/>
            <a:ext cx="9144000" cy="6912000"/>
          </a:xfrm>
          <a:prstGeom prst="rect">
            <a:avLst/>
          </a:prstGeom>
          <a:ln w="0">
            <a:noFill/>
          </a:ln>
        </p:spPr>
      </p:pic>
      <p:pic>
        <p:nvPicPr>
          <p:cNvPr id="1258" name="" descr=""/>
          <p:cNvPicPr/>
          <p:nvPr/>
        </p:nvPicPr>
        <p:blipFill>
          <a:blip r:embed="rId2"/>
          <a:stretch/>
        </p:blipFill>
        <p:spPr>
          <a:xfrm>
            <a:off x="5943600" y="4343400"/>
            <a:ext cx="3200400" cy="1589040"/>
          </a:xfrm>
          <a:prstGeom prst="rect">
            <a:avLst/>
          </a:prstGeom>
          <a:ln w="0">
            <a:noFill/>
          </a:ln>
        </p:spPr>
      </p:pic>
      <p:sp>
        <p:nvSpPr>
          <p:cNvPr id="1259" name=""/>
          <p:cNvSpPr/>
          <p:nvPr/>
        </p:nvSpPr>
        <p:spPr>
          <a:xfrm>
            <a:off x="6095880" y="480060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HAhAHa!! Watch this!</a:t>
            </a:r>
            <a:endParaRPr b="0" lang="en-US" sz="1200" spc="-1" strike="noStrike">
              <a:solidFill>
                <a:srgbClr val="000000"/>
              </a:solidFill>
              <a:latin typeface="Arial"/>
            </a:endParaRPr>
          </a:p>
        </p:txBody>
      </p:sp>
      <p:pic>
        <p:nvPicPr>
          <p:cNvPr id="1260" name="" descr=""/>
          <p:cNvPicPr/>
          <p:nvPr/>
        </p:nvPicPr>
        <p:blipFill>
          <a:blip r:embed="rId3"/>
          <a:stretch/>
        </p:blipFill>
        <p:spPr>
          <a:xfrm>
            <a:off x="457200" y="4419720"/>
            <a:ext cx="3124080" cy="1550880"/>
          </a:xfrm>
          <a:prstGeom prst="rect">
            <a:avLst/>
          </a:prstGeom>
          <a:ln w="0">
            <a:noFill/>
          </a:ln>
        </p:spPr>
      </p:pic>
      <p:sp>
        <p:nvSpPr>
          <p:cNvPr id="1261" name=""/>
          <p:cNvSpPr/>
          <p:nvPr/>
        </p:nvSpPr>
        <p:spPr>
          <a:xfrm>
            <a:off x="533520" y="48006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Uhh… what are you trying to do…?</a:t>
            </a:r>
            <a:endParaRPr b="0" lang="en-US" sz="1200" spc="-1" strike="noStrike">
              <a:solidFill>
                <a:srgbClr val="000000"/>
              </a:solidFill>
              <a:latin typeface="Arial"/>
            </a:endParaRPr>
          </a:p>
        </p:txBody>
      </p:sp>
    </p:spTree>
  </p:cSld>
  <p:timing>
    <p:tnLst>
      <p:par>
        <p:cTn id="3402" dur="indefinite" restart="never" nodeType="tmRoot">
          <p:childTnLst>
            <p:seq>
              <p:cTn id="3403" dur="indefinite" nodeType="mainSeq">
                <p:childTnLst>
                  <p:par>
                    <p:cTn id="3404" fill="hold">
                      <p:stCondLst>
                        <p:cond delay="0"/>
                      </p:stCondLst>
                      <p:childTnLst>
                        <p:par>
                          <p:cTn id="3405" fill="hold">
                            <p:stCondLst>
                              <p:cond delay="0"/>
                            </p:stCondLst>
                            <p:childTnLst>
                              <p:par>
                                <p:cTn id="3406" nodeType="afterEffect" fill="hold" presetClass="entr" presetID="9">
                                  <p:stCondLst>
                                    <p:cond delay="0"/>
                                  </p:stCondLst>
                                  <p:childTnLst>
                                    <p:set>
                                      <p:cBhvr>
                                        <p:cTn id="3407" dur="1" fill="hold">
                                          <p:stCondLst>
                                            <p:cond delay="0"/>
                                          </p:stCondLst>
                                        </p:cTn>
                                        <p:tgtEl>
                                          <p:spTgt spid="1258"/>
                                        </p:tgtEl>
                                        <p:attrNameLst>
                                          <p:attrName>style.visibility</p:attrName>
                                        </p:attrNameLst>
                                      </p:cBhvr>
                                      <p:to>
                                        <p:strVal val="visible"/>
                                      </p:to>
                                    </p:set>
                                    <p:animEffect filter="dissolve" transition="in">
                                      <p:cBhvr additive="repl">
                                        <p:cTn id="3408" dur="500"/>
                                        <p:tgtEl>
                                          <p:spTgt spid="1258"/>
                                        </p:tgtEl>
                                      </p:cBhvr>
                                    </p:animEffect>
                                  </p:childTnLst>
                                </p:cTn>
                              </p:par>
                            </p:childTnLst>
                          </p:cTn>
                        </p:par>
                        <p:par>
                          <p:cTn id="3409" fill="hold">
                            <p:stCondLst>
                              <p:cond delay="500"/>
                            </p:stCondLst>
                            <p:childTnLst>
                              <p:par>
                                <p:cTn id="3410" nodeType="afterEffect" fill="hold" presetClass="entr" presetID="27">
                                  <p:stCondLst>
                                    <p:cond delay="0"/>
                                  </p:stCondLst>
                                  <p:iterate type="lt">
                                    <p:tmAbs val="40"/>
                                  </p:iterate>
                                  <p:childTnLst>
                                    <p:set>
                                      <p:cBhvr>
                                        <p:cTn id="3411" dur="1" fill="hold">
                                          <p:stCondLst>
                                            <p:cond delay="0"/>
                                          </p:stCondLst>
                                        </p:cTn>
                                        <p:tgtEl>
                                          <p:spTgt spid="1259"/>
                                        </p:tgtEl>
                                        <p:attrNameLst>
                                          <p:attrName>style.visibility</p:attrName>
                                        </p:attrNameLst>
                                      </p:cBhvr>
                                      <p:to>
                                        <p:strVal val="visible"/>
                                      </p:to>
                                    </p:set>
                                    <p:anim calcmode="discrete" valueType="clr">
                                      <p:cBhvr additive="repl">
                                        <p:cTn id="3412" dur="80"/>
                                        <p:tgtEl>
                                          <p:spTgt spid="1259"/>
                                        </p:tgtEl>
                                        <p:attrNameLst>
                                          <p:attrName>style.color</p:attrName>
                                        </p:attrNameLst>
                                      </p:cBhvr>
                                      <p:tavLst>
                                        <p:tav tm="0">
                                          <p:val>
                                            <p:strVal val="rgb(-103,51,51)"/>
                                          </p:val>
                                        </p:tav>
                                        <p:tav tm="50000">
                                          <p:val>
                                            <p:strVal val="rgb(-103,-103,0)"/>
                                          </p:val>
                                        </p:tav>
                                      </p:tavLst>
                                    </p:anim>
                                    <p:anim calcmode="discrete" valueType="clr">
                                      <p:cBhvr additive="repl">
                                        <p:cTn id="3413" dur="80"/>
                                        <p:tgtEl>
                                          <p:spTgt spid="1259"/>
                                        </p:tgtEl>
                                        <p:attrNameLst>
                                          <p:attrName>fillcolor</p:attrName>
                                        </p:attrNameLst>
                                      </p:cBhvr>
                                      <p:tavLst>
                                        <p:tav tm="0">
                                          <p:val>
                                            <p:strVal val="rgb(-103,51,51)"/>
                                          </p:val>
                                        </p:tav>
                                        <p:tav tm="50000">
                                          <p:val>
                                            <p:strVal val="rgb(-103,-103,0)"/>
                                          </p:val>
                                        </p:tav>
                                      </p:tavLst>
                                    </p:anim>
                                    <p:set>
                                      <p:cBhvr>
                                        <p:cTn id="3414" dur="80"/>
                                        <p:tgtEl>
                                          <p:spTgt spid="1259"/>
                                        </p:tgtEl>
                                        <p:attrNameLst>
                                          <p:attrName>fill.type</p:attrName>
                                        </p:attrNameLst>
                                      </p:cBhvr>
                                      <p:to>
                                        <p:strVal val="solid"/>
                                      </p:to>
                                    </p:set>
                                  </p:childTnLst>
                                </p:cTn>
                              </p:par>
                            </p:childTnLst>
                          </p:cTn>
                        </p:par>
                        <p:par>
                          <p:cTn id="3415" fill="hold">
                            <p:stCondLst>
                              <p:cond delay="1260"/>
                            </p:stCondLst>
                            <p:childTnLst>
                              <p:par>
                                <p:cTn id="3416" nodeType="afterEffect" fill="hold" presetClass="entr" presetID="9">
                                  <p:stCondLst>
                                    <p:cond delay="0"/>
                                  </p:stCondLst>
                                  <p:childTnLst>
                                    <p:set>
                                      <p:cBhvr>
                                        <p:cTn id="3417" dur="1" fill="hold">
                                          <p:stCondLst>
                                            <p:cond delay="0"/>
                                          </p:stCondLst>
                                        </p:cTn>
                                        <p:tgtEl>
                                          <p:spTgt spid="1260"/>
                                        </p:tgtEl>
                                        <p:attrNameLst>
                                          <p:attrName>style.visibility</p:attrName>
                                        </p:attrNameLst>
                                      </p:cBhvr>
                                      <p:to>
                                        <p:strVal val="visible"/>
                                      </p:to>
                                    </p:set>
                                    <p:animEffect filter="dissolve" transition="in">
                                      <p:cBhvr additive="repl">
                                        <p:cTn id="3418" dur="500"/>
                                        <p:tgtEl>
                                          <p:spTgt spid="1260"/>
                                        </p:tgtEl>
                                      </p:cBhvr>
                                    </p:animEffect>
                                  </p:childTnLst>
                                </p:cTn>
                              </p:par>
                            </p:childTnLst>
                          </p:cTn>
                        </p:par>
                        <p:par>
                          <p:cTn id="3419" fill="hold">
                            <p:stCondLst>
                              <p:cond delay="1760"/>
                            </p:stCondLst>
                            <p:childTnLst>
                              <p:par>
                                <p:cTn id="3420" nodeType="afterEffect" fill="hold" presetClass="entr" presetID="27">
                                  <p:stCondLst>
                                    <p:cond delay="0"/>
                                  </p:stCondLst>
                                  <p:iterate type="lt">
                                    <p:tmAbs val="40"/>
                                  </p:iterate>
                                  <p:childTnLst>
                                    <p:set>
                                      <p:cBhvr>
                                        <p:cTn id="3421" dur="1" fill="hold">
                                          <p:stCondLst>
                                            <p:cond delay="0"/>
                                          </p:stCondLst>
                                        </p:cTn>
                                        <p:tgtEl>
                                          <p:spTgt spid="1261"/>
                                        </p:tgtEl>
                                        <p:attrNameLst>
                                          <p:attrName>style.visibility</p:attrName>
                                        </p:attrNameLst>
                                      </p:cBhvr>
                                      <p:to>
                                        <p:strVal val="visible"/>
                                      </p:to>
                                    </p:set>
                                    <p:anim calcmode="discrete" valueType="clr">
                                      <p:cBhvr additive="repl">
                                        <p:cTn id="3422" dur="80"/>
                                        <p:tgtEl>
                                          <p:spTgt spid="1261"/>
                                        </p:tgtEl>
                                        <p:attrNameLst>
                                          <p:attrName>style.color</p:attrName>
                                        </p:attrNameLst>
                                      </p:cBhvr>
                                      <p:tavLst>
                                        <p:tav tm="0">
                                          <p:val>
                                            <p:strVal val="rgb(-103,51,51)"/>
                                          </p:val>
                                        </p:tav>
                                        <p:tav tm="50000">
                                          <p:val>
                                            <p:strVal val="rgb(-103,-103,0)"/>
                                          </p:val>
                                        </p:tav>
                                      </p:tavLst>
                                    </p:anim>
                                    <p:anim calcmode="discrete" valueType="clr">
                                      <p:cBhvr additive="repl">
                                        <p:cTn id="3423" dur="80"/>
                                        <p:tgtEl>
                                          <p:spTgt spid="1261"/>
                                        </p:tgtEl>
                                        <p:attrNameLst>
                                          <p:attrName>fillcolor</p:attrName>
                                        </p:attrNameLst>
                                      </p:cBhvr>
                                      <p:tavLst>
                                        <p:tav tm="0">
                                          <p:val>
                                            <p:strVal val="rgb(-103,51,51)"/>
                                          </p:val>
                                        </p:tav>
                                        <p:tav tm="50000">
                                          <p:val>
                                            <p:strVal val="rgb(-103,-103,0)"/>
                                          </p:val>
                                        </p:tav>
                                      </p:tavLst>
                                    </p:anim>
                                    <p:set>
                                      <p:cBhvr>
                                        <p:cTn id="3424" dur="80"/>
                                        <p:tgtEl>
                                          <p:spTgt spid="1261"/>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62" name="" descr=""/>
          <p:cNvPicPr/>
          <p:nvPr/>
        </p:nvPicPr>
        <p:blipFill>
          <a:blip r:embed="rId1"/>
          <a:stretch/>
        </p:blipFill>
        <p:spPr>
          <a:xfrm>
            <a:off x="0" y="0"/>
            <a:ext cx="9144000" cy="6853320"/>
          </a:xfrm>
          <a:prstGeom prst="rect">
            <a:avLst/>
          </a:prstGeom>
          <a:ln w="0">
            <a:noFill/>
          </a:ln>
        </p:spPr>
      </p:pic>
      <p:pic>
        <p:nvPicPr>
          <p:cNvPr id="1263" name="" descr=""/>
          <p:cNvPicPr/>
          <p:nvPr/>
        </p:nvPicPr>
        <p:blipFill>
          <a:blip r:embed="rId2"/>
          <a:stretch/>
        </p:blipFill>
        <p:spPr>
          <a:xfrm>
            <a:off x="3124080" y="4343400"/>
            <a:ext cx="3200400" cy="1589040"/>
          </a:xfrm>
          <a:prstGeom prst="rect">
            <a:avLst/>
          </a:prstGeom>
          <a:ln w="0">
            <a:noFill/>
          </a:ln>
        </p:spPr>
      </p:pic>
      <p:sp>
        <p:nvSpPr>
          <p:cNvPr id="1264" name=""/>
          <p:cNvSpPr/>
          <p:nvPr/>
        </p:nvSpPr>
        <p:spPr>
          <a:xfrm>
            <a:off x="3276720" y="48006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HAhAHa!! Watch this!</a:t>
            </a:r>
            <a:endParaRPr b="0" lang="en-US" sz="1200" spc="-1" strike="noStrike">
              <a:solidFill>
                <a:srgbClr val="000000"/>
              </a:solidFill>
              <a:latin typeface="Arial"/>
            </a:endParaRPr>
          </a:p>
        </p:txBody>
      </p:sp>
      <p:pic>
        <p:nvPicPr>
          <p:cNvPr id="1265" name="" descr=""/>
          <p:cNvPicPr/>
          <p:nvPr/>
        </p:nvPicPr>
        <p:blipFill>
          <a:blip r:embed="rId3"/>
          <a:stretch/>
        </p:blipFill>
        <p:spPr>
          <a:xfrm>
            <a:off x="0" y="2514600"/>
            <a:ext cx="3124080" cy="1550880"/>
          </a:xfrm>
          <a:prstGeom prst="rect">
            <a:avLst/>
          </a:prstGeom>
          <a:ln w="0">
            <a:noFill/>
          </a:ln>
        </p:spPr>
      </p:pic>
      <p:sp>
        <p:nvSpPr>
          <p:cNvPr id="1266" name=""/>
          <p:cNvSpPr/>
          <p:nvPr/>
        </p:nvSpPr>
        <p:spPr>
          <a:xfrm>
            <a:off x="228600" y="297180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Wait.. You’re not gonna jump…are you….</a:t>
            </a:r>
            <a:endParaRPr b="0" lang="en-US" sz="1200" spc="-1" strike="noStrike">
              <a:solidFill>
                <a:srgbClr val="000000"/>
              </a:solidFill>
              <a:latin typeface="Arial"/>
            </a:endParaRPr>
          </a:p>
        </p:txBody>
      </p:sp>
      <p:sp>
        <p:nvSpPr>
          <p:cNvPr id="1267" name=""/>
          <p:cNvSpPr/>
          <p:nvPr/>
        </p:nvSpPr>
        <p:spPr>
          <a:xfrm>
            <a:off x="3276720" y="480060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Exactly. Don’t think it’s over… I’ll be back. Later.</a:t>
            </a:r>
            <a:endParaRPr b="0" lang="en-US" sz="1200" spc="-1" strike="noStrike">
              <a:solidFill>
                <a:srgbClr val="000000"/>
              </a:solidFill>
              <a:latin typeface="Arial"/>
            </a:endParaRPr>
          </a:p>
        </p:txBody>
      </p:sp>
    </p:spTree>
  </p:cSld>
  <p:timing>
    <p:tnLst>
      <p:par>
        <p:cTn id="3425" dur="indefinite" restart="never" nodeType="tmRoot">
          <p:childTnLst>
            <p:seq>
              <p:cTn id="3426" dur="indefinite" nodeType="mainSeq">
                <p:childTnLst>
                  <p:par>
                    <p:cTn id="3427" fill="hold">
                      <p:stCondLst>
                        <p:cond delay="0"/>
                      </p:stCondLst>
                      <p:childTnLst>
                        <p:par>
                          <p:cTn id="3428" fill="hold">
                            <p:stCondLst>
                              <p:cond delay="0"/>
                            </p:stCondLst>
                            <p:childTnLst>
                              <p:par>
                                <p:cTn id="3429" nodeType="afterEffect" fill="hold" presetClass="entr" presetID="9">
                                  <p:stCondLst>
                                    <p:cond delay="0"/>
                                  </p:stCondLst>
                                  <p:childTnLst>
                                    <p:set>
                                      <p:cBhvr>
                                        <p:cTn id="3430" dur="1" fill="hold">
                                          <p:stCondLst>
                                            <p:cond delay="0"/>
                                          </p:stCondLst>
                                        </p:cTn>
                                        <p:tgtEl>
                                          <p:spTgt spid="1265"/>
                                        </p:tgtEl>
                                        <p:attrNameLst>
                                          <p:attrName>style.visibility</p:attrName>
                                        </p:attrNameLst>
                                      </p:cBhvr>
                                      <p:to>
                                        <p:strVal val="visible"/>
                                      </p:to>
                                    </p:set>
                                    <p:animEffect filter="dissolve" transition="in">
                                      <p:cBhvr additive="repl">
                                        <p:cTn id="3431" dur="500"/>
                                        <p:tgtEl>
                                          <p:spTgt spid="1265"/>
                                        </p:tgtEl>
                                      </p:cBhvr>
                                    </p:animEffect>
                                  </p:childTnLst>
                                </p:cTn>
                              </p:par>
                            </p:childTnLst>
                          </p:cTn>
                        </p:par>
                        <p:par>
                          <p:cTn id="3432" fill="hold">
                            <p:stCondLst>
                              <p:cond delay="500"/>
                            </p:stCondLst>
                            <p:childTnLst>
                              <p:par>
                                <p:cTn id="3433" nodeType="afterEffect" fill="hold" presetClass="entr" presetID="27">
                                  <p:stCondLst>
                                    <p:cond delay="0"/>
                                  </p:stCondLst>
                                  <p:iterate type="lt">
                                    <p:tmAbs val="40"/>
                                  </p:iterate>
                                  <p:childTnLst>
                                    <p:set>
                                      <p:cBhvr>
                                        <p:cTn id="3434" dur="1" fill="hold">
                                          <p:stCondLst>
                                            <p:cond delay="0"/>
                                          </p:stCondLst>
                                        </p:cTn>
                                        <p:tgtEl>
                                          <p:spTgt spid="1266"/>
                                        </p:tgtEl>
                                        <p:attrNameLst>
                                          <p:attrName>style.visibility</p:attrName>
                                        </p:attrNameLst>
                                      </p:cBhvr>
                                      <p:to>
                                        <p:strVal val="visible"/>
                                      </p:to>
                                    </p:set>
                                    <p:anim calcmode="discrete" valueType="clr">
                                      <p:cBhvr additive="repl">
                                        <p:cTn id="3435" dur="80"/>
                                        <p:tgtEl>
                                          <p:spTgt spid="1266"/>
                                        </p:tgtEl>
                                        <p:attrNameLst>
                                          <p:attrName>style.color</p:attrName>
                                        </p:attrNameLst>
                                      </p:cBhvr>
                                      <p:tavLst>
                                        <p:tav tm="0">
                                          <p:val>
                                            <p:strVal val="rgb(-103,51,51)"/>
                                          </p:val>
                                        </p:tav>
                                        <p:tav tm="50000">
                                          <p:val>
                                            <p:strVal val="rgb(-103,-103,0)"/>
                                          </p:val>
                                        </p:tav>
                                      </p:tavLst>
                                    </p:anim>
                                    <p:anim calcmode="discrete" valueType="clr">
                                      <p:cBhvr additive="repl">
                                        <p:cTn id="3436" dur="80"/>
                                        <p:tgtEl>
                                          <p:spTgt spid="1266"/>
                                        </p:tgtEl>
                                        <p:attrNameLst>
                                          <p:attrName>fillcolor</p:attrName>
                                        </p:attrNameLst>
                                      </p:cBhvr>
                                      <p:tavLst>
                                        <p:tav tm="0">
                                          <p:val>
                                            <p:strVal val="rgb(-103,51,51)"/>
                                          </p:val>
                                        </p:tav>
                                        <p:tav tm="50000">
                                          <p:val>
                                            <p:strVal val="rgb(-103,-103,0)"/>
                                          </p:val>
                                        </p:tav>
                                      </p:tavLst>
                                    </p:anim>
                                    <p:set>
                                      <p:cBhvr>
                                        <p:cTn id="3437" dur="80"/>
                                        <p:tgtEl>
                                          <p:spTgt spid="1266"/>
                                        </p:tgtEl>
                                        <p:attrNameLst>
                                          <p:attrName>fill.type</p:attrName>
                                        </p:attrNameLst>
                                      </p:cBhvr>
                                      <p:to>
                                        <p:strVal val="solid"/>
                                      </p:to>
                                    </p:set>
                                  </p:childTnLst>
                                </p:cTn>
                              </p:par>
                            </p:childTnLst>
                          </p:cTn>
                        </p:par>
                        <p:par>
                          <p:cTn id="3438" fill="hold">
                            <p:stCondLst>
                              <p:cond delay="1860"/>
                            </p:stCondLst>
                            <p:childTnLst>
                              <p:par>
                                <p:cTn id="3439" nodeType="afterEffect" fill="hold" presetClass="entr" presetID="27">
                                  <p:stCondLst>
                                    <p:cond delay="1000"/>
                                  </p:stCondLst>
                                  <p:iterate type="lt">
                                    <p:tmAbs val="40"/>
                                  </p:iterate>
                                  <p:childTnLst>
                                    <p:set>
                                      <p:cBhvr>
                                        <p:cTn id="3440" dur="1" fill="hold">
                                          <p:stCondLst>
                                            <p:cond delay="0"/>
                                          </p:stCondLst>
                                        </p:cTn>
                                        <p:tgtEl>
                                          <p:spTgt spid="1267"/>
                                        </p:tgtEl>
                                        <p:attrNameLst>
                                          <p:attrName>style.visibility</p:attrName>
                                        </p:attrNameLst>
                                      </p:cBhvr>
                                      <p:to>
                                        <p:strVal val="visible"/>
                                      </p:to>
                                    </p:set>
                                    <p:anim calcmode="discrete" valueType="clr">
                                      <p:cBhvr additive="repl">
                                        <p:cTn id="3441" dur="80"/>
                                        <p:tgtEl>
                                          <p:spTgt spid="1267"/>
                                        </p:tgtEl>
                                        <p:attrNameLst>
                                          <p:attrName>style.color</p:attrName>
                                        </p:attrNameLst>
                                      </p:cBhvr>
                                      <p:tavLst>
                                        <p:tav tm="0">
                                          <p:val>
                                            <p:strVal val="rgb(-103,51,51)"/>
                                          </p:val>
                                        </p:tav>
                                        <p:tav tm="50000">
                                          <p:val>
                                            <p:strVal val="rgb(-103,-103,0)"/>
                                          </p:val>
                                        </p:tav>
                                      </p:tavLst>
                                    </p:anim>
                                    <p:anim calcmode="discrete" valueType="clr">
                                      <p:cBhvr additive="repl">
                                        <p:cTn id="3442" dur="80"/>
                                        <p:tgtEl>
                                          <p:spTgt spid="1267"/>
                                        </p:tgtEl>
                                        <p:attrNameLst>
                                          <p:attrName>fillcolor</p:attrName>
                                        </p:attrNameLst>
                                      </p:cBhvr>
                                      <p:tavLst>
                                        <p:tav tm="0">
                                          <p:val>
                                            <p:strVal val="rgb(-103,51,51)"/>
                                          </p:val>
                                        </p:tav>
                                        <p:tav tm="50000">
                                          <p:val>
                                            <p:strVal val="rgb(-103,-103,0)"/>
                                          </p:val>
                                        </p:tav>
                                      </p:tavLst>
                                    </p:anim>
                                    <p:set>
                                      <p:cBhvr>
                                        <p:cTn id="3443" dur="80"/>
                                        <p:tgtEl>
                                          <p:spTgt spid="1267"/>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68" name="" descr=""/>
          <p:cNvPicPr/>
          <p:nvPr/>
        </p:nvPicPr>
        <p:blipFill>
          <a:blip r:embed="rId1"/>
          <a:stretch/>
        </p:blipFill>
        <p:spPr>
          <a:xfrm>
            <a:off x="0" y="0"/>
            <a:ext cx="9144000" cy="6858000"/>
          </a:xfrm>
          <a:prstGeom prst="rect">
            <a:avLst/>
          </a:prstGeom>
          <a:ln w="0">
            <a:noFill/>
          </a:ln>
        </p:spPr>
      </p:pic>
    </p:spTree>
  </p:cSld>
</p:sld>
</file>

<file path=ppt/slides/slide1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69" name="" descr=""/>
          <p:cNvPicPr/>
          <p:nvPr/>
        </p:nvPicPr>
        <p:blipFill>
          <a:blip r:embed="rId1"/>
          <a:stretch/>
        </p:blipFill>
        <p:spPr>
          <a:xfrm>
            <a:off x="0" y="0"/>
            <a:ext cx="9144000" cy="6858000"/>
          </a:xfrm>
          <a:prstGeom prst="rect">
            <a:avLst/>
          </a:prstGeom>
          <a:ln w="0">
            <a:noFill/>
          </a:ln>
        </p:spPr>
      </p:pic>
      <p:pic>
        <p:nvPicPr>
          <p:cNvPr id="1270" name="" descr=""/>
          <p:cNvPicPr/>
          <p:nvPr/>
        </p:nvPicPr>
        <p:blipFill>
          <a:blip r:embed="rId2"/>
          <a:stretch/>
        </p:blipFill>
        <p:spPr>
          <a:xfrm>
            <a:off x="5410080" y="-457200"/>
            <a:ext cx="304920" cy="304920"/>
          </a:xfrm>
          <a:prstGeom prst="rect">
            <a:avLst/>
          </a:prstGeom>
          <a:ln w="0">
            <a:noFill/>
          </a:ln>
        </p:spPr>
      </p:pic>
      <p:pic>
        <p:nvPicPr>
          <p:cNvPr id="1271" name="" descr=""/>
          <p:cNvPicPr/>
          <p:nvPr/>
        </p:nvPicPr>
        <p:blipFill>
          <a:blip r:embed="rId3"/>
          <a:stretch/>
        </p:blipFill>
        <p:spPr>
          <a:xfrm>
            <a:off x="1371600" y="-914400"/>
            <a:ext cx="549360" cy="673200"/>
          </a:xfrm>
          <a:prstGeom prst="rect">
            <a:avLst/>
          </a:prstGeom>
          <a:ln w="0">
            <a:noFill/>
          </a:ln>
        </p:spPr>
      </p:pic>
      <p:sp>
        <p:nvSpPr>
          <p:cNvPr id="1272" name=""/>
          <p:cNvSpPr/>
          <p:nvPr/>
        </p:nvSpPr>
        <p:spPr>
          <a:xfrm>
            <a:off x="6400800" y="-838080"/>
            <a:ext cx="175248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LOL that turned out funnier than expected.</a:t>
            </a:r>
            <a:endParaRPr b="0" lang="en-US" sz="1200" spc="-1" strike="noStrike">
              <a:solidFill>
                <a:srgbClr val="000000"/>
              </a:solidFill>
              <a:latin typeface="Arial"/>
            </a:endParaRPr>
          </a:p>
        </p:txBody>
      </p:sp>
    </p:spTree>
  </p:cSld>
  <p:timing>
    <p:tnLst>
      <p:par>
        <p:cTn id="3444" dur="indefinite" restart="never" nodeType="tmRoot">
          <p:childTnLst>
            <p:seq>
              <p:cTn id="3445" dur="indefinite" nodeType="mainSeq">
                <p:childTnLst>
                  <p:par>
                    <p:cTn id="3446" fill="hold">
                      <p:stCondLst>
                        <p:cond delay="0"/>
                      </p:stCondLst>
                      <p:childTnLst>
                        <p:par>
                          <p:cTn id="3447" fill="hold">
                            <p:stCondLst>
                              <p:cond delay="0"/>
                            </p:stCondLst>
                            <p:childTnLst>
                              <p:par>
                                <p:cTn id="3448" nodeType="afterEffect" fill="hold" presetClass="mediacall" presetID="1">
                                  <p:stCondLst>
                                    <p:cond delay="0"/>
                                  </p:stCondLst>
                                  <p:childTnLst>
                                    <p:cmd type="call" cmd="playFrom(0.0)">
                                      <p:cBhvr>
                                        <p:cTn id="3449" dur="3253" fill="hold"/>
                                        <p:tgtEl>
                                          <p:spTgt spid="1270"/>
                                        </p:tgtEl>
                                      </p:cBhvr>
                                    </p:cmd>
                                  </p:childTnLst>
                                </p:cTn>
                              </p:par>
                              <p:par>
                                <p:cTn id="3450" nodeType="withEffect" fill="hold" presetClass="path" presetID="0">
                                  <p:stCondLst>
                                    <p:cond delay="300"/>
                                  </p:stCondLst>
                                  <p:childTnLst>
                                    <p:animMotion origin="layout" path="M 0.03664 0.26173 L 0.2283 1.22728 E">
                                      <p:cBhvr>
                                        <p:cTn id="3451" dur="2000" fill="hold"/>
                                        <p:tgtEl>
                                          <p:spTgt spid="1271"/>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73" name="" descr=""/>
          <p:cNvPicPr/>
          <p:nvPr/>
        </p:nvPicPr>
        <p:blipFill>
          <a:blip r:embed="rId1"/>
          <a:stretch/>
        </p:blipFill>
        <p:spPr>
          <a:xfrm>
            <a:off x="0" y="0"/>
            <a:ext cx="9144000" cy="6853320"/>
          </a:xfrm>
          <a:prstGeom prst="rect">
            <a:avLst/>
          </a:prstGeom>
          <a:ln w="0">
            <a:noFill/>
          </a:ln>
        </p:spPr>
      </p:pic>
      <p:pic>
        <p:nvPicPr>
          <p:cNvPr id="1274" name="" descr=""/>
          <p:cNvPicPr/>
          <p:nvPr/>
        </p:nvPicPr>
        <p:blipFill>
          <a:blip r:embed="rId2"/>
          <a:stretch/>
        </p:blipFill>
        <p:spPr>
          <a:xfrm>
            <a:off x="0" y="2514600"/>
            <a:ext cx="3124080" cy="1550880"/>
          </a:xfrm>
          <a:prstGeom prst="rect">
            <a:avLst/>
          </a:prstGeom>
          <a:ln w="0">
            <a:noFill/>
          </a:ln>
        </p:spPr>
      </p:pic>
      <p:sp>
        <p:nvSpPr>
          <p:cNvPr id="1275" name=""/>
          <p:cNvSpPr/>
          <p:nvPr/>
        </p:nvSpPr>
        <p:spPr>
          <a:xfrm>
            <a:off x="228600" y="2971800"/>
            <a:ext cx="2666880" cy="58176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a:t>
            </a:r>
            <a:endParaRPr b="0" lang="en-US" sz="3200" spc="-1" strike="noStrike">
              <a:solidFill>
                <a:srgbClr val="000000"/>
              </a:solidFill>
              <a:latin typeface="Arial"/>
            </a:endParaRPr>
          </a:p>
        </p:txBody>
      </p:sp>
    </p:spTree>
  </p:cSld>
  <p:timing>
    <p:tnLst>
      <p:par>
        <p:cTn id="3452" dur="indefinite" restart="never" nodeType="tmRoot">
          <p:childTnLst>
            <p:seq>
              <p:cTn id="3453" dur="indefinite" nodeType="mainSeq">
                <p:childTnLst>
                  <p:par>
                    <p:cTn id="3454" fill="hold">
                      <p:stCondLst>
                        <p:cond delay="0"/>
                      </p:stCondLst>
                      <p:childTnLst>
                        <p:par>
                          <p:cTn id="3455" fill="hold">
                            <p:stCondLst>
                              <p:cond delay="0"/>
                            </p:stCondLst>
                            <p:childTnLst>
                              <p:par>
                                <p:cTn id="3456" nodeType="afterEffect" fill="hold" presetClass="entr" presetID="9">
                                  <p:stCondLst>
                                    <p:cond delay="0"/>
                                  </p:stCondLst>
                                  <p:childTnLst>
                                    <p:set>
                                      <p:cBhvr>
                                        <p:cTn id="3457" dur="1" fill="hold">
                                          <p:stCondLst>
                                            <p:cond delay="0"/>
                                          </p:stCondLst>
                                        </p:cTn>
                                        <p:tgtEl>
                                          <p:spTgt spid="1274"/>
                                        </p:tgtEl>
                                        <p:attrNameLst>
                                          <p:attrName>style.visibility</p:attrName>
                                        </p:attrNameLst>
                                      </p:cBhvr>
                                      <p:to>
                                        <p:strVal val="visible"/>
                                      </p:to>
                                    </p:set>
                                    <p:animEffect filter="dissolve" transition="in">
                                      <p:cBhvr additive="repl">
                                        <p:cTn id="3458" dur="500"/>
                                        <p:tgtEl>
                                          <p:spTgt spid="1274"/>
                                        </p:tgtEl>
                                      </p:cBhvr>
                                    </p:animEffect>
                                  </p:childTnLst>
                                </p:cTn>
                              </p:par>
                            </p:childTnLst>
                          </p:cTn>
                        </p:par>
                        <p:par>
                          <p:cTn id="3459" fill="hold">
                            <p:stCondLst>
                              <p:cond delay="500"/>
                            </p:stCondLst>
                            <p:childTnLst>
                              <p:par>
                                <p:cTn id="3460" nodeType="afterEffect" fill="hold" presetClass="entr" presetID="27">
                                  <p:stCondLst>
                                    <p:cond delay="0"/>
                                  </p:stCondLst>
                                  <p:iterate type="lt">
                                    <p:tmAbs val="40"/>
                                  </p:iterate>
                                  <p:childTnLst>
                                    <p:set>
                                      <p:cBhvr>
                                        <p:cTn id="3461" dur="1" fill="hold">
                                          <p:stCondLst>
                                            <p:cond delay="0"/>
                                          </p:stCondLst>
                                        </p:cTn>
                                        <p:tgtEl>
                                          <p:spTgt spid="1275"/>
                                        </p:tgtEl>
                                        <p:attrNameLst>
                                          <p:attrName>style.visibility</p:attrName>
                                        </p:attrNameLst>
                                      </p:cBhvr>
                                      <p:to>
                                        <p:strVal val="visible"/>
                                      </p:to>
                                    </p:set>
                                    <p:anim calcmode="discrete" valueType="clr">
                                      <p:cBhvr additive="repl">
                                        <p:cTn id="3462" dur="80"/>
                                        <p:tgtEl>
                                          <p:spTgt spid="1275"/>
                                        </p:tgtEl>
                                        <p:attrNameLst>
                                          <p:attrName>style.color</p:attrName>
                                        </p:attrNameLst>
                                      </p:cBhvr>
                                      <p:tavLst>
                                        <p:tav tm="0">
                                          <p:val>
                                            <p:strVal val="rgb(-103,51,51)"/>
                                          </p:val>
                                        </p:tav>
                                        <p:tav tm="50000">
                                          <p:val>
                                            <p:strVal val="rgb(-103,-103,0)"/>
                                          </p:val>
                                        </p:tav>
                                      </p:tavLst>
                                    </p:anim>
                                    <p:anim calcmode="discrete" valueType="clr">
                                      <p:cBhvr additive="repl">
                                        <p:cTn id="3463" dur="80"/>
                                        <p:tgtEl>
                                          <p:spTgt spid="1275"/>
                                        </p:tgtEl>
                                        <p:attrNameLst>
                                          <p:attrName>fillcolor</p:attrName>
                                        </p:attrNameLst>
                                      </p:cBhvr>
                                      <p:tavLst>
                                        <p:tav tm="0">
                                          <p:val>
                                            <p:strVal val="rgb(-103,51,51)"/>
                                          </p:val>
                                        </p:tav>
                                        <p:tav tm="50000">
                                          <p:val>
                                            <p:strVal val="rgb(-103,-103,0)"/>
                                          </p:val>
                                        </p:tav>
                                      </p:tavLst>
                                    </p:anim>
                                    <p:set>
                                      <p:cBhvr>
                                        <p:cTn id="3464" dur="80"/>
                                        <p:tgtEl>
                                          <p:spTgt spid="127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76" name="" descr=""/>
          <p:cNvPicPr/>
          <p:nvPr/>
        </p:nvPicPr>
        <p:blipFill>
          <a:blip r:embed="rId1"/>
          <a:stretch/>
        </p:blipFill>
        <p:spPr>
          <a:xfrm>
            <a:off x="0" y="0"/>
            <a:ext cx="9144000" cy="6865920"/>
          </a:xfrm>
          <a:prstGeom prst="rect">
            <a:avLst/>
          </a:prstGeom>
          <a:ln w="0">
            <a:noFill/>
          </a:ln>
        </p:spPr>
      </p:pic>
      <p:pic>
        <p:nvPicPr>
          <p:cNvPr id="1277" name="" descr=""/>
          <p:cNvPicPr/>
          <p:nvPr/>
        </p:nvPicPr>
        <p:blipFill>
          <a:blip r:embed="rId2"/>
          <a:stretch/>
        </p:blipFill>
        <p:spPr>
          <a:xfrm>
            <a:off x="0" y="2514600"/>
            <a:ext cx="3124080" cy="1550880"/>
          </a:xfrm>
          <a:prstGeom prst="rect">
            <a:avLst/>
          </a:prstGeom>
          <a:ln w="0">
            <a:noFill/>
          </a:ln>
        </p:spPr>
      </p:pic>
      <p:sp>
        <p:nvSpPr>
          <p:cNvPr id="1278" name=""/>
          <p:cNvSpPr/>
          <p:nvPr/>
        </p:nvSpPr>
        <p:spPr>
          <a:xfrm>
            <a:off x="228600" y="2971800"/>
            <a:ext cx="2666880" cy="58176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Arial"/>
              </a:rPr>
              <a:t>!!!!!</a:t>
            </a:r>
            <a:endParaRPr b="0" lang="en-US" sz="3200" spc="-1" strike="noStrike">
              <a:solidFill>
                <a:srgbClr val="000000"/>
              </a:solidFill>
              <a:latin typeface="Arial"/>
            </a:endParaRPr>
          </a:p>
        </p:txBody>
      </p:sp>
      <p:sp>
        <p:nvSpPr>
          <p:cNvPr id="1279" name=""/>
          <p:cNvSpPr/>
          <p:nvPr/>
        </p:nvSpPr>
        <p:spPr>
          <a:xfrm>
            <a:off x="228600" y="3048120"/>
            <a:ext cx="266688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Did he just do that….?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280" name=""/>
          <p:cNvSpPr/>
          <p:nvPr/>
        </p:nvSpPr>
        <p:spPr>
          <a:xfrm>
            <a:off x="228600" y="304812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That’s a pretty long fall…</a:t>
            </a:r>
            <a:endParaRPr b="0" lang="en-US" sz="1200" spc="-1" strike="noStrike">
              <a:solidFill>
                <a:srgbClr val="000000"/>
              </a:solidFill>
              <a:latin typeface="Arial"/>
            </a:endParaRPr>
          </a:p>
        </p:txBody>
      </p:sp>
    </p:spTree>
  </p:cSld>
  <p:transition spd="slow" advTm="9000">
    <p:fade/>
  </p:transition>
  <p:timing>
    <p:tnLst>
      <p:par>
        <p:cTn id="3465" dur="indefinite" restart="never" nodeType="tmRoot">
          <p:childTnLst>
            <p:seq>
              <p:cTn id="3466" dur="indefinite" nodeType="mainSeq">
                <p:childTnLst>
                  <p:par>
                    <p:cTn id="3467" fill="hold">
                      <p:stCondLst>
                        <p:cond delay="0"/>
                      </p:stCondLst>
                      <p:childTnLst>
                        <p:par>
                          <p:cTn id="3468" fill="hold">
                            <p:stCondLst>
                              <p:cond delay="0"/>
                            </p:stCondLst>
                            <p:childTnLst>
                              <p:par>
                                <p:cTn id="3469" nodeType="afterEffect" fill="hold" presetClass="entr" presetID="27">
                                  <p:stCondLst>
                                    <p:cond delay="1000"/>
                                  </p:stCondLst>
                                  <p:iterate type="lt">
                                    <p:tmAbs val="40"/>
                                  </p:iterate>
                                  <p:childTnLst>
                                    <p:set>
                                      <p:cBhvr>
                                        <p:cTn id="3470" dur="1" fill="hold">
                                          <p:stCondLst>
                                            <p:cond delay="0"/>
                                          </p:stCondLst>
                                        </p:cTn>
                                        <p:tgtEl>
                                          <p:spTgt spid="1279"/>
                                        </p:tgtEl>
                                        <p:attrNameLst>
                                          <p:attrName>style.visibility</p:attrName>
                                        </p:attrNameLst>
                                      </p:cBhvr>
                                      <p:to>
                                        <p:strVal val="visible"/>
                                      </p:to>
                                    </p:set>
                                    <p:anim calcmode="discrete" valueType="clr">
                                      <p:cBhvr additive="repl">
                                        <p:cTn id="3471" dur="80"/>
                                        <p:tgtEl>
                                          <p:spTgt spid="1279"/>
                                        </p:tgtEl>
                                        <p:attrNameLst>
                                          <p:attrName>style.color</p:attrName>
                                        </p:attrNameLst>
                                      </p:cBhvr>
                                      <p:tavLst>
                                        <p:tav tm="0">
                                          <p:val>
                                            <p:strVal val="rgb(-103,51,51)"/>
                                          </p:val>
                                        </p:tav>
                                        <p:tav tm="50000">
                                          <p:val>
                                            <p:strVal val="rgb(-103,-103,0)"/>
                                          </p:val>
                                        </p:tav>
                                      </p:tavLst>
                                    </p:anim>
                                    <p:anim calcmode="discrete" valueType="clr">
                                      <p:cBhvr additive="repl">
                                        <p:cTn id="3472" dur="80"/>
                                        <p:tgtEl>
                                          <p:spTgt spid="1279"/>
                                        </p:tgtEl>
                                        <p:attrNameLst>
                                          <p:attrName>fillcolor</p:attrName>
                                        </p:attrNameLst>
                                      </p:cBhvr>
                                      <p:tavLst>
                                        <p:tav tm="0">
                                          <p:val>
                                            <p:strVal val="rgb(-103,51,51)"/>
                                          </p:val>
                                        </p:tav>
                                        <p:tav tm="50000">
                                          <p:val>
                                            <p:strVal val="rgb(-103,-103,0)"/>
                                          </p:val>
                                        </p:tav>
                                      </p:tavLst>
                                    </p:anim>
                                    <p:set>
                                      <p:cBhvr>
                                        <p:cTn id="3473" dur="80"/>
                                        <p:tgtEl>
                                          <p:spTgt spid="1279"/>
                                        </p:tgtEl>
                                        <p:attrNameLst>
                                          <p:attrName>fill.type</p:attrName>
                                        </p:attrNameLst>
                                      </p:cBhvr>
                                      <p:to>
                                        <p:strVal val="solid"/>
                                      </p:to>
                                    </p:set>
                                  </p:childTnLst>
                                </p:cTn>
                              </p:par>
                            </p:childTnLst>
                          </p:cTn>
                        </p:par>
                        <p:par>
                          <p:cTn id="3474" fill="hold">
                            <p:stCondLst>
                              <p:cond delay="1760"/>
                            </p:stCondLst>
                            <p:childTnLst>
                              <p:par>
                                <p:cTn id="3475" nodeType="afterEffect" fill="hold" presetClass="entr" presetID="27">
                                  <p:stCondLst>
                                    <p:cond delay="1500"/>
                                  </p:stCondLst>
                                  <p:iterate type="lt">
                                    <p:tmAbs val="40"/>
                                  </p:iterate>
                                  <p:childTnLst>
                                    <p:set>
                                      <p:cBhvr>
                                        <p:cTn id="3476" dur="1" fill="hold">
                                          <p:stCondLst>
                                            <p:cond delay="0"/>
                                          </p:stCondLst>
                                        </p:cTn>
                                        <p:tgtEl>
                                          <p:spTgt spid="1280"/>
                                        </p:tgtEl>
                                        <p:attrNameLst>
                                          <p:attrName>style.visibility</p:attrName>
                                        </p:attrNameLst>
                                      </p:cBhvr>
                                      <p:to>
                                        <p:strVal val="visible"/>
                                      </p:to>
                                    </p:set>
                                    <p:anim calcmode="discrete" valueType="clr">
                                      <p:cBhvr additive="repl">
                                        <p:cTn id="3477" dur="80"/>
                                        <p:tgtEl>
                                          <p:spTgt spid="1280"/>
                                        </p:tgtEl>
                                        <p:attrNameLst>
                                          <p:attrName>style.color</p:attrName>
                                        </p:attrNameLst>
                                      </p:cBhvr>
                                      <p:tavLst>
                                        <p:tav tm="0">
                                          <p:val>
                                            <p:strVal val="rgb(-103,51,51)"/>
                                          </p:val>
                                        </p:tav>
                                        <p:tav tm="50000">
                                          <p:val>
                                            <p:strVal val="rgb(-103,-103,0)"/>
                                          </p:val>
                                        </p:tav>
                                      </p:tavLst>
                                    </p:anim>
                                    <p:anim calcmode="discrete" valueType="clr">
                                      <p:cBhvr additive="repl">
                                        <p:cTn id="3478" dur="80"/>
                                        <p:tgtEl>
                                          <p:spTgt spid="1280"/>
                                        </p:tgtEl>
                                        <p:attrNameLst>
                                          <p:attrName>fillcolor</p:attrName>
                                        </p:attrNameLst>
                                      </p:cBhvr>
                                      <p:tavLst>
                                        <p:tav tm="0">
                                          <p:val>
                                            <p:strVal val="rgb(-103,51,51)"/>
                                          </p:val>
                                        </p:tav>
                                        <p:tav tm="50000">
                                          <p:val>
                                            <p:strVal val="rgb(-103,-103,0)"/>
                                          </p:val>
                                        </p:tav>
                                      </p:tavLst>
                                    </p:anim>
                                    <p:set>
                                      <p:cBhvr>
                                        <p:cTn id="3479" dur="80"/>
                                        <p:tgtEl>
                                          <p:spTgt spid="1280"/>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81" name="" descr=""/>
          <p:cNvPicPr/>
          <p:nvPr/>
        </p:nvPicPr>
        <p:blipFill>
          <a:blip r:embed="rId1"/>
          <a:stretch/>
        </p:blipFill>
        <p:spPr>
          <a:xfrm>
            <a:off x="0" y="0"/>
            <a:ext cx="9159840" cy="12649320"/>
          </a:xfrm>
          <a:prstGeom prst="rect">
            <a:avLst/>
          </a:prstGeom>
          <a:ln w="0">
            <a:noFill/>
          </a:ln>
        </p:spPr>
      </p:pic>
      <p:pic>
        <p:nvPicPr>
          <p:cNvPr id="1282" name="" descr=""/>
          <p:cNvPicPr/>
          <p:nvPr/>
        </p:nvPicPr>
        <p:blipFill>
          <a:blip r:embed="rId2"/>
          <a:stretch/>
        </p:blipFill>
        <p:spPr>
          <a:xfrm>
            <a:off x="1143000" y="4419720"/>
            <a:ext cx="3124080" cy="1550880"/>
          </a:xfrm>
          <a:prstGeom prst="rect">
            <a:avLst/>
          </a:prstGeom>
          <a:ln w="0">
            <a:noFill/>
          </a:ln>
        </p:spPr>
      </p:pic>
      <p:sp>
        <p:nvSpPr>
          <p:cNvPr id="1283" name=""/>
          <p:cNvSpPr/>
          <p:nvPr/>
        </p:nvSpPr>
        <p:spPr>
          <a:xfrm>
            <a:off x="1295280" y="487692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That’s at least 5 stories…</a:t>
            </a:r>
            <a:endParaRPr b="0" lang="en-US" sz="1200" spc="-1" strike="noStrike">
              <a:solidFill>
                <a:srgbClr val="000000"/>
              </a:solidFill>
              <a:latin typeface="Arial"/>
            </a:endParaRPr>
          </a:p>
        </p:txBody>
      </p:sp>
      <p:sp>
        <p:nvSpPr>
          <p:cNvPr id="1284" name=""/>
          <p:cNvSpPr/>
          <p:nvPr/>
        </p:nvSpPr>
        <p:spPr>
          <a:xfrm>
            <a:off x="1371600" y="487692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doubt anyone could of survived that…</a:t>
            </a:r>
            <a:endParaRPr b="0" lang="en-US" sz="1200" spc="-1" strike="noStrike">
              <a:solidFill>
                <a:srgbClr val="000000"/>
              </a:solidFill>
              <a:latin typeface="Arial"/>
            </a:endParaRPr>
          </a:p>
        </p:txBody>
      </p:sp>
    </p:spTree>
  </p:cSld>
  <p:timing>
    <p:tnLst>
      <p:par>
        <p:cTn id="3480" dur="indefinite" restart="never" nodeType="tmRoot">
          <p:childTnLst>
            <p:seq>
              <p:cTn id="3481" dur="indefinite" nodeType="mainSeq">
                <p:childTnLst>
                  <p:par>
                    <p:cTn id="3482" fill="hold">
                      <p:stCondLst>
                        <p:cond delay="0"/>
                      </p:stCondLst>
                      <p:childTnLst>
                        <p:par>
                          <p:cTn id="3483" fill="hold">
                            <p:stCondLst>
                              <p:cond delay="0"/>
                            </p:stCondLst>
                            <p:childTnLst>
                              <p:par>
                                <p:cTn id="3484" nodeType="afterEffect" fill="hold" presetClass="path" presetID="0">
                                  <p:stCondLst>
                                    <p:cond delay="1000"/>
                                  </p:stCondLst>
                                  <p:childTnLst>
                                    <p:animMotion origin="layout" path="M -5.27778E-006 -2.42775E-006 L -5.27778E-006 -0.76578 E">
                                      <p:cBhvr>
                                        <p:cTn id="3485" dur="3000" fill="hold"/>
                                        <p:tgtEl>
                                          <p:spTgt spid="1281"/>
                                        </p:tgtEl>
                                      </p:cBhvr>
                                    </p:animMotion>
                                  </p:childTnLst>
                                </p:cTn>
                              </p:par>
                            </p:childTnLst>
                          </p:cTn>
                        </p:par>
                        <p:par>
                          <p:cTn id="3486" fill="hold">
                            <p:stCondLst>
                              <p:cond delay="4000"/>
                            </p:stCondLst>
                            <p:childTnLst>
                              <p:par>
                                <p:cTn id="3487" nodeType="afterEffect" fill="hold" presetClass="entr" presetID="9">
                                  <p:stCondLst>
                                    <p:cond delay="0"/>
                                  </p:stCondLst>
                                  <p:childTnLst>
                                    <p:set>
                                      <p:cBhvr>
                                        <p:cTn id="3488" dur="1" fill="hold">
                                          <p:stCondLst>
                                            <p:cond delay="0"/>
                                          </p:stCondLst>
                                        </p:cTn>
                                        <p:tgtEl>
                                          <p:spTgt spid="1282"/>
                                        </p:tgtEl>
                                        <p:attrNameLst>
                                          <p:attrName>style.visibility</p:attrName>
                                        </p:attrNameLst>
                                      </p:cBhvr>
                                      <p:to>
                                        <p:strVal val="visible"/>
                                      </p:to>
                                    </p:set>
                                    <p:animEffect filter="dissolve" transition="in">
                                      <p:cBhvr additive="repl">
                                        <p:cTn id="3489" dur="500"/>
                                        <p:tgtEl>
                                          <p:spTgt spid="1282"/>
                                        </p:tgtEl>
                                      </p:cBhvr>
                                    </p:animEffect>
                                  </p:childTnLst>
                                </p:cTn>
                              </p:par>
                            </p:childTnLst>
                          </p:cTn>
                        </p:par>
                        <p:par>
                          <p:cTn id="3490" fill="hold">
                            <p:stCondLst>
                              <p:cond delay="4500"/>
                            </p:stCondLst>
                            <p:childTnLst>
                              <p:par>
                                <p:cTn id="3491" nodeType="afterEffect" fill="hold" presetClass="entr" presetID="27">
                                  <p:stCondLst>
                                    <p:cond delay="0"/>
                                  </p:stCondLst>
                                  <p:iterate type="lt">
                                    <p:tmAbs val="40"/>
                                  </p:iterate>
                                  <p:childTnLst>
                                    <p:set>
                                      <p:cBhvr>
                                        <p:cTn id="3492" dur="1" fill="hold">
                                          <p:stCondLst>
                                            <p:cond delay="0"/>
                                          </p:stCondLst>
                                        </p:cTn>
                                        <p:tgtEl>
                                          <p:spTgt spid="1283"/>
                                        </p:tgtEl>
                                        <p:attrNameLst>
                                          <p:attrName>style.visibility</p:attrName>
                                        </p:attrNameLst>
                                      </p:cBhvr>
                                      <p:to>
                                        <p:strVal val="visible"/>
                                      </p:to>
                                    </p:set>
                                    <p:anim calcmode="discrete" valueType="clr">
                                      <p:cBhvr additive="repl">
                                        <p:cTn id="3493" dur="80"/>
                                        <p:tgtEl>
                                          <p:spTgt spid="1283"/>
                                        </p:tgtEl>
                                        <p:attrNameLst>
                                          <p:attrName>style.color</p:attrName>
                                        </p:attrNameLst>
                                      </p:cBhvr>
                                      <p:tavLst>
                                        <p:tav tm="0">
                                          <p:val>
                                            <p:strVal val="rgb(-103,51,51)"/>
                                          </p:val>
                                        </p:tav>
                                        <p:tav tm="50000">
                                          <p:val>
                                            <p:strVal val="rgb(-103,-103,0)"/>
                                          </p:val>
                                        </p:tav>
                                      </p:tavLst>
                                    </p:anim>
                                    <p:anim calcmode="discrete" valueType="clr">
                                      <p:cBhvr additive="repl">
                                        <p:cTn id="3494" dur="80"/>
                                        <p:tgtEl>
                                          <p:spTgt spid="1283"/>
                                        </p:tgtEl>
                                        <p:attrNameLst>
                                          <p:attrName>fillcolor</p:attrName>
                                        </p:attrNameLst>
                                      </p:cBhvr>
                                      <p:tavLst>
                                        <p:tav tm="0">
                                          <p:val>
                                            <p:strVal val="rgb(-103,51,51)"/>
                                          </p:val>
                                        </p:tav>
                                        <p:tav tm="50000">
                                          <p:val>
                                            <p:strVal val="rgb(-103,-103,0)"/>
                                          </p:val>
                                        </p:tav>
                                      </p:tavLst>
                                    </p:anim>
                                    <p:set>
                                      <p:cBhvr>
                                        <p:cTn id="3495" dur="80"/>
                                        <p:tgtEl>
                                          <p:spTgt spid="1283"/>
                                        </p:tgtEl>
                                        <p:attrNameLst>
                                          <p:attrName>fill.type</p:attrName>
                                        </p:attrNameLst>
                                      </p:cBhvr>
                                      <p:to>
                                        <p:strVal val="solid"/>
                                      </p:to>
                                    </p:set>
                                  </p:childTnLst>
                                </p:cTn>
                              </p:par>
                            </p:childTnLst>
                          </p:cTn>
                        </p:par>
                        <p:par>
                          <p:cTn id="3496" fill="hold">
                            <p:stCondLst>
                              <p:cond delay="5420"/>
                            </p:stCondLst>
                            <p:childTnLst>
                              <p:par>
                                <p:cTn id="3497" nodeType="afterEffect" fill="hold" presetClass="entr" presetID="27">
                                  <p:stCondLst>
                                    <p:cond delay="1500"/>
                                  </p:stCondLst>
                                  <p:iterate type="lt">
                                    <p:tmAbs val="40"/>
                                  </p:iterate>
                                  <p:childTnLst>
                                    <p:set>
                                      <p:cBhvr>
                                        <p:cTn id="3498" dur="1" fill="hold">
                                          <p:stCondLst>
                                            <p:cond delay="0"/>
                                          </p:stCondLst>
                                        </p:cTn>
                                        <p:tgtEl>
                                          <p:spTgt spid="1284"/>
                                        </p:tgtEl>
                                        <p:attrNameLst>
                                          <p:attrName>style.visibility</p:attrName>
                                        </p:attrNameLst>
                                      </p:cBhvr>
                                      <p:to>
                                        <p:strVal val="visible"/>
                                      </p:to>
                                    </p:set>
                                    <p:anim calcmode="discrete" valueType="clr">
                                      <p:cBhvr additive="repl">
                                        <p:cTn id="3499" dur="80"/>
                                        <p:tgtEl>
                                          <p:spTgt spid="1284"/>
                                        </p:tgtEl>
                                        <p:attrNameLst>
                                          <p:attrName>style.color</p:attrName>
                                        </p:attrNameLst>
                                      </p:cBhvr>
                                      <p:tavLst>
                                        <p:tav tm="0">
                                          <p:val>
                                            <p:strVal val="rgb(-103,51,51)"/>
                                          </p:val>
                                        </p:tav>
                                        <p:tav tm="50000">
                                          <p:val>
                                            <p:strVal val="rgb(-103,-103,0)"/>
                                          </p:val>
                                        </p:tav>
                                      </p:tavLst>
                                    </p:anim>
                                    <p:anim calcmode="discrete" valueType="clr">
                                      <p:cBhvr additive="repl">
                                        <p:cTn id="3500" dur="80"/>
                                        <p:tgtEl>
                                          <p:spTgt spid="1284"/>
                                        </p:tgtEl>
                                        <p:attrNameLst>
                                          <p:attrName>fillcolor</p:attrName>
                                        </p:attrNameLst>
                                      </p:cBhvr>
                                      <p:tavLst>
                                        <p:tav tm="0">
                                          <p:val>
                                            <p:strVal val="rgb(-103,51,51)"/>
                                          </p:val>
                                        </p:tav>
                                        <p:tav tm="50000">
                                          <p:val>
                                            <p:strVal val="rgb(-103,-103,0)"/>
                                          </p:val>
                                        </p:tav>
                                      </p:tavLst>
                                    </p:anim>
                                    <p:set>
                                      <p:cBhvr>
                                        <p:cTn id="3501" dur="80"/>
                                        <p:tgtEl>
                                          <p:spTgt spid="1284"/>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85" name="" descr=""/>
          <p:cNvPicPr/>
          <p:nvPr/>
        </p:nvPicPr>
        <p:blipFill>
          <a:blip r:embed="rId1"/>
          <a:stretch/>
        </p:blipFill>
        <p:spPr>
          <a:xfrm>
            <a:off x="0" y="0"/>
            <a:ext cx="9144000" cy="6865920"/>
          </a:xfrm>
          <a:prstGeom prst="rect">
            <a:avLst/>
          </a:prstGeom>
          <a:ln w="0">
            <a:noFill/>
          </a:ln>
        </p:spPr>
      </p:pic>
      <p:pic>
        <p:nvPicPr>
          <p:cNvPr id="1286" name="" descr=""/>
          <p:cNvPicPr/>
          <p:nvPr/>
        </p:nvPicPr>
        <p:blipFill>
          <a:blip r:embed="rId2"/>
          <a:stretch/>
        </p:blipFill>
        <p:spPr>
          <a:xfrm>
            <a:off x="0" y="3505320"/>
            <a:ext cx="3124080" cy="1550880"/>
          </a:xfrm>
          <a:prstGeom prst="rect">
            <a:avLst/>
          </a:prstGeom>
          <a:ln w="0">
            <a:noFill/>
          </a:ln>
        </p:spPr>
      </p:pic>
      <p:sp>
        <p:nvSpPr>
          <p:cNvPr id="1287" name=""/>
          <p:cNvSpPr/>
          <p:nvPr/>
        </p:nvSpPr>
        <p:spPr>
          <a:xfrm>
            <a:off x="152280" y="4038480"/>
            <a:ext cx="236232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Is he dead… Is it all over?</a:t>
            </a:r>
            <a:endParaRPr b="0" lang="en-US" sz="1200" spc="-1" strike="noStrike">
              <a:solidFill>
                <a:srgbClr val="000000"/>
              </a:solidFill>
              <a:latin typeface="Arial"/>
            </a:endParaRPr>
          </a:p>
        </p:txBody>
      </p:sp>
      <p:sp>
        <p:nvSpPr>
          <p:cNvPr id="1288" name=""/>
          <p:cNvSpPr/>
          <p:nvPr/>
        </p:nvSpPr>
        <p:spPr>
          <a:xfrm>
            <a:off x="228600" y="4038480"/>
            <a:ext cx="236232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He said he would be coming back…and if not him, someone else…</a:t>
            </a:r>
            <a:endParaRPr b="0" lang="en-US" sz="1200" spc="-1" strike="noStrike">
              <a:solidFill>
                <a:srgbClr val="000000"/>
              </a:solidFill>
              <a:latin typeface="Arial"/>
            </a:endParaRPr>
          </a:p>
        </p:txBody>
      </p:sp>
      <p:sp>
        <p:nvSpPr>
          <p:cNvPr id="1289" name=""/>
          <p:cNvSpPr/>
          <p:nvPr/>
        </p:nvSpPr>
        <p:spPr>
          <a:xfrm>
            <a:off x="228600" y="4038480"/>
            <a:ext cx="2362320" cy="8254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should leave… They could come back any time… I need a place to stay, at least overnight.. but where…?</a:t>
            </a:r>
            <a:endParaRPr b="0" lang="en-US" sz="1200" spc="-1" strike="noStrike">
              <a:solidFill>
                <a:srgbClr val="000000"/>
              </a:solidFill>
              <a:latin typeface="Arial"/>
            </a:endParaRPr>
          </a:p>
        </p:txBody>
      </p:sp>
      <p:sp>
        <p:nvSpPr>
          <p:cNvPr id="1290" name=""/>
          <p:cNvSpPr/>
          <p:nvPr/>
        </p:nvSpPr>
        <p:spPr>
          <a:xfrm>
            <a:off x="-1600200" y="3505320"/>
            <a:ext cx="990720" cy="99036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502" dur="indefinite" restart="never" nodeType="tmRoot">
          <p:childTnLst>
            <p:seq>
              <p:cTn id="3503" dur="indefinite" nodeType="mainSeq">
                <p:childTnLst>
                  <p:par>
                    <p:cTn id="3504" fill="hold">
                      <p:stCondLst>
                        <p:cond delay="0"/>
                      </p:stCondLst>
                      <p:childTnLst>
                        <p:par>
                          <p:cTn id="3505" fill="hold">
                            <p:stCondLst>
                              <p:cond delay="0"/>
                            </p:stCondLst>
                            <p:childTnLst>
                              <p:par>
                                <p:cTn id="3506" nodeType="afterEffect" fill="hold" presetClass="entr" presetID="9">
                                  <p:stCondLst>
                                    <p:cond delay="0"/>
                                  </p:stCondLst>
                                  <p:childTnLst>
                                    <p:set>
                                      <p:cBhvr>
                                        <p:cTn id="3507" dur="1" fill="hold">
                                          <p:stCondLst>
                                            <p:cond delay="0"/>
                                          </p:stCondLst>
                                        </p:cTn>
                                        <p:tgtEl>
                                          <p:spTgt spid="1286"/>
                                        </p:tgtEl>
                                        <p:attrNameLst>
                                          <p:attrName>style.visibility</p:attrName>
                                        </p:attrNameLst>
                                      </p:cBhvr>
                                      <p:to>
                                        <p:strVal val="visible"/>
                                      </p:to>
                                    </p:set>
                                    <p:animEffect filter="dissolve" transition="in">
                                      <p:cBhvr additive="repl">
                                        <p:cTn id="3508" dur="500"/>
                                        <p:tgtEl>
                                          <p:spTgt spid="1286"/>
                                        </p:tgtEl>
                                      </p:cBhvr>
                                    </p:animEffect>
                                  </p:childTnLst>
                                </p:cTn>
                              </p:par>
                            </p:childTnLst>
                          </p:cTn>
                        </p:par>
                        <p:par>
                          <p:cTn id="3509" fill="hold">
                            <p:stCondLst>
                              <p:cond delay="500"/>
                            </p:stCondLst>
                            <p:childTnLst>
                              <p:par>
                                <p:cTn id="3510" nodeType="afterEffect" fill="hold" presetClass="entr" presetID="27">
                                  <p:stCondLst>
                                    <p:cond delay="0"/>
                                  </p:stCondLst>
                                  <p:iterate type="lt">
                                    <p:tmAbs val="40"/>
                                  </p:iterate>
                                  <p:childTnLst>
                                    <p:set>
                                      <p:cBhvr>
                                        <p:cTn id="3511" dur="1" fill="hold">
                                          <p:stCondLst>
                                            <p:cond delay="0"/>
                                          </p:stCondLst>
                                        </p:cTn>
                                        <p:tgtEl>
                                          <p:spTgt spid="1287"/>
                                        </p:tgtEl>
                                        <p:attrNameLst>
                                          <p:attrName>style.visibility</p:attrName>
                                        </p:attrNameLst>
                                      </p:cBhvr>
                                      <p:to>
                                        <p:strVal val="visible"/>
                                      </p:to>
                                    </p:set>
                                    <p:anim calcmode="discrete" valueType="clr">
                                      <p:cBhvr additive="repl">
                                        <p:cTn id="3512" dur="80"/>
                                        <p:tgtEl>
                                          <p:spTgt spid="1287"/>
                                        </p:tgtEl>
                                        <p:attrNameLst>
                                          <p:attrName>style.color</p:attrName>
                                        </p:attrNameLst>
                                      </p:cBhvr>
                                      <p:tavLst>
                                        <p:tav tm="0">
                                          <p:val>
                                            <p:strVal val="rgb(-103,51,51)"/>
                                          </p:val>
                                        </p:tav>
                                        <p:tav tm="50000">
                                          <p:val>
                                            <p:strVal val="rgb(-103,-103,0)"/>
                                          </p:val>
                                        </p:tav>
                                      </p:tavLst>
                                    </p:anim>
                                    <p:anim calcmode="discrete" valueType="clr">
                                      <p:cBhvr additive="repl">
                                        <p:cTn id="3513" dur="80"/>
                                        <p:tgtEl>
                                          <p:spTgt spid="1287"/>
                                        </p:tgtEl>
                                        <p:attrNameLst>
                                          <p:attrName>fillcolor</p:attrName>
                                        </p:attrNameLst>
                                      </p:cBhvr>
                                      <p:tavLst>
                                        <p:tav tm="0">
                                          <p:val>
                                            <p:strVal val="rgb(-103,51,51)"/>
                                          </p:val>
                                        </p:tav>
                                        <p:tav tm="50000">
                                          <p:val>
                                            <p:strVal val="rgb(-103,-103,0)"/>
                                          </p:val>
                                        </p:tav>
                                      </p:tavLst>
                                    </p:anim>
                                    <p:set>
                                      <p:cBhvr>
                                        <p:cTn id="3514" dur="80"/>
                                        <p:tgtEl>
                                          <p:spTgt spid="1287"/>
                                        </p:tgtEl>
                                        <p:attrNameLst>
                                          <p:attrName>fill.type</p:attrName>
                                        </p:attrNameLst>
                                      </p:cBhvr>
                                      <p:to>
                                        <p:strVal val="solid"/>
                                      </p:to>
                                    </p:set>
                                  </p:childTnLst>
                                </p:cTn>
                              </p:par>
                            </p:childTnLst>
                          </p:cTn>
                        </p:par>
                        <p:par>
                          <p:cTn id="3515" fill="hold">
                            <p:stCondLst>
                              <p:cond delay="1380"/>
                            </p:stCondLst>
                            <p:childTnLst>
                              <p:par>
                                <p:cTn id="3516" nodeType="afterEffect" fill="hold" presetClass="entr" presetID="27">
                                  <p:stCondLst>
                                    <p:cond delay="1500"/>
                                  </p:stCondLst>
                                  <p:iterate type="lt">
                                    <p:tmAbs val="40"/>
                                  </p:iterate>
                                  <p:childTnLst>
                                    <p:set>
                                      <p:cBhvr>
                                        <p:cTn id="3517" dur="1" fill="hold">
                                          <p:stCondLst>
                                            <p:cond delay="0"/>
                                          </p:stCondLst>
                                        </p:cTn>
                                        <p:tgtEl>
                                          <p:spTgt spid="1288"/>
                                        </p:tgtEl>
                                        <p:attrNameLst>
                                          <p:attrName>style.visibility</p:attrName>
                                        </p:attrNameLst>
                                      </p:cBhvr>
                                      <p:to>
                                        <p:strVal val="visible"/>
                                      </p:to>
                                    </p:set>
                                    <p:anim calcmode="discrete" valueType="clr">
                                      <p:cBhvr additive="repl">
                                        <p:cTn id="3518" dur="80"/>
                                        <p:tgtEl>
                                          <p:spTgt spid="1288"/>
                                        </p:tgtEl>
                                        <p:attrNameLst>
                                          <p:attrName>style.color</p:attrName>
                                        </p:attrNameLst>
                                      </p:cBhvr>
                                      <p:tavLst>
                                        <p:tav tm="0">
                                          <p:val>
                                            <p:strVal val="rgb(-103,51,51)"/>
                                          </p:val>
                                        </p:tav>
                                        <p:tav tm="50000">
                                          <p:val>
                                            <p:strVal val="rgb(-103,-103,0)"/>
                                          </p:val>
                                        </p:tav>
                                      </p:tavLst>
                                    </p:anim>
                                    <p:anim calcmode="discrete" valueType="clr">
                                      <p:cBhvr additive="repl">
                                        <p:cTn id="3519" dur="80"/>
                                        <p:tgtEl>
                                          <p:spTgt spid="1288"/>
                                        </p:tgtEl>
                                        <p:attrNameLst>
                                          <p:attrName>fillcolor</p:attrName>
                                        </p:attrNameLst>
                                      </p:cBhvr>
                                      <p:tavLst>
                                        <p:tav tm="0">
                                          <p:val>
                                            <p:strVal val="rgb(-103,51,51)"/>
                                          </p:val>
                                        </p:tav>
                                        <p:tav tm="50000">
                                          <p:val>
                                            <p:strVal val="rgb(-103,-103,0)"/>
                                          </p:val>
                                        </p:tav>
                                      </p:tavLst>
                                    </p:anim>
                                    <p:set>
                                      <p:cBhvr>
                                        <p:cTn id="3520" dur="80"/>
                                        <p:tgtEl>
                                          <p:spTgt spid="1288"/>
                                        </p:tgtEl>
                                        <p:attrNameLst>
                                          <p:attrName>fill.type</p:attrName>
                                        </p:attrNameLst>
                                      </p:cBhvr>
                                      <p:to>
                                        <p:strVal val="solid"/>
                                      </p:to>
                                    </p:set>
                                  </p:childTnLst>
                                </p:cTn>
                              </p:par>
                            </p:childTnLst>
                          </p:cTn>
                        </p:par>
                        <p:par>
                          <p:cTn id="3521" fill="hold">
                            <p:stCondLst>
                              <p:cond delay="4960"/>
                            </p:stCondLst>
                            <p:childTnLst>
                              <p:par>
                                <p:cTn id="3522" nodeType="afterEffect" fill="hold" presetClass="entr" presetID="27">
                                  <p:stCondLst>
                                    <p:cond delay="1500"/>
                                  </p:stCondLst>
                                  <p:iterate type="lt">
                                    <p:tmAbs val="40"/>
                                  </p:iterate>
                                  <p:childTnLst>
                                    <p:set>
                                      <p:cBhvr>
                                        <p:cTn id="3523" dur="1" fill="hold">
                                          <p:stCondLst>
                                            <p:cond delay="0"/>
                                          </p:stCondLst>
                                        </p:cTn>
                                        <p:tgtEl>
                                          <p:spTgt spid="1289"/>
                                        </p:tgtEl>
                                        <p:attrNameLst>
                                          <p:attrName>style.visibility</p:attrName>
                                        </p:attrNameLst>
                                      </p:cBhvr>
                                      <p:to>
                                        <p:strVal val="visible"/>
                                      </p:to>
                                    </p:set>
                                    <p:anim calcmode="discrete" valueType="clr">
                                      <p:cBhvr additive="repl">
                                        <p:cTn id="3524" dur="80"/>
                                        <p:tgtEl>
                                          <p:spTgt spid="1289"/>
                                        </p:tgtEl>
                                        <p:attrNameLst>
                                          <p:attrName>style.color</p:attrName>
                                        </p:attrNameLst>
                                      </p:cBhvr>
                                      <p:tavLst>
                                        <p:tav tm="0">
                                          <p:val>
                                            <p:strVal val="rgb(-103,51,51)"/>
                                          </p:val>
                                        </p:tav>
                                        <p:tav tm="50000">
                                          <p:val>
                                            <p:strVal val="rgb(-103,-103,0)"/>
                                          </p:val>
                                        </p:tav>
                                      </p:tavLst>
                                    </p:anim>
                                    <p:anim calcmode="discrete" valueType="clr">
                                      <p:cBhvr additive="repl">
                                        <p:cTn id="3525" dur="80"/>
                                        <p:tgtEl>
                                          <p:spTgt spid="1289"/>
                                        </p:tgtEl>
                                        <p:attrNameLst>
                                          <p:attrName>fillcolor</p:attrName>
                                        </p:attrNameLst>
                                      </p:cBhvr>
                                      <p:tavLst>
                                        <p:tav tm="0">
                                          <p:val>
                                            <p:strVal val="rgb(-103,51,51)"/>
                                          </p:val>
                                        </p:tav>
                                        <p:tav tm="50000">
                                          <p:val>
                                            <p:strVal val="rgb(-103,-103,0)"/>
                                          </p:val>
                                        </p:tav>
                                      </p:tavLst>
                                    </p:anim>
                                    <p:set>
                                      <p:cBhvr>
                                        <p:cTn id="3526" dur="80"/>
                                        <p:tgtEl>
                                          <p:spTgt spid="1289"/>
                                        </p:tgtEl>
                                        <p:attrNameLst>
                                          <p:attrName>fill.type</p:attrName>
                                        </p:attrNameLst>
                                      </p:cBhvr>
                                      <p:to>
                                        <p:strVal val="solid"/>
                                      </p:to>
                                    </p:set>
                                  </p:childTnLst>
                                </p:cTn>
                              </p:par>
                            </p:childTnLst>
                          </p:cTn>
                        </p:par>
                        <p:par>
                          <p:cTn id="3527" fill="hold">
                            <p:stCondLst>
                              <p:cond delay="9860"/>
                            </p:stCondLst>
                            <p:childTnLst>
                              <p:par>
                                <p:cTn id="3528" nodeType="afterEffect" fill="hold" presetClass="entr" presetID="1">
                                  <p:stCondLst>
                                    <p:cond delay="3000"/>
                                  </p:stCondLst>
                                  <p:childTnLst>
                                    <p:set>
                                      <p:cBhvr>
                                        <p:cTn id="3529" dur="1" fill="hold">
                                          <p:stCondLst>
                                            <p:cond delay="0"/>
                                          </p:stCondLst>
                                        </p:cTn>
                                        <p:tgtEl>
                                          <p:spTgt spid="1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91" name="" descr=""/>
          <p:cNvPicPr/>
          <p:nvPr/>
        </p:nvPicPr>
        <p:blipFill>
          <a:blip r:embed="rId1"/>
          <a:stretch/>
        </p:blipFill>
        <p:spPr>
          <a:xfrm>
            <a:off x="0" y="0"/>
            <a:ext cx="9144000" cy="6862680"/>
          </a:xfrm>
          <a:prstGeom prst="rect">
            <a:avLst/>
          </a:prstGeom>
          <a:ln w="0">
            <a:noFill/>
          </a:ln>
        </p:spPr>
      </p:pic>
      <p:sp>
        <p:nvSpPr>
          <p:cNvPr id="1292" name=""/>
          <p:cNvSpPr/>
          <p:nvPr/>
        </p:nvSpPr>
        <p:spPr>
          <a:xfrm>
            <a:off x="2971800" y="4648320"/>
            <a:ext cx="5943600" cy="2209680"/>
          </a:xfrm>
          <a:prstGeom prst="wedgeRoundRectCallout">
            <a:avLst>
              <a:gd name="adj1" fmla="val 47569"/>
              <a:gd name="adj2" fmla="val -68319"/>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293" name="" descr=""/>
          <p:cNvPicPr/>
          <p:nvPr/>
        </p:nvPicPr>
        <p:blipFill>
          <a:blip r:embed="rId2"/>
          <a:stretch/>
        </p:blipFill>
        <p:spPr>
          <a:xfrm>
            <a:off x="3352680" y="4800600"/>
            <a:ext cx="5334120" cy="1828800"/>
          </a:xfrm>
          <a:prstGeom prst="rect">
            <a:avLst/>
          </a:prstGeom>
          <a:ln w="0">
            <a:noFill/>
          </a:ln>
        </p:spPr>
      </p:pic>
      <p:sp>
        <p:nvSpPr>
          <p:cNvPr id="1294" name=""/>
          <p:cNvSpPr/>
          <p:nvPr/>
        </p:nvSpPr>
        <p:spPr>
          <a:xfrm>
            <a:off x="5486400" y="5257800"/>
            <a:ext cx="2362320" cy="9208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need somewhere to stay… Not here, though I’m sure they’ll be coming back…</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Where though… Let me think…</a:t>
            </a:r>
            <a:endParaRPr b="0" lang="en-US" sz="1200" spc="-1" strike="noStrike">
              <a:solidFill>
                <a:srgbClr val="000000"/>
              </a:solidFill>
              <a:latin typeface="Arial"/>
            </a:endParaRPr>
          </a:p>
        </p:txBody>
      </p:sp>
      <p:sp>
        <p:nvSpPr>
          <p:cNvPr id="1295" name="">
            <a:hlinkClick r:id="rId3" action="ppaction://hlinksldjump"/>
          </p:cNvPr>
          <p:cNvSpPr/>
          <p:nvPr/>
        </p:nvSpPr>
        <p:spPr>
          <a:xfrm>
            <a:off x="380880" y="228600"/>
            <a:ext cx="2438640" cy="48769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296" name=""/>
          <p:cNvSpPr/>
          <p:nvPr/>
        </p:nvSpPr>
        <p:spPr>
          <a:xfrm>
            <a:off x="3352680" y="0"/>
            <a:ext cx="1600200" cy="29718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530" dur="indefinite" restart="never" nodeType="tmRoot">
          <p:childTnLst>
            <p:seq>
              <p:cTn id="3531" dur="indefinite" nodeType="mainSeq">
                <p:childTnLst>
                  <p:par>
                    <p:cTn id="3532" fill="hold">
                      <p:stCondLst>
                        <p:cond delay="0"/>
                      </p:stCondLst>
                      <p:childTnLst>
                        <p:par>
                          <p:cTn id="3533" fill="hold">
                            <p:stCondLst>
                              <p:cond delay="0"/>
                            </p:stCondLst>
                            <p:childTnLst>
                              <p:par>
                                <p:cTn id="3534" nodeType="afterEffect" fill="hold" presetClass="entr" presetID="9">
                                  <p:stCondLst>
                                    <p:cond delay="0"/>
                                  </p:stCondLst>
                                  <p:childTnLst>
                                    <p:set>
                                      <p:cBhvr>
                                        <p:cTn id="3535" dur="1" fill="hold">
                                          <p:stCondLst>
                                            <p:cond delay="0"/>
                                          </p:stCondLst>
                                        </p:cTn>
                                        <p:tgtEl>
                                          <p:spTgt spid="1292"/>
                                        </p:tgtEl>
                                        <p:attrNameLst>
                                          <p:attrName>style.visibility</p:attrName>
                                        </p:attrNameLst>
                                      </p:cBhvr>
                                      <p:to>
                                        <p:strVal val="visible"/>
                                      </p:to>
                                    </p:set>
                                    <p:animEffect filter="dissolve" transition="in">
                                      <p:cBhvr additive="repl">
                                        <p:cTn id="3536" dur="500"/>
                                        <p:tgtEl>
                                          <p:spTgt spid="1292"/>
                                        </p:tgtEl>
                                      </p:cBhvr>
                                    </p:animEffect>
                                  </p:childTnLst>
                                </p:cTn>
                              </p:par>
                              <p:par>
                                <p:cTn id="3537" nodeType="withEffect" fill="hold" presetClass="entr" presetID="9">
                                  <p:stCondLst>
                                    <p:cond delay="0"/>
                                  </p:stCondLst>
                                  <p:childTnLst>
                                    <p:set>
                                      <p:cBhvr>
                                        <p:cTn id="3538" dur="1" fill="hold">
                                          <p:stCondLst>
                                            <p:cond delay="0"/>
                                          </p:stCondLst>
                                        </p:cTn>
                                        <p:tgtEl>
                                          <p:spTgt spid="1293"/>
                                        </p:tgtEl>
                                        <p:attrNameLst>
                                          <p:attrName>style.visibility</p:attrName>
                                        </p:attrNameLst>
                                      </p:cBhvr>
                                      <p:to>
                                        <p:strVal val="visible"/>
                                      </p:to>
                                    </p:set>
                                    <p:animEffect filter="dissolve" transition="in">
                                      <p:cBhvr additive="repl">
                                        <p:cTn id="3539" dur="500"/>
                                        <p:tgtEl>
                                          <p:spTgt spid="1293"/>
                                        </p:tgtEl>
                                      </p:cBhvr>
                                    </p:animEffect>
                                  </p:childTnLst>
                                </p:cTn>
                              </p:par>
                            </p:childTnLst>
                          </p:cTn>
                        </p:par>
                        <p:par>
                          <p:cTn id="3540" fill="hold">
                            <p:stCondLst>
                              <p:cond delay="500"/>
                            </p:stCondLst>
                            <p:childTnLst>
                              <p:par>
                                <p:cTn id="3541" nodeType="afterEffect" fill="hold" presetClass="entr" presetID="27">
                                  <p:stCondLst>
                                    <p:cond delay="0"/>
                                  </p:stCondLst>
                                  <p:iterate type="lt">
                                    <p:tmAbs val="40"/>
                                  </p:iterate>
                                  <p:childTnLst>
                                    <p:set>
                                      <p:cBhvr>
                                        <p:cTn id="3542" dur="1" fill="hold">
                                          <p:stCondLst>
                                            <p:cond delay="0"/>
                                          </p:stCondLst>
                                        </p:cTn>
                                        <p:tgtEl>
                                          <p:spTgt spid="1294"/>
                                        </p:tgtEl>
                                        <p:attrNameLst>
                                          <p:attrName>style.visibility</p:attrName>
                                        </p:attrNameLst>
                                      </p:cBhvr>
                                      <p:to>
                                        <p:strVal val="visible"/>
                                      </p:to>
                                    </p:set>
                                    <p:anim calcmode="discrete" valueType="clr">
                                      <p:cBhvr additive="repl">
                                        <p:cTn id="3543" dur="80"/>
                                        <p:tgtEl>
                                          <p:spTgt spid="1294"/>
                                        </p:tgtEl>
                                        <p:attrNameLst>
                                          <p:attrName>style.color</p:attrName>
                                        </p:attrNameLst>
                                      </p:cBhvr>
                                      <p:tavLst>
                                        <p:tav tm="0">
                                          <p:val>
                                            <p:strVal val="rgb(-103,51,51)"/>
                                          </p:val>
                                        </p:tav>
                                        <p:tav tm="50000">
                                          <p:val>
                                            <p:strVal val="rgb(-103,-103,0)"/>
                                          </p:val>
                                        </p:tav>
                                      </p:tavLst>
                                    </p:anim>
                                    <p:anim calcmode="discrete" valueType="clr">
                                      <p:cBhvr additive="repl">
                                        <p:cTn id="3544" dur="80"/>
                                        <p:tgtEl>
                                          <p:spTgt spid="1294"/>
                                        </p:tgtEl>
                                        <p:attrNameLst>
                                          <p:attrName>fillcolor</p:attrName>
                                        </p:attrNameLst>
                                      </p:cBhvr>
                                      <p:tavLst>
                                        <p:tav tm="0">
                                          <p:val>
                                            <p:strVal val="rgb(-103,51,51)"/>
                                          </p:val>
                                        </p:tav>
                                        <p:tav tm="50000">
                                          <p:val>
                                            <p:strVal val="rgb(-103,-103,0)"/>
                                          </p:val>
                                        </p:tav>
                                      </p:tavLst>
                                    </p:anim>
                                    <p:set>
                                      <p:cBhvr>
                                        <p:cTn id="3545" dur="80"/>
                                        <p:tgtEl>
                                          <p:spTgt spid="1294"/>
                                        </p:tgtEl>
                                        <p:attrNameLst>
                                          <p:attrName>fill.type</p:attrName>
                                        </p:attrNameLst>
                                      </p:cBhvr>
                                      <p:to>
                                        <p:strVal val="solid"/>
                                      </p:to>
                                    </p:set>
                                  </p:childTnLst>
                                </p:cTn>
                              </p:par>
                            </p:childTnLst>
                          </p:cTn>
                        </p:par>
                        <p:par>
                          <p:cTn id="3546" fill="hold">
                            <p:stCondLst>
                              <p:cond delay="3940"/>
                            </p:stCondLst>
                            <p:childTnLst>
                              <p:par>
                                <p:cTn id="3547" nodeType="afterEffect" fill="hold" presetClass="entr" presetID="1">
                                  <p:stCondLst>
                                    <p:cond delay="0"/>
                                  </p:stCondLst>
                                  <p:childTnLst>
                                    <p:set>
                                      <p:cBhvr>
                                        <p:cTn id="3548" dur="1" fill="hold">
                                          <p:stCondLst>
                                            <p:cond delay="0"/>
                                          </p:stCondLst>
                                        </p:cTn>
                                        <p:tgtEl>
                                          <p:spTgt spid="1295"/>
                                        </p:tgtEl>
                                        <p:attrNameLst>
                                          <p:attrName>style.visibility</p:attrName>
                                        </p:attrNameLst>
                                      </p:cBhvr>
                                      <p:to>
                                        <p:strVal val="visible"/>
                                      </p:to>
                                    </p:set>
                                  </p:childTnLst>
                                </p:cTn>
                              </p:par>
                            </p:childTnLst>
                          </p:cTn>
                        </p:par>
                        <p:par>
                          <p:cTn id="3549" fill="hold">
                            <p:stCondLst>
                              <p:cond delay="3940"/>
                            </p:stCondLst>
                            <p:childTnLst>
                              <p:par>
                                <p:cTn id="3550" nodeType="afterEffect" fill="hold" presetClass="entr" presetID="1">
                                  <p:stCondLst>
                                    <p:cond delay="0"/>
                                  </p:stCondLst>
                                  <p:childTnLst>
                                    <p:set>
                                      <p:cBhvr>
                                        <p:cTn id="3551" dur="1" fill="hold">
                                          <p:stCondLst>
                                            <p:cond delay="0"/>
                                          </p:stCondLst>
                                        </p:cTn>
                                        <p:tgtEl>
                                          <p:spTgt spid="1296"/>
                                        </p:tgtEl>
                                        <p:attrNameLst>
                                          <p:attrName>style.visibility</p:attrName>
                                        </p:attrNameLst>
                                      </p:cBhvr>
                                      <p:to>
                                        <p:strVal val="visible"/>
                                      </p:to>
                                    </p:set>
                                  </p:childTnLst>
                                </p:cTn>
                              </p:par>
                            </p:childTnLst>
                          </p:cTn>
                        </p:par>
                        <p:par>
                          <p:cTn id="3552" fill="hold">
                            <p:stCondLst>
                              <p:cond delay="3940"/>
                            </p:stCondLst>
                            <p:childTnLst>
                              <p:par>
                                <p:cTn id="3553" nodeType="afterEffect" fill="hold" presetClass="entr" presetID="1">
                                  <p:stCondLst>
                                    <p:cond delay="0"/>
                                  </p:stCondLst>
                                  <p:childTnLst>
                                    <p:set>
                                      <p:cBhvr>
                                        <p:cTn id="3554" dur="1" fill="hold">
                                          <p:stCondLst>
                                            <p:cond delay="0"/>
                                          </p:stCondLst>
                                        </p:cTn>
                                        <p:tgtEl>
                                          <p:spTgt spid="12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97" name="" descr=""/>
          <p:cNvPicPr/>
          <p:nvPr/>
        </p:nvPicPr>
        <p:blipFill>
          <a:blip r:embed="rId1"/>
          <a:stretch/>
        </p:blipFill>
        <p:spPr>
          <a:xfrm>
            <a:off x="0" y="0"/>
            <a:ext cx="9144000" cy="6858000"/>
          </a:xfrm>
          <a:prstGeom prst="rect">
            <a:avLst/>
          </a:prstGeom>
          <a:ln w="0">
            <a:noFill/>
          </a:ln>
        </p:spPr>
      </p:pic>
      <p:sp>
        <p:nvSpPr>
          <p:cNvPr id="1298" name="">
            <a:hlinkClick r:id="rId2" action="ppaction://hlinksldjump"/>
          </p:cNvPr>
          <p:cNvSpPr/>
          <p:nvPr/>
        </p:nvSpPr>
        <p:spPr>
          <a:xfrm>
            <a:off x="-1901880" y="1447920"/>
            <a:ext cx="2664000" cy="4952880"/>
          </a:xfrm>
          <a:custGeom>
            <a:avLst/>
            <a:gdLst/>
            <a:ahLst/>
            <a:rect l="l" t="t" r="r" b="b"/>
            <a:pathLst>
              <a:path w="1678" h="3120">
                <a:moveTo>
                  <a:pt x="0" y="642"/>
                </a:moveTo>
                <a:cubicBezTo>
                  <a:pt x="76" y="586"/>
                  <a:pt x="172" y="555"/>
                  <a:pt x="265" y="542"/>
                </a:cubicBezTo>
                <a:cubicBezTo>
                  <a:pt x="316" y="526"/>
                  <a:pt x="297" y="494"/>
                  <a:pt x="348" y="478"/>
                </a:cubicBezTo>
                <a:cubicBezTo>
                  <a:pt x="371" y="454"/>
                  <a:pt x="362" y="467"/>
                  <a:pt x="375" y="441"/>
                </a:cubicBezTo>
                <a:lnTo>
                  <a:pt x="1630" y="0"/>
                </a:lnTo>
                <a:lnTo>
                  <a:pt x="1678" y="2352"/>
                </a:lnTo>
                <a:lnTo>
                  <a:pt x="1006" y="3120"/>
                </a:lnTo>
                <a:lnTo>
                  <a:pt x="0" y="642"/>
                </a:lnTo>
                <a:close/>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sld>
</file>

<file path=ppt/slides/slide1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9" name=""/>
          <p:cNvSpPr/>
          <p:nvPr/>
        </p:nvSpPr>
        <p:spPr>
          <a:xfrm>
            <a:off x="-1523880" y="-609480"/>
            <a:ext cx="12496680" cy="8001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advTm="1000">
    <p:fade/>
  </p:transition>
</p:sld>
</file>

<file path=ppt/slides/slide1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00" name="" descr=""/>
          <p:cNvPicPr/>
          <p:nvPr/>
        </p:nvPicPr>
        <p:blipFill>
          <a:blip r:embed="rId1"/>
          <a:stretch/>
        </p:blipFill>
        <p:spPr>
          <a:xfrm>
            <a:off x="0" y="0"/>
            <a:ext cx="9144000" cy="6858000"/>
          </a:xfrm>
          <a:prstGeom prst="rect">
            <a:avLst/>
          </a:prstGeom>
          <a:ln w="0">
            <a:noFill/>
          </a:ln>
        </p:spPr>
      </p:pic>
      <p:sp>
        <p:nvSpPr>
          <p:cNvPr id="1301" name="">
            <a:hlinkClick r:id="rId2" action="ppaction://hlinksldjump"/>
          </p:cNvPr>
          <p:cNvSpPr/>
          <p:nvPr/>
        </p:nvSpPr>
        <p:spPr>
          <a:xfrm rot="19281600">
            <a:off x="7924680" y="4876560"/>
            <a:ext cx="914400" cy="1981080"/>
          </a:xfrm>
          <a:prstGeom prst="downArrow">
            <a:avLst>
              <a:gd name="adj1" fmla="val 50000"/>
              <a:gd name="adj2" fmla="val 54163"/>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p:fade/>
  </p:transition>
  <p:timing>
    <p:tnLst>
      <p:par>
        <p:cTn id="3555" dur="indefinite" restart="never" nodeType="tmRoot">
          <p:childTnLst>
            <p:seq>
              <p:cTn id="3556" dur="indefinite" nodeType="mainSeq">
                <p:childTnLst>
                  <p:par>
                    <p:cTn id="3557" fill="hold">
                      <p:stCondLst>
                        <p:cond delay="0"/>
                      </p:stCondLst>
                      <p:childTnLst>
                        <p:par>
                          <p:cTn id="3558" fill="hold">
                            <p:stCondLst>
                              <p:cond delay="0"/>
                            </p:stCondLst>
                            <p:childTnLst>
                              <p:par>
                                <p:cTn id="3559" nodeType="afterEffect" fill="hold" presetClass="entr" presetID="9">
                                  <p:stCondLst>
                                    <p:cond delay="500"/>
                                  </p:stCondLst>
                                  <p:childTnLst>
                                    <p:set>
                                      <p:cBhvr>
                                        <p:cTn id="3560" dur="1" fill="hold">
                                          <p:stCondLst>
                                            <p:cond delay="0"/>
                                          </p:stCondLst>
                                        </p:cTn>
                                        <p:tgtEl>
                                          <p:spTgt spid="1301"/>
                                        </p:tgtEl>
                                        <p:attrNameLst>
                                          <p:attrName>style.visibility</p:attrName>
                                        </p:attrNameLst>
                                      </p:cBhvr>
                                      <p:to>
                                        <p:strVal val="visible"/>
                                      </p:to>
                                    </p:set>
                                    <p:animEffect filter="dissolve" transition="in">
                                      <p:cBhvr additive="repl">
                                        <p:cTn id="3561" dur="500"/>
                                        <p:tgtEl>
                                          <p:spTgt spid="1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02" name="" descr=""/>
          <p:cNvPicPr/>
          <p:nvPr/>
        </p:nvPicPr>
        <p:blipFill>
          <a:blip r:embed="rId1"/>
          <a:stretch/>
        </p:blipFill>
        <p:spPr>
          <a:xfrm>
            <a:off x="0" y="0"/>
            <a:ext cx="9144000" cy="6858000"/>
          </a:xfrm>
          <a:prstGeom prst="rect">
            <a:avLst/>
          </a:prstGeom>
          <a:ln w="0">
            <a:noFill/>
          </a:ln>
        </p:spPr>
      </p:pic>
      <p:pic>
        <p:nvPicPr>
          <p:cNvPr id="1303" name="" descr=""/>
          <p:cNvPicPr/>
          <p:nvPr/>
        </p:nvPicPr>
        <p:blipFill>
          <a:blip r:embed="rId2"/>
          <a:stretch/>
        </p:blipFill>
        <p:spPr>
          <a:xfrm>
            <a:off x="3809880" y="5029200"/>
            <a:ext cx="5334120" cy="1828800"/>
          </a:xfrm>
          <a:prstGeom prst="rect">
            <a:avLst/>
          </a:prstGeom>
          <a:ln w="0">
            <a:noFill/>
          </a:ln>
        </p:spPr>
      </p:pic>
      <p:sp>
        <p:nvSpPr>
          <p:cNvPr id="1304" name=""/>
          <p:cNvSpPr/>
          <p:nvPr/>
        </p:nvSpPr>
        <p:spPr>
          <a:xfrm>
            <a:off x="6019920" y="5562720"/>
            <a:ext cx="2361960" cy="110376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That’s it! I know, I can stay at </a:t>
            </a:r>
            <a:r>
              <a:rPr b="0" lang="en-US" sz="1200" spc="-1" strike="noStrike">
                <a:solidFill>
                  <a:srgbClr val="ff0000"/>
                </a:solidFill>
                <a:latin typeface="Arial"/>
              </a:rPr>
              <a:t>Caina’s </a:t>
            </a:r>
            <a:r>
              <a:rPr b="0" lang="en-US" sz="1200" spc="-1" strike="noStrike">
                <a:solidFill>
                  <a:srgbClr val="000000"/>
                </a:solidFill>
                <a:latin typeface="Arial"/>
              </a:rPr>
              <a:t>place!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 trains are closed now… Maybe I could go there on a </a:t>
            </a:r>
            <a:r>
              <a:rPr b="0" lang="en-US" sz="1200" spc="-1" strike="noStrike">
                <a:solidFill>
                  <a:srgbClr val="ff0000"/>
                </a:solidFill>
                <a:latin typeface="Arial"/>
              </a:rPr>
              <a:t>Taxi</a:t>
            </a:r>
            <a:r>
              <a:rPr b="0" lang="en-US" sz="1200" spc="-1" strike="noStrike">
                <a:solidFill>
                  <a:srgbClr val="000000"/>
                </a:solidFill>
                <a:latin typeface="Arial"/>
              </a:rPr>
              <a:t>…</a:t>
            </a:r>
            <a:endParaRPr b="0" lang="en-US" sz="1200" spc="-1" strike="noStrike">
              <a:solidFill>
                <a:srgbClr val="000000"/>
              </a:solidFill>
              <a:latin typeface="Arial"/>
            </a:endParaRPr>
          </a:p>
        </p:txBody>
      </p:sp>
      <p:sp>
        <p:nvSpPr>
          <p:cNvPr id="1305" name="">
            <a:hlinkClick r:id="rId3" action="ppaction://hlinksldjump"/>
          </p:cNvPr>
          <p:cNvSpPr/>
          <p:nvPr/>
        </p:nvSpPr>
        <p:spPr>
          <a:xfrm>
            <a:off x="5486400" y="0"/>
            <a:ext cx="1066680" cy="9907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562" dur="indefinite" restart="never" nodeType="tmRoot">
          <p:childTnLst>
            <p:seq>
              <p:cTn id="3563" dur="indefinite" nodeType="mainSeq">
                <p:childTnLst>
                  <p:par>
                    <p:cTn id="3564" fill="hold">
                      <p:stCondLst>
                        <p:cond delay="0"/>
                      </p:stCondLst>
                      <p:childTnLst>
                        <p:par>
                          <p:cTn id="3565" fill="hold">
                            <p:stCondLst>
                              <p:cond delay="0"/>
                            </p:stCondLst>
                            <p:childTnLst>
                              <p:par>
                                <p:cTn id="3566" nodeType="afterEffect" fill="hold" presetClass="entr" presetID="9">
                                  <p:stCondLst>
                                    <p:cond delay="1500"/>
                                  </p:stCondLst>
                                  <p:childTnLst>
                                    <p:set>
                                      <p:cBhvr>
                                        <p:cTn id="3567" dur="1" fill="hold">
                                          <p:stCondLst>
                                            <p:cond delay="0"/>
                                          </p:stCondLst>
                                        </p:cTn>
                                        <p:tgtEl>
                                          <p:spTgt spid="1303"/>
                                        </p:tgtEl>
                                        <p:attrNameLst>
                                          <p:attrName>style.visibility</p:attrName>
                                        </p:attrNameLst>
                                      </p:cBhvr>
                                      <p:to>
                                        <p:strVal val="visible"/>
                                      </p:to>
                                    </p:set>
                                    <p:animEffect filter="dissolve" transition="in">
                                      <p:cBhvr additive="repl">
                                        <p:cTn id="3568" dur="500"/>
                                        <p:tgtEl>
                                          <p:spTgt spid="1303"/>
                                        </p:tgtEl>
                                      </p:cBhvr>
                                    </p:animEffect>
                                  </p:childTnLst>
                                </p:cTn>
                              </p:par>
                            </p:childTnLst>
                          </p:cTn>
                        </p:par>
                        <p:par>
                          <p:cTn id="3569" fill="hold">
                            <p:stCondLst>
                              <p:cond delay="2000"/>
                            </p:stCondLst>
                            <p:childTnLst>
                              <p:par>
                                <p:cTn id="3570" nodeType="afterEffect" fill="hold" presetClass="entr" presetID="27">
                                  <p:stCondLst>
                                    <p:cond delay="0"/>
                                  </p:stCondLst>
                                  <p:iterate type="lt">
                                    <p:tmAbs val="40"/>
                                  </p:iterate>
                                  <p:childTnLst>
                                    <p:set>
                                      <p:cBhvr>
                                        <p:cTn id="3571" dur="1" fill="hold">
                                          <p:stCondLst>
                                            <p:cond delay="0"/>
                                          </p:stCondLst>
                                        </p:cTn>
                                        <p:tgtEl>
                                          <p:spTgt spid="1304"/>
                                        </p:tgtEl>
                                        <p:attrNameLst>
                                          <p:attrName>style.visibility</p:attrName>
                                        </p:attrNameLst>
                                      </p:cBhvr>
                                      <p:to>
                                        <p:strVal val="visible"/>
                                      </p:to>
                                    </p:set>
                                    <p:anim calcmode="discrete" valueType="clr">
                                      <p:cBhvr additive="repl">
                                        <p:cTn id="3572" dur="80"/>
                                        <p:tgtEl>
                                          <p:spTgt spid="1304"/>
                                        </p:tgtEl>
                                        <p:attrNameLst>
                                          <p:attrName>style.color</p:attrName>
                                        </p:attrNameLst>
                                      </p:cBhvr>
                                      <p:tavLst>
                                        <p:tav tm="0">
                                          <p:val>
                                            <p:strVal val="rgb(-103,51,51)"/>
                                          </p:val>
                                        </p:tav>
                                        <p:tav tm="50000">
                                          <p:val>
                                            <p:strVal val="rgb(-103,-103,0)"/>
                                          </p:val>
                                        </p:tav>
                                      </p:tavLst>
                                    </p:anim>
                                    <p:anim calcmode="discrete" valueType="clr">
                                      <p:cBhvr additive="repl">
                                        <p:cTn id="3573" dur="80"/>
                                        <p:tgtEl>
                                          <p:spTgt spid="1304"/>
                                        </p:tgtEl>
                                        <p:attrNameLst>
                                          <p:attrName>fillcolor</p:attrName>
                                        </p:attrNameLst>
                                      </p:cBhvr>
                                      <p:tavLst>
                                        <p:tav tm="0">
                                          <p:val>
                                            <p:strVal val="rgb(-103,51,51)"/>
                                          </p:val>
                                        </p:tav>
                                        <p:tav tm="50000">
                                          <p:val>
                                            <p:strVal val="rgb(-103,-103,0)"/>
                                          </p:val>
                                        </p:tav>
                                      </p:tavLst>
                                    </p:anim>
                                    <p:set>
                                      <p:cBhvr>
                                        <p:cTn id="3574" dur="80"/>
                                        <p:tgtEl>
                                          <p:spTgt spid="1304"/>
                                        </p:tgtEl>
                                        <p:attrNameLst>
                                          <p:attrName>fill.type</p:attrName>
                                        </p:attrNameLst>
                                      </p:cBhvr>
                                      <p:to>
                                        <p:strVal val="solid"/>
                                      </p:to>
                                    </p:set>
                                  </p:childTnLst>
                                </p:cTn>
                              </p:par>
                            </p:childTnLst>
                          </p:cTn>
                        </p:par>
                        <p:par>
                          <p:cTn id="3575" fill="hold">
                            <p:stCondLst>
                              <p:cond delay="5480"/>
                            </p:stCondLst>
                            <p:childTnLst>
                              <p:par>
                                <p:cTn id="3576" nodeType="afterEffect" fill="hold" presetClass="entr" presetID="1">
                                  <p:stCondLst>
                                    <p:cond delay="0"/>
                                  </p:stCondLst>
                                  <p:childTnLst>
                                    <p:set>
                                      <p:cBhvr>
                                        <p:cTn id="3577" dur="1" fill="hold">
                                          <p:stCondLst>
                                            <p:cond delay="0"/>
                                          </p:stCondLst>
                                        </p:cTn>
                                        <p:tgtEl>
                                          <p:spTgt spid="13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06" name="" descr=""/>
          <p:cNvPicPr/>
          <p:nvPr/>
        </p:nvPicPr>
        <p:blipFill>
          <a:blip r:embed="rId1"/>
          <a:stretch/>
        </p:blipFill>
        <p:spPr>
          <a:xfrm>
            <a:off x="0" y="0"/>
            <a:ext cx="9144000" cy="6862680"/>
          </a:xfrm>
          <a:prstGeom prst="rect">
            <a:avLst/>
          </a:prstGeom>
          <a:ln w="0">
            <a:noFill/>
          </a:ln>
        </p:spPr>
      </p:pic>
      <p:sp>
        <p:nvSpPr>
          <p:cNvPr id="1307" name=""/>
          <p:cNvSpPr/>
          <p:nvPr/>
        </p:nvSpPr>
        <p:spPr>
          <a:xfrm>
            <a:off x="2971800" y="4648320"/>
            <a:ext cx="5943600" cy="2209680"/>
          </a:xfrm>
          <a:prstGeom prst="wedgeRoundRectCallout">
            <a:avLst>
              <a:gd name="adj1" fmla="val 47569"/>
              <a:gd name="adj2" fmla="val -68319"/>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308" name="" descr=""/>
          <p:cNvPicPr/>
          <p:nvPr/>
        </p:nvPicPr>
        <p:blipFill>
          <a:blip r:embed="rId2"/>
          <a:stretch/>
        </p:blipFill>
        <p:spPr>
          <a:xfrm>
            <a:off x="3352680" y="4800600"/>
            <a:ext cx="5334120" cy="1828800"/>
          </a:xfrm>
          <a:prstGeom prst="rect">
            <a:avLst/>
          </a:prstGeom>
          <a:ln w="0">
            <a:noFill/>
          </a:ln>
        </p:spPr>
      </p:pic>
      <p:sp>
        <p:nvSpPr>
          <p:cNvPr id="1309" name=""/>
          <p:cNvSpPr/>
          <p:nvPr/>
        </p:nvSpPr>
        <p:spPr>
          <a:xfrm>
            <a:off x="5486400" y="5257800"/>
            <a:ext cx="2362320" cy="9208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need somewhere to stay… Not here, though I’m sure they’ll be coming back…</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Where though… Let me think…</a:t>
            </a:r>
            <a:endParaRPr b="0" lang="en-US" sz="1200" spc="-1" strike="noStrike">
              <a:solidFill>
                <a:srgbClr val="000000"/>
              </a:solidFill>
              <a:latin typeface="Arial"/>
            </a:endParaRPr>
          </a:p>
        </p:txBody>
      </p:sp>
      <p:sp>
        <p:nvSpPr>
          <p:cNvPr id="1310" name=""/>
          <p:cNvSpPr/>
          <p:nvPr/>
        </p:nvSpPr>
        <p:spPr>
          <a:xfrm>
            <a:off x="3809880" y="1371600"/>
            <a:ext cx="914400" cy="5335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311" name=""/>
          <p:cNvSpPr/>
          <p:nvPr/>
        </p:nvSpPr>
        <p:spPr>
          <a:xfrm>
            <a:off x="380880" y="304920"/>
            <a:ext cx="2286000" cy="487656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1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12" name="" descr=""/>
          <p:cNvPicPr/>
          <p:nvPr/>
        </p:nvPicPr>
        <p:blipFill>
          <a:blip r:embed="rId1"/>
          <a:stretch/>
        </p:blipFill>
        <p:spPr>
          <a:xfrm>
            <a:off x="0" y="0"/>
            <a:ext cx="9144000" cy="6802560"/>
          </a:xfrm>
          <a:prstGeom prst="rect">
            <a:avLst/>
          </a:prstGeom>
          <a:ln w="0">
            <a:noFill/>
          </a:ln>
        </p:spPr>
      </p:pic>
      <p:sp>
        <p:nvSpPr>
          <p:cNvPr id="1313" name=""/>
          <p:cNvSpPr/>
          <p:nvPr/>
        </p:nvSpPr>
        <p:spPr>
          <a:xfrm flipH="1" flipV="1">
            <a:off x="4495320" y="1599840"/>
            <a:ext cx="2133720" cy="6858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14" name=""/>
          <p:cNvSpPr/>
          <p:nvPr/>
        </p:nvSpPr>
        <p:spPr>
          <a:xfrm flipV="1">
            <a:off x="3962520" y="1676160"/>
            <a:ext cx="75960" cy="60948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315" name=""/>
          <p:cNvSpPr/>
          <p:nvPr/>
        </p:nvSpPr>
        <p:spPr>
          <a:xfrm>
            <a:off x="380880" y="304920"/>
            <a:ext cx="2438640" cy="48006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2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16" name="" descr=""/>
          <p:cNvPicPr/>
          <p:nvPr/>
        </p:nvPicPr>
        <p:blipFill>
          <a:blip r:embed="rId1"/>
          <a:stretch/>
        </p:blipFill>
        <p:spPr>
          <a:xfrm>
            <a:off x="0" y="0"/>
            <a:ext cx="9144000" cy="6877080"/>
          </a:xfrm>
          <a:prstGeom prst="rect">
            <a:avLst/>
          </a:prstGeom>
          <a:ln w="0">
            <a:noFill/>
          </a:ln>
        </p:spPr>
      </p:pic>
      <p:sp>
        <p:nvSpPr>
          <p:cNvPr id="1317" name="">
            <a:hlinkClick r:id="rId2" action="ppaction://hlinksldjump"/>
          </p:cNvPr>
          <p:cNvSpPr/>
          <p:nvPr/>
        </p:nvSpPr>
        <p:spPr>
          <a:xfrm>
            <a:off x="-609480" y="2362320"/>
            <a:ext cx="4572000" cy="2133360"/>
          </a:xfrm>
          <a:custGeom>
            <a:avLst/>
            <a:gdLst/>
            <a:ahLst/>
            <a:rect l="l" t="t" r="r" b="b"/>
            <a:pathLst>
              <a:path w="2880" h="1344">
                <a:moveTo>
                  <a:pt x="9" y="843"/>
                </a:moveTo>
                <a:cubicBezTo>
                  <a:pt x="25" y="832"/>
                  <a:pt x="81" y="791"/>
                  <a:pt x="91" y="779"/>
                </a:cubicBezTo>
                <a:cubicBezTo>
                  <a:pt x="123" y="738"/>
                  <a:pt x="139" y="624"/>
                  <a:pt x="210" y="624"/>
                </a:cubicBezTo>
                <a:lnTo>
                  <a:pt x="576" y="0"/>
                </a:lnTo>
                <a:lnTo>
                  <a:pt x="2688" y="192"/>
                </a:lnTo>
                <a:lnTo>
                  <a:pt x="2880" y="1344"/>
                </a:lnTo>
                <a:lnTo>
                  <a:pt x="0" y="912"/>
                </a:lnTo>
                <a:lnTo>
                  <a:pt x="9" y="843"/>
                </a:lnTo>
                <a:close/>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sld>
</file>

<file path=ppt/slides/slide2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18" name="" descr=""/>
          <p:cNvPicPr/>
          <p:nvPr/>
        </p:nvPicPr>
        <p:blipFill>
          <a:blip r:embed="rId1"/>
          <a:stretch/>
        </p:blipFill>
        <p:spPr>
          <a:xfrm>
            <a:off x="0" y="0"/>
            <a:ext cx="9144000" cy="6845400"/>
          </a:xfrm>
          <a:prstGeom prst="rect">
            <a:avLst/>
          </a:prstGeom>
          <a:ln w="0">
            <a:noFill/>
          </a:ln>
        </p:spPr>
      </p:pic>
      <p:pic>
        <p:nvPicPr>
          <p:cNvPr id="1319" name="" descr=""/>
          <p:cNvPicPr/>
          <p:nvPr/>
        </p:nvPicPr>
        <p:blipFill>
          <a:blip r:embed="rId2"/>
          <a:stretch/>
        </p:blipFill>
        <p:spPr>
          <a:xfrm>
            <a:off x="3809880" y="5029200"/>
            <a:ext cx="5334120" cy="1828800"/>
          </a:xfrm>
          <a:prstGeom prst="rect">
            <a:avLst/>
          </a:prstGeom>
          <a:ln w="0">
            <a:noFill/>
          </a:ln>
        </p:spPr>
      </p:pic>
      <p:sp>
        <p:nvSpPr>
          <p:cNvPr id="1320" name=""/>
          <p:cNvSpPr/>
          <p:nvPr/>
        </p:nvSpPr>
        <p:spPr>
          <a:xfrm>
            <a:off x="6019920" y="5562720"/>
            <a:ext cx="236196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Auto-Taxi system…? Never used one of these before…</a:t>
            </a:r>
            <a:endParaRPr b="0" lang="en-US" sz="1200" spc="-1" strike="noStrike">
              <a:solidFill>
                <a:srgbClr val="000000"/>
              </a:solidFill>
              <a:latin typeface="Arial"/>
            </a:endParaRPr>
          </a:p>
        </p:txBody>
      </p:sp>
      <p:sp>
        <p:nvSpPr>
          <p:cNvPr id="1321" name="">
            <a:hlinkClick r:id="rId3" action="ppaction://hlinksldjump"/>
          </p:cNvPr>
          <p:cNvSpPr/>
          <p:nvPr/>
        </p:nvSpPr>
        <p:spPr>
          <a:xfrm>
            <a:off x="4876920" y="685800"/>
            <a:ext cx="1828800" cy="18288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p:fade thruBlk="true"/>
  </p:transition>
  <p:timing>
    <p:tnLst>
      <p:par>
        <p:cTn id="3578" dur="indefinite" restart="never" nodeType="tmRoot">
          <p:childTnLst>
            <p:seq>
              <p:cTn id="3579" dur="indefinite" nodeType="mainSeq">
                <p:childTnLst>
                  <p:par>
                    <p:cTn id="3580" fill="hold">
                      <p:stCondLst>
                        <p:cond delay="0"/>
                      </p:stCondLst>
                      <p:childTnLst>
                        <p:par>
                          <p:cTn id="3581" fill="hold">
                            <p:stCondLst>
                              <p:cond delay="0"/>
                            </p:stCondLst>
                            <p:childTnLst>
                              <p:par>
                                <p:cTn id="3582" nodeType="afterEffect" fill="hold" presetClass="entr" presetID="9">
                                  <p:stCondLst>
                                    <p:cond delay="500"/>
                                  </p:stCondLst>
                                  <p:childTnLst>
                                    <p:set>
                                      <p:cBhvr>
                                        <p:cTn id="3583" dur="1" fill="hold">
                                          <p:stCondLst>
                                            <p:cond delay="0"/>
                                          </p:stCondLst>
                                        </p:cTn>
                                        <p:tgtEl>
                                          <p:spTgt spid="1319"/>
                                        </p:tgtEl>
                                        <p:attrNameLst>
                                          <p:attrName>style.visibility</p:attrName>
                                        </p:attrNameLst>
                                      </p:cBhvr>
                                      <p:to>
                                        <p:strVal val="visible"/>
                                      </p:to>
                                    </p:set>
                                    <p:animEffect filter="dissolve" transition="in">
                                      <p:cBhvr additive="repl">
                                        <p:cTn id="3584" dur="500"/>
                                        <p:tgtEl>
                                          <p:spTgt spid="1319"/>
                                        </p:tgtEl>
                                      </p:cBhvr>
                                    </p:animEffect>
                                  </p:childTnLst>
                                </p:cTn>
                              </p:par>
                            </p:childTnLst>
                          </p:cTn>
                        </p:par>
                        <p:par>
                          <p:cTn id="3585" fill="hold">
                            <p:stCondLst>
                              <p:cond delay="1000"/>
                            </p:stCondLst>
                            <p:childTnLst>
                              <p:par>
                                <p:cTn id="3586" nodeType="afterEffect" fill="hold" presetClass="entr" presetID="27">
                                  <p:stCondLst>
                                    <p:cond delay="0"/>
                                  </p:stCondLst>
                                  <p:iterate type="lt">
                                    <p:tmAbs val="40"/>
                                  </p:iterate>
                                  <p:childTnLst>
                                    <p:set>
                                      <p:cBhvr>
                                        <p:cTn id="3587" dur="1" fill="hold">
                                          <p:stCondLst>
                                            <p:cond delay="0"/>
                                          </p:stCondLst>
                                        </p:cTn>
                                        <p:tgtEl>
                                          <p:spTgt spid="1320"/>
                                        </p:tgtEl>
                                        <p:attrNameLst>
                                          <p:attrName>style.visibility</p:attrName>
                                        </p:attrNameLst>
                                      </p:cBhvr>
                                      <p:to>
                                        <p:strVal val="visible"/>
                                      </p:to>
                                    </p:set>
                                    <p:anim calcmode="discrete" valueType="clr">
                                      <p:cBhvr additive="repl">
                                        <p:cTn id="3588" dur="80"/>
                                        <p:tgtEl>
                                          <p:spTgt spid="1320"/>
                                        </p:tgtEl>
                                        <p:attrNameLst>
                                          <p:attrName>style.color</p:attrName>
                                        </p:attrNameLst>
                                      </p:cBhvr>
                                      <p:tavLst>
                                        <p:tav tm="0">
                                          <p:val>
                                            <p:strVal val="rgb(-103,51,51)"/>
                                          </p:val>
                                        </p:tav>
                                        <p:tav tm="50000">
                                          <p:val>
                                            <p:strVal val="rgb(-103,-103,0)"/>
                                          </p:val>
                                        </p:tav>
                                      </p:tavLst>
                                    </p:anim>
                                    <p:anim calcmode="discrete" valueType="clr">
                                      <p:cBhvr additive="repl">
                                        <p:cTn id="3589" dur="80"/>
                                        <p:tgtEl>
                                          <p:spTgt spid="1320"/>
                                        </p:tgtEl>
                                        <p:attrNameLst>
                                          <p:attrName>fillcolor</p:attrName>
                                        </p:attrNameLst>
                                      </p:cBhvr>
                                      <p:tavLst>
                                        <p:tav tm="0">
                                          <p:val>
                                            <p:strVal val="rgb(-103,51,51)"/>
                                          </p:val>
                                        </p:tav>
                                        <p:tav tm="50000">
                                          <p:val>
                                            <p:strVal val="rgb(-103,-103,0)"/>
                                          </p:val>
                                        </p:tav>
                                      </p:tavLst>
                                    </p:anim>
                                    <p:set>
                                      <p:cBhvr>
                                        <p:cTn id="3590" dur="80"/>
                                        <p:tgtEl>
                                          <p:spTgt spid="1320"/>
                                        </p:tgtEl>
                                        <p:attrNameLst>
                                          <p:attrName>fill.type</p:attrName>
                                        </p:attrNameLst>
                                      </p:cBhvr>
                                      <p:to>
                                        <p:strVal val="solid"/>
                                      </p:to>
                                    </p:set>
                                  </p:childTnLst>
                                </p:cTn>
                              </p:par>
                            </p:childTnLst>
                          </p:cTn>
                        </p:par>
                        <p:par>
                          <p:cTn id="3591" fill="hold">
                            <p:stCondLst>
                              <p:cond delay="2760"/>
                            </p:stCondLst>
                            <p:childTnLst>
                              <p:par>
                                <p:cTn id="3592" nodeType="afterEffect" fill="hold" presetClass="entr" presetID="1">
                                  <p:stCondLst>
                                    <p:cond delay="0"/>
                                  </p:stCondLst>
                                  <p:childTnLst>
                                    <p:set>
                                      <p:cBhvr>
                                        <p:cTn id="3593" dur="1" fill="hold">
                                          <p:stCondLst>
                                            <p:cond delay="0"/>
                                          </p:stCondLst>
                                        </p:cTn>
                                        <p:tgtEl>
                                          <p:spTgt spid="13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22" name="" descr=""/>
          <p:cNvPicPr/>
          <p:nvPr/>
        </p:nvPicPr>
        <p:blipFill>
          <a:blip r:embed="rId1"/>
          <a:stretch/>
        </p:blipFill>
        <p:spPr>
          <a:xfrm>
            <a:off x="0" y="0"/>
            <a:ext cx="9144000" cy="6862680"/>
          </a:xfrm>
          <a:prstGeom prst="rect">
            <a:avLst/>
          </a:prstGeom>
          <a:ln w="0">
            <a:noFill/>
          </a:ln>
        </p:spPr>
      </p:pic>
      <p:pic>
        <p:nvPicPr>
          <p:cNvPr id="1323" name="" descr=""/>
          <p:cNvPicPr/>
          <p:nvPr/>
        </p:nvPicPr>
        <p:blipFill>
          <a:blip r:embed="rId2"/>
          <a:stretch/>
        </p:blipFill>
        <p:spPr>
          <a:xfrm>
            <a:off x="3048120" y="1676520"/>
            <a:ext cx="3733560" cy="2178000"/>
          </a:xfrm>
          <a:prstGeom prst="rect">
            <a:avLst/>
          </a:prstGeom>
          <a:ln w="0">
            <a:noFill/>
          </a:ln>
        </p:spPr>
      </p:pic>
      <p:pic>
        <p:nvPicPr>
          <p:cNvPr id="1324" name="" descr=""/>
          <p:cNvPicPr/>
          <p:nvPr/>
        </p:nvPicPr>
        <p:blipFill>
          <a:blip r:embed="rId3"/>
          <a:stretch/>
        </p:blipFill>
        <p:spPr>
          <a:xfrm>
            <a:off x="-609480" y="2514600"/>
            <a:ext cx="304560" cy="304920"/>
          </a:xfrm>
          <a:prstGeom prst="rect">
            <a:avLst/>
          </a:prstGeom>
          <a:ln w="0">
            <a:noFill/>
          </a:ln>
        </p:spPr>
      </p:pic>
      <p:pic>
        <p:nvPicPr>
          <p:cNvPr id="1325" name="" descr=""/>
          <p:cNvPicPr/>
          <p:nvPr/>
        </p:nvPicPr>
        <p:blipFill>
          <a:blip r:embed="rId4"/>
          <a:stretch/>
        </p:blipFill>
        <p:spPr>
          <a:xfrm>
            <a:off x="152280" y="5105520"/>
            <a:ext cx="3124440" cy="1550880"/>
          </a:xfrm>
          <a:prstGeom prst="rect">
            <a:avLst/>
          </a:prstGeom>
          <a:ln w="0">
            <a:noFill/>
          </a:ln>
        </p:spPr>
      </p:pic>
      <p:sp>
        <p:nvSpPr>
          <p:cNvPr id="1326" name=""/>
          <p:cNvSpPr/>
          <p:nvPr/>
        </p:nvSpPr>
        <p:spPr>
          <a:xfrm>
            <a:off x="304920" y="5486400"/>
            <a:ext cx="23619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 Show a map of the surrounding area… Can you do that?</a:t>
            </a:r>
            <a:endParaRPr b="0" lang="en-US" sz="1200" spc="-1" strike="noStrike">
              <a:solidFill>
                <a:srgbClr val="000000"/>
              </a:solidFill>
              <a:latin typeface="Arial"/>
            </a:endParaRPr>
          </a:p>
        </p:txBody>
      </p:sp>
      <p:pic>
        <p:nvPicPr>
          <p:cNvPr id="1327" name="" descr=""/>
          <p:cNvPicPr/>
          <p:nvPr/>
        </p:nvPicPr>
        <p:blipFill>
          <a:blip r:embed="rId5"/>
          <a:stretch/>
        </p:blipFill>
        <p:spPr>
          <a:xfrm>
            <a:off x="3048120" y="1676520"/>
            <a:ext cx="3733560" cy="2205000"/>
          </a:xfrm>
          <a:prstGeom prst="rect">
            <a:avLst/>
          </a:prstGeom>
          <a:ln w="0">
            <a:noFill/>
          </a:ln>
        </p:spPr>
      </p:pic>
      <p:pic>
        <p:nvPicPr>
          <p:cNvPr id="1328" name="" descr=""/>
          <p:cNvPicPr/>
          <p:nvPr/>
        </p:nvPicPr>
        <p:blipFill>
          <a:blip r:embed="rId6"/>
          <a:stretch/>
        </p:blipFill>
        <p:spPr>
          <a:xfrm>
            <a:off x="6095880" y="3048120"/>
            <a:ext cx="3048120" cy="1803240"/>
          </a:xfrm>
          <a:prstGeom prst="rect">
            <a:avLst/>
          </a:prstGeom>
          <a:ln w="0">
            <a:noFill/>
          </a:ln>
        </p:spPr>
      </p:pic>
      <p:sp>
        <p:nvSpPr>
          <p:cNvPr id="1329" name=""/>
          <p:cNvSpPr/>
          <p:nvPr/>
        </p:nvSpPr>
        <p:spPr>
          <a:xfrm>
            <a:off x="6324480" y="3581280"/>
            <a:ext cx="2362320" cy="100836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*ZZT*…*ZZZT*… This is  system Quisti Vela VI galactic Taxi service… model 3X Hovercraft… How may I be of service...?</a:t>
            </a:r>
            <a:endParaRPr b="0" lang="en-US" sz="1200" spc="-1" strike="noStrike">
              <a:solidFill>
                <a:srgbClr val="000000"/>
              </a:solidFill>
              <a:latin typeface="Arial"/>
            </a:endParaRPr>
          </a:p>
        </p:txBody>
      </p:sp>
      <p:sp>
        <p:nvSpPr>
          <p:cNvPr id="1330" name=""/>
          <p:cNvSpPr/>
          <p:nvPr/>
        </p:nvSpPr>
        <p:spPr>
          <a:xfrm>
            <a:off x="6248520" y="3581280"/>
            <a:ext cx="2361960" cy="11116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Of course, sir.</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331" name=""/>
          <p:cNvSpPr/>
          <p:nvPr/>
        </p:nvSpPr>
        <p:spPr>
          <a:xfrm>
            <a:off x="9601200" y="5791320"/>
            <a:ext cx="838080" cy="106668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594" dur="indefinite" restart="never" nodeType="tmRoot">
          <p:childTnLst>
            <p:seq>
              <p:cTn id="3595" dur="indefinite" nodeType="mainSeq">
                <p:childTnLst>
                  <p:par>
                    <p:cTn id="3596" fill="hold">
                      <p:stCondLst>
                        <p:cond delay="0"/>
                      </p:stCondLst>
                      <p:childTnLst>
                        <p:par>
                          <p:cTn id="3597" fill="hold">
                            <p:stCondLst>
                              <p:cond delay="0"/>
                            </p:stCondLst>
                            <p:childTnLst>
                              <p:par>
                                <p:cTn id="3598" nodeType="afterEffect" fill="hold" presetClass="mediacall" presetID="1">
                                  <p:stCondLst>
                                    <p:cond delay="0"/>
                                  </p:stCondLst>
                                  <p:childTnLst>
                                    <p:cmd type="call" cmd="playFrom(0.0)">
                                      <p:cBhvr>
                                        <p:cTn id="3599" dur="227" fill="hold"/>
                                        <p:tgtEl>
                                          <p:spTgt spid="1324"/>
                                        </p:tgtEl>
                                      </p:cBhvr>
                                    </p:cmd>
                                  </p:childTnLst>
                                </p:cTn>
                              </p:par>
                            </p:childTnLst>
                          </p:cTn>
                        </p:par>
                        <p:par>
                          <p:cTn id="3600" fill="hold">
                            <p:stCondLst>
                              <p:cond delay="227"/>
                            </p:stCondLst>
                            <p:childTnLst>
                              <p:par>
                                <p:cTn id="3601" nodeType="afterEffect" fill="hold" presetClass="entr" presetID="18" presetSubtype="9">
                                  <p:stCondLst>
                                    <p:cond delay="0"/>
                                  </p:stCondLst>
                                  <p:childTnLst>
                                    <p:set>
                                      <p:cBhvr>
                                        <p:cTn id="3602" dur="1" fill="hold">
                                          <p:stCondLst>
                                            <p:cond delay="0"/>
                                          </p:stCondLst>
                                        </p:cTn>
                                        <p:tgtEl>
                                          <p:spTgt spid="1323"/>
                                        </p:tgtEl>
                                        <p:attrNameLst>
                                          <p:attrName>style.visibility</p:attrName>
                                        </p:attrNameLst>
                                      </p:cBhvr>
                                      <p:to>
                                        <p:strVal val="visible"/>
                                      </p:to>
                                    </p:set>
                                    <p:animEffect filter="strips(upLeft)" transition="in">
                                      <p:cBhvr additive="repl">
                                        <p:cTn id="3603" dur="3000"/>
                                        <p:tgtEl>
                                          <p:spTgt spid="1323"/>
                                        </p:tgtEl>
                                      </p:cBhvr>
                                    </p:animEffect>
                                  </p:childTnLst>
                                </p:cTn>
                              </p:par>
                            </p:childTnLst>
                          </p:cTn>
                        </p:par>
                        <p:par>
                          <p:cTn id="3604" fill="hold">
                            <p:stCondLst>
                              <p:cond delay="3227"/>
                            </p:stCondLst>
                            <p:childTnLst>
                              <p:par>
                                <p:cTn id="3605" nodeType="afterEffect" fill="hold" presetClass="entr" presetID="9">
                                  <p:stCondLst>
                                    <p:cond delay="0"/>
                                  </p:stCondLst>
                                  <p:childTnLst>
                                    <p:set>
                                      <p:cBhvr>
                                        <p:cTn id="3606" dur="1" fill="hold">
                                          <p:stCondLst>
                                            <p:cond delay="0"/>
                                          </p:stCondLst>
                                        </p:cTn>
                                        <p:tgtEl>
                                          <p:spTgt spid="1328"/>
                                        </p:tgtEl>
                                        <p:attrNameLst>
                                          <p:attrName>style.visibility</p:attrName>
                                        </p:attrNameLst>
                                      </p:cBhvr>
                                      <p:to>
                                        <p:strVal val="visible"/>
                                      </p:to>
                                    </p:set>
                                    <p:animEffect filter="dissolve" transition="in">
                                      <p:cBhvr additive="repl">
                                        <p:cTn id="3607" dur="500"/>
                                        <p:tgtEl>
                                          <p:spTgt spid="1328"/>
                                        </p:tgtEl>
                                      </p:cBhvr>
                                    </p:animEffect>
                                  </p:childTnLst>
                                </p:cTn>
                              </p:par>
                            </p:childTnLst>
                          </p:cTn>
                        </p:par>
                        <p:par>
                          <p:cTn id="3608" fill="hold">
                            <p:stCondLst>
                              <p:cond delay="3727"/>
                            </p:stCondLst>
                            <p:childTnLst>
                              <p:par>
                                <p:cTn id="3609" nodeType="afterEffect" fill="hold" presetClass="entr" presetID="27">
                                  <p:stCondLst>
                                    <p:cond delay="0"/>
                                  </p:stCondLst>
                                  <p:iterate type="lt">
                                    <p:tmAbs val="40"/>
                                  </p:iterate>
                                  <p:childTnLst>
                                    <p:set>
                                      <p:cBhvr>
                                        <p:cTn id="3610" dur="1" fill="hold">
                                          <p:stCondLst>
                                            <p:cond delay="0"/>
                                          </p:stCondLst>
                                        </p:cTn>
                                        <p:tgtEl>
                                          <p:spTgt spid="1329"/>
                                        </p:tgtEl>
                                        <p:attrNameLst>
                                          <p:attrName>style.visibility</p:attrName>
                                        </p:attrNameLst>
                                      </p:cBhvr>
                                      <p:to>
                                        <p:strVal val="visible"/>
                                      </p:to>
                                    </p:set>
                                    <p:anim calcmode="discrete" valueType="clr">
                                      <p:cBhvr additive="repl">
                                        <p:cTn id="3611" dur="80"/>
                                        <p:tgtEl>
                                          <p:spTgt spid="1329"/>
                                        </p:tgtEl>
                                        <p:attrNameLst>
                                          <p:attrName>style.color</p:attrName>
                                        </p:attrNameLst>
                                      </p:cBhvr>
                                      <p:tavLst>
                                        <p:tav tm="0">
                                          <p:val>
                                            <p:strVal val="rgb(-103,51,51)"/>
                                          </p:val>
                                        </p:tav>
                                        <p:tav tm="50000">
                                          <p:val>
                                            <p:strVal val="rgb(-103,-103,0)"/>
                                          </p:val>
                                        </p:tav>
                                      </p:tavLst>
                                    </p:anim>
                                    <p:anim calcmode="discrete" valueType="clr">
                                      <p:cBhvr additive="repl">
                                        <p:cTn id="3612" dur="80"/>
                                        <p:tgtEl>
                                          <p:spTgt spid="1329"/>
                                        </p:tgtEl>
                                        <p:attrNameLst>
                                          <p:attrName>fillcolor</p:attrName>
                                        </p:attrNameLst>
                                      </p:cBhvr>
                                      <p:tavLst>
                                        <p:tav tm="0">
                                          <p:val>
                                            <p:strVal val="rgb(-103,51,51)"/>
                                          </p:val>
                                        </p:tav>
                                        <p:tav tm="50000">
                                          <p:val>
                                            <p:strVal val="rgb(-103,-103,0)"/>
                                          </p:val>
                                        </p:tav>
                                      </p:tavLst>
                                    </p:anim>
                                    <p:set>
                                      <p:cBhvr>
                                        <p:cTn id="3613" dur="80"/>
                                        <p:tgtEl>
                                          <p:spTgt spid="1329"/>
                                        </p:tgtEl>
                                        <p:attrNameLst>
                                          <p:attrName>fill.type</p:attrName>
                                        </p:attrNameLst>
                                      </p:cBhvr>
                                      <p:to>
                                        <p:strVal val="solid"/>
                                      </p:to>
                                    </p:set>
                                  </p:childTnLst>
                                </p:cTn>
                              </p:par>
                            </p:childTnLst>
                          </p:cTn>
                        </p:par>
                        <p:par>
                          <p:cTn id="3614" fill="hold">
                            <p:stCondLst>
                              <p:cond delay="7647"/>
                            </p:stCondLst>
                            <p:childTnLst>
                              <p:par>
                                <p:cTn id="3615" nodeType="afterEffect" fill="hold" presetClass="entr" presetID="9">
                                  <p:stCondLst>
                                    <p:cond delay="1500"/>
                                  </p:stCondLst>
                                  <p:childTnLst>
                                    <p:set>
                                      <p:cBhvr>
                                        <p:cTn id="3616" dur="1" fill="hold">
                                          <p:stCondLst>
                                            <p:cond delay="0"/>
                                          </p:stCondLst>
                                        </p:cTn>
                                        <p:tgtEl>
                                          <p:spTgt spid="1325"/>
                                        </p:tgtEl>
                                        <p:attrNameLst>
                                          <p:attrName>style.visibility</p:attrName>
                                        </p:attrNameLst>
                                      </p:cBhvr>
                                      <p:to>
                                        <p:strVal val="visible"/>
                                      </p:to>
                                    </p:set>
                                    <p:animEffect filter="dissolve" transition="in">
                                      <p:cBhvr additive="repl">
                                        <p:cTn id="3617" dur="500"/>
                                        <p:tgtEl>
                                          <p:spTgt spid="1325"/>
                                        </p:tgtEl>
                                      </p:cBhvr>
                                    </p:animEffect>
                                  </p:childTnLst>
                                </p:cTn>
                              </p:par>
                            </p:childTnLst>
                          </p:cTn>
                        </p:par>
                        <p:par>
                          <p:cTn id="3618" fill="hold">
                            <p:stCondLst>
                              <p:cond delay="9647"/>
                            </p:stCondLst>
                            <p:childTnLst>
                              <p:par>
                                <p:cTn id="3619" nodeType="afterEffect" fill="hold" presetClass="entr" presetID="27">
                                  <p:stCondLst>
                                    <p:cond delay="0"/>
                                  </p:stCondLst>
                                  <p:iterate type="lt">
                                    <p:tmAbs val="40"/>
                                  </p:iterate>
                                  <p:childTnLst>
                                    <p:set>
                                      <p:cBhvr>
                                        <p:cTn id="3620" dur="1" fill="hold">
                                          <p:stCondLst>
                                            <p:cond delay="0"/>
                                          </p:stCondLst>
                                        </p:cTn>
                                        <p:tgtEl>
                                          <p:spTgt spid="1326"/>
                                        </p:tgtEl>
                                        <p:attrNameLst>
                                          <p:attrName>style.visibility</p:attrName>
                                        </p:attrNameLst>
                                      </p:cBhvr>
                                      <p:to>
                                        <p:strVal val="visible"/>
                                      </p:to>
                                    </p:set>
                                    <p:anim calcmode="discrete" valueType="clr">
                                      <p:cBhvr additive="repl">
                                        <p:cTn id="3621" dur="80"/>
                                        <p:tgtEl>
                                          <p:spTgt spid="1326"/>
                                        </p:tgtEl>
                                        <p:attrNameLst>
                                          <p:attrName>style.color</p:attrName>
                                        </p:attrNameLst>
                                      </p:cBhvr>
                                      <p:tavLst>
                                        <p:tav tm="0">
                                          <p:val>
                                            <p:strVal val="rgb(-103,51,51)"/>
                                          </p:val>
                                        </p:tav>
                                        <p:tav tm="50000">
                                          <p:val>
                                            <p:strVal val="rgb(-103,-103,0)"/>
                                          </p:val>
                                        </p:tav>
                                      </p:tavLst>
                                    </p:anim>
                                    <p:anim calcmode="discrete" valueType="clr">
                                      <p:cBhvr additive="repl">
                                        <p:cTn id="3622" dur="80"/>
                                        <p:tgtEl>
                                          <p:spTgt spid="1326"/>
                                        </p:tgtEl>
                                        <p:attrNameLst>
                                          <p:attrName>fillcolor</p:attrName>
                                        </p:attrNameLst>
                                      </p:cBhvr>
                                      <p:tavLst>
                                        <p:tav tm="0">
                                          <p:val>
                                            <p:strVal val="rgb(-103,51,51)"/>
                                          </p:val>
                                        </p:tav>
                                        <p:tav tm="50000">
                                          <p:val>
                                            <p:strVal val="rgb(-103,-103,0)"/>
                                          </p:val>
                                        </p:tav>
                                      </p:tavLst>
                                    </p:anim>
                                    <p:set>
                                      <p:cBhvr>
                                        <p:cTn id="3623" dur="80"/>
                                        <p:tgtEl>
                                          <p:spTgt spid="1326"/>
                                        </p:tgtEl>
                                        <p:attrNameLst>
                                          <p:attrName>fill.type</p:attrName>
                                        </p:attrNameLst>
                                      </p:cBhvr>
                                      <p:to>
                                        <p:strVal val="solid"/>
                                      </p:to>
                                    </p:set>
                                  </p:childTnLst>
                                </p:cTn>
                              </p:par>
                            </p:childTnLst>
                          </p:cTn>
                        </p:par>
                        <p:par>
                          <p:cTn id="3624" fill="hold">
                            <p:stCondLst>
                              <p:cond delay="11527"/>
                            </p:stCondLst>
                            <p:childTnLst>
                              <p:par>
                                <p:cTn id="3625" nodeType="afterEffect" fill="hold" presetClass="entr" presetID="1">
                                  <p:stCondLst>
                                    <p:cond delay="1500"/>
                                  </p:stCondLst>
                                  <p:childTnLst>
                                    <p:set>
                                      <p:cBhvr>
                                        <p:cTn id="3626" dur="1" fill="hold">
                                          <p:stCondLst>
                                            <p:cond delay="0"/>
                                          </p:stCondLst>
                                        </p:cTn>
                                        <p:tgtEl>
                                          <p:spTgt spid="1327"/>
                                        </p:tgtEl>
                                        <p:attrNameLst>
                                          <p:attrName>style.visibility</p:attrName>
                                        </p:attrNameLst>
                                      </p:cBhvr>
                                      <p:to>
                                        <p:strVal val="visible"/>
                                      </p:to>
                                    </p:set>
                                  </p:childTnLst>
                                </p:cTn>
                              </p:par>
                            </p:childTnLst>
                          </p:cTn>
                        </p:par>
                        <p:par>
                          <p:cTn id="3627" fill="hold">
                            <p:stCondLst>
                              <p:cond delay="13027"/>
                            </p:stCondLst>
                            <p:childTnLst>
                              <p:par>
                                <p:cTn id="3628" nodeType="afterEffect" fill="hold" presetClass="entr" presetID="27">
                                  <p:stCondLst>
                                    <p:cond delay="0"/>
                                  </p:stCondLst>
                                  <p:iterate type="lt">
                                    <p:tmAbs val="40"/>
                                  </p:iterate>
                                  <p:childTnLst>
                                    <p:set>
                                      <p:cBhvr>
                                        <p:cTn id="3629" dur="1" fill="hold">
                                          <p:stCondLst>
                                            <p:cond delay="0"/>
                                          </p:stCondLst>
                                        </p:cTn>
                                        <p:tgtEl>
                                          <p:spTgt spid="1330"/>
                                        </p:tgtEl>
                                        <p:attrNameLst>
                                          <p:attrName>style.visibility</p:attrName>
                                        </p:attrNameLst>
                                      </p:cBhvr>
                                      <p:to>
                                        <p:strVal val="visible"/>
                                      </p:to>
                                    </p:set>
                                    <p:anim calcmode="discrete" valueType="clr">
                                      <p:cBhvr additive="repl">
                                        <p:cTn id="3630" dur="80"/>
                                        <p:tgtEl>
                                          <p:spTgt spid="1330"/>
                                        </p:tgtEl>
                                        <p:attrNameLst>
                                          <p:attrName>style.color</p:attrName>
                                        </p:attrNameLst>
                                      </p:cBhvr>
                                      <p:tavLst>
                                        <p:tav tm="0">
                                          <p:val>
                                            <p:strVal val="rgb(-103,51,51)"/>
                                          </p:val>
                                        </p:tav>
                                        <p:tav tm="50000">
                                          <p:val>
                                            <p:strVal val="rgb(-103,-103,0)"/>
                                          </p:val>
                                        </p:tav>
                                      </p:tavLst>
                                    </p:anim>
                                    <p:anim calcmode="discrete" valueType="clr">
                                      <p:cBhvr additive="repl">
                                        <p:cTn id="3631" dur="80"/>
                                        <p:tgtEl>
                                          <p:spTgt spid="1330"/>
                                        </p:tgtEl>
                                        <p:attrNameLst>
                                          <p:attrName>fillcolor</p:attrName>
                                        </p:attrNameLst>
                                      </p:cBhvr>
                                      <p:tavLst>
                                        <p:tav tm="0">
                                          <p:val>
                                            <p:strVal val="rgb(-103,51,51)"/>
                                          </p:val>
                                        </p:tav>
                                        <p:tav tm="50000">
                                          <p:val>
                                            <p:strVal val="rgb(-103,-103,0)"/>
                                          </p:val>
                                        </p:tav>
                                      </p:tavLst>
                                    </p:anim>
                                    <p:set>
                                      <p:cBhvr>
                                        <p:cTn id="3632" dur="80"/>
                                        <p:tgtEl>
                                          <p:spTgt spid="1330"/>
                                        </p:tgtEl>
                                        <p:attrNameLst>
                                          <p:attrName>fill.type</p:attrName>
                                        </p:attrNameLst>
                                      </p:cBhvr>
                                      <p:to>
                                        <p:strVal val="solid"/>
                                      </p:to>
                                    </p:set>
                                  </p:childTnLst>
                                </p:cTn>
                              </p:par>
                            </p:childTnLst>
                          </p:cTn>
                        </p:par>
                        <p:par>
                          <p:cTn id="3633" fill="hold">
                            <p:stCondLst>
                              <p:cond delay="13587"/>
                            </p:stCondLst>
                            <p:childTnLst>
                              <p:par>
                                <p:cTn id="3634" nodeType="afterEffect" fill="hold" presetClass="entr" presetID="1">
                                  <p:stCondLst>
                                    <p:cond delay="2500"/>
                                  </p:stCondLst>
                                  <p:childTnLst>
                                    <p:set>
                                      <p:cBhvr>
                                        <p:cTn id="3635" dur="1" fill="hold">
                                          <p:stCondLst>
                                            <p:cond delay="0"/>
                                          </p:stCondLst>
                                        </p:cTn>
                                        <p:tgtEl>
                                          <p:spTgt spid="13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32" name="" descr=""/>
          <p:cNvPicPr/>
          <p:nvPr/>
        </p:nvPicPr>
        <p:blipFill>
          <a:blip r:embed="rId1"/>
          <a:stretch/>
        </p:blipFill>
        <p:spPr>
          <a:xfrm>
            <a:off x="0" y="0"/>
            <a:ext cx="9144000" cy="6859440"/>
          </a:xfrm>
          <a:prstGeom prst="rect">
            <a:avLst/>
          </a:prstGeom>
          <a:ln w="0">
            <a:noFill/>
          </a:ln>
        </p:spPr>
      </p:pic>
      <p:sp>
        <p:nvSpPr>
          <p:cNvPr id="1333" name=""/>
          <p:cNvSpPr/>
          <p:nvPr/>
        </p:nvSpPr>
        <p:spPr>
          <a:xfrm>
            <a:off x="1143000" y="3200400"/>
            <a:ext cx="1676520" cy="304920"/>
          </a:xfrm>
          <a:prstGeom prst="wedgeRectCallout">
            <a:avLst>
              <a:gd name="adj1" fmla="val -47537"/>
              <a:gd name="adj2" fmla="val 146875"/>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Starship landing zone </a:t>
            </a:r>
            <a:endParaRPr b="0" lang="en-US" sz="1200" spc="-1" strike="noStrike">
              <a:solidFill>
                <a:srgbClr val="000000"/>
              </a:solidFill>
              <a:latin typeface="Arial"/>
            </a:endParaRPr>
          </a:p>
        </p:txBody>
      </p:sp>
      <p:sp>
        <p:nvSpPr>
          <p:cNvPr id="1334" name=""/>
          <p:cNvSpPr/>
          <p:nvPr/>
        </p:nvSpPr>
        <p:spPr>
          <a:xfrm>
            <a:off x="4952880" y="4267080"/>
            <a:ext cx="1371600" cy="533520"/>
          </a:xfrm>
          <a:prstGeom prst="wedgeRectCallout">
            <a:avLst>
              <a:gd name="adj1" fmla="val -43287"/>
              <a:gd name="adj2" fmla="val -121129"/>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City no.86</a:t>
            </a:r>
            <a:endParaRPr b="0" lang="en-US" sz="12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0000"/>
                </a:solidFill>
                <a:latin typeface="Arial"/>
              </a:rPr>
              <a:t>(you are here)</a:t>
            </a:r>
            <a:endParaRPr b="0" lang="en-US" sz="1200" spc="-1" strike="noStrike">
              <a:solidFill>
                <a:srgbClr val="000000"/>
              </a:solidFill>
              <a:latin typeface="Arial"/>
            </a:endParaRPr>
          </a:p>
        </p:txBody>
      </p:sp>
      <p:sp>
        <p:nvSpPr>
          <p:cNvPr id="1335" name=""/>
          <p:cNvSpPr/>
          <p:nvPr/>
        </p:nvSpPr>
        <p:spPr>
          <a:xfrm>
            <a:off x="7772400" y="2819520"/>
            <a:ext cx="1371600" cy="304560"/>
          </a:xfrm>
          <a:prstGeom prst="wedgeRectCallout">
            <a:avLst>
              <a:gd name="adj1" fmla="val -28935"/>
              <a:gd name="adj2" fmla="val -162500"/>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City no.87</a:t>
            </a:r>
            <a:endParaRPr b="0" lang="en-US" sz="1200" spc="-1" strike="noStrike">
              <a:solidFill>
                <a:srgbClr val="000000"/>
              </a:solidFill>
              <a:latin typeface="Arial"/>
            </a:endParaRPr>
          </a:p>
        </p:txBody>
      </p:sp>
      <p:sp>
        <p:nvSpPr>
          <p:cNvPr id="1336" name=""/>
          <p:cNvSpPr/>
          <p:nvPr/>
        </p:nvSpPr>
        <p:spPr>
          <a:xfrm>
            <a:off x="2286000" y="228600"/>
            <a:ext cx="1371600" cy="380880"/>
          </a:xfrm>
          <a:prstGeom prst="wedgeRectCallout">
            <a:avLst>
              <a:gd name="adj1" fmla="val -86111"/>
              <a:gd name="adj2" fmla="val -34583"/>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City </a:t>
            </a:r>
            <a:r>
              <a:rPr b="0" lang="en-US" sz="1200" spc="-1" strike="noStrike">
                <a:solidFill>
                  <a:srgbClr val="00172e"/>
                </a:solidFill>
                <a:latin typeface="Arial"/>
              </a:rPr>
              <a:t>no.90</a:t>
            </a:r>
            <a:endParaRPr b="0" lang="en-US" sz="1200" spc="-1" strike="noStrike">
              <a:solidFill>
                <a:srgbClr val="000000"/>
              </a:solidFill>
              <a:latin typeface="Arial"/>
            </a:endParaRPr>
          </a:p>
        </p:txBody>
      </p:sp>
      <p:pic>
        <p:nvPicPr>
          <p:cNvPr id="1337" name="" descr=""/>
          <p:cNvPicPr/>
          <p:nvPr/>
        </p:nvPicPr>
        <p:blipFill>
          <a:blip r:embed="rId2"/>
          <a:stretch/>
        </p:blipFill>
        <p:spPr>
          <a:xfrm>
            <a:off x="0" y="5029200"/>
            <a:ext cx="5334120" cy="1828800"/>
          </a:xfrm>
          <a:prstGeom prst="rect">
            <a:avLst/>
          </a:prstGeom>
          <a:ln w="0">
            <a:noFill/>
          </a:ln>
        </p:spPr>
      </p:pic>
      <p:sp>
        <p:nvSpPr>
          <p:cNvPr id="1338" name=""/>
          <p:cNvSpPr/>
          <p:nvPr/>
        </p:nvSpPr>
        <p:spPr>
          <a:xfrm>
            <a:off x="1981080" y="563868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know Caina lives near City 87…</a:t>
            </a:r>
            <a:endParaRPr b="0" lang="en-US" sz="1200" spc="-1" strike="noStrike">
              <a:solidFill>
                <a:srgbClr val="000000"/>
              </a:solidFill>
              <a:latin typeface="Arial"/>
            </a:endParaRPr>
          </a:p>
        </p:txBody>
      </p:sp>
    </p:spTree>
  </p:cSld>
  <p:timing>
    <p:tnLst>
      <p:par>
        <p:cTn id="3636" dur="indefinite" restart="never" nodeType="tmRoot">
          <p:childTnLst>
            <p:seq>
              <p:cTn id="3637" dur="indefinite" nodeType="mainSeq">
                <p:childTnLst>
                  <p:par>
                    <p:cTn id="3638" fill="hold">
                      <p:stCondLst>
                        <p:cond delay="0"/>
                      </p:stCondLst>
                      <p:childTnLst>
                        <p:par>
                          <p:cTn id="3639" fill="hold">
                            <p:stCondLst>
                              <p:cond delay="0"/>
                            </p:stCondLst>
                            <p:childTnLst>
                              <p:par>
                                <p:cTn id="3640" nodeType="afterEffect" fill="hold" presetClass="entr" presetID="9">
                                  <p:stCondLst>
                                    <p:cond delay="0"/>
                                  </p:stCondLst>
                                  <p:childTnLst>
                                    <p:set>
                                      <p:cBhvr>
                                        <p:cTn id="3641" dur="1" fill="hold">
                                          <p:stCondLst>
                                            <p:cond delay="0"/>
                                          </p:stCondLst>
                                        </p:cTn>
                                        <p:tgtEl>
                                          <p:spTgt spid="1333"/>
                                        </p:tgtEl>
                                        <p:attrNameLst>
                                          <p:attrName>style.visibility</p:attrName>
                                        </p:attrNameLst>
                                      </p:cBhvr>
                                      <p:to>
                                        <p:strVal val="visible"/>
                                      </p:to>
                                    </p:set>
                                    <p:animEffect filter="dissolve" transition="in">
                                      <p:cBhvr additive="repl">
                                        <p:cTn id="3642" dur="500"/>
                                        <p:tgtEl>
                                          <p:spTgt spid="1333"/>
                                        </p:tgtEl>
                                      </p:cBhvr>
                                    </p:animEffect>
                                  </p:childTnLst>
                                </p:cTn>
                              </p:par>
                              <p:par>
                                <p:cTn id="3643" nodeType="withEffect" fill="hold" presetClass="entr" presetID="9">
                                  <p:stCondLst>
                                    <p:cond delay="0"/>
                                  </p:stCondLst>
                                  <p:childTnLst>
                                    <p:set>
                                      <p:cBhvr>
                                        <p:cTn id="3644" dur="1" fill="hold">
                                          <p:stCondLst>
                                            <p:cond delay="0"/>
                                          </p:stCondLst>
                                        </p:cTn>
                                        <p:tgtEl>
                                          <p:spTgt spid="1334"/>
                                        </p:tgtEl>
                                        <p:attrNameLst>
                                          <p:attrName>style.visibility</p:attrName>
                                        </p:attrNameLst>
                                      </p:cBhvr>
                                      <p:to>
                                        <p:strVal val="visible"/>
                                      </p:to>
                                    </p:set>
                                    <p:animEffect filter="dissolve" transition="in">
                                      <p:cBhvr additive="repl">
                                        <p:cTn id="3645" dur="500"/>
                                        <p:tgtEl>
                                          <p:spTgt spid="1334"/>
                                        </p:tgtEl>
                                      </p:cBhvr>
                                    </p:animEffect>
                                  </p:childTnLst>
                                </p:cTn>
                              </p:par>
                              <p:par>
                                <p:cTn id="3646" nodeType="withEffect" fill="hold" presetClass="entr" presetID="9">
                                  <p:stCondLst>
                                    <p:cond delay="0"/>
                                  </p:stCondLst>
                                  <p:childTnLst>
                                    <p:set>
                                      <p:cBhvr>
                                        <p:cTn id="3647" dur="1" fill="hold">
                                          <p:stCondLst>
                                            <p:cond delay="0"/>
                                          </p:stCondLst>
                                        </p:cTn>
                                        <p:tgtEl>
                                          <p:spTgt spid="1335"/>
                                        </p:tgtEl>
                                        <p:attrNameLst>
                                          <p:attrName>style.visibility</p:attrName>
                                        </p:attrNameLst>
                                      </p:cBhvr>
                                      <p:to>
                                        <p:strVal val="visible"/>
                                      </p:to>
                                    </p:set>
                                    <p:animEffect filter="dissolve" transition="in">
                                      <p:cBhvr additive="repl">
                                        <p:cTn id="3648" dur="500"/>
                                        <p:tgtEl>
                                          <p:spTgt spid="1335"/>
                                        </p:tgtEl>
                                      </p:cBhvr>
                                    </p:animEffect>
                                  </p:childTnLst>
                                </p:cTn>
                              </p:par>
                              <p:par>
                                <p:cTn id="3649" nodeType="withEffect" fill="hold" presetClass="entr" presetID="9">
                                  <p:stCondLst>
                                    <p:cond delay="0"/>
                                  </p:stCondLst>
                                  <p:childTnLst>
                                    <p:set>
                                      <p:cBhvr>
                                        <p:cTn id="3650" dur="1" fill="hold">
                                          <p:stCondLst>
                                            <p:cond delay="0"/>
                                          </p:stCondLst>
                                        </p:cTn>
                                        <p:tgtEl>
                                          <p:spTgt spid="1336"/>
                                        </p:tgtEl>
                                        <p:attrNameLst>
                                          <p:attrName>style.visibility</p:attrName>
                                        </p:attrNameLst>
                                      </p:cBhvr>
                                      <p:to>
                                        <p:strVal val="visible"/>
                                      </p:to>
                                    </p:set>
                                    <p:animEffect filter="dissolve" transition="in">
                                      <p:cBhvr additive="repl">
                                        <p:cTn id="3651" dur="500"/>
                                        <p:tgtEl>
                                          <p:spTgt spid="1336"/>
                                        </p:tgtEl>
                                      </p:cBhvr>
                                    </p:animEffect>
                                  </p:childTnLst>
                                </p:cTn>
                              </p:par>
                            </p:childTnLst>
                          </p:cTn>
                        </p:par>
                        <p:par>
                          <p:cTn id="3652" fill="hold">
                            <p:stCondLst>
                              <p:cond delay="500"/>
                            </p:stCondLst>
                            <p:childTnLst>
                              <p:par>
                                <p:cTn id="3653" nodeType="afterEffect" fill="hold" presetClass="entr" presetID="9">
                                  <p:stCondLst>
                                    <p:cond delay="500"/>
                                  </p:stCondLst>
                                  <p:childTnLst>
                                    <p:set>
                                      <p:cBhvr>
                                        <p:cTn id="3654" dur="1" fill="hold">
                                          <p:stCondLst>
                                            <p:cond delay="0"/>
                                          </p:stCondLst>
                                        </p:cTn>
                                        <p:tgtEl>
                                          <p:spTgt spid="1337"/>
                                        </p:tgtEl>
                                        <p:attrNameLst>
                                          <p:attrName>style.visibility</p:attrName>
                                        </p:attrNameLst>
                                      </p:cBhvr>
                                      <p:to>
                                        <p:strVal val="visible"/>
                                      </p:to>
                                    </p:set>
                                    <p:animEffect filter="dissolve" transition="in">
                                      <p:cBhvr additive="repl">
                                        <p:cTn id="3655" dur="500"/>
                                        <p:tgtEl>
                                          <p:spTgt spid="1337"/>
                                        </p:tgtEl>
                                      </p:cBhvr>
                                    </p:animEffect>
                                  </p:childTnLst>
                                </p:cTn>
                              </p:par>
                            </p:childTnLst>
                          </p:cTn>
                        </p:par>
                        <p:par>
                          <p:cTn id="3656" fill="hold">
                            <p:stCondLst>
                              <p:cond delay="1500"/>
                            </p:stCondLst>
                            <p:childTnLst>
                              <p:par>
                                <p:cTn id="3657" nodeType="afterEffect" fill="hold" presetClass="entr" presetID="27">
                                  <p:stCondLst>
                                    <p:cond delay="0"/>
                                  </p:stCondLst>
                                  <p:iterate type="lt">
                                    <p:tmAbs val="40"/>
                                  </p:iterate>
                                  <p:childTnLst>
                                    <p:set>
                                      <p:cBhvr>
                                        <p:cTn id="3658" dur="1" fill="hold">
                                          <p:stCondLst>
                                            <p:cond delay="0"/>
                                          </p:stCondLst>
                                        </p:cTn>
                                        <p:tgtEl>
                                          <p:spTgt spid="1338"/>
                                        </p:tgtEl>
                                        <p:attrNameLst>
                                          <p:attrName>style.visibility</p:attrName>
                                        </p:attrNameLst>
                                      </p:cBhvr>
                                      <p:to>
                                        <p:strVal val="visible"/>
                                      </p:to>
                                    </p:set>
                                    <p:anim calcmode="discrete" valueType="clr">
                                      <p:cBhvr additive="repl">
                                        <p:cTn id="3659" dur="80"/>
                                        <p:tgtEl>
                                          <p:spTgt spid="1338"/>
                                        </p:tgtEl>
                                        <p:attrNameLst>
                                          <p:attrName>style.color</p:attrName>
                                        </p:attrNameLst>
                                      </p:cBhvr>
                                      <p:tavLst>
                                        <p:tav tm="0">
                                          <p:val>
                                            <p:strVal val="rgb(-103,51,51)"/>
                                          </p:val>
                                        </p:tav>
                                        <p:tav tm="50000">
                                          <p:val>
                                            <p:strVal val="rgb(-103,-103,0)"/>
                                          </p:val>
                                        </p:tav>
                                      </p:tavLst>
                                    </p:anim>
                                    <p:anim calcmode="discrete" valueType="clr">
                                      <p:cBhvr additive="repl">
                                        <p:cTn id="3660" dur="80"/>
                                        <p:tgtEl>
                                          <p:spTgt spid="1338"/>
                                        </p:tgtEl>
                                        <p:attrNameLst>
                                          <p:attrName>fillcolor</p:attrName>
                                        </p:attrNameLst>
                                      </p:cBhvr>
                                      <p:tavLst>
                                        <p:tav tm="0">
                                          <p:val>
                                            <p:strVal val="rgb(-103,51,51)"/>
                                          </p:val>
                                        </p:tav>
                                        <p:tav tm="50000">
                                          <p:val>
                                            <p:strVal val="rgb(-103,-103,0)"/>
                                          </p:val>
                                        </p:tav>
                                      </p:tavLst>
                                    </p:anim>
                                    <p:set>
                                      <p:cBhvr>
                                        <p:cTn id="3661" dur="80"/>
                                        <p:tgtEl>
                                          <p:spTgt spid="1338"/>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39" name="" descr=""/>
          <p:cNvPicPr/>
          <p:nvPr/>
        </p:nvPicPr>
        <p:blipFill>
          <a:blip r:embed="rId1"/>
          <a:stretch/>
        </p:blipFill>
        <p:spPr>
          <a:xfrm>
            <a:off x="0" y="0"/>
            <a:ext cx="9144000" cy="6862680"/>
          </a:xfrm>
          <a:prstGeom prst="rect">
            <a:avLst/>
          </a:prstGeom>
          <a:ln w="0">
            <a:noFill/>
          </a:ln>
        </p:spPr>
      </p:pic>
      <p:pic>
        <p:nvPicPr>
          <p:cNvPr id="1340" name="" descr=""/>
          <p:cNvPicPr/>
          <p:nvPr/>
        </p:nvPicPr>
        <p:blipFill>
          <a:blip r:embed="rId2"/>
          <a:stretch/>
        </p:blipFill>
        <p:spPr>
          <a:xfrm>
            <a:off x="3048120" y="1676520"/>
            <a:ext cx="3733560" cy="2178000"/>
          </a:xfrm>
          <a:prstGeom prst="rect">
            <a:avLst/>
          </a:prstGeom>
          <a:ln w="0">
            <a:noFill/>
          </a:ln>
        </p:spPr>
      </p:pic>
      <p:pic>
        <p:nvPicPr>
          <p:cNvPr id="1341" name="" descr=""/>
          <p:cNvPicPr/>
          <p:nvPr/>
        </p:nvPicPr>
        <p:blipFill>
          <a:blip r:embed="rId3"/>
          <a:stretch/>
        </p:blipFill>
        <p:spPr>
          <a:xfrm>
            <a:off x="0" y="5029200"/>
            <a:ext cx="5334120" cy="1828800"/>
          </a:xfrm>
          <a:prstGeom prst="rect">
            <a:avLst/>
          </a:prstGeom>
          <a:ln w="0">
            <a:noFill/>
          </a:ln>
        </p:spPr>
      </p:pic>
      <p:sp>
        <p:nvSpPr>
          <p:cNvPr id="1342" name=""/>
          <p:cNvSpPr/>
          <p:nvPr/>
        </p:nvSpPr>
        <p:spPr>
          <a:xfrm>
            <a:off x="1981080" y="5638680"/>
            <a:ext cx="236232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Err…Take me to City 87.</a:t>
            </a:r>
            <a:endParaRPr b="0" lang="en-US" sz="1200" spc="-1" strike="noStrike">
              <a:solidFill>
                <a:srgbClr val="000000"/>
              </a:solidFill>
              <a:latin typeface="Arial"/>
            </a:endParaRPr>
          </a:p>
        </p:txBody>
      </p:sp>
      <p:pic>
        <p:nvPicPr>
          <p:cNvPr id="1343" name="" descr=""/>
          <p:cNvPicPr/>
          <p:nvPr/>
        </p:nvPicPr>
        <p:blipFill>
          <a:blip r:embed="rId4"/>
          <a:stretch/>
        </p:blipFill>
        <p:spPr>
          <a:xfrm>
            <a:off x="6095880" y="3048120"/>
            <a:ext cx="3048120" cy="1803240"/>
          </a:xfrm>
          <a:prstGeom prst="rect">
            <a:avLst/>
          </a:prstGeom>
          <a:ln w="0">
            <a:noFill/>
          </a:ln>
        </p:spPr>
      </p:pic>
      <p:sp>
        <p:nvSpPr>
          <p:cNvPr id="1344" name=""/>
          <p:cNvSpPr/>
          <p:nvPr/>
        </p:nvSpPr>
        <p:spPr>
          <a:xfrm>
            <a:off x="6248520" y="3581280"/>
            <a:ext cx="236196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Of course. Now, can you pay the 50 credits it’ll cost?</a:t>
            </a:r>
            <a:endParaRPr b="0" lang="en-US" sz="1200" spc="-1" strike="noStrike">
              <a:solidFill>
                <a:srgbClr val="000000"/>
              </a:solidFill>
              <a:latin typeface="Arial"/>
            </a:endParaRPr>
          </a:p>
        </p:txBody>
      </p:sp>
      <p:sp>
        <p:nvSpPr>
          <p:cNvPr id="1345" name=""/>
          <p:cNvSpPr/>
          <p:nvPr/>
        </p:nvSpPr>
        <p:spPr>
          <a:xfrm>
            <a:off x="1981080" y="563868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50 credits…? I’ve got exactly that much.</a:t>
            </a:r>
            <a:endParaRPr b="0" lang="en-US" sz="1200" spc="-1" strike="noStrike">
              <a:solidFill>
                <a:srgbClr val="000000"/>
              </a:solidFill>
              <a:latin typeface="Arial"/>
            </a:endParaRPr>
          </a:p>
        </p:txBody>
      </p:sp>
      <p:sp>
        <p:nvSpPr>
          <p:cNvPr id="1346" name=""/>
          <p:cNvSpPr/>
          <p:nvPr/>
        </p:nvSpPr>
        <p:spPr>
          <a:xfrm>
            <a:off x="-914400" y="2438280"/>
            <a:ext cx="914400" cy="9144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347" name=""/>
          <p:cNvSpPr/>
          <p:nvPr/>
        </p:nvSpPr>
        <p:spPr>
          <a:xfrm>
            <a:off x="2438280" y="-609480"/>
            <a:ext cx="304812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ff0000"/>
                </a:solidFill>
                <a:latin typeface="Arial"/>
              </a:rPr>
              <a:t>Yay the big 202. This game has now officially grown larger than goblinsRPG3. 8/19/2005</a:t>
            </a:r>
            <a:endParaRPr b="0" lang="en-US" sz="1200" spc="-1" strike="noStrike">
              <a:solidFill>
                <a:srgbClr val="000000"/>
              </a:solidFill>
              <a:latin typeface="Arial"/>
            </a:endParaRPr>
          </a:p>
        </p:txBody>
      </p:sp>
    </p:spTree>
  </p:cSld>
  <p:timing>
    <p:tnLst>
      <p:par>
        <p:cTn id="3662" dur="indefinite" restart="never" nodeType="tmRoot">
          <p:childTnLst>
            <p:seq>
              <p:cTn id="3663" dur="indefinite" nodeType="mainSeq">
                <p:childTnLst>
                  <p:par>
                    <p:cTn id="3664" fill="hold">
                      <p:stCondLst>
                        <p:cond delay="0"/>
                      </p:stCondLst>
                      <p:childTnLst>
                        <p:par>
                          <p:cTn id="3665" fill="hold">
                            <p:stCondLst>
                              <p:cond delay="0"/>
                            </p:stCondLst>
                            <p:childTnLst>
                              <p:par>
                                <p:cTn id="3666" nodeType="afterEffect" fill="hold" presetClass="entr" presetID="9">
                                  <p:stCondLst>
                                    <p:cond delay="500"/>
                                  </p:stCondLst>
                                  <p:childTnLst>
                                    <p:set>
                                      <p:cBhvr>
                                        <p:cTn id="3667" dur="1" fill="hold">
                                          <p:stCondLst>
                                            <p:cond delay="0"/>
                                          </p:stCondLst>
                                        </p:cTn>
                                        <p:tgtEl>
                                          <p:spTgt spid="1341"/>
                                        </p:tgtEl>
                                        <p:attrNameLst>
                                          <p:attrName>style.visibility</p:attrName>
                                        </p:attrNameLst>
                                      </p:cBhvr>
                                      <p:to>
                                        <p:strVal val="visible"/>
                                      </p:to>
                                    </p:set>
                                    <p:animEffect filter="dissolve" transition="in">
                                      <p:cBhvr additive="repl">
                                        <p:cTn id="3668" dur="500"/>
                                        <p:tgtEl>
                                          <p:spTgt spid="1341"/>
                                        </p:tgtEl>
                                      </p:cBhvr>
                                    </p:animEffect>
                                  </p:childTnLst>
                                </p:cTn>
                              </p:par>
                            </p:childTnLst>
                          </p:cTn>
                        </p:par>
                        <p:par>
                          <p:cTn id="3669" fill="hold">
                            <p:stCondLst>
                              <p:cond delay="1000"/>
                            </p:stCondLst>
                            <p:childTnLst>
                              <p:par>
                                <p:cTn id="3670" nodeType="afterEffect" fill="hold" presetClass="entr" presetID="27">
                                  <p:stCondLst>
                                    <p:cond delay="0"/>
                                  </p:stCondLst>
                                  <p:iterate type="lt">
                                    <p:tmAbs val="40"/>
                                  </p:iterate>
                                  <p:childTnLst>
                                    <p:set>
                                      <p:cBhvr>
                                        <p:cTn id="3671" dur="1" fill="hold">
                                          <p:stCondLst>
                                            <p:cond delay="0"/>
                                          </p:stCondLst>
                                        </p:cTn>
                                        <p:tgtEl>
                                          <p:spTgt spid="1342"/>
                                        </p:tgtEl>
                                        <p:attrNameLst>
                                          <p:attrName>style.visibility</p:attrName>
                                        </p:attrNameLst>
                                      </p:cBhvr>
                                      <p:to>
                                        <p:strVal val="visible"/>
                                      </p:to>
                                    </p:set>
                                    <p:anim calcmode="discrete" valueType="clr">
                                      <p:cBhvr additive="repl">
                                        <p:cTn id="3672" dur="80"/>
                                        <p:tgtEl>
                                          <p:spTgt spid="1342"/>
                                        </p:tgtEl>
                                        <p:attrNameLst>
                                          <p:attrName>style.color</p:attrName>
                                        </p:attrNameLst>
                                      </p:cBhvr>
                                      <p:tavLst>
                                        <p:tav tm="0">
                                          <p:val>
                                            <p:strVal val="rgb(-103,51,51)"/>
                                          </p:val>
                                        </p:tav>
                                        <p:tav tm="50000">
                                          <p:val>
                                            <p:strVal val="rgb(-103,-103,0)"/>
                                          </p:val>
                                        </p:tav>
                                      </p:tavLst>
                                    </p:anim>
                                    <p:anim calcmode="discrete" valueType="clr">
                                      <p:cBhvr additive="repl">
                                        <p:cTn id="3673" dur="80"/>
                                        <p:tgtEl>
                                          <p:spTgt spid="1342"/>
                                        </p:tgtEl>
                                        <p:attrNameLst>
                                          <p:attrName>fillcolor</p:attrName>
                                        </p:attrNameLst>
                                      </p:cBhvr>
                                      <p:tavLst>
                                        <p:tav tm="0">
                                          <p:val>
                                            <p:strVal val="rgb(-103,51,51)"/>
                                          </p:val>
                                        </p:tav>
                                        <p:tav tm="50000">
                                          <p:val>
                                            <p:strVal val="rgb(-103,-103,0)"/>
                                          </p:val>
                                        </p:tav>
                                      </p:tavLst>
                                    </p:anim>
                                    <p:set>
                                      <p:cBhvr>
                                        <p:cTn id="3674" dur="80"/>
                                        <p:tgtEl>
                                          <p:spTgt spid="1342"/>
                                        </p:tgtEl>
                                        <p:attrNameLst>
                                          <p:attrName>fill.type</p:attrName>
                                        </p:attrNameLst>
                                      </p:cBhvr>
                                      <p:to>
                                        <p:strVal val="solid"/>
                                      </p:to>
                                    </p:set>
                                  </p:childTnLst>
                                </p:cTn>
                              </p:par>
                            </p:childTnLst>
                          </p:cTn>
                        </p:par>
                        <p:par>
                          <p:cTn id="3675" fill="hold">
                            <p:stCondLst>
                              <p:cond delay="1800"/>
                            </p:stCondLst>
                            <p:childTnLst>
                              <p:par>
                                <p:cTn id="3676" nodeType="afterEffect" fill="hold" presetClass="entr" presetID="9">
                                  <p:stCondLst>
                                    <p:cond delay="1000"/>
                                  </p:stCondLst>
                                  <p:childTnLst>
                                    <p:set>
                                      <p:cBhvr>
                                        <p:cTn id="3677" dur="1" fill="hold">
                                          <p:stCondLst>
                                            <p:cond delay="0"/>
                                          </p:stCondLst>
                                        </p:cTn>
                                        <p:tgtEl>
                                          <p:spTgt spid="1343"/>
                                        </p:tgtEl>
                                        <p:attrNameLst>
                                          <p:attrName>style.visibility</p:attrName>
                                        </p:attrNameLst>
                                      </p:cBhvr>
                                      <p:to>
                                        <p:strVal val="visible"/>
                                      </p:to>
                                    </p:set>
                                    <p:animEffect filter="dissolve" transition="in">
                                      <p:cBhvr additive="repl">
                                        <p:cTn id="3678" dur="500"/>
                                        <p:tgtEl>
                                          <p:spTgt spid="1343"/>
                                        </p:tgtEl>
                                      </p:cBhvr>
                                    </p:animEffect>
                                  </p:childTnLst>
                                </p:cTn>
                              </p:par>
                            </p:childTnLst>
                          </p:cTn>
                        </p:par>
                        <p:par>
                          <p:cTn id="3679" fill="hold">
                            <p:stCondLst>
                              <p:cond delay="3300"/>
                            </p:stCondLst>
                            <p:childTnLst>
                              <p:par>
                                <p:cTn id="3680" nodeType="afterEffect" fill="hold" presetClass="entr" presetID="27">
                                  <p:stCondLst>
                                    <p:cond delay="0"/>
                                  </p:stCondLst>
                                  <p:iterate type="lt">
                                    <p:tmAbs val="40"/>
                                  </p:iterate>
                                  <p:childTnLst>
                                    <p:set>
                                      <p:cBhvr>
                                        <p:cTn id="3681" dur="1" fill="hold">
                                          <p:stCondLst>
                                            <p:cond delay="0"/>
                                          </p:stCondLst>
                                        </p:cTn>
                                        <p:tgtEl>
                                          <p:spTgt spid="1344"/>
                                        </p:tgtEl>
                                        <p:attrNameLst>
                                          <p:attrName>style.visibility</p:attrName>
                                        </p:attrNameLst>
                                      </p:cBhvr>
                                      <p:to>
                                        <p:strVal val="visible"/>
                                      </p:to>
                                    </p:set>
                                    <p:anim calcmode="discrete" valueType="clr">
                                      <p:cBhvr additive="repl">
                                        <p:cTn id="3682" dur="80"/>
                                        <p:tgtEl>
                                          <p:spTgt spid="1344"/>
                                        </p:tgtEl>
                                        <p:attrNameLst>
                                          <p:attrName>style.color</p:attrName>
                                        </p:attrNameLst>
                                      </p:cBhvr>
                                      <p:tavLst>
                                        <p:tav tm="0">
                                          <p:val>
                                            <p:strVal val="rgb(-103,51,51)"/>
                                          </p:val>
                                        </p:tav>
                                        <p:tav tm="50000">
                                          <p:val>
                                            <p:strVal val="rgb(-103,-103,0)"/>
                                          </p:val>
                                        </p:tav>
                                      </p:tavLst>
                                    </p:anim>
                                    <p:anim calcmode="discrete" valueType="clr">
                                      <p:cBhvr additive="repl">
                                        <p:cTn id="3683" dur="80"/>
                                        <p:tgtEl>
                                          <p:spTgt spid="1344"/>
                                        </p:tgtEl>
                                        <p:attrNameLst>
                                          <p:attrName>fillcolor</p:attrName>
                                        </p:attrNameLst>
                                      </p:cBhvr>
                                      <p:tavLst>
                                        <p:tav tm="0">
                                          <p:val>
                                            <p:strVal val="rgb(-103,51,51)"/>
                                          </p:val>
                                        </p:tav>
                                        <p:tav tm="50000">
                                          <p:val>
                                            <p:strVal val="rgb(-103,-103,0)"/>
                                          </p:val>
                                        </p:tav>
                                      </p:tavLst>
                                    </p:anim>
                                    <p:set>
                                      <p:cBhvr>
                                        <p:cTn id="3684" dur="80"/>
                                        <p:tgtEl>
                                          <p:spTgt spid="1344"/>
                                        </p:tgtEl>
                                        <p:attrNameLst>
                                          <p:attrName>fill.type</p:attrName>
                                        </p:attrNameLst>
                                      </p:cBhvr>
                                      <p:to>
                                        <p:strVal val="solid"/>
                                      </p:to>
                                    </p:set>
                                  </p:childTnLst>
                                </p:cTn>
                              </p:par>
                            </p:childTnLst>
                          </p:cTn>
                        </p:par>
                        <p:par>
                          <p:cTn id="3685" fill="hold">
                            <p:stCondLst>
                              <p:cond delay="5100"/>
                            </p:stCondLst>
                            <p:childTnLst>
                              <p:par>
                                <p:cTn id="3686" nodeType="afterEffect" fill="hold" presetClass="entr" presetID="27">
                                  <p:stCondLst>
                                    <p:cond delay="1500"/>
                                  </p:stCondLst>
                                  <p:iterate type="lt">
                                    <p:tmAbs val="40"/>
                                  </p:iterate>
                                  <p:childTnLst>
                                    <p:set>
                                      <p:cBhvr>
                                        <p:cTn id="3687" dur="1" fill="hold">
                                          <p:stCondLst>
                                            <p:cond delay="0"/>
                                          </p:stCondLst>
                                        </p:cTn>
                                        <p:tgtEl>
                                          <p:spTgt spid="1345"/>
                                        </p:tgtEl>
                                        <p:attrNameLst>
                                          <p:attrName>style.visibility</p:attrName>
                                        </p:attrNameLst>
                                      </p:cBhvr>
                                      <p:to>
                                        <p:strVal val="visible"/>
                                      </p:to>
                                    </p:set>
                                    <p:anim calcmode="discrete" valueType="clr">
                                      <p:cBhvr additive="repl">
                                        <p:cTn id="3688" dur="80"/>
                                        <p:tgtEl>
                                          <p:spTgt spid="1345"/>
                                        </p:tgtEl>
                                        <p:attrNameLst>
                                          <p:attrName>style.color</p:attrName>
                                        </p:attrNameLst>
                                      </p:cBhvr>
                                      <p:tavLst>
                                        <p:tav tm="0">
                                          <p:val>
                                            <p:strVal val="rgb(-103,51,51)"/>
                                          </p:val>
                                        </p:tav>
                                        <p:tav tm="50000">
                                          <p:val>
                                            <p:strVal val="rgb(-103,-103,0)"/>
                                          </p:val>
                                        </p:tav>
                                      </p:tavLst>
                                    </p:anim>
                                    <p:anim calcmode="discrete" valueType="clr">
                                      <p:cBhvr additive="repl">
                                        <p:cTn id="3689" dur="80"/>
                                        <p:tgtEl>
                                          <p:spTgt spid="1345"/>
                                        </p:tgtEl>
                                        <p:attrNameLst>
                                          <p:attrName>fillcolor</p:attrName>
                                        </p:attrNameLst>
                                      </p:cBhvr>
                                      <p:tavLst>
                                        <p:tav tm="0">
                                          <p:val>
                                            <p:strVal val="rgb(-103,51,51)"/>
                                          </p:val>
                                        </p:tav>
                                        <p:tav tm="50000">
                                          <p:val>
                                            <p:strVal val="rgb(-103,-103,0)"/>
                                          </p:val>
                                        </p:tav>
                                      </p:tavLst>
                                    </p:anim>
                                    <p:set>
                                      <p:cBhvr>
                                        <p:cTn id="3690" dur="80"/>
                                        <p:tgtEl>
                                          <p:spTgt spid="1345"/>
                                        </p:tgtEl>
                                        <p:attrNameLst>
                                          <p:attrName>fill.type</p:attrName>
                                        </p:attrNameLst>
                                      </p:cBhvr>
                                      <p:to>
                                        <p:strVal val="solid"/>
                                      </p:to>
                                    </p:set>
                                  </p:childTnLst>
                                </p:cTn>
                              </p:par>
                            </p:childTnLst>
                          </p:cTn>
                        </p:par>
                        <p:par>
                          <p:cTn id="3691" fill="hold">
                            <p:stCondLst>
                              <p:cond delay="8000"/>
                            </p:stCondLst>
                            <p:childTnLst>
                              <p:par>
                                <p:cTn id="3692" nodeType="afterEffect" fill="hold" presetClass="entr" presetID="1">
                                  <p:stCondLst>
                                    <p:cond delay="1500"/>
                                  </p:stCondLst>
                                  <p:childTnLst>
                                    <p:set>
                                      <p:cBhvr>
                                        <p:cTn id="3693" dur="1" fill="hold">
                                          <p:stCondLst>
                                            <p:cond delay="0"/>
                                          </p:stCondLst>
                                        </p:cTn>
                                        <p:tgtEl>
                                          <p:spTgt spid="13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48" name="" descr=""/>
          <p:cNvPicPr/>
          <p:nvPr/>
        </p:nvPicPr>
        <p:blipFill>
          <a:blip r:embed="rId1"/>
          <a:stretch/>
        </p:blipFill>
        <p:spPr>
          <a:xfrm>
            <a:off x="0" y="0"/>
            <a:ext cx="9144000" cy="6858000"/>
          </a:xfrm>
          <a:prstGeom prst="rect">
            <a:avLst/>
          </a:prstGeom>
          <a:ln w="0">
            <a:noFill/>
          </a:ln>
        </p:spPr>
      </p:pic>
      <p:sp>
        <p:nvSpPr>
          <p:cNvPr id="1349" name=""/>
          <p:cNvSpPr/>
          <p:nvPr/>
        </p:nvSpPr>
        <p:spPr>
          <a:xfrm>
            <a:off x="6934320" y="2209680"/>
            <a:ext cx="2209680" cy="55512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FACILITY Credits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XXXXXXXXXXXXXXXXXXX</a:t>
            </a:r>
            <a:endParaRPr b="0" lang="en-US" sz="1200" spc="-1" strike="noStrike">
              <a:solidFill>
                <a:srgbClr val="000000"/>
              </a:solidFill>
              <a:latin typeface="Arial"/>
            </a:endParaRPr>
          </a:p>
        </p:txBody>
      </p:sp>
      <p:sp>
        <p:nvSpPr>
          <p:cNvPr id="1350" name=""/>
          <p:cNvSpPr/>
          <p:nvPr/>
        </p:nvSpPr>
        <p:spPr>
          <a:xfrm>
            <a:off x="0" y="403848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50</a:t>
            </a:r>
            <a:endParaRPr b="0" lang="en-US" sz="1600" spc="-1" strike="noStrike">
              <a:solidFill>
                <a:srgbClr val="000000"/>
              </a:solidFill>
              <a:latin typeface="Arial"/>
            </a:endParaRPr>
          </a:p>
        </p:txBody>
      </p:sp>
      <p:sp>
        <p:nvSpPr>
          <p:cNvPr id="1351" name=""/>
          <p:cNvSpPr/>
          <p:nvPr/>
        </p:nvSpPr>
        <p:spPr>
          <a:xfrm>
            <a:off x="-762120" y="4114800"/>
            <a:ext cx="76212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0000"/>
                </a:solidFill>
                <a:latin typeface="Arial"/>
              </a:rPr>
              <a:t>-50</a:t>
            </a:r>
            <a:endParaRPr b="0" lang="en-US" sz="1600" spc="-1" strike="noStrike">
              <a:solidFill>
                <a:srgbClr val="000000"/>
              </a:solidFill>
              <a:latin typeface="Arial"/>
            </a:endParaRPr>
          </a:p>
        </p:txBody>
      </p:sp>
      <p:sp>
        <p:nvSpPr>
          <p:cNvPr id="1352" name=""/>
          <p:cNvSpPr/>
          <p:nvPr/>
        </p:nvSpPr>
        <p:spPr>
          <a:xfrm>
            <a:off x="9144000" y="2209680"/>
            <a:ext cx="160020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0000"/>
                </a:solidFill>
                <a:latin typeface="Arial"/>
              </a:rPr>
              <a:t>+50</a:t>
            </a:r>
            <a:endParaRPr b="0" lang="en-US" sz="1600" spc="-1" strike="noStrike">
              <a:solidFill>
                <a:srgbClr val="000000"/>
              </a:solidFill>
              <a:latin typeface="Arial"/>
            </a:endParaRPr>
          </a:p>
        </p:txBody>
      </p:sp>
      <p:sp>
        <p:nvSpPr>
          <p:cNvPr id="1353" name=""/>
          <p:cNvSpPr/>
          <p:nvPr/>
        </p:nvSpPr>
        <p:spPr>
          <a:xfrm>
            <a:off x="5943600" y="15228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Operator</a:t>
            </a:r>
            <a:endParaRPr b="0" lang="en-US" sz="2000" spc="-1" strike="noStrike">
              <a:solidFill>
                <a:srgbClr val="000000"/>
              </a:solidFill>
              <a:latin typeface="Arial"/>
            </a:endParaRPr>
          </a:p>
        </p:txBody>
      </p:sp>
      <p:sp>
        <p:nvSpPr>
          <p:cNvPr id="1354" name=""/>
          <p:cNvSpPr/>
          <p:nvPr/>
        </p:nvSpPr>
        <p:spPr>
          <a:xfrm>
            <a:off x="1905120" y="4800600"/>
            <a:ext cx="281916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1355" name=""/>
          <p:cNvSpPr/>
          <p:nvPr/>
        </p:nvSpPr>
        <p:spPr>
          <a:xfrm>
            <a:off x="0" y="4343400"/>
            <a:ext cx="914400" cy="33768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0</a:t>
            </a:r>
            <a:endParaRPr b="0" lang="en-US" sz="1600" spc="-1" strike="noStrike">
              <a:solidFill>
                <a:srgbClr val="000000"/>
              </a:solidFill>
              <a:latin typeface="Arial"/>
            </a:endParaRPr>
          </a:p>
        </p:txBody>
      </p:sp>
      <p:sp>
        <p:nvSpPr>
          <p:cNvPr id="1356" name=""/>
          <p:cNvSpPr/>
          <p:nvPr/>
        </p:nvSpPr>
        <p:spPr>
          <a:xfrm>
            <a:off x="1981080" y="5257800"/>
            <a:ext cx="518184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Err… I just slide it down this slot… right?</a:t>
            </a:r>
            <a:endParaRPr b="0" lang="en-US" sz="1600" spc="-1" strike="noStrike">
              <a:solidFill>
                <a:srgbClr val="000000"/>
              </a:solidFill>
              <a:latin typeface="Arial"/>
            </a:endParaRPr>
          </a:p>
        </p:txBody>
      </p:sp>
      <p:sp>
        <p:nvSpPr>
          <p:cNvPr id="1357" name=""/>
          <p:cNvSpPr/>
          <p:nvPr/>
        </p:nvSpPr>
        <p:spPr>
          <a:xfrm>
            <a:off x="4724280" y="533520"/>
            <a:ext cx="518184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Umm… Yes, like that.</a:t>
            </a:r>
            <a:endParaRPr b="0" lang="en-US" sz="1600" spc="-1" strike="noStrike">
              <a:solidFill>
                <a:srgbClr val="000000"/>
              </a:solidFill>
              <a:latin typeface="Arial"/>
            </a:endParaRPr>
          </a:p>
        </p:txBody>
      </p:sp>
    </p:spTree>
  </p:cSld>
  <p:transition spd="slow" advTm="0">
    <p:fade/>
  </p:transition>
  <p:timing>
    <p:tnLst>
      <p:par>
        <p:cTn id="3694" dur="indefinite" restart="never" nodeType="tmRoot">
          <p:childTnLst>
            <p:seq>
              <p:cTn id="3695" dur="indefinite" nodeType="mainSeq">
                <p:childTnLst>
                  <p:par>
                    <p:cTn id="3696" fill="hold">
                      <p:stCondLst>
                        <p:cond delay="0"/>
                      </p:stCondLst>
                      <p:childTnLst>
                        <p:par>
                          <p:cTn id="3697" fill="hold">
                            <p:stCondLst>
                              <p:cond delay="0"/>
                            </p:stCondLst>
                            <p:childTnLst>
                              <p:par>
                                <p:cTn id="3698" nodeType="afterEffect" fill="hold" presetClass="entr" presetID="27">
                                  <p:stCondLst>
                                    <p:cond delay="1500"/>
                                  </p:stCondLst>
                                  <p:iterate type="lt">
                                    <p:tmAbs val="40"/>
                                  </p:iterate>
                                  <p:childTnLst>
                                    <p:set>
                                      <p:cBhvr>
                                        <p:cTn id="3699" dur="1" fill="hold">
                                          <p:stCondLst>
                                            <p:cond delay="0"/>
                                          </p:stCondLst>
                                        </p:cTn>
                                        <p:tgtEl>
                                          <p:spTgt spid="1356"/>
                                        </p:tgtEl>
                                        <p:attrNameLst>
                                          <p:attrName>style.visibility</p:attrName>
                                        </p:attrNameLst>
                                      </p:cBhvr>
                                      <p:to>
                                        <p:strVal val="visible"/>
                                      </p:to>
                                    </p:set>
                                    <p:anim calcmode="discrete" valueType="clr">
                                      <p:cBhvr additive="repl">
                                        <p:cTn id="3700" dur="80"/>
                                        <p:tgtEl>
                                          <p:spTgt spid="1356"/>
                                        </p:tgtEl>
                                        <p:attrNameLst>
                                          <p:attrName>style.color</p:attrName>
                                        </p:attrNameLst>
                                      </p:cBhvr>
                                      <p:tavLst>
                                        <p:tav tm="0">
                                          <p:val>
                                            <p:strVal val="rgb(-103,51,51)"/>
                                          </p:val>
                                        </p:tav>
                                        <p:tav tm="50000">
                                          <p:val>
                                            <p:strVal val="rgb(-103,-103,0)"/>
                                          </p:val>
                                        </p:tav>
                                      </p:tavLst>
                                    </p:anim>
                                    <p:anim calcmode="discrete" valueType="clr">
                                      <p:cBhvr additive="repl">
                                        <p:cTn id="3701" dur="80"/>
                                        <p:tgtEl>
                                          <p:spTgt spid="1356"/>
                                        </p:tgtEl>
                                        <p:attrNameLst>
                                          <p:attrName>fillcolor</p:attrName>
                                        </p:attrNameLst>
                                      </p:cBhvr>
                                      <p:tavLst>
                                        <p:tav tm="0">
                                          <p:val>
                                            <p:strVal val="rgb(-103,51,51)"/>
                                          </p:val>
                                        </p:tav>
                                        <p:tav tm="50000">
                                          <p:val>
                                            <p:strVal val="rgb(-103,-103,0)"/>
                                          </p:val>
                                        </p:tav>
                                      </p:tavLst>
                                    </p:anim>
                                    <p:set>
                                      <p:cBhvr>
                                        <p:cTn id="3702" dur="80"/>
                                        <p:tgtEl>
                                          <p:spTgt spid="1356"/>
                                        </p:tgtEl>
                                        <p:attrNameLst>
                                          <p:attrName>fill.type</p:attrName>
                                        </p:attrNameLst>
                                      </p:cBhvr>
                                      <p:to>
                                        <p:strVal val="solid"/>
                                      </p:to>
                                    </p:set>
                                  </p:childTnLst>
                                </p:cTn>
                              </p:par>
                            </p:childTnLst>
                          </p:cTn>
                        </p:par>
                        <p:par>
                          <p:cTn id="3703" fill="hold">
                            <p:stCondLst>
                              <p:cond delay="2940"/>
                            </p:stCondLst>
                            <p:childTnLst>
                              <p:par>
                                <p:cTn id="3704" nodeType="afterEffect" fill="hold" presetClass="entr" presetID="27">
                                  <p:stCondLst>
                                    <p:cond delay="1500"/>
                                  </p:stCondLst>
                                  <p:iterate type="lt">
                                    <p:tmAbs val="40"/>
                                  </p:iterate>
                                  <p:childTnLst>
                                    <p:set>
                                      <p:cBhvr>
                                        <p:cTn id="3705" dur="1" fill="hold">
                                          <p:stCondLst>
                                            <p:cond delay="0"/>
                                          </p:stCondLst>
                                        </p:cTn>
                                        <p:tgtEl>
                                          <p:spTgt spid="1357"/>
                                        </p:tgtEl>
                                        <p:attrNameLst>
                                          <p:attrName>style.visibility</p:attrName>
                                        </p:attrNameLst>
                                      </p:cBhvr>
                                      <p:to>
                                        <p:strVal val="visible"/>
                                      </p:to>
                                    </p:set>
                                    <p:anim calcmode="discrete" valueType="clr">
                                      <p:cBhvr additive="repl">
                                        <p:cTn id="3706" dur="80"/>
                                        <p:tgtEl>
                                          <p:spTgt spid="1357"/>
                                        </p:tgtEl>
                                        <p:attrNameLst>
                                          <p:attrName>style.color</p:attrName>
                                        </p:attrNameLst>
                                      </p:cBhvr>
                                      <p:tavLst>
                                        <p:tav tm="0">
                                          <p:val>
                                            <p:strVal val="rgb(-103,51,51)"/>
                                          </p:val>
                                        </p:tav>
                                        <p:tav tm="50000">
                                          <p:val>
                                            <p:strVal val="rgb(-103,-103,0)"/>
                                          </p:val>
                                        </p:tav>
                                      </p:tavLst>
                                    </p:anim>
                                    <p:anim calcmode="discrete" valueType="clr">
                                      <p:cBhvr additive="repl">
                                        <p:cTn id="3707" dur="80"/>
                                        <p:tgtEl>
                                          <p:spTgt spid="1357"/>
                                        </p:tgtEl>
                                        <p:attrNameLst>
                                          <p:attrName>fillcolor</p:attrName>
                                        </p:attrNameLst>
                                      </p:cBhvr>
                                      <p:tavLst>
                                        <p:tav tm="0">
                                          <p:val>
                                            <p:strVal val="rgb(-103,51,51)"/>
                                          </p:val>
                                        </p:tav>
                                        <p:tav tm="50000">
                                          <p:val>
                                            <p:strVal val="rgb(-103,-103,0)"/>
                                          </p:val>
                                        </p:tav>
                                      </p:tavLst>
                                    </p:anim>
                                    <p:set>
                                      <p:cBhvr>
                                        <p:cTn id="3708" dur="80"/>
                                        <p:tgtEl>
                                          <p:spTgt spid="1357"/>
                                        </p:tgtEl>
                                        <p:attrNameLst>
                                          <p:attrName>fill.type</p:attrName>
                                        </p:attrNameLst>
                                      </p:cBhvr>
                                      <p:to>
                                        <p:strVal val="solid"/>
                                      </p:to>
                                    </p:set>
                                  </p:childTnLst>
                                </p:cTn>
                              </p:par>
                            </p:childTnLst>
                          </p:cTn>
                        </p:par>
                        <p:par>
                          <p:cTn id="3709" fill="hold">
                            <p:stCondLst>
                              <p:cond delay="5160"/>
                            </p:stCondLst>
                            <p:childTnLst>
                              <p:par>
                                <p:cTn id="3710" nodeType="afterEffect" fill="hold" presetClass="path" presetID="0">
                                  <p:stCondLst>
                                    <p:cond delay="2000"/>
                                  </p:stCondLst>
                                  <p:childTnLst>
                                    <p:audio isNarration="0">
                                      <p:cMediaNode showWhenStopped="1">
                                        <p:cTn/>
                                        <p:tgtEl>
                                          <p:sndTgt r:embed="rId2" name="cashreg.wav"/>
                                        </p:tgtEl>
                                      </p:cMediaNode>
                                    </p:audio>
                                    <p:animMotion origin="layout" path="M 0.08334 0.01988 L 0.08334 -0.1244 E">
                                      <p:cBhvr>
                                        <p:cTn id="3711" dur="1000" fill="hold"/>
                                        <p:tgtEl>
                                          <p:spTgt spid="1351"/>
                                        </p:tgtEl>
                                      </p:cBhvr>
                                    </p:animMotion>
                                  </p:childTnLst>
                                </p:cTn>
                              </p:par>
                              <p:par>
                                <p:cTn id="3712" nodeType="withEffect" fill="hold" presetClass="path" presetID="0">
                                  <p:stCondLst>
                                    <p:cond delay="2000"/>
                                  </p:stCondLst>
                                  <p:childTnLst>
                                    <p:animMotion origin="layout" path="M -0.2125 0.03098 L -0.2125 0.10867 E">
                                      <p:cBhvr>
                                        <p:cTn id="3713" dur="1000" fill="hold"/>
                                        <p:tgtEl>
                                          <p:spTgt spid="1352"/>
                                        </p:tgtEl>
                                      </p:cBhvr>
                                    </p:animMotion>
                                  </p:childTnLst>
                                </p:cTn>
                              </p:par>
                              <p:par>
                                <p:cTn id="3714" nodeType="withEffect" fill="hold" presetClass="entr" presetID="9">
                                  <p:stCondLst>
                                    <p:cond delay="2000"/>
                                  </p:stCondLst>
                                  <p:childTnLst>
                                    <p:set>
                                      <p:cBhvr>
                                        <p:cTn id="3715" dur="1" fill="hold">
                                          <p:stCondLst>
                                            <p:cond delay="0"/>
                                          </p:stCondLst>
                                        </p:cTn>
                                        <p:tgtEl>
                                          <p:spTgt spid="1355"/>
                                        </p:tgtEl>
                                        <p:attrNameLst>
                                          <p:attrName>style.visibility</p:attrName>
                                        </p:attrNameLst>
                                      </p:cBhvr>
                                      <p:to>
                                        <p:strVal val="visible"/>
                                      </p:to>
                                    </p:set>
                                    <p:animEffect filter="dissolve" transition="in">
                                      <p:cBhvr additive="repl">
                                        <p:cTn id="3716" dur="500"/>
                                        <p:tgtEl>
                                          <p:spTgt spid="1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58" name="" descr=""/>
          <p:cNvPicPr/>
          <p:nvPr/>
        </p:nvPicPr>
        <p:blipFill>
          <a:blip r:embed="rId1"/>
          <a:stretch/>
        </p:blipFill>
        <p:spPr>
          <a:xfrm>
            <a:off x="0" y="0"/>
            <a:ext cx="9144000" cy="6858000"/>
          </a:xfrm>
          <a:prstGeom prst="rect">
            <a:avLst/>
          </a:prstGeom>
          <a:ln w="0">
            <a:noFill/>
          </a:ln>
        </p:spPr>
      </p:pic>
      <p:sp>
        <p:nvSpPr>
          <p:cNvPr id="1359" name=""/>
          <p:cNvSpPr/>
          <p:nvPr/>
        </p:nvSpPr>
        <p:spPr>
          <a:xfrm>
            <a:off x="6934320" y="2209680"/>
            <a:ext cx="2209680" cy="55512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FACILITY Credits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XXXXXXXXXXXXXXXXXXX</a:t>
            </a:r>
            <a:endParaRPr b="0" lang="en-US" sz="1200" spc="-1" strike="noStrike">
              <a:solidFill>
                <a:srgbClr val="000000"/>
              </a:solidFill>
              <a:latin typeface="Arial"/>
            </a:endParaRPr>
          </a:p>
        </p:txBody>
      </p:sp>
      <p:sp>
        <p:nvSpPr>
          <p:cNvPr id="1360" name=""/>
          <p:cNvSpPr/>
          <p:nvPr/>
        </p:nvSpPr>
        <p:spPr>
          <a:xfrm>
            <a:off x="0" y="4038480"/>
            <a:ext cx="2209680" cy="6476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LEAHIN Credits</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50</a:t>
            </a:r>
            <a:endParaRPr b="0" lang="en-US" sz="1600" spc="-1" strike="noStrike">
              <a:solidFill>
                <a:srgbClr val="000000"/>
              </a:solidFill>
              <a:latin typeface="Arial"/>
            </a:endParaRPr>
          </a:p>
        </p:txBody>
      </p:sp>
      <p:sp>
        <p:nvSpPr>
          <p:cNvPr id="1361" name=""/>
          <p:cNvSpPr/>
          <p:nvPr/>
        </p:nvSpPr>
        <p:spPr>
          <a:xfrm>
            <a:off x="5943600" y="152280"/>
            <a:ext cx="281952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Operator</a:t>
            </a:r>
            <a:endParaRPr b="0" lang="en-US" sz="2000" spc="-1" strike="noStrike">
              <a:solidFill>
                <a:srgbClr val="000000"/>
              </a:solidFill>
              <a:latin typeface="Arial"/>
            </a:endParaRPr>
          </a:p>
        </p:txBody>
      </p:sp>
      <p:sp>
        <p:nvSpPr>
          <p:cNvPr id="1362" name=""/>
          <p:cNvSpPr/>
          <p:nvPr/>
        </p:nvSpPr>
        <p:spPr>
          <a:xfrm>
            <a:off x="1905120" y="4800600"/>
            <a:ext cx="281916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ffff00"/>
                </a:solidFill>
                <a:latin typeface="Times New Roman"/>
              </a:rPr>
              <a:t>Leahin</a:t>
            </a:r>
            <a:endParaRPr b="0" lang="en-US" sz="2000" spc="-1" strike="noStrike">
              <a:solidFill>
                <a:srgbClr val="000000"/>
              </a:solidFill>
              <a:latin typeface="Arial"/>
            </a:endParaRPr>
          </a:p>
        </p:txBody>
      </p:sp>
      <p:sp>
        <p:nvSpPr>
          <p:cNvPr id="1363" name=""/>
          <p:cNvSpPr/>
          <p:nvPr/>
        </p:nvSpPr>
        <p:spPr>
          <a:xfrm>
            <a:off x="0" y="4343400"/>
            <a:ext cx="914400" cy="33768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ff"/>
                </a:solidFill>
                <a:latin typeface="Arial"/>
              </a:rPr>
              <a:t>0</a:t>
            </a:r>
            <a:endParaRPr b="0" lang="en-US" sz="1600" spc="-1" strike="noStrike">
              <a:solidFill>
                <a:srgbClr val="000000"/>
              </a:solidFill>
              <a:latin typeface="Arial"/>
            </a:endParaRPr>
          </a:p>
        </p:txBody>
      </p:sp>
      <p:sp>
        <p:nvSpPr>
          <p:cNvPr id="1364" name=""/>
          <p:cNvSpPr/>
          <p:nvPr/>
        </p:nvSpPr>
        <p:spPr>
          <a:xfrm>
            <a:off x="1981080" y="5257800"/>
            <a:ext cx="518184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Is… that it?</a:t>
            </a:r>
            <a:endParaRPr b="0" lang="en-US" sz="1600" spc="-1" strike="noStrike">
              <a:solidFill>
                <a:srgbClr val="000000"/>
              </a:solidFill>
              <a:latin typeface="Arial"/>
            </a:endParaRPr>
          </a:p>
        </p:txBody>
      </p:sp>
      <p:sp>
        <p:nvSpPr>
          <p:cNvPr id="1365" name=""/>
          <p:cNvSpPr/>
          <p:nvPr/>
        </p:nvSpPr>
        <p:spPr>
          <a:xfrm>
            <a:off x="2133720" y="533520"/>
            <a:ext cx="5181480" cy="58140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ff3300"/>
                </a:solidFill>
                <a:latin typeface="Arial"/>
              </a:rPr>
              <a:t>It is. Please have a seat, sir. The car will start moving shortly.</a:t>
            </a:r>
            <a:endParaRPr b="0" lang="en-US" sz="1600" spc="-1" strike="noStrike">
              <a:solidFill>
                <a:srgbClr val="000000"/>
              </a:solidFill>
              <a:latin typeface="Arial"/>
            </a:endParaRPr>
          </a:p>
        </p:txBody>
      </p:sp>
      <p:sp>
        <p:nvSpPr>
          <p:cNvPr id="1366" name=""/>
          <p:cNvSpPr/>
          <p:nvPr/>
        </p:nvSpPr>
        <p:spPr>
          <a:xfrm>
            <a:off x="-914400" y="3048120"/>
            <a:ext cx="762120" cy="83808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717" dur="indefinite" restart="never" nodeType="tmRoot">
          <p:childTnLst>
            <p:seq>
              <p:cTn id="3718" dur="indefinite" nodeType="mainSeq">
                <p:childTnLst>
                  <p:par>
                    <p:cTn id="3719" fill="hold">
                      <p:stCondLst>
                        <p:cond delay="0"/>
                      </p:stCondLst>
                      <p:childTnLst>
                        <p:par>
                          <p:cTn id="3720" fill="hold">
                            <p:stCondLst>
                              <p:cond delay="0"/>
                            </p:stCondLst>
                            <p:childTnLst>
                              <p:par>
                                <p:cTn id="3721" nodeType="afterEffect" fill="hold" presetClass="entr" presetID="27">
                                  <p:stCondLst>
                                    <p:cond delay="500"/>
                                  </p:stCondLst>
                                  <p:iterate type="lt">
                                    <p:tmAbs val="40"/>
                                  </p:iterate>
                                  <p:childTnLst>
                                    <p:set>
                                      <p:cBhvr>
                                        <p:cTn id="3722" dur="1" fill="hold">
                                          <p:stCondLst>
                                            <p:cond delay="0"/>
                                          </p:stCondLst>
                                        </p:cTn>
                                        <p:tgtEl>
                                          <p:spTgt spid="1364"/>
                                        </p:tgtEl>
                                        <p:attrNameLst>
                                          <p:attrName>style.visibility</p:attrName>
                                        </p:attrNameLst>
                                      </p:cBhvr>
                                      <p:to>
                                        <p:strVal val="visible"/>
                                      </p:to>
                                    </p:set>
                                    <p:anim calcmode="discrete" valueType="clr">
                                      <p:cBhvr additive="repl">
                                        <p:cTn id="3723" dur="80"/>
                                        <p:tgtEl>
                                          <p:spTgt spid="1364"/>
                                        </p:tgtEl>
                                        <p:attrNameLst>
                                          <p:attrName>style.color</p:attrName>
                                        </p:attrNameLst>
                                      </p:cBhvr>
                                      <p:tavLst>
                                        <p:tav tm="0">
                                          <p:val>
                                            <p:strVal val="rgb(-103,51,51)"/>
                                          </p:val>
                                        </p:tav>
                                        <p:tav tm="50000">
                                          <p:val>
                                            <p:strVal val="rgb(-103,-103,0)"/>
                                          </p:val>
                                        </p:tav>
                                      </p:tavLst>
                                    </p:anim>
                                    <p:anim calcmode="discrete" valueType="clr">
                                      <p:cBhvr additive="repl">
                                        <p:cTn id="3724" dur="80"/>
                                        <p:tgtEl>
                                          <p:spTgt spid="1364"/>
                                        </p:tgtEl>
                                        <p:attrNameLst>
                                          <p:attrName>fillcolor</p:attrName>
                                        </p:attrNameLst>
                                      </p:cBhvr>
                                      <p:tavLst>
                                        <p:tav tm="0">
                                          <p:val>
                                            <p:strVal val="rgb(-103,51,51)"/>
                                          </p:val>
                                        </p:tav>
                                        <p:tav tm="50000">
                                          <p:val>
                                            <p:strVal val="rgb(-103,-103,0)"/>
                                          </p:val>
                                        </p:tav>
                                      </p:tavLst>
                                    </p:anim>
                                    <p:set>
                                      <p:cBhvr>
                                        <p:cTn id="3725" dur="80"/>
                                        <p:tgtEl>
                                          <p:spTgt spid="1364"/>
                                        </p:tgtEl>
                                        <p:attrNameLst>
                                          <p:attrName>fill.type</p:attrName>
                                        </p:attrNameLst>
                                      </p:cBhvr>
                                      <p:to>
                                        <p:strVal val="solid"/>
                                      </p:to>
                                    </p:set>
                                  </p:childTnLst>
                                </p:cTn>
                              </p:par>
                            </p:childTnLst>
                          </p:cTn>
                        </p:par>
                        <p:par>
                          <p:cTn id="3726" fill="hold">
                            <p:stCondLst>
                              <p:cond delay="940"/>
                            </p:stCondLst>
                            <p:childTnLst>
                              <p:par>
                                <p:cTn id="3727" nodeType="afterEffect" fill="hold" presetClass="entr" presetID="27">
                                  <p:stCondLst>
                                    <p:cond delay="1500"/>
                                  </p:stCondLst>
                                  <p:iterate type="lt">
                                    <p:tmAbs val="40"/>
                                  </p:iterate>
                                  <p:childTnLst>
                                    <p:set>
                                      <p:cBhvr>
                                        <p:cTn id="3728" dur="1" fill="hold">
                                          <p:stCondLst>
                                            <p:cond delay="0"/>
                                          </p:stCondLst>
                                        </p:cTn>
                                        <p:tgtEl>
                                          <p:spTgt spid="1365"/>
                                        </p:tgtEl>
                                        <p:attrNameLst>
                                          <p:attrName>style.visibility</p:attrName>
                                        </p:attrNameLst>
                                      </p:cBhvr>
                                      <p:to>
                                        <p:strVal val="visible"/>
                                      </p:to>
                                    </p:set>
                                    <p:anim calcmode="discrete" valueType="clr">
                                      <p:cBhvr additive="repl">
                                        <p:cTn id="3729" dur="80"/>
                                        <p:tgtEl>
                                          <p:spTgt spid="1365"/>
                                        </p:tgtEl>
                                        <p:attrNameLst>
                                          <p:attrName>style.color</p:attrName>
                                        </p:attrNameLst>
                                      </p:cBhvr>
                                      <p:tavLst>
                                        <p:tav tm="0">
                                          <p:val>
                                            <p:strVal val="rgb(-103,51,51)"/>
                                          </p:val>
                                        </p:tav>
                                        <p:tav tm="50000">
                                          <p:val>
                                            <p:strVal val="rgb(-103,-103,0)"/>
                                          </p:val>
                                        </p:tav>
                                      </p:tavLst>
                                    </p:anim>
                                    <p:anim calcmode="discrete" valueType="clr">
                                      <p:cBhvr additive="repl">
                                        <p:cTn id="3730" dur="80"/>
                                        <p:tgtEl>
                                          <p:spTgt spid="1365"/>
                                        </p:tgtEl>
                                        <p:attrNameLst>
                                          <p:attrName>fillcolor</p:attrName>
                                        </p:attrNameLst>
                                      </p:cBhvr>
                                      <p:tavLst>
                                        <p:tav tm="0">
                                          <p:val>
                                            <p:strVal val="rgb(-103,51,51)"/>
                                          </p:val>
                                        </p:tav>
                                        <p:tav tm="50000">
                                          <p:val>
                                            <p:strVal val="rgb(-103,-103,0)"/>
                                          </p:val>
                                        </p:tav>
                                      </p:tavLst>
                                    </p:anim>
                                    <p:set>
                                      <p:cBhvr>
                                        <p:cTn id="3731" dur="80"/>
                                        <p:tgtEl>
                                          <p:spTgt spid="1365"/>
                                        </p:tgtEl>
                                        <p:attrNameLst>
                                          <p:attrName>fill.type</p:attrName>
                                        </p:attrNameLst>
                                      </p:cBhvr>
                                      <p:to>
                                        <p:strVal val="solid"/>
                                      </p:to>
                                    </p:set>
                                  </p:childTnLst>
                                </p:cTn>
                              </p:par>
                            </p:childTnLst>
                          </p:cTn>
                        </p:par>
                        <p:par>
                          <p:cTn id="3732" fill="hold">
                            <p:stCondLst>
                              <p:cond delay="4640"/>
                            </p:stCondLst>
                            <p:childTnLst>
                              <p:par>
                                <p:cTn id="3733" nodeType="afterEffect" fill="hold" presetClass="entr" presetID="1">
                                  <p:stCondLst>
                                    <p:cond delay="2000"/>
                                  </p:stCondLst>
                                  <p:childTnLst>
                                    <p:set>
                                      <p:cBhvr>
                                        <p:cTn id="3734" dur="1" fill="hold">
                                          <p:stCondLst>
                                            <p:cond delay="0"/>
                                          </p:stCondLst>
                                        </p:cTn>
                                        <p:tgtEl>
                                          <p:spTgt spid="1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7" name=""/>
          <p:cNvSpPr/>
          <p:nvPr/>
        </p:nvSpPr>
        <p:spPr>
          <a:xfrm>
            <a:off x="-914400" y="3048120"/>
            <a:ext cx="10744200" cy="4114800"/>
          </a:xfrm>
          <a:prstGeom prst="rect">
            <a:avLst/>
          </a:prstGeom>
          <a:solidFill>
            <a:srgbClr val="c0c0c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368" name=""/>
          <p:cNvSpPr/>
          <p:nvPr/>
        </p:nvSpPr>
        <p:spPr>
          <a:xfrm>
            <a:off x="-914400" y="0"/>
            <a:ext cx="11049120" cy="3048120"/>
          </a:xfrm>
          <a:prstGeom prst="rect">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369" name="" descr=""/>
          <p:cNvPicPr/>
          <p:nvPr/>
        </p:nvPicPr>
        <p:blipFill>
          <a:blip r:embed="rId1"/>
          <a:stretch/>
        </p:blipFill>
        <p:spPr>
          <a:xfrm>
            <a:off x="0" y="0"/>
            <a:ext cx="9144000" cy="6845400"/>
          </a:xfrm>
          <a:prstGeom prst="rect">
            <a:avLst/>
          </a:prstGeom>
          <a:ln w="0">
            <a:noFill/>
          </a:ln>
        </p:spPr>
      </p:pic>
      <p:pic>
        <p:nvPicPr>
          <p:cNvPr id="1370" name="" descr=""/>
          <p:cNvPicPr/>
          <p:nvPr/>
        </p:nvPicPr>
        <p:blipFill>
          <a:blip r:embed="rId2"/>
          <a:stretch/>
        </p:blipFill>
        <p:spPr>
          <a:xfrm>
            <a:off x="-1295280" y="2590920"/>
            <a:ext cx="304560" cy="304560"/>
          </a:xfrm>
          <a:prstGeom prst="rect">
            <a:avLst/>
          </a:prstGeom>
          <a:ln w="0">
            <a:noFill/>
          </a:ln>
        </p:spPr>
      </p:pic>
      <p:pic>
        <p:nvPicPr>
          <p:cNvPr id="1371" name="" descr=""/>
          <p:cNvPicPr/>
          <p:nvPr/>
        </p:nvPicPr>
        <p:blipFill>
          <a:blip r:embed="rId3"/>
          <a:stretch/>
        </p:blipFill>
        <p:spPr>
          <a:xfrm>
            <a:off x="-685800" y="2666880"/>
            <a:ext cx="304920" cy="304920"/>
          </a:xfrm>
          <a:prstGeom prst="rect">
            <a:avLst/>
          </a:prstGeom>
          <a:ln w="0">
            <a:noFill/>
          </a:ln>
        </p:spPr>
      </p:pic>
      <p:sp>
        <p:nvSpPr>
          <p:cNvPr id="1372" name=""/>
          <p:cNvSpPr/>
          <p:nvPr/>
        </p:nvSpPr>
        <p:spPr>
          <a:xfrm>
            <a:off x="-2590920" y="990720"/>
            <a:ext cx="838440" cy="761760"/>
          </a:xfrm>
          <a:prstGeom prst="rect">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735" dur="indefinite" restart="never" nodeType="tmRoot">
          <p:childTnLst>
            <p:seq>
              <p:cTn id="3736" dur="indefinite" nodeType="mainSeq">
                <p:childTnLst>
                  <p:par>
                    <p:cTn id="3737" fill="hold">
                      <p:stCondLst>
                        <p:cond delay="0"/>
                      </p:stCondLst>
                      <p:childTnLst>
                        <p:par>
                          <p:cTn id="3738" fill="hold">
                            <p:stCondLst>
                              <p:cond delay="0"/>
                            </p:stCondLst>
                            <p:childTnLst>
                              <p:par>
                                <p:cTn id="3739" nodeType="afterEffect" fill="hold" presetClass="mediacall" presetID="1">
                                  <p:stCondLst>
                                    <p:cond delay="0"/>
                                  </p:stCondLst>
                                  <p:childTnLst>
                                    <p:cmd type="call" cmd="playFrom(0.0)">
                                      <p:cBhvr>
                                        <p:cTn id="3740" dur="953" fill="hold"/>
                                        <p:tgtEl>
                                          <p:spTgt spid="1371"/>
                                        </p:tgtEl>
                                      </p:cBhvr>
                                    </p:cmd>
                                  </p:childTnLst>
                                </p:cTn>
                              </p:par>
                            </p:childTnLst>
                          </p:cTn>
                        </p:par>
                        <p:par>
                          <p:cTn id="3741" fill="hold">
                            <p:stCondLst>
                              <p:cond delay="953"/>
                            </p:stCondLst>
                            <p:childTnLst>
                              <p:par>
                                <p:cTn id="3742" nodeType="afterEffect" fill="hold" presetClass="mediacall" presetID="1">
                                  <p:stCondLst>
                                    <p:cond delay="0"/>
                                  </p:stCondLst>
                                  <p:childTnLst>
                                    <p:cmd type="call" cmd="playFrom(0.0)">
                                      <p:cBhvr>
                                        <p:cTn id="3743" dur="1271" fill="hold"/>
                                        <p:tgtEl>
                                          <p:spTgt spid="1370"/>
                                        </p:tgtEl>
                                      </p:cBhvr>
                                    </p:cmd>
                                  </p:childTnLst>
                                </p:cTn>
                              </p:par>
                            </p:childTnLst>
                          </p:cTn>
                        </p:par>
                        <p:par>
                          <p:cTn id="3744" fill="hold">
                            <p:stCondLst>
                              <p:cond delay="2224"/>
                            </p:stCondLst>
                            <p:childTnLst>
                              <p:par>
                                <p:cTn id="3745" nodeType="afterEffect" fill="hold" presetClass="emph" presetID="32">
                                  <p:stCondLst>
                                    <p:cond delay="0"/>
                                  </p:stCondLst>
                                  <p:childTnLst>
                                    <p:animClr clrSpc="rgb">
                                      <p:cBhvr>
                                        <p:cTn id="3746" dur="100" fill="hold"/>
                                        <p:tgtEl>
                                          <p:spTgt spid="1369"/>
                                        </p:tgtEl>
                                        <p:attrNameLst>
                                          <p:attrName>style.color</p:attrName>
                                        </p:attrNameLst>
                                      </p:cBhvr>
                                      <p:to>
                                        <a:srgbClr val="333399"/>
                                      </p:to>
                                    </p:animClr>
                                    <p:animClr clrSpc="rgb">
                                      <p:cBhvr>
                                        <p:cTn id="3747" dur="100" fill="hold"/>
                                        <p:tgtEl>
                                          <p:spTgt spid="1369"/>
                                        </p:tgtEl>
                                        <p:attrNameLst>
                                          <p:attrName>fillcolor</p:attrName>
                                        </p:attrNameLst>
                                      </p:cBhvr>
                                      <p:to>
                                        <a:srgbClr val="333399"/>
                                      </p:to>
                                    </p:animClr>
                                    <p:set>
                                      <p:cBhvr>
                                        <p:cTn id="3748" dur="100" fill="hold"/>
                                        <p:tgtEl>
                                          <p:spTgt spid="1369"/>
                                        </p:tgtEl>
                                        <p:attrNameLst>
                                          <p:attrName>fill.type</p:attrName>
                                        </p:attrNameLst>
                                      </p:cBhvr>
                                      <p:to>
                                        <p:strVal val="solid"/>
                                      </p:to>
                                    </p:set>
                                    <p:animRot by="120000">
                                      <p:cBhvr>
                                        <p:cTn id="3749" dur="100" fill="hold">
                                          <p:stCondLst>
                                            <p:cond delay="0"/>
                                          </p:stCondLst>
                                        </p:cTn>
                                        <p:tgtEl>
                                          <p:spTgt spid="1369"/>
                                        </p:tgtEl>
                                        <p:attrNameLst>
                                          <p:attrName>r</p:attrName>
                                        </p:attrNameLst>
                                      </p:cBhvr>
                                    </p:animRot>
                                    <p:animRot by="-240000">
                                      <p:cBhvr>
                                        <p:cTn id="3750" dur="200" fill="hold">
                                          <p:stCondLst>
                                            <p:cond delay="200"/>
                                          </p:stCondLst>
                                        </p:cTn>
                                        <p:tgtEl>
                                          <p:spTgt spid="1369"/>
                                        </p:tgtEl>
                                        <p:attrNameLst>
                                          <p:attrName>r</p:attrName>
                                        </p:attrNameLst>
                                      </p:cBhvr>
                                    </p:animRot>
                                    <p:animRot by="240000">
                                      <p:cBhvr>
                                        <p:cTn id="3751" dur="200" fill="hold">
                                          <p:stCondLst>
                                            <p:cond delay="400"/>
                                          </p:stCondLst>
                                        </p:cTn>
                                        <p:tgtEl>
                                          <p:spTgt spid="1369"/>
                                        </p:tgtEl>
                                        <p:attrNameLst>
                                          <p:attrName>r</p:attrName>
                                        </p:attrNameLst>
                                      </p:cBhvr>
                                    </p:animRot>
                                    <p:animRot by="-240000">
                                      <p:cBhvr>
                                        <p:cTn id="3752" dur="200" fill="hold">
                                          <p:stCondLst>
                                            <p:cond delay="600"/>
                                          </p:stCondLst>
                                        </p:cTn>
                                        <p:tgtEl>
                                          <p:spTgt spid="1369"/>
                                        </p:tgtEl>
                                        <p:attrNameLst>
                                          <p:attrName>r</p:attrName>
                                        </p:attrNameLst>
                                      </p:cBhvr>
                                    </p:animRot>
                                    <p:animRot by="120000">
                                      <p:cBhvr>
                                        <p:cTn id="3753" dur="200" fill="hold">
                                          <p:stCondLst>
                                            <p:cond delay="800"/>
                                          </p:stCondLst>
                                        </p:cTn>
                                        <p:tgtEl>
                                          <p:spTgt spid="1369"/>
                                        </p:tgtEl>
                                        <p:attrNameLst>
                                          <p:attrName>r</p:attrName>
                                        </p:attrNameLst>
                                      </p:cBhvr>
                                    </p:animRot>
                                  </p:childTnLst>
                                </p:cTn>
                              </p:par>
                            </p:childTnLst>
                          </p:cTn>
                        </p:par>
                        <p:par>
                          <p:cTn id="3754" fill="hold">
                            <p:stCondLst>
                              <p:cond delay="3224"/>
                            </p:stCondLst>
                            <p:childTnLst>
                              <p:par>
                                <p:cTn id="3755" nodeType="afterEffect" fill="hold" presetClass="entr" presetID="1">
                                  <p:stCondLst>
                                    <p:cond delay="500"/>
                                  </p:stCondLst>
                                  <p:childTnLst>
                                    <p:set>
                                      <p:cBhvr>
                                        <p:cTn id="3756" dur="1" fill="hold">
                                          <p:stCondLst>
                                            <p:cond delay="0"/>
                                          </p:stCondLst>
                                        </p:cTn>
                                        <p:tgtEl>
                                          <p:spTgt spid="1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73" name="" descr=""/>
          <p:cNvPicPr/>
          <p:nvPr/>
        </p:nvPicPr>
        <p:blipFill>
          <a:blip r:embed="rId1"/>
          <a:stretch/>
        </p:blipFill>
        <p:spPr>
          <a:xfrm>
            <a:off x="0" y="0"/>
            <a:ext cx="9144000" cy="6862680"/>
          </a:xfrm>
          <a:prstGeom prst="rect">
            <a:avLst/>
          </a:prstGeom>
          <a:ln w="0">
            <a:noFill/>
          </a:ln>
        </p:spPr>
      </p:pic>
      <p:pic>
        <p:nvPicPr>
          <p:cNvPr id="1374" name="" descr=""/>
          <p:cNvPicPr/>
          <p:nvPr/>
        </p:nvPicPr>
        <p:blipFill>
          <a:blip r:embed="rId2"/>
          <a:stretch/>
        </p:blipFill>
        <p:spPr>
          <a:xfrm>
            <a:off x="2514600" y="3505320"/>
            <a:ext cx="2514600" cy="907920"/>
          </a:xfrm>
          <a:prstGeom prst="rect">
            <a:avLst/>
          </a:prstGeom>
          <a:ln w="0">
            <a:noFill/>
          </a:ln>
        </p:spPr>
      </p:pic>
      <p:pic>
        <p:nvPicPr>
          <p:cNvPr id="1375" name="" descr=""/>
          <p:cNvPicPr/>
          <p:nvPr/>
        </p:nvPicPr>
        <p:blipFill>
          <a:blip r:embed="rId3"/>
          <a:stretch/>
        </p:blipFill>
        <p:spPr>
          <a:xfrm>
            <a:off x="2514600" y="3429000"/>
            <a:ext cx="2514600" cy="984240"/>
          </a:xfrm>
          <a:prstGeom prst="rect">
            <a:avLst/>
          </a:prstGeom>
          <a:ln w="0">
            <a:noFill/>
          </a:ln>
        </p:spPr>
      </p:pic>
      <p:pic>
        <p:nvPicPr>
          <p:cNvPr id="1376" name="" descr=""/>
          <p:cNvPicPr/>
          <p:nvPr/>
        </p:nvPicPr>
        <p:blipFill>
          <a:blip r:embed="rId4"/>
          <a:stretch/>
        </p:blipFill>
        <p:spPr>
          <a:xfrm>
            <a:off x="9144000" y="3200400"/>
            <a:ext cx="304920" cy="304920"/>
          </a:xfrm>
          <a:prstGeom prst="rect">
            <a:avLst/>
          </a:prstGeom>
          <a:ln w="0">
            <a:noFill/>
          </a:ln>
        </p:spPr>
      </p:pic>
    </p:spTree>
  </p:cSld>
  <p:timing>
    <p:tnLst>
      <p:par>
        <p:cTn id="3757" dur="indefinite" restart="never" nodeType="tmRoot">
          <p:childTnLst>
            <p:seq>
              <p:cTn id="3758" dur="indefinite" nodeType="mainSeq">
                <p:childTnLst>
                  <p:par>
                    <p:cTn id="3759" fill="hold">
                      <p:stCondLst>
                        <p:cond delay="0"/>
                      </p:stCondLst>
                      <p:childTnLst>
                        <p:par>
                          <p:cTn id="3760" fill="hold">
                            <p:stCondLst>
                              <p:cond delay="0"/>
                            </p:stCondLst>
                            <p:childTnLst>
                              <p:par>
                                <p:cTn id="3761" nodeType="afterEffect" fill="hold" presetClass="entr" presetID="1">
                                  <p:stCondLst>
                                    <p:cond delay="1500"/>
                                  </p:stCondLst>
                                  <p:childTnLst>
                                    <p:set>
                                      <p:cBhvr>
                                        <p:cTn id="3762" dur="1" fill="hold">
                                          <p:stCondLst>
                                            <p:cond delay="0"/>
                                          </p:stCondLst>
                                        </p:cTn>
                                        <p:tgtEl>
                                          <p:spTgt spid="1375"/>
                                        </p:tgtEl>
                                        <p:attrNameLst>
                                          <p:attrName>style.visibility</p:attrName>
                                        </p:attrNameLst>
                                      </p:cBhvr>
                                      <p:to>
                                        <p:strVal val="visible"/>
                                      </p:to>
                                    </p:set>
                                  </p:childTnLst>
                                </p:cTn>
                              </p:par>
                            </p:childTnLst>
                          </p:cTn>
                        </p:par>
                        <p:par>
                          <p:cTn id="3763" fill="hold">
                            <p:stCondLst>
                              <p:cond delay="1500"/>
                            </p:stCondLst>
                            <p:childTnLst>
                              <p:par>
                                <p:cTn id="3764" nodeType="afterEffect" fill="hold" presetClass="exit" presetID="1">
                                  <p:stCondLst>
                                    <p:cond delay="0"/>
                                  </p:stCondLst>
                                  <p:childTnLst>
                                    <p:set>
                                      <p:cBhvr>
                                        <p:cTn id="3765" dur="1" fill="hold">
                                          <p:stCondLst>
                                            <p:cond delay="0"/>
                                          </p:stCondLst>
                                        </p:cTn>
                                        <p:tgtEl>
                                          <p:spTgt spid="1374"/>
                                        </p:tgtEl>
                                        <p:attrNameLst>
                                          <p:attrName>style.visibility</p:attrName>
                                        </p:attrNameLst>
                                      </p:cBhvr>
                                      <p:to>
                                        <p:strVal val="hidden"/>
                                      </p:to>
                                    </p:set>
                                  </p:childTnLst>
                                </p:cTn>
                              </p:par>
                            </p:childTnLst>
                          </p:cTn>
                        </p:par>
                        <p:par>
                          <p:cTn id="3766" fill="hold">
                            <p:stCondLst>
                              <p:cond delay="1500"/>
                            </p:stCondLst>
                            <p:childTnLst>
                              <p:par>
                                <p:cTn id="3767" nodeType="afterEffect" fill="hold" presetClass="path" presetID="0">
                                  <p:stCondLst>
                                    <p:cond delay="500"/>
                                  </p:stCondLst>
                                  <p:childTnLst>
                                    <p:animMotion origin="layout" path="M 0 1.7341E-006 L 0.87917 -0.00509 E">
                                      <p:cBhvr>
                                        <p:cTn id="3768" dur="2000" fill="hold"/>
                                        <p:tgtEl>
                                          <p:spTgt spid="1375"/>
                                        </p:tgtEl>
                                      </p:cBhvr>
                                    </p:animMotion>
                                  </p:childTnLst>
                                </p:cTn>
                              </p:par>
                              <p:par>
                                <p:cTn id="3769" nodeType="withEffect" fill="hold" presetClass="mediacall" presetID="1">
                                  <p:stCondLst>
                                    <p:cond delay="500"/>
                                  </p:stCondLst>
                                  <p:childTnLst>
                                    <p:cmd type="call" cmd="playFrom(0.0)">
                                      <p:cBhvr>
                                        <p:cTn id="3770" dur="2711" fill="hold"/>
                                        <p:tgtEl>
                                          <p:spTgt spid="1376"/>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77" name="" descr=""/>
          <p:cNvPicPr/>
          <p:nvPr/>
        </p:nvPicPr>
        <p:blipFill>
          <a:blip r:embed="rId1"/>
          <a:stretch/>
        </p:blipFill>
        <p:spPr>
          <a:xfrm>
            <a:off x="0" y="0"/>
            <a:ext cx="9144000" cy="6858000"/>
          </a:xfrm>
          <a:prstGeom prst="rect">
            <a:avLst/>
          </a:prstGeom>
          <a:ln w="0">
            <a:noFill/>
          </a:ln>
        </p:spPr>
      </p:pic>
      <p:pic>
        <p:nvPicPr>
          <p:cNvPr id="1378" name="" descr=""/>
          <p:cNvPicPr/>
          <p:nvPr/>
        </p:nvPicPr>
        <p:blipFill>
          <a:blip r:embed="rId2"/>
          <a:stretch/>
        </p:blipFill>
        <p:spPr>
          <a:xfrm>
            <a:off x="1523880" y="3657600"/>
            <a:ext cx="571680" cy="423720"/>
          </a:xfrm>
          <a:prstGeom prst="rect">
            <a:avLst/>
          </a:prstGeom>
          <a:ln w="0">
            <a:noFill/>
          </a:ln>
        </p:spPr>
      </p:pic>
    </p:spTree>
  </p:cSld>
  <p:timing>
    <p:tnLst>
      <p:par>
        <p:cTn id="3771" dur="indefinite" restart="never" nodeType="tmRoot">
          <p:childTnLst>
            <p:seq>
              <p:cTn id="3772" dur="indefinite" nodeType="mainSeq">
                <p:childTnLst>
                  <p:par>
                    <p:cTn id="3773" fill="hold">
                      <p:stCondLst>
                        <p:cond delay="0"/>
                      </p:stCondLst>
                      <p:childTnLst>
                        <p:par>
                          <p:cTn id="3774" fill="hold">
                            <p:stCondLst>
                              <p:cond delay="0"/>
                            </p:stCondLst>
                            <p:childTnLst>
                              <p:par>
                                <p:cTn id="3775" nodeType="afterEffect" fill="hold" presetClass="path" presetID="0">
                                  <p:stCondLst>
                                    <p:cond delay="0"/>
                                  </p:stCondLst>
                                  <p:childTnLst>
                                    <p:animMotion origin="layout" path="M 3.33333E-006 -3.7037E-007 L 0.42708 -0.28634 E">
                                      <p:cBhvr>
                                        <p:cTn id="3776" dur="3000" fill="hold"/>
                                        <p:tgtEl>
                                          <p:spTgt spid="1378"/>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79"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380" name=""/>
          <p:cNvSpPr/>
          <p:nvPr/>
        </p:nvSpPr>
        <p:spPr>
          <a:xfrm>
            <a:off x="3505320" y="2438280"/>
            <a:ext cx="4800600" cy="5209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pc="-1" strike="noStrike">
                <a:solidFill>
                  <a:srgbClr val="ffffff"/>
                </a:solidFill>
                <a:latin typeface="Arial"/>
              </a:rPr>
              <a:t>“</a:t>
            </a:r>
            <a:r>
              <a:rPr b="1" lang="en-US" sz="2800" spc="-1" strike="noStrike">
                <a:solidFill>
                  <a:srgbClr val="ffffff"/>
                </a:solidFill>
                <a:latin typeface="Arial"/>
              </a:rPr>
              <a:t>Later..”</a:t>
            </a:r>
            <a:endParaRPr b="0" lang="en-US" sz="2800" spc="-1" strike="noStrike">
              <a:solidFill>
                <a:srgbClr val="000000"/>
              </a:solidFill>
              <a:latin typeface="Arial"/>
            </a:endParaRPr>
          </a:p>
        </p:txBody>
      </p:sp>
    </p:spTree>
  </p:cSld>
  <p:transition spd="slow" advTm="2000">
    <p:fade thruBlk="true"/>
  </p:transition>
</p:sld>
</file>

<file path=ppt/slides/slide2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81" name="" descr=""/>
          <p:cNvPicPr/>
          <p:nvPr/>
        </p:nvPicPr>
        <p:blipFill>
          <a:blip r:embed="rId1"/>
          <a:stretch/>
        </p:blipFill>
        <p:spPr>
          <a:xfrm>
            <a:off x="0" y="0"/>
            <a:ext cx="9144000" cy="6858000"/>
          </a:xfrm>
          <a:prstGeom prst="rect">
            <a:avLst/>
          </a:prstGeom>
          <a:ln w="0">
            <a:noFill/>
          </a:ln>
        </p:spPr>
      </p:pic>
      <p:pic>
        <p:nvPicPr>
          <p:cNvPr id="1382" name="" descr=""/>
          <p:cNvPicPr/>
          <p:nvPr/>
        </p:nvPicPr>
        <p:blipFill>
          <a:blip r:embed="rId2"/>
          <a:stretch/>
        </p:blipFill>
        <p:spPr>
          <a:xfrm>
            <a:off x="152280" y="5105520"/>
            <a:ext cx="3124440" cy="1550880"/>
          </a:xfrm>
          <a:prstGeom prst="rect">
            <a:avLst/>
          </a:prstGeom>
          <a:ln w="0">
            <a:noFill/>
          </a:ln>
        </p:spPr>
      </p:pic>
      <p:sp>
        <p:nvSpPr>
          <p:cNvPr id="1383" name=""/>
          <p:cNvSpPr/>
          <p:nvPr/>
        </p:nvSpPr>
        <p:spPr>
          <a:xfrm>
            <a:off x="3962520" y="2971800"/>
            <a:ext cx="5181480" cy="1828800"/>
          </a:xfrm>
          <a:prstGeom prst="wedgeRoundRectCallout">
            <a:avLst>
              <a:gd name="adj1" fmla="val 46416"/>
              <a:gd name="adj2" fmla="val 70662"/>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384" name="" descr=""/>
          <p:cNvPicPr/>
          <p:nvPr/>
        </p:nvPicPr>
        <p:blipFill>
          <a:blip r:embed="rId3"/>
          <a:stretch/>
        </p:blipFill>
        <p:spPr>
          <a:xfrm>
            <a:off x="4114800" y="3124080"/>
            <a:ext cx="4876920" cy="1524240"/>
          </a:xfrm>
          <a:prstGeom prst="rect">
            <a:avLst/>
          </a:prstGeom>
          <a:ln w="0">
            <a:noFill/>
          </a:ln>
        </p:spPr>
      </p:pic>
      <p:sp>
        <p:nvSpPr>
          <p:cNvPr id="1385" name=""/>
          <p:cNvSpPr/>
          <p:nvPr/>
        </p:nvSpPr>
        <p:spPr>
          <a:xfrm>
            <a:off x="380880" y="5562720"/>
            <a:ext cx="236232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386" name=""/>
          <p:cNvSpPr/>
          <p:nvPr/>
        </p:nvSpPr>
        <p:spPr>
          <a:xfrm>
            <a:off x="380880" y="556272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 </a:t>
            </a:r>
            <a:r>
              <a:rPr b="0" lang="en-US" sz="1200" spc="-1" strike="noStrike">
                <a:solidFill>
                  <a:srgbClr val="000000"/>
                </a:solidFill>
                <a:latin typeface="Arial"/>
              </a:rPr>
              <a:t>So, how are you doing? Everything allright in your life?</a:t>
            </a:r>
            <a:endParaRPr b="0" lang="en-US" sz="1200" spc="-1" strike="noStrike">
              <a:solidFill>
                <a:srgbClr val="000000"/>
              </a:solidFill>
              <a:latin typeface="Arial"/>
            </a:endParaRPr>
          </a:p>
        </p:txBody>
      </p:sp>
      <p:sp>
        <p:nvSpPr>
          <p:cNvPr id="1387" name=""/>
          <p:cNvSpPr/>
          <p:nvPr/>
        </p:nvSpPr>
        <p:spPr>
          <a:xfrm>
            <a:off x="6019920" y="3657600"/>
            <a:ext cx="236196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 I’m allright I guess…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Why’d you ask?</a:t>
            </a:r>
            <a:endParaRPr b="0" lang="en-US" sz="1200" spc="-1" strike="noStrike">
              <a:solidFill>
                <a:srgbClr val="000000"/>
              </a:solidFill>
              <a:latin typeface="Arial"/>
            </a:endParaRPr>
          </a:p>
        </p:txBody>
      </p:sp>
      <p:sp>
        <p:nvSpPr>
          <p:cNvPr id="1388" name=""/>
          <p:cNvSpPr/>
          <p:nvPr/>
        </p:nvSpPr>
        <p:spPr>
          <a:xfrm>
            <a:off x="457200" y="5562720"/>
            <a:ext cx="236232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dunno… Just that I’m bored…</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How far are we, anyway?</a:t>
            </a:r>
            <a:endParaRPr b="0" lang="en-US" sz="1200" spc="-1" strike="noStrike">
              <a:solidFill>
                <a:srgbClr val="000000"/>
              </a:solidFill>
              <a:latin typeface="Arial"/>
            </a:endParaRPr>
          </a:p>
        </p:txBody>
      </p:sp>
      <p:sp>
        <p:nvSpPr>
          <p:cNvPr id="1389" name=""/>
          <p:cNvSpPr/>
          <p:nvPr/>
        </p:nvSpPr>
        <p:spPr>
          <a:xfrm>
            <a:off x="6019920" y="3657600"/>
            <a:ext cx="236196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not far now.</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390" name=""/>
          <p:cNvSpPr/>
          <p:nvPr/>
        </p:nvSpPr>
        <p:spPr>
          <a:xfrm>
            <a:off x="457200" y="5562720"/>
            <a:ext cx="236232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391" name=""/>
          <p:cNvSpPr/>
          <p:nvPr/>
        </p:nvSpPr>
        <p:spPr>
          <a:xfrm>
            <a:off x="380880" y="5562720"/>
            <a:ext cx="236232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how do you like your job?</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392" name=""/>
          <p:cNvSpPr/>
          <p:nvPr/>
        </p:nvSpPr>
        <p:spPr>
          <a:xfrm>
            <a:off x="6019920" y="3657600"/>
            <a:ext cx="23619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Why are you asking so many personal questions… What are you trying to suggest?</a:t>
            </a:r>
            <a:endParaRPr b="0" lang="en-US" sz="1200" spc="-1" strike="noStrike">
              <a:solidFill>
                <a:srgbClr val="000000"/>
              </a:solidFill>
              <a:latin typeface="Arial"/>
            </a:endParaRPr>
          </a:p>
        </p:txBody>
      </p:sp>
      <p:sp>
        <p:nvSpPr>
          <p:cNvPr id="1393" name=""/>
          <p:cNvSpPr/>
          <p:nvPr/>
        </p:nvSpPr>
        <p:spPr>
          <a:xfrm>
            <a:off x="380880" y="5562720"/>
            <a:ext cx="236232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N-Nothing… I was just wondering… It’s just that there’s nothing to do…</a:t>
            </a:r>
            <a:endParaRPr b="0" lang="en-US" sz="1200" spc="-1" strike="noStrike">
              <a:solidFill>
                <a:srgbClr val="000000"/>
              </a:solidFill>
              <a:latin typeface="Arial"/>
            </a:endParaRPr>
          </a:p>
        </p:txBody>
      </p:sp>
      <p:sp>
        <p:nvSpPr>
          <p:cNvPr id="1394" name=""/>
          <p:cNvSpPr/>
          <p:nvPr/>
        </p:nvSpPr>
        <p:spPr>
          <a:xfrm>
            <a:off x="5943600" y="3657600"/>
            <a:ext cx="236232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guess… If you must know… I’m just doing this part time… To earn money for college.</a:t>
            </a:r>
            <a:endParaRPr b="0" lang="en-US" sz="1200" spc="-1" strike="noStrike">
              <a:solidFill>
                <a:srgbClr val="000000"/>
              </a:solidFill>
              <a:latin typeface="Arial"/>
            </a:endParaRPr>
          </a:p>
        </p:txBody>
      </p:sp>
      <p:sp>
        <p:nvSpPr>
          <p:cNvPr id="1395" name=""/>
          <p:cNvSpPr/>
          <p:nvPr/>
        </p:nvSpPr>
        <p:spPr>
          <a:xfrm>
            <a:off x="457200" y="5562720"/>
            <a:ext cx="236232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College? What are you gonna do there?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396" name=""/>
          <p:cNvSpPr/>
          <p:nvPr/>
        </p:nvSpPr>
        <p:spPr>
          <a:xfrm>
            <a:off x="6019920" y="3657600"/>
            <a:ext cx="23619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Heh… I wanted to be a Journalist. Ever since I was young…</a:t>
            </a:r>
            <a:endParaRPr b="0" lang="en-US" sz="1200" spc="-1" strike="noStrike">
              <a:solidFill>
                <a:srgbClr val="000000"/>
              </a:solidFill>
              <a:latin typeface="Arial"/>
            </a:endParaRPr>
          </a:p>
        </p:txBody>
      </p:sp>
      <p:sp>
        <p:nvSpPr>
          <p:cNvPr id="1397" name=""/>
          <p:cNvSpPr/>
          <p:nvPr/>
        </p:nvSpPr>
        <p:spPr>
          <a:xfrm>
            <a:off x="380880" y="548640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 Well good luck to you, I guess.</a:t>
            </a:r>
            <a:endParaRPr b="0" lang="en-US" sz="1200" spc="-1" strike="noStrike">
              <a:solidFill>
                <a:srgbClr val="000000"/>
              </a:solidFill>
              <a:latin typeface="Arial"/>
            </a:endParaRPr>
          </a:p>
        </p:txBody>
      </p:sp>
      <p:sp>
        <p:nvSpPr>
          <p:cNvPr id="1398" name=""/>
          <p:cNvSpPr/>
          <p:nvPr/>
        </p:nvSpPr>
        <p:spPr>
          <a:xfrm>
            <a:off x="6095880" y="3657600"/>
            <a:ext cx="236232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Thanks. We’ve arrived at Citydome 87. It was nice meeting you.</a:t>
            </a:r>
            <a:endParaRPr b="0" lang="en-US" sz="1200" spc="-1" strike="noStrike">
              <a:solidFill>
                <a:srgbClr val="000000"/>
              </a:solidFill>
              <a:latin typeface="Arial"/>
            </a:endParaRPr>
          </a:p>
        </p:txBody>
      </p:sp>
      <p:sp>
        <p:nvSpPr>
          <p:cNvPr id="1399" name=""/>
          <p:cNvSpPr/>
          <p:nvPr/>
        </p:nvSpPr>
        <p:spPr>
          <a:xfrm>
            <a:off x="-457200" y="2057400"/>
            <a:ext cx="457200" cy="9144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advTm="0">
    <p:fade thruBlk="true"/>
  </p:transition>
  <p:timing>
    <p:tnLst>
      <p:par>
        <p:cTn id="3777" dur="indefinite" restart="never" nodeType="tmRoot">
          <p:childTnLst>
            <p:seq>
              <p:cTn id="3778" dur="indefinite" nodeType="mainSeq">
                <p:childTnLst>
                  <p:par>
                    <p:cTn id="3779" fill="hold">
                      <p:stCondLst>
                        <p:cond delay="0"/>
                      </p:stCondLst>
                      <p:childTnLst>
                        <p:par>
                          <p:cTn id="3780" fill="hold">
                            <p:stCondLst>
                              <p:cond delay="0"/>
                            </p:stCondLst>
                            <p:childTnLst>
                              <p:par>
                                <p:cTn id="3781" nodeType="afterEffect" fill="hold" presetClass="entr" presetID="9">
                                  <p:stCondLst>
                                    <p:cond delay="1500"/>
                                  </p:stCondLst>
                                  <p:childTnLst>
                                    <p:set>
                                      <p:cBhvr>
                                        <p:cTn id="3782" dur="1" fill="hold">
                                          <p:stCondLst>
                                            <p:cond delay="0"/>
                                          </p:stCondLst>
                                        </p:cTn>
                                        <p:tgtEl>
                                          <p:spTgt spid="1382"/>
                                        </p:tgtEl>
                                        <p:attrNameLst>
                                          <p:attrName>style.visibility</p:attrName>
                                        </p:attrNameLst>
                                      </p:cBhvr>
                                      <p:to>
                                        <p:strVal val="visible"/>
                                      </p:to>
                                    </p:set>
                                    <p:animEffect filter="dissolve" transition="in">
                                      <p:cBhvr additive="repl">
                                        <p:cTn id="3783" dur="500"/>
                                        <p:tgtEl>
                                          <p:spTgt spid="1382"/>
                                        </p:tgtEl>
                                      </p:cBhvr>
                                    </p:animEffect>
                                  </p:childTnLst>
                                </p:cTn>
                              </p:par>
                            </p:childTnLst>
                          </p:cTn>
                        </p:par>
                        <p:par>
                          <p:cTn id="3784" fill="hold">
                            <p:stCondLst>
                              <p:cond delay="2000"/>
                            </p:stCondLst>
                            <p:childTnLst>
                              <p:par>
                                <p:cTn id="3785" nodeType="afterEffect" fill="hold" presetClass="entr" presetID="9">
                                  <p:stCondLst>
                                    <p:cond delay="0"/>
                                  </p:stCondLst>
                                  <p:iterate type="lt">
                                    <p:tmAbs val="0"/>
                                  </p:iterate>
                                  <p:childTnLst>
                                    <p:set>
                                      <p:cBhvr>
                                        <p:cTn id="3786" dur="1" fill="hold">
                                          <p:stCondLst>
                                            <p:cond delay="0"/>
                                          </p:stCondLst>
                                        </p:cTn>
                                        <p:tgtEl>
                                          <p:spTgt spid="1385"/>
                                        </p:tgtEl>
                                        <p:attrNameLst>
                                          <p:attrName>style.visibility</p:attrName>
                                        </p:attrNameLst>
                                      </p:cBhvr>
                                      <p:to>
                                        <p:strVal val="visible"/>
                                      </p:to>
                                    </p:set>
                                    <p:animEffect filter="dissolve" transition="in">
                                      <p:cBhvr additive="repl">
                                        <p:cTn id="3787" dur="500"/>
                                        <p:tgtEl>
                                          <p:spTgt spid="1385"/>
                                        </p:tgtEl>
                                      </p:cBhvr>
                                    </p:animEffect>
                                  </p:childTnLst>
                                </p:cTn>
                              </p:par>
                            </p:childTnLst>
                          </p:cTn>
                        </p:par>
                        <p:par>
                          <p:cTn id="3788" fill="hold">
                            <p:stCondLst>
                              <p:cond delay="2500"/>
                            </p:stCondLst>
                            <p:childTnLst>
                              <p:par>
                                <p:cTn id="3789" nodeType="afterEffect" fill="hold" presetClass="entr" presetID="27">
                                  <p:stCondLst>
                                    <p:cond delay="2500"/>
                                  </p:stCondLst>
                                  <p:iterate type="lt">
                                    <p:tmAbs val="40"/>
                                  </p:iterate>
                                  <p:childTnLst>
                                    <p:set>
                                      <p:cBhvr>
                                        <p:cTn id="3790" dur="1" fill="hold">
                                          <p:stCondLst>
                                            <p:cond delay="0"/>
                                          </p:stCondLst>
                                        </p:cTn>
                                        <p:tgtEl>
                                          <p:spTgt spid="1386"/>
                                        </p:tgtEl>
                                        <p:attrNameLst>
                                          <p:attrName>style.visibility</p:attrName>
                                        </p:attrNameLst>
                                      </p:cBhvr>
                                      <p:to>
                                        <p:strVal val="visible"/>
                                      </p:to>
                                    </p:set>
                                    <p:anim calcmode="discrete" valueType="clr">
                                      <p:cBhvr additive="repl">
                                        <p:cTn id="3791" dur="80"/>
                                        <p:tgtEl>
                                          <p:spTgt spid="1386"/>
                                        </p:tgtEl>
                                        <p:attrNameLst>
                                          <p:attrName>style.color</p:attrName>
                                        </p:attrNameLst>
                                      </p:cBhvr>
                                      <p:tavLst>
                                        <p:tav tm="0">
                                          <p:val>
                                            <p:strVal val="rgb(-103,51,51)"/>
                                          </p:val>
                                        </p:tav>
                                        <p:tav tm="50000">
                                          <p:val>
                                            <p:strVal val="rgb(-103,-103,0)"/>
                                          </p:val>
                                        </p:tav>
                                      </p:tavLst>
                                    </p:anim>
                                    <p:anim calcmode="discrete" valueType="clr">
                                      <p:cBhvr additive="repl">
                                        <p:cTn id="3792" dur="80"/>
                                        <p:tgtEl>
                                          <p:spTgt spid="1386"/>
                                        </p:tgtEl>
                                        <p:attrNameLst>
                                          <p:attrName>fillcolor</p:attrName>
                                        </p:attrNameLst>
                                      </p:cBhvr>
                                      <p:tavLst>
                                        <p:tav tm="0">
                                          <p:val>
                                            <p:strVal val="rgb(-103,51,51)"/>
                                          </p:val>
                                        </p:tav>
                                        <p:tav tm="50000">
                                          <p:val>
                                            <p:strVal val="rgb(-103,-103,0)"/>
                                          </p:val>
                                        </p:tav>
                                      </p:tavLst>
                                    </p:anim>
                                    <p:set>
                                      <p:cBhvr>
                                        <p:cTn id="3793" dur="80"/>
                                        <p:tgtEl>
                                          <p:spTgt spid="1386"/>
                                        </p:tgtEl>
                                        <p:attrNameLst>
                                          <p:attrName>fill.type</p:attrName>
                                        </p:attrNameLst>
                                      </p:cBhvr>
                                      <p:to>
                                        <p:strVal val="solid"/>
                                      </p:to>
                                    </p:set>
                                  </p:childTnLst>
                                </p:cTn>
                              </p:par>
                            </p:childTnLst>
                          </p:cTn>
                        </p:par>
                        <p:par>
                          <p:cTn id="3794" fill="hold">
                            <p:stCondLst>
                              <p:cond delay="7000"/>
                            </p:stCondLst>
                            <p:childTnLst>
                              <p:par>
                                <p:cTn id="3795" nodeType="afterEffect" fill="hold" presetClass="entr" presetID="9">
                                  <p:stCondLst>
                                    <p:cond delay="1500"/>
                                  </p:stCondLst>
                                  <p:childTnLst>
                                    <p:set>
                                      <p:cBhvr>
                                        <p:cTn id="3796" dur="1" fill="hold">
                                          <p:stCondLst>
                                            <p:cond delay="0"/>
                                          </p:stCondLst>
                                        </p:cTn>
                                        <p:tgtEl>
                                          <p:spTgt spid="1383"/>
                                        </p:tgtEl>
                                        <p:attrNameLst>
                                          <p:attrName>style.visibility</p:attrName>
                                        </p:attrNameLst>
                                      </p:cBhvr>
                                      <p:to>
                                        <p:strVal val="visible"/>
                                      </p:to>
                                    </p:set>
                                    <p:animEffect filter="dissolve" transition="in">
                                      <p:cBhvr additive="repl">
                                        <p:cTn id="3797" dur="500"/>
                                        <p:tgtEl>
                                          <p:spTgt spid="1383"/>
                                        </p:tgtEl>
                                      </p:cBhvr>
                                    </p:animEffect>
                                  </p:childTnLst>
                                </p:cTn>
                              </p:par>
                              <p:par>
                                <p:cTn id="3798" nodeType="withEffect" fill="hold" presetClass="entr" presetID="9">
                                  <p:stCondLst>
                                    <p:cond delay="1500"/>
                                  </p:stCondLst>
                                  <p:childTnLst>
                                    <p:set>
                                      <p:cBhvr>
                                        <p:cTn id="3799" dur="1" fill="hold">
                                          <p:stCondLst>
                                            <p:cond delay="0"/>
                                          </p:stCondLst>
                                        </p:cTn>
                                        <p:tgtEl>
                                          <p:spTgt spid="1384"/>
                                        </p:tgtEl>
                                        <p:attrNameLst>
                                          <p:attrName>style.visibility</p:attrName>
                                        </p:attrNameLst>
                                      </p:cBhvr>
                                      <p:to>
                                        <p:strVal val="visible"/>
                                      </p:to>
                                    </p:set>
                                    <p:animEffect filter="dissolve" transition="in">
                                      <p:cBhvr additive="repl">
                                        <p:cTn id="3800" dur="500"/>
                                        <p:tgtEl>
                                          <p:spTgt spid="1384"/>
                                        </p:tgtEl>
                                      </p:cBhvr>
                                    </p:animEffect>
                                  </p:childTnLst>
                                </p:cTn>
                              </p:par>
                            </p:childTnLst>
                          </p:cTn>
                        </p:par>
                        <p:par>
                          <p:cTn id="3801" fill="hold">
                            <p:stCondLst>
                              <p:cond delay="9000"/>
                            </p:stCondLst>
                            <p:childTnLst>
                              <p:par>
                                <p:cTn id="3802" nodeType="afterEffect" fill="hold" presetClass="entr" presetID="27">
                                  <p:stCondLst>
                                    <p:cond delay="0"/>
                                  </p:stCondLst>
                                  <p:iterate type="lt">
                                    <p:tmAbs val="40"/>
                                  </p:iterate>
                                  <p:childTnLst>
                                    <p:set>
                                      <p:cBhvr>
                                        <p:cTn id="3803" dur="1" fill="hold">
                                          <p:stCondLst>
                                            <p:cond delay="0"/>
                                          </p:stCondLst>
                                        </p:cTn>
                                        <p:tgtEl>
                                          <p:spTgt spid="1387"/>
                                        </p:tgtEl>
                                        <p:attrNameLst>
                                          <p:attrName>style.visibility</p:attrName>
                                        </p:attrNameLst>
                                      </p:cBhvr>
                                      <p:to>
                                        <p:strVal val="visible"/>
                                      </p:to>
                                    </p:set>
                                    <p:anim calcmode="discrete" valueType="clr">
                                      <p:cBhvr additive="repl">
                                        <p:cTn id="3804" dur="80"/>
                                        <p:tgtEl>
                                          <p:spTgt spid="1387"/>
                                        </p:tgtEl>
                                        <p:attrNameLst>
                                          <p:attrName>style.color</p:attrName>
                                        </p:attrNameLst>
                                      </p:cBhvr>
                                      <p:tavLst>
                                        <p:tav tm="0">
                                          <p:val>
                                            <p:strVal val="rgb(-103,51,51)"/>
                                          </p:val>
                                        </p:tav>
                                        <p:tav tm="50000">
                                          <p:val>
                                            <p:strVal val="rgb(-103,-103,0)"/>
                                          </p:val>
                                        </p:tav>
                                      </p:tavLst>
                                    </p:anim>
                                    <p:anim calcmode="discrete" valueType="clr">
                                      <p:cBhvr additive="repl">
                                        <p:cTn id="3805" dur="80"/>
                                        <p:tgtEl>
                                          <p:spTgt spid="1387"/>
                                        </p:tgtEl>
                                        <p:attrNameLst>
                                          <p:attrName>fillcolor</p:attrName>
                                        </p:attrNameLst>
                                      </p:cBhvr>
                                      <p:tavLst>
                                        <p:tav tm="0">
                                          <p:val>
                                            <p:strVal val="rgb(-103,51,51)"/>
                                          </p:val>
                                        </p:tav>
                                        <p:tav tm="50000">
                                          <p:val>
                                            <p:strVal val="rgb(-103,-103,0)"/>
                                          </p:val>
                                        </p:tav>
                                      </p:tavLst>
                                    </p:anim>
                                    <p:set>
                                      <p:cBhvr>
                                        <p:cTn id="3806" dur="80"/>
                                        <p:tgtEl>
                                          <p:spTgt spid="1387"/>
                                        </p:tgtEl>
                                        <p:attrNameLst>
                                          <p:attrName>fill.type</p:attrName>
                                        </p:attrNameLst>
                                      </p:cBhvr>
                                      <p:to>
                                        <p:strVal val="solid"/>
                                      </p:to>
                                    </p:set>
                                  </p:childTnLst>
                                </p:cTn>
                              </p:par>
                            </p:childTnLst>
                          </p:cTn>
                        </p:par>
                        <p:par>
                          <p:cTn id="3807" fill="hold">
                            <p:stCondLst>
                              <p:cond delay="10400"/>
                            </p:stCondLst>
                            <p:childTnLst>
                              <p:par>
                                <p:cTn id="3808" nodeType="afterEffect" fill="hold" presetClass="entr" presetID="27">
                                  <p:stCondLst>
                                    <p:cond delay="1500"/>
                                  </p:stCondLst>
                                  <p:iterate type="lt">
                                    <p:tmAbs val="40"/>
                                  </p:iterate>
                                  <p:childTnLst>
                                    <p:set>
                                      <p:cBhvr>
                                        <p:cTn id="3809" dur="1" fill="hold">
                                          <p:stCondLst>
                                            <p:cond delay="0"/>
                                          </p:stCondLst>
                                        </p:cTn>
                                        <p:tgtEl>
                                          <p:spTgt spid="1388"/>
                                        </p:tgtEl>
                                        <p:attrNameLst>
                                          <p:attrName>style.visibility</p:attrName>
                                        </p:attrNameLst>
                                      </p:cBhvr>
                                      <p:to>
                                        <p:strVal val="visible"/>
                                      </p:to>
                                    </p:set>
                                    <p:anim calcmode="discrete" valueType="clr">
                                      <p:cBhvr additive="repl">
                                        <p:cTn id="3810" dur="80"/>
                                        <p:tgtEl>
                                          <p:spTgt spid="1388"/>
                                        </p:tgtEl>
                                        <p:attrNameLst>
                                          <p:attrName>style.color</p:attrName>
                                        </p:attrNameLst>
                                      </p:cBhvr>
                                      <p:tavLst>
                                        <p:tav tm="0">
                                          <p:val>
                                            <p:strVal val="rgb(-103,51,51)"/>
                                          </p:val>
                                        </p:tav>
                                        <p:tav tm="50000">
                                          <p:val>
                                            <p:strVal val="rgb(-103,-103,0)"/>
                                          </p:val>
                                        </p:tav>
                                      </p:tavLst>
                                    </p:anim>
                                    <p:anim calcmode="discrete" valueType="clr">
                                      <p:cBhvr additive="repl">
                                        <p:cTn id="3811" dur="80"/>
                                        <p:tgtEl>
                                          <p:spTgt spid="1388"/>
                                        </p:tgtEl>
                                        <p:attrNameLst>
                                          <p:attrName>fillcolor</p:attrName>
                                        </p:attrNameLst>
                                      </p:cBhvr>
                                      <p:tavLst>
                                        <p:tav tm="0">
                                          <p:val>
                                            <p:strVal val="rgb(-103,51,51)"/>
                                          </p:val>
                                        </p:tav>
                                        <p:tav tm="50000">
                                          <p:val>
                                            <p:strVal val="rgb(-103,-103,0)"/>
                                          </p:val>
                                        </p:tav>
                                      </p:tavLst>
                                    </p:anim>
                                    <p:set>
                                      <p:cBhvr>
                                        <p:cTn id="3812" dur="80"/>
                                        <p:tgtEl>
                                          <p:spTgt spid="1388"/>
                                        </p:tgtEl>
                                        <p:attrNameLst>
                                          <p:attrName>fill.type</p:attrName>
                                        </p:attrNameLst>
                                      </p:cBhvr>
                                      <p:to>
                                        <p:strVal val="solid"/>
                                      </p:to>
                                    </p:set>
                                  </p:childTnLst>
                                </p:cTn>
                              </p:par>
                            </p:childTnLst>
                          </p:cTn>
                        </p:par>
                        <p:par>
                          <p:cTn id="3813" fill="hold">
                            <p:stCondLst>
                              <p:cond delay="13660"/>
                            </p:stCondLst>
                            <p:childTnLst>
                              <p:par>
                                <p:cTn id="3814" nodeType="afterEffect" fill="hold" presetClass="entr" presetID="27">
                                  <p:stCondLst>
                                    <p:cond delay="1500"/>
                                  </p:stCondLst>
                                  <p:iterate type="lt">
                                    <p:tmAbs val="40"/>
                                  </p:iterate>
                                  <p:childTnLst>
                                    <p:set>
                                      <p:cBhvr>
                                        <p:cTn id="3815" dur="1" fill="hold">
                                          <p:stCondLst>
                                            <p:cond delay="0"/>
                                          </p:stCondLst>
                                        </p:cTn>
                                        <p:tgtEl>
                                          <p:spTgt spid="1389"/>
                                        </p:tgtEl>
                                        <p:attrNameLst>
                                          <p:attrName>style.visibility</p:attrName>
                                        </p:attrNameLst>
                                      </p:cBhvr>
                                      <p:to>
                                        <p:strVal val="visible"/>
                                      </p:to>
                                    </p:set>
                                    <p:anim calcmode="discrete" valueType="clr">
                                      <p:cBhvr additive="repl">
                                        <p:cTn id="3816" dur="80"/>
                                        <p:tgtEl>
                                          <p:spTgt spid="1389"/>
                                        </p:tgtEl>
                                        <p:attrNameLst>
                                          <p:attrName>style.color</p:attrName>
                                        </p:attrNameLst>
                                      </p:cBhvr>
                                      <p:tavLst>
                                        <p:tav tm="0">
                                          <p:val>
                                            <p:strVal val="rgb(-103,51,51)"/>
                                          </p:val>
                                        </p:tav>
                                        <p:tav tm="50000">
                                          <p:val>
                                            <p:strVal val="rgb(-103,-103,0)"/>
                                          </p:val>
                                        </p:tav>
                                      </p:tavLst>
                                    </p:anim>
                                    <p:anim calcmode="discrete" valueType="clr">
                                      <p:cBhvr additive="repl">
                                        <p:cTn id="3817" dur="80"/>
                                        <p:tgtEl>
                                          <p:spTgt spid="1389"/>
                                        </p:tgtEl>
                                        <p:attrNameLst>
                                          <p:attrName>fillcolor</p:attrName>
                                        </p:attrNameLst>
                                      </p:cBhvr>
                                      <p:tavLst>
                                        <p:tav tm="0">
                                          <p:val>
                                            <p:strVal val="rgb(-103,51,51)"/>
                                          </p:val>
                                        </p:tav>
                                        <p:tav tm="50000">
                                          <p:val>
                                            <p:strVal val="rgb(-103,-103,0)"/>
                                          </p:val>
                                        </p:tav>
                                      </p:tavLst>
                                    </p:anim>
                                    <p:set>
                                      <p:cBhvr>
                                        <p:cTn id="3818" dur="80"/>
                                        <p:tgtEl>
                                          <p:spTgt spid="1389"/>
                                        </p:tgtEl>
                                        <p:attrNameLst>
                                          <p:attrName>fill.type</p:attrName>
                                        </p:attrNameLst>
                                      </p:cBhvr>
                                      <p:to>
                                        <p:strVal val="solid"/>
                                      </p:to>
                                    </p:set>
                                  </p:childTnLst>
                                </p:cTn>
                              </p:par>
                            </p:childTnLst>
                          </p:cTn>
                        </p:par>
                        <p:par>
                          <p:cTn id="3819" fill="hold">
                            <p:stCondLst>
                              <p:cond delay="15760"/>
                            </p:stCondLst>
                            <p:childTnLst>
                              <p:par>
                                <p:cTn id="3820" nodeType="afterEffect" fill="hold" presetClass="entr" presetID="27">
                                  <p:stCondLst>
                                    <p:cond delay="1500"/>
                                  </p:stCondLst>
                                  <p:iterate type="lt">
                                    <p:tmAbs val="40"/>
                                  </p:iterate>
                                  <p:childTnLst>
                                    <p:set>
                                      <p:cBhvr>
                                        <p:cTn id="3821" dur="1" fill="hold">
                                          <p:stCondLst>
                                            <p:cond delay="0"/>
                                          </p:stCondLst>
                                        </p:cTn>
                                        <p:tgtEl>
                                          <p:spTgt spid="1390"/>
                                        </p:tgtEl>
                                        <p:attrNameLst>
                                          <p:attrName>style.visibility</p:attrName>
                                        </p:attrNameLst>
                                      </p:cBhvr>
                                      <p:to>
                                        <p:strVal val="visible"/>
                                      </p:to>
                                    </p:set>
                                    <p:anim calcmode="discrete" valueType="clr">
                                      <p:cBhvr additive="repl">
                                        <p:cTn id="3822" dur="80"/>
                                        <p:tgtEl>
                                          <p:spTgt spid="1390"/>
                                        </p:tgtEl>
                                        <p:attrNameLst>
                                          <p:attrName>style.color</p:attrName>
                                        </p:attrNameLst>
                                      </p:cBhvr>
                                      <p:tavLst>
                                        <p:tav tm="0">
                                          <p:val>
                                            <p:strVal val="rgb(-103,51,51)"/>
                                          </p:val>
                                        </p:tav>
                                        <p:tav tm="50000">
                                          <p:val>
                                            <p:strVal val="rgb(-103,-103,0)"/>
                                          </p:val>
                                        </p:tav>
                                      </p:tavLst>
                                    </p:anim>
                                    <p:anim calcmode="discrete" valueType="clr">
                                      <p:cBhvr additive="repl">
                                        <p:cTn id="3823" dur="80"/>
                                        <p:tgtEl>
                                          <p:spTgt spid="1390"/>
                                        </p:tgtEl>
                                        <p:attrNameLst>
                                          <p:attrName>fillcolor</p:attrName>
                                        </p:attrNameLst>
                                      </p:cBhvr>
                                      <p:tavLst>
                                        <p:tav tm="0">
                                          <p:val>
                                            <p:strVal val="rgb(-103,51,51)"/>
                                          </p:val>
                                        </p:tav>
                                        <p:tav tm="50000">
                                          <p:val>
                                            <p:strVal val="rgb(-103,-103,0)"/>
                                          </p:val>
                                        </p:tav>
                                      </p:tavLst>
                                    </p:anim>
                                    <p:set>
                                      <p:cBhvr>
                                        <p:cTn id="3824" dur="80"/>
                                        <p:tgtEl>
                                          <p:spTgt spid="1390"/>
                                        </p:tgtEl>
                                        <p:attrNameLst>
                                          <p:attrName>fill.type</p:attrName>
                                        </p:attrNameLst>
                                      </p:cBhvr>
                                      <p:to>
                                        <p:strVal val="solid"/>
                                      </p:to>
                                    </p:set>
                                  </p:childTnLst>
                                </p:cTn>
                              </p:par>
                            </p:childTnLst>
                          </p:cTn>
                        </p:par>
                        <p:par>
                          <p:cTn id="3825" fill="hold">
                            <p:stCondLst>
                              <p:cond delay="17540"/>
                            </p:stCondLst>
                            <p:childTnLst>
                              <p:par>
                                <p:cTn id="3826" nodeType="afterEffect" fill="hold" presetClass="entr" presetID="27">
                                  <p:stCondLst>
                                    <p:cond delay="1500"/>
                                  </p:stCondLst>
                                  <p:iterate type="lt">
                                    <p:tmAbs val="40"/>
                                  </p:iterate>
                                  <p:childTnLst>
                                    <p:set>
                                      <p:cBhvr>
                                        <p:cTn id="3827" dur="1" fill="hold">
                                          <p:stCondLst>
                                            <p:cond delay="0"/>
                                          </p:stCondLst>
                                        </p:cTn>
                                        <p:tgtEl>
                                          <p:spTgt spid="1391"/>
                                        </p:tgtEl>
                                        <p:attrNameLst>
                                          <p:attrName>style.visibility</p:attrName>
                                        </p:attrNameLst>
                                      </p:cBhvr>
                                      <p:to>
                                        <p:strVal val="visible"/>
                                      </p:to>
                                    </p:set>
                                    <p:anim calcmode="discrete" valueType="clr">
                                      <p:cBhvr additive="repl">
                                        <p:cTn id="3828" dur="80"/>
                                        <p:tgtEl>
                                          <p:spTgt spid="1391"/>
                                        </p:tgtEl>
                                        <p:attrNameLst>
                                          <p:attrName>style.color</p:attrName>
                                        </p:attrNameLst>
                                      </p:cBhvr>
                                      <p:tavLst>
                                        <p:tav tm="0">
                                          <p:val>
                                            <p:strVal val="rgb(-103,51,51)"/>
                                          </p:val>
                                        </p:tav>
                                        <p:tav tm="50000">
                                          <p:val>
                                            <p:strVal val="rgb(-103,-103,0)"/>
                                          </p:val>
                                        </p:tav>
                                      </p:tavLst>
                                    </p:anim>
                                    <p:anim calcmode="discrete" valueType="clr">
                                      <p:cBhvr additive="repl">
                                        <p:cTn id="3829" dur="80"/>
                                        <p:tgtEl>
                                          <p:spTgt spid="1391"/>
                                        </p:tgtEl>
                                        <p:attrNameLst>
                                          <p:attrName>fillcolor</p:attrName>
                                        </p:attrNameLst>
                                      </p:cBhvr>
                                      <p:tavLst>
                                        <p:tav tm="0">
                                          <p:val>
                                            <p:strVal val="rgb(-103,51,51)"/>
                                          </p:val>
                                        </p:tav>
                                        <p:tav tm="50000">
                                          <p:val>
                                            <p:strVal val="rgb(-103,-103,0)"/>
                                          </p:val>
                                        </p:tav>
                                      </p:tavLst>
                                    </p:anim>
                                    <p:set>
                                      <p:cBhvr>
                                        <p:cTn id="3830" dur="80"/>
                                        <p:tgtEl>
                                          <p:spTgt spid="1391"/>
                                        </p:tgtEl>
                                        <p:attrNameLst>
                                          <p:attrName>fill.type</p:attrName>
                                        </p:attrNameLst>
                                      </p:cBhvr>
                                      <p:to>
                                        <p:strVal val="solid"/>
                                      </p:to>
                                    </p:set>
                                  </p:childTnLst>
                                </p:cTn>
                              </p:par>
                            </p:childTnLst>
                          </p:cTn>
                        </p:par>
                        <p:par>
                          <p:cTn id="3831" fill="hold">
                            <p:stCondLst>
                              <p:cond delay="20000"/>
                            </p:stCondLst>
                            <p:childTnLst>
                              <p:par>
                                <p:cTn id="3832" nodeType="afterEffect" fill="hold" presetClass="entr" presetID="27">
                                  <p:stCondLst>
                                    <p:cond delay="1500"/>
                                  </p:stCondLst>
                                  <p:iterate type="lt">
                                    <p:tmAbs val="40"/>
                                  </p:iterate>
                                  <p:childTnLst>
                                    <p:set>
                                      <p:cBhvr>
                                        <p:cTn id="3833" dur="1" fill="hold">
                                          <p:stCondLst>
                                            <p:cond delay="0"/>
                                          </p:stCondLst>
                                        </p:cTn>
                                        <p:tgtEl>
                                          <p:spTgt spid="1392"/>
                                        </p:tgtEl>
                                        <p:attrNameLst>
                                          <p:attrName>style.visibility</p:attrName>
                                        </p:attrNameLst>
                                      </p:cBhvr>
                                      <p:to>
                                        <p:strVal val="visible"/>
                                      </p:to>
                                    </p:set>
                                    <p:anim calcmode="discrete" valueType="clr">
                                      <p:cBhvr additive="repl">
                                        <p:cTn id="3834" dur="80"/>
                                        <p:tgtEl>
                                          <p:spTgt spid="1392"/>
                                        </p:tgtEl>
                                        <p:attrNameLst>
                                          <p:attrName>style.color</p:attrName>
                                        </p:attrNameLst>
                                      </p:cBhvr>
                                      <p:tavLst>
                                        <p:tav tm="0">
                                          <p:val>
                                            <p:strVal val="rgb(-103,51,51)"/>
                                          </p:val>
                                        </p:tav>
                                        <p:tav tm="50000">
                                          <p:val>
                                            <p:strVal val="rgb(-103,-103,0)"/>
                                          </p:val>
                                        </p:tav>
                                      </p:tavLst>
                                    </p:anim>
                                    <p:anim calcmode="discrete" valueType="clr">
                                      <p:cBhvr additive="repl">
                                        <p:cTn id="3835" dur="80"/>
                                        <p:tgtEl>
                                          <p:spTgt spid="1392"/>
                                        </p:tgtEl>
                                        <p:attrNameLst>
                                          <p:attrName>fillcolor</p:attrName>
                                        </p:attrNameLst>
                                      </p:cBhvr>
                                      <p:tavLst>
                                        <p:tav tm="0">
                                          <p:val>
                                            <p:strVal val="rgb(-103,51,51)"/>
                                          </p:val>
                                        </p:tav>
                                        <p:tav tm="50000">
                                          <p:val>
                                            <p:strVal val="rgb(-103,-103,0)"/>
                                          </p:val>
                                        </p:tav>
                                      </p:tavLst>
                                    </p:anim>
                                    <p:set>
                                      <p:cBhvr>
                                        <p:cTn id="3836" dur="80"/>
                                        <p:tgtEl>
                                          <p:spTgt spid="1392"/>
                                        </p:tgtEl>
                                        <p:attrNameLst>
                                          <p:attrName>fill.type</p:attrName>
                                        </p:attrNameLst>
                                      </p:cBhvr>
                                      <p:to>
                                        <p:strVal val="solid"/>
                                      </p:to>
                                    </p:set>
                                  </p:childTnLst>
                                </p:cTn>
                              </p:par>
                            </p:childTnLst>
                          </p:cTn>
                        </p:par>
                        <p:par>
                          <p:cTn id="3837" fill="hold">
                            <p:stCondLst>
                              <p:cond delay="24140"/>
                            </p:stCondLst>
                            <p:childTnLst>
                              <p:par>
                                <p:cTn id="3838" nodeType="afterEffect" fill="hold" presetClass="entr" presetID="27">
                                  <p:stCondLst>
                                    <p:cond delay="1500"/>
                                  </p:stCondLst>
                                  <p:iterate type="lt">
                                    <p:tmAbs val="40"/>
                                  </p:iterate>
                                  <p:childTnLst>
                                    <p:set>
                                      <p:cBhvr>
                                        <p:cTn id="3839" dur="1" fill="hold">
                                          <p:stCondLst>
                                            <p:cond delay="0"/>
                                          </p:stCondLst>
                                        </p:cTn>
                                        <p:tgtEl>
                                          <p:spTgt spid="1393"/>
                                        </p:tgtEl>
                                        <p:attrNameLst>
                                          <p:attrName>style.visibility</p:attrName>
                                        </p:attrNameLst>
                                      </p:cBhvr>
                                      <p:to>
                                        <p:strVal val="visible"/>
                                      </p:to>
                                    </p:set>
                                    <p:anim calcmode="discrete" valueType="clr">
                                      <p:cBhvr additive="repl">
                                        <p:cTn id="3840" dur="80"/>
                                        <p:tgtEl>
                                          <p:spTgt spid="1393"/>
                                        </p:tgtEl>
                                        <p:attrNameLst>
                                          <p:attrName>style.color</p:attrName>
                                        </p:attrNameLst>
                                      </p:cBhvr>
                                      <p:tavLst>
                                        <p:tav tm="0">
                                          <p:val>
                                            <p:strVal val="rgb(-103,51,51)"/>
                                          </p:val>
                                        </p:tav>
                                        <p:tav tm="50000">
                                          <p:val>
                                            <p:strVal val="rgb(-103,-103,0)"/>
                                          </p:val>
                                        </p:tav>
                                      </p:tavLst>
                                    </p:anim>
                                    <p:anim calcmode="discrete" valueType="clr">
                                      <p:cBhvr additive="repl">
                                        <p:cTn id="3841" dur="80"/>
                                        <p:tgtEl>
                                          <p:spTgt spid="1393"/>
                                        </p:tgtEl>
                                        <p:attrNameLst>
                                          <p:attrName>fillcolor</p:attrName>
                                        </p:attrNameLst>
                                      </p:cBhvr>
                                      <p:tavLst>
                                        <p:tav tm="0">
                                          <p:val>
                                            <p:strVal val="rgb(-103,51,51)"/>
                                          </p:val>
                                        </p:tav>
                                        <p:tav tm="50000">
                                          <p:val>
                                            <p:strVal val="rgb(-103,-103,0)"/>
                                          </p:val>
                                        </p:tav>
                                      </p:tavLst>
                                    </p:anim>
                                    <p:set>
                                      <p:cBhvr>
                                        <p:cTn id="3842" dur="80"/>
                                        <p:tgtEl>
                                          <p:spTgt spid="1393"/>
                                        </p:tgtEl>
                                        <p:attrNameLst>
                                          <p:attrName>fill.type</p:attrName>
                                        </p:attrNameLst>
                                      </p:cBhvr>
                                      <p:to>
                                        <p:strVal val="solid"/>
                                      </p:to>
                                    </p:set>
                                  </p:childTnLst>
                                </p:cTn>
                              </p:par>
                            </p:childTnLst>
                          </p:cTn>
                        </p:par>
                        <p:par>
                          <p:cTn id="3843" fill="hold">
                            <p:stCondLst>
                              <p:cond delay="28040"/>
                            </p:stCondLst>
                            <p:childTnLst>
                              <p:par>
                                <p:cTn id="3844" nodeType="afterEffect" fill="hold" presetClass="entr" presetID="27">
                                  <p:stCondLst>
                                    <p:cond delay="1500"/>
                                  </p:stCondLst>
                                  <p:iterate type="lt">
                                    <p:tmAbs val="40"/>
                                  </p:iterate>
                                  <p:childTnLst>
                                    <p:set>
                                      <p:cBhvr>
                                        <p:cTn id="3845" dur="1" fill="hold">
                                          <p:stCondLst>
                                            <p:cond delay="0"/>
                                          </p:stCondLst>
                                        </p:cTn>
                                        <p:tgtEl>
                                          <p:spTgt spid="1394"/>
                                        </p:tgtEl>
                                        <p:attrNameLst>
                                          <p:attrName>style.visibility</p:attrName>
                                        </p:attrNameLst>
                                      </p:cBhvr>
                                      <p:to>
                                        <p:strVal val="visible"/>
                                      </p:to>
                                    </p:set>
                                    <p:anim calcmode="discrete" valueType="clr">
                                      <p:cBhvr additive="repl">
                                        <p:cTn id="3846" dur="80"/>
                                        <p:tgtEl>
                                          <p:spTgt spid="1394"/>
                                        </p:tgtEl>
                                        <p:attrNameLst>
                                          <p:attrName>style.color</p:attrName>
                                        </p:attrNameLst>
                                      </p:cBhvr>
                                      <p:tavLst>
                                        <p:tav tm="0">
                                          <p:val>
                                            <p:strVal val="rgb(-103,51,51)"/>
                                          </p:val>
                                        </p:tav>
                                        <p:tav tm="50000">
                                          <p:val>
                                            <p:strVal val="rgb(-103,-103,0)"/>
                                          </p:val>
                                        </p:tav>
                                      </p:tavLst>
                                    </p:anim>
                                    <p:anim calcmode="discrete" valueType="clr">
                                      <p:cBhvr additive="repl">
                                        <p:cTn id="3847" dur="80"/>
                                        <p:tgtEl>
                                          <p:spTgt spid="1394"/>
                                        </p:tgtEl>
                                        <p:attrNameLst>
                                          <p:attrName>fillcolor</p:attrName>
                                        </p:attrNameLst>
                                      </p:cBhvr>
                                      <p:tavLst>
                                        <p:tav tm="0">
                                          <p:val>
                                            <p:strVal val="rgb(-103,51,51)"/>
                                          </p:val>
                                        </p:tav>
                                        <p:tav tm="50000">
                                          <p:val>
                                            <p:strVal val="rgb(-103,-103,0)"/>
                                          </p:val>
                                        </p:tav>
                                      </p:tavLst>
                                    </p:anim>
                                    <p:set>
                                      <p:cBhvr>
                                        <p:cTn id="3848" dur="80"/>
                                        <p:tgtEl>
                                          <p:spTgt spid="1394"/>
                                        </p:tgtEl>
                                        <p:attrNameLst>
                                          <p:attrName>fill.type</p:attrName>
                                        </p:attrNameLst>
                                      </p:cBhvr>
                                      <p:to>
                                        <p:strVal val="solid"/>
                                      </p:to>
                                    </p:set>
                                  </p:childTnLst>
                                </p:cTn>
                              </p:par>
                            </p:childTnLst>
                          </p:cTn>
                        </p:par>
                        <p:par>
                          <p:cTn id="3849" fill="hold">
                            <p:stCondLst>
                              <p:cond delay="32299"/>
                            </p:stCondLst>
                            <p:childTnLst>
                              <p:par>
                                <p:cTn id="3850" nodeType="afterEffect" fill="hold" presetClass="entr" presetID="27">
                                  <p:stCondLst>
                                    <p:cond delay="1500"/>
                                  </p:stCondLst>
                                  <p:iterate type="lt">
                                    <p:tmAbs val="40"/>
                                  </p:iterate>
                                  <p:childTnLst>
                                    <p:set>
                                      <p:cBhvr>
                                        <p:cTn id="3851" dur="1" fill="hold">
                                          <p:stCondLst>
                                            <p:cond delay="0"/>
                                          </p:stCondLst>
                                        </p:cTn>
                                        <p:tgtEl>
                                          <p:spTgt spid="1395"/>
                                        </p:tgtEl>
                                        <p:attrNameLst>
                                          <p:attrName>style.visibility</p:attrName>
                                        </p:attrNameLst>
                                      </p:cBhvr>
                                      <p:to>
                                        <p:strVal val="visible"/>
                                      </p:to>
                                    </p:set>
                                    <p:anim calcmode="discrete" valueType="clr">
                                      <p:cBhvr additive="repl">
                                        <p:cTn id="3852" dur="80"/>
                                        <p:tgtEl>
                                          <p:spTgt spid="1395"/>
                                        </p:tgtEl>
                                        <p:attrNameLst>
                                          <p:attrName>style.color</p:attrName>
                                        </p:attrNameLst>
                                      </p:cBhvr>
                                      <p:tavLst>
                                        <p:tav tm="0">
                                          <p:val>
                                            <p:strVal val="rgb(-103,51,51)"/>
                                          </p:val>
                                        </p:tav>
                                        <p:tav tm="50000">
                                          <p:val>
                                            <p:strVal val="rgb(-103,-103,0)"/>
                                          </p:val>
                                        </p:tav>
                                      </p:tavLst>
                                    </p:anim>
                                    <p:anim calcmode="discrete" valueType="clr">
                                      <p:cBhvr additive="repl">
                                        <p:cTn id="3853" dur="80"/>
                                        <p:tgtEl>
                                          <p:spTgt spid="1395"/>
                                        </p:tgtEl>
                                        <p:attrNameLst>
                                          <p:attrName>fillcolor</p:attrName>
                                        </p:attrNameLst>
                                      </p:cBhvr>
                                      <p:tavLst>
                                        <p:tav tm="0">
                                          <p:val>
                                            <p:strVal val="rgb(-103,51,51)"/>
                                          </p:val>
                                        </p:tav>
                                        <p:tav tm="50000">
                                          <p:val>
                                            <p:strVal val="rgb(-103,-103,0)"/>
                                          </p:val>
                                        </p:tav>
                                      </p:tavLst>
                                    </p:anim>
                                    <p:set>
                                      <p:cBhvr>
                                        <p:cTn id="3854" dur="80"/>
                                        <p:tgtEl>
                                          <p:spTgt spid="1395"/>
                                        </p:tgtEl>
                                        <p:attrNameLst>
                                          <p:attrName>fill.type</p:attrName>
                                        </p:attrNameLst>
                                      </p:cBhvr>
                                      <p:to>
                                        <p:strVal val="solid"/>
                                      </p:to>
                                    </p:set>
                                  </p:childTnLst>
                                </p:cTn>
                              </p:par>
                            </p:childTnLst>
                          </p:cTn>
                        </p:par>
                        <p:par>
                          <p:cTn id="3855" fill="hold">
                            <p:stCondLst>
                              <p:cond delay="35080"/>
                            </p:stCondLst>
                            <p:childTnLst>
                              <p:par>
                                <p:cTn id="3856" nodeType="afterEffect" fill="hold" presetClass="entr" presetID="27">
                                  <p:stCondLst>
                                    <p:cond delay="1500"/>
                                  </p:stCondLst>
                                  <p:iterate type="lt">
                                    <p:tmAbs val="40"/>
                                  </p:iterate>
                                  <p:childTnLst>
                                    <p:set>
                                      <p:cBhvr>
                                        <p:cTn id="3857" dur="1" fill="hold">
                                          <p:stCondLst>
                                            <p:cond delay="0"/>
                                          </p:stCondLst>
                                        </p:cTn>
                                        <p:tgtEl>
                                          <p:spTgt spid="1396"/>
                                        </p:tgtEl>
                                        <p:attrNameLst>
                                          <p:attrName>style.visibility</p:attrName>
                                        </p:attrNameLst>
                                      </p:cBhvr>
                                      <p:to>
                                        <p:strVal val="visible"/>
                                      </p:to>
                                    </p:set>
                                    <p:anim calcmode="discrete" valueType="clr">
                                      <p:cBhvr additive="repl">
                                        <p:cTn id="3858" dur="80"/>
                                        <p:tgtEl>
                                          <p:spTgt spid="1396"/>
                                        </p:tgtEl>
                                        <p:attrNameLst>
                                          <p:attrName>style.color</p:attrName>
                                        </p:attrNameLst>
                                      </p:cBhvr>
                                      <p:tavLst>
                                        <p:tav tm="0">
                                          <p:val>
                                            <p:strVal val="rgb(-103,51,51)"/>
                                          </p:val>
                                        </p:tav>
                                        <p:tav tm="50000">
                                          <p:val>
                                            <p:strVal val="rgb(-103,-103,0)"/>
                                          </p:val>
                                        </p:tav>
                                      </p:tavLst>
                                    </p:anim>
                                    <p:anim calcmode="discrete" valueType="clr">
                                      <p:cBhvr additive="repl">
                                        <p:cTn id="3859" dur="80"/>
                                        <p:tgtEl>
                                          <p:spTgt spid="1396"/>
                                        </p:tgtEl>
                                        <p:attrNameLst>
                                          <p:attrName>fillcolor</p:attrName>
                                        </p:attrNameLst>
                                      </p:cBhvr>
                                      <p:tavLst>
                                        <p:tav tm="0">
                                          <p:val>
                                            <p:strVal val="rgb(-103,51,51)"/>
                                          </p:val>
                                        </p:tav>
                                        <p:tav tm="50000">
                                          <p:val>
                                            <p:strVal val="rgb(-103,-103,0)"/>
                                          </p:val>
                                        </p:tav>
                                      </p:tavLst>
                                    </p:anim>
                                    <p:set>
                                      <p:cBhvr>
                                        <p:cTn id="3860" dur="80"/>
                                        <p:tgtEl>
                                          <p:spTgt spid="1396"/>
                                        </p:tgtEl>
                                        <p:attrNameLst>
                                          <p:attrName>fill.type</p:attrName>
                                        </p:attrNameLst>
                                      </p:cBhvr>
                                      <p:to>
                                        <p:strVal val="solid"/>
                                      </p:to>
                                    </p:set>
                                  </p:childTnLst>
                                </p:cTn>
                              </p:par>
                            </p:childTnLst>
                          </p:cTn>
                        </p:par>
                        <p:par>
                          <p:cTn id="3861" fill="hold">
                            <p:stCondLst>
                              <p:cond delay="38460"/>
                            </p:stCondLst>
                            <p:childTnLst>
                              <p:par>
                                <p:cTn id="3862" nodeType="afterEffect" fill="hold" presetClass="entr" presetID="27">
                                  <p:stCondLst>
                                    <p:cond delay="1500"/>
                                  </p:stCondLst>
                                  <p:iterate type="lt">
                                    <p:tmAbs val="40"/>
                                  </p:iterate>
                                  <p:childTnLst>
                                    <p:set>
                                      <p:cBhvr>
                                        <p:cTn id="3863" dur="1" fill="hold">
                                          <p:stCondLst>
                                            <p:cond delay="0"/>
                                          </p:stCondLst>
                                        </p:cTn>
                                        <p:tgtEl>
                                          <p:spTgt spid="1397"/>
                                        </p:tgtEl>
                                        <p:attrNameLst>
                                          <p:attrName>style.visibility</p:attrName>
                                        </p:attrNameLst>
                                      </p:cBhvr>
                                      <p:to>
                                        <p:strVal val="visible"/>
                                      </p:to>
                                    </p:set>
                                    <p:anim calcmode="discrete" valueType="clr">
                                      <p:cBhvr additive="repl">
                                        <p:cTn id="3864" dur="80"/>
                                        <p:tgtEl>
                                          <p:spTgt spid="1397"/>
                                        </p:tgtEl>
                                        <p:attrNameLst>
                                          <p:attrName>style.color</p:attrName>
                                        </p:attrNameLst>
                                      </p:cBhvr>
                                      <p:tavLst>
                                        <p:tav tm="0">
                                          <p:val>
                                            <p:strVal val="rgb(-103,51,51)"/>
                                          </p:val>
                                        </p:tav>
                                        <p:tav tm="50000">
                                          <p:val>
                                            <p:strVal val="rgb(-103,-103,0)"/>
                                          </p:val>
                                        </p:tav>
                                      </p:tavLst>
                                    </p:anim>
                                    <p:anim calcmode="discrete" valueType="clr">
                                      <p:cBhvr additive="repl">
                                        <p:cTn id="3865" dur="80"/>
                                        <p:tgtEl>
                                          <p:spTgt spid="1397"/>
                                        </p:tgtEl>
                                        <p:attrNameLst>
                                          <p:attrName>fillcolor</p:attrName>
                                        </p:attrNameLst>
                                      </p:cBhvr>
                                      <p:tavLst>
                                        <p:tav tm="0">
                                          <p:val>
                                            <p:strVal val="rgb(-103,51,51)"/>
                                          </p:val>
                                        </p:tav>
                                        <p:tav tm="50000">
                                          <p:val>
                                            <p:strVal val="rgb(-103,-103,0)"/>
                                          </p:val>
                                        </p:tav>
                                      </p:tavLst>
                                    </p:anim>
                                    <p:set>
                                      <p:cBhvr>
                                        <p:cTn id="3866" dur="80"/>
                                        <p:tgtEl>
                                          <p:spTgt spid="1397"/>
                                        </p:tgtEl>
                                        <p:attrNameLst>
                                          <p:attrName>fill.type</p:attrName>
                                        </p:attrNameLst>
                                      </p:cBhvr>
                                      <p:to>
                                        <p:strVal val="solid"/>
                                      </p:to>
                                    </p:set>
                                  </p:childTnLst>
                                </p:cTn>
                              </p:par>
                            </p:childTnLst>
                          </p:cTn>
                        </p:par>
                        <p:par>
                          <p:cTn id="3867" fill="hold">
                            <p:stCondLst>
                              <p:cond delay="41160"/>
                            </p:stCondLst>
                            <p:childTnLst>
                              <p:par>
                                <p:cTn id="3868" nodeType="afterEffect" fill="hold" presetClass="entr" presetID="27">
                                  <p:stCondLst>
                                    <p:cond delay="1500"/>
                                  </p:stCondLst>
                                  <p:iterate type="lt">
                                    <p:tmAbs val="40"/>
                                  </p:iterate>
                                  <p:childTnLst>
                                    <p:set>
                                      <p:cBhvr>
                                        <p:cTn id="3869" dur="1" fill="hold">
                                          <p:stCondLst>
                                            <p:cond delay="0"/>
                                          </p:stCondLst>
                                        </p:cTn>
                                        <p:tgtEl>
                                          <p:spTgt spid="1398"/>
                                        </p:tgtEl>
                                        <p:attrNameLst>
                                          <p:attrName>style.visibility</p:attrName>
                                        </p:attrNameLst>
                                      </p:cBhvr>
                                      <p:to>
                                        <p:strVal val="visible"/>
                                      </p:to>
                                    </p:set>
                                    <p:anim calcmode="discrete" valueType="clr">
                                      <p:cBhvr additive="repl">
                                        <p:cTn id="3870" dur="80"/>
                                        <p:tgtEl>
                                          <p:spTgt spid="1398"/>
                                        </p:tgtEl>
                                        <p:attrNameLst>
                                          <p:attrName>style.color</p:attrName>
                                        </p:attrNameLst>
                                      </p:cBhvr>
                                      <p:tavLst>
                                        <p:tav tm="0">
                                          <p:val>
                                            <p:strVal val="rgb(-103,51,51)"/>
                                          </p:val>
                                        </p:tav>
                                        <p:tav tm="50000">
                                          <p:val>
                                            <p:strVal val="rgb(-103,-103,0)"/>
                                          </p:val>
                                        </p:tav>
                                      </p:tavLst>
                                    </p:anim>
                                    <p:anim calcmode="discrete" valueType="clr">
                                      <p:cBhvr additive="repl">
                                        <p:cTn id="3871" dur="80"/>
                                        <p:tgtEl>
                                          <p:spTgt spid="1398"/>
                                        </p:tgtEl>
                                        <p:attrNameLst>
                                          <p:attrName>fillcolor</p:attrName>
                                        </p:attrNameLst>
                                      </p:cBhvr>
                                      <p:tavLst>
                                        <p:tav tm="0">
                                          <p:val>
                                            <p:strVal val="rgb(-103,51,51)"/>
                                          </p:val>
                                        </p:tav>
                                        <p:tav tm="50000">
                                          <p:val>
                                            <p:strVal val="rgb(-103,-103,0)"/>
                                          </p:val>
                                        </p:tav>
                                      </p:tavLst>
                                    </p:anim>
                                    <p:set>
                                      <p:cBhvr>
                                        <p:cTn id="3872" dur="80"/>
                                        <p:tgtEl>
                                          <p:spTgt spid="1398"/>
                                        </p:tgtEl>
                                        <p:attrNameLst>
                                          <p:attrName>fill.type</p:attrName>
                                        </p:attrNameLst>
                                      </p:cBhvr>
                                      <p:to>
                                        <p:strVal val="solid"/>
                                      </p:to>
                                    </p:set>
                                  </p:childTnLst>
                                </p:cTn>
                              </p:par>
                            </p:childTnLst>
                          </p:cTn>
                        </p:par>
                        <p:par>
                          <p:cTn id="3873" fill="hold">
                            <p:stCondLst>
                              <p:cond delay="44820"/>
                            </p:stCondLst>
                            <p:childTnLst>
                              <p:par>
                                <p:cTn id="3874" nodeType="afterEffect" fill="hold" presetClass="entr" presetID="1">
                                  <p:stCondLst>
                                    <p:cond delay="2000"/>
                                  </p:stCondLst>
                                  <p:childTnLst>
                                    <p:set>
                                      <p:cBhvr>
                                        <p:cTn id="3875" dur="1" fill="hold">
                                          <p:stCondLst>
                                            <p:cond delay="0"/>
                                          </p:stCondLst>
                                        </p:cTn>
                                        <p:tgtEl>
                                          <p:spTgt spid="13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00" name="" descr=""/>
          <p:cNvPicPr/>
          <p:nvPr/>
        </p:nvPicPr>
        <p:blipFill>
          <a:blip r:embed="rId1"/>
          <a:stretch/>
        </p:blipFill>
        <p:spPr>
          <a:xfrm>
            <a:off x="0" y="0"/>
            <a:ext cx="9144000" cy="6858000"/>
          </a:xfrm>
          <a:prstGeom prst="rect">
            <a:avLst/>
          </a:prstGeom>
          <a:ln w="0">
            <a:noFill/>
          </a:ln>
        </p:spPr>
      </p:pic>
      <p:pic>
        <p:nvPicPr>
          <p:cNvPr id="1401" name="" descr=""/>
          <p:cNvPicPr/>
          <p:nvPr/>
        </p:nvPicPr>
        <p:blipFill>
          <a:blip r:embed="rId2"/>
          <a:stretch/>
        </p:blipFill>
        <p:spPr>
          <a:xfrm>
            <a:off x="2666880" y="6858000"/>
            <a:ext cx="457200" cy="457200"/>
          </a:xfrm>
          <a:prstGeom prst="rect">
            <a:avLst/>
          </a:prstGeom>
          <a:ln w="0">
            <a:noFill/>
          </a:ln>
        </p:spPr>
      </p:pic>
    </p:spTree>
  </p:cSld>
  <p:timing>
    <p:tnLst>
      <p:par>
        <p:cTn id="3876" dur="indefinite" restart="never" nodeType="tmRoot">
          <p:childTnLst>
            <p:seq>
              <p:cTn id="3877" dur="indefinite" nodeType="mainSeq">
                <p:childTnLst>
                  <p:par>
                    <p:cTn id="3878" fill="hold">
                      <p:stCondLst>
                        <p:cond delay="0"/>
                      </p:stCondLst>
                      <p:childTnLst>
                        <p:par>
                          <p:cTn id="3879" fill="hold">
                            <p:stCondLst>
                              <p:cond delay="0"/>
                            </p:stCondLst>
                            <p:childTnLst>
                              <p:par>
                                <p:cTn id="3880" nodeType="afterEffect" fill="hold" presetClass="path" presetID="0">
                                  <p:stCondLst>
                                    <p:cond delay="0"/>
                                  </p:stCondLst>
                                  <p:childTnLst>
                                    <p:animMotion origin="layout" path="M 3.33333E-006 -3.33333E-006 L 0.275 -0.36666 E">
                                      <p:cBhvr>
                                        <p:cTn id="3881" dur="3000" fill="hold"/>
                                        <p:tgtEl>
                                          <p:spTgt spid="1401"/>
                                        </p:tgtEl>
                                      </p:cBhvr>
                                    </p:animMotion>
                                  </p:childTnLst>
                                </p:cTn>
                              </p:par>
                              <p:set>
                                <p:cBhvr>
                                  <p:cTn id="3882" dur="1" fill="hold">
                                    <p:stCondLst>
                                      <p:cond evt="end">
                                        <p:tn val="3880"/>
                                      </p:cond>
                                    </p:stCondLst>
                                  </p:cTn>
                                  <p:tgtEl>
                                    <p:spTgt spid="1401"/>
                                  </p:tgtEl>
                                  <p:attrNameLst>
                                    <p:attrName>style.visibility</p:attrName>
                                  </p:attrNameLst>
                                </p:cBhvr>
                                <p:to>
                                  <p:strVal val="hidden"/>
                                </p:to>
                              </p:set>
                            </p:childTnLst>
                          </p:cTn>
                        </p:par>
                      </p:childTnLst>
                    </p:cTn>
                  </p:par>
                </p:childTnLst>
              </p:cTn>
              <p:prevCondLst>
                <p:cond evt="onPrev">
                  <p:tgtEl>
                    <p:sldTgt/>
                  </p:tgtEl>
                </p:cond>
              </p:prevCondLst>
              <p:nextCondLst>
                <p:cond evt="onNext">
                  <p:tgtEl>
                    <p:sldTgt/>
                  </p:tgtEl>
                </p:cond>
              </p:nextCondLst>
            </p:seq>
          </p:childTnLst>
        </p:cTn>
      </p:par>
    </p:tnLst>
  </p:timing>
</p:sld>
</file>

<file path=ppt/slides/slide2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02" name="" descr=""/>
          <p:cNvPicPr/>
          <p:nvPr/>
        </p:nvPicPr>
        <p:blipFill>
          <a:blip r:embed="rId1"/>
          <a:stretch/>
        </p:blipFill>
        <p:spPr>
          <a:xfrm>
            <a:off x="0" y="-3657600"/>
            <a:ext cx="9144000" cy="10515600"/>
          </a:xfrm>
          <a:prstGeom prst="rect">
            <a:avLst/>
          </a:prstGeom>
          <a:ln w="0">
            <a:noFill/>
          </a:ln>
        </p:spPr>
      </p:pic>
      <p:sp>
        <p:nvSpPr>
          <p:cNvPr id="1403" name=""/>
          <p:cNvSpPr/>
          <p:nvPr/>
        </p:nvSpPr>
        <p:spPr>
          <a:xfrm>
            <a:off x="-2362320" y="457200"/>
            <a:ext cx="114300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cc3300"/>
                </a:solidFill>
                <a:latin typeface="Arial"/>
              </a:rPr>
              <a:t>Oh wow that worked out nice.</a:t>
            </a:r>
            <a:endParaRPr b="0" lang="en-US" sz="1200" spc="-1" strike="noStrike">
              <a:solidFill>
                <a:srgbClr val="000000"/>
              </a:solidFill>
              <a:latin typeface="Arial"/>
            </a:endParaRPr>
          </a:p>
        </p:txBody>
      </p:sp>
    </p:spTree>
  </p:cSld>
  <p:timing>
    <p:tnLst>
      <p:par>
        <p:cTn id="3883" dur="indefinite" restart="never" nodeType="tmRoot">
          <p:childTnLst>
            <p:seq>
              <p:cTn id="3884" dur="indefinite" nodeType="mainSeq">
                <p:childTnLst>
                  <p:par>
                    <p:cTn id="3885" fill="hold">
                      <p:stCondLst>
                        <p:cond delay="0"/>
                      </p:stCondLst>
                      <p:childTnLst>
                        <p:par>
                          <p:cTn id="3886" fill="hold">
                            <p:stCondLst>
                              <p:cond delay="0"/>
                            </p:stCondLst>
                            <p:childTnLst>
                              <p:par>
                                <p:cTn id="3887" nodeType="afterEffect" fill="hold" presetClass="path" presetID="0">
                                  <p:stCondLst>
                                    <p:cond delay="0"/>
                                  </p:stCondLst>
                                  <p:childTnLst>
                                    <p:animMotion origin="layout" path="M 0 -3.33333E-006 L 0 0.5 E">
                                      <p:cBhvr>
                                        <p:cTn id="3888" dur="8000" fill="hold"/>
                                        <p:tgtEl>
                                          <p:spTgt spid="1402"/>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04" name="" descr=""/>
          <p:cNvPicPr/>
          <p:nvPr/>
        </p:nvPicPr>
        <p:blipFill>
          <a:blip r:embed="rId1"/>
          <a:stretch/>
        </p:blipFill>
        <p:spPr>
          <a:xfrm>
            <a:off x="0" y="0"/>
            <a:ext cx="9144000" cy="6858000"/>
          </a:xfrm>
          <a:prstGeom prst="rect">
            <a:avLst/>
          </a:prstGeom>
          <a:ln w="0">
            <a:noFill/>
          </a:ln>
        </p:spPr>
      </p:pic>
      <p:pic>
        <p:nvPicPr>
          <p:cNvPr id="1405" name="" descr=""/>
          <p:cNvPicPr/>
          <p:nvPr/>
        </p:nvPicPr>
        <p:blipFill>
          <a:blip r:embed="rId2"/>
          <a:stretch/>
        </p:blipFill>
        <p:spPr>
          <a:xfrm>
            <a:off x="9144000" y="4133880"/>
            <a:ext cx="4495680" cy="2724120"/>
          </a:xfrm>
          <a:prstGeom prst="rect">
            <a:avLst/>
          </a:prstGeom>
          <a:ln w="0">
            <a:noFill/>
          </a:ln>
        </p:spPr>
      </p:pic>
    </p:spTree>
  </p:cSld>
  <p:transition spd="slow" advTm="3000">
    <p:fade thruBlk="true"/>
  </p:transition>
  <p:timing>
    <p:tnLst>
      <p:par>
        <p:cTn id="3889" dur="indefinite" restart="never" nodeType="tmRoot">
          <p:childTnLst>
            <p:seq>
              <p:cTn id="3890" dur="indefinite" nodeType="mainSeq">
                <p:childTnLst>
                  <p:par>
                    <p:cTn id="3891" fill="hold">
                      <p:stCondLst>
                        <p:cond delay="0"/>
                      </p:stCondLst>
                      <p:childTnLst>
                        <p:par>
                          <p:cTn id="3892" fill="hold">
                            <p:stCondLst>
                              <p:cond delay="0"/>
                            </p:stCondLst>
                            <p:childTnLst>
                              <p:par>
                                <p:cTn id="3893" nodeType="afterEffect" fill="hold" presetClass="path" presetID="0">
                                  <p:stCondLst>
                                    <p:cond delay="0"/>
                                  </p:stCondLst>
                                  <p:childTnLst>
                                    <p:animMotion origin="layout" path="M -3.33333E-006 -3.4104E-006 L -0.46458 0.05549 E">
                                      <p:cBhvr>
                                        <p:cTn id="3894" dur="2000" fill="hold"/>
                                        <p:tgtEl>
                                          <p:spTgt spid="1405"/>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06" name="" descr=""/>
          <p:cNvPicPr/>
          <p:nvPr/>
        </p:nvPicPr>
        <p:blipFill>
          <a:blip r:embed="rId1"/>
          <a:stretch/>
        </p:blipFill>
        <p:spPr>
          <a:xfrm>
            <a:off x="0" y="0"/>
            <a:ext cx="9144000" cy="6858000"/>
          </a:xfrm>
          <a:prstGeom prst="rect">
            <a:avLst/>
          </a:prstGeom>
          <a:ln w="0">
            <a:noFill/>
          </a:ln>
        </p:spPr>
      </p:pic>
      <p:sp>
        <p:nvSpPr>
          <p:cNvPr id="1407" name=""/>
          <p:cNvSpPr/>
          <p:nvPr/>
        </p:nvSpPr>
        <p:spPr>
          <a:xfrm>
            <a:off x="-1233360" y="533520"/>
            <a:ext cx="5500440" cy="5715000"/>
          </a:xfrm>
          <a:custGeom>
            <a:avLst/>
            <a:gdLst/>
            <a:ahLst/>
            <a:rect l="l" t="t" r="r" b="b"/>
            <a:pathLst>
              <a:path w="3465" h="3600">
                <a:moveTo>
                  <a:pt x="0" y="1099"/>
                </a:moveTo>
                <a:cubicBezTo>
                  <a:pt x="53" y="1095"/>
                  <a:pt x="131" y="1104"/>
                  <a:pt x="174" y="1063"/>
                </a:cubicBezTo>
                <a:cubicBezTo>
                  <a:pt x="186" y="1013"/>
                  <a:pt x="201" y="1003"/>
                  <a:pt x="247" y="981"/>
                </a:cubicBezTo>
                <a:cubicBezTo>
                  <a:pt x="271" y="955"/>
                  <a:pt x="265" y="971"/>
                  <a:pt x="265" y="935"/>
                </a:cubicBezTo>
                <a:lnTo>
                  <a:pt x="729" y="720"/>
                </a:lnTo>
                <a:lnTo>
                  <a:pt x="1497" y="0"/>
                </a:lnTo>
                <a:lnTo>
                  <a:pt x="3465" y="0"/>
                </a:lnTo>
                <a:lnTo>
                  <a:pt x="2169" y="3552"/>
                </a:lnTo>
                <a:lnTo>
                  <a:pt x="2121" y="3600"/>
                </a:lnTo>
                <a:lnTo>
                  <a:pt x="201" y="3552"/>
                </a:lnTo>
                <a:lnTo>
                  <a:pt x="0" y="1099"/>
                </a:lnTo>
                <a:close/>
              </a:path>
            </a:pathLst>
          </a:custGeom>
          <a:gradFill rotWithShape="0">
            <a:gsLst>
              <a:gs pos="0">
                <a:srgbClr val="c0c0c0">
                  <a:alpha val="94118"/>
                </a:srgbClr>
              </a:gs>
              <a:gs pos="100000">
                <a:srgbClr val="585858">
                  <a:alpha val="92157"/>
                </a:srgbClr>
              </a:gs>
            </a:gsLst>
            <a:lin ang="5400000"/>
          </a:gradFill>
          <a:ln w="9360">
            <a:solidFill>
              <a:srgbClr val="00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408" name=""/>
          <p:cNvSpPr/>
          <p:nvPr/>
        </p:nvSpPr>
        <p:spPr>
          <a:xfrm>
            <a:off x="-1684440" y="380880"/>
            <a:ext cx="2979720" cy="1335240"/>
          </a:xfrm>
          <a:custGeom>
            <a:avLst/>
            <a:gdLst/>
            <a:ahLst/>
            <a:rect l="l" t="t" r="r" b="b"/>
            <a:pathLst>
              <a:path w="1877" h="841">
                <a:moveTo>
                  <a:pt x="0" y="821"/>
                </a:moveTo>
                <a:cubicBezTo>
                  <a:pt x="135" y="830"/>
                  <a:pt x="203" y="841"/>
                  <a:pt x="348" y="811"/>
                </a:cubicBezTo>
                <a:cubicBezTo>
                  <a:pt x="357" y="809"/>
                  <a:pt x="350" y="790"/>
                  <a:pt x="357" y="784"/>
                </a:cubicBezTo>
                <a:cubicBezTo>
                  <a:pt x="367" y="776"/>
                  <a:pt x="382" y="778"/>
                  <a:pt x="394" y="775"/>
                </a:cubicBezTo>
                <a:cubicBezTo>
                  <a:pt x="489" y="712"/>
                  <a:pt x="521" y="753"/>
                  <a:pt x="677" y="766"/>
                </a:cubicBezTo>
                <a:cubicBezTo>
                  <a:pt x="801" y="796"/>
                  <a:pt x="924" y="784"/>
                  <a:pt x="1052" y="784"/>
                </a:cubicBezTo>
                <a:lnTo>
                  <a:pt x="1877" y="0"/>
                </a:lnTo>
                <a:lnTo>
                  <a:pt x="773" y="0"/>
                </a:lnTo>
                <a:lnTo>
                  <a:pt x="0" y="821"/>
                </a:lnTo>
                <a:close/>
              </a:path>
            </a:pathLst>
          </a:custGeom>
          <a:solidFill>
            <a:srgbClr val="ffff00"/>
          </a:soli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409" name=""/>
          <p:cNvSpPr/>
          <p:nvPr/>
        </p:nvSpPr>
        <p:spPr>
          <a:xfrm>
            <a:off x="2209680" y="533520"/>
            <a:ext cx="6716880" cy="5715000"/>
          </a:xfrm>
          <a:custGeom>
            <a:avLst/>
            <a:gdLst/>
            <a:ahLst/>
            <a:rect l="l" t="t" r="r" b="b"/>
            <a:pathLst>
              <a:path w="4231" h="3600">
                <a:moveTo>
                  <a:pt x="4231" y="21"/>
                </a:moveTo>
                <a:cubicBezTo>
                  <a:pt x="4167" y="21"/>
                  <a:pt x="4103" y="21"/>
                  <a:pt x="4039" y="21"/>
                </a:cubicBezTo>
                <a:lnTo>
                  <a:pt x="1296" y="0"/>
                </a:lnTo>
                <a:lnTo>
                  <a:pt x="0" y="3600"/>
                </a:lnTo>
                <a:lnTo>
                  <a:pt x="2736" y="3552"/>
                </a:lnTo>
                <a:lnTo>
                  <a:pt x="4231" y="21"/>
                </a:lnTo>
                <a:close/>
              </a:path>
            </a:pathLst>
          </a:custGeom>
          <a:gradFill rotWithShape="0">
            <a:gsLst>
              <a:gs pos="0">
                <a:srgbClr val="c0c0c0">
                  <a:alpha val="97255"/>
                </a:srgbClr>
              </a:gs>
              <a:gs pos="100000">
                <a:srgbClr val="585858">
                  <a:alpha val="86275"/>
                </a:srgbClr>
              </a:gs>
            </a:gsLst>
            <a:lin ang="5400000"/>
          </a:gradFill>
          <a:ln w="9360">
            <a:solidFill>
              <a:srgbClr val="00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410" name=""/>
          <p:cNvSpPr/>
          <p:nvPr/>
        </p:nvSpPr>
        <p:spPr>
          <a:xfrm>
            <a:off x="5638680" y="457200"/>
            <a:ext cx="5257800" cy="5791320"/>
          </a:xfrm>
          <a:custGeom>
            <a:avLst/>
            <a:gdLst/>
            <a:ahLst/>
            <a:rect l="l" t="t" r="r" b="b"/>
            <a:pathLst>
              <a:path w="3312" h="3625">
                <a:moveTo>
                  <a:pt x="3122" y="0"/>
                </a:moveTo>
                <a:cubicBezTo>
                  <a:pt x="2977" y="18"/>
                  <a:pt x="3074" y="9"/>
                  <a:pt x="2830" y="9"/>
                </a:cubicBezTo>
                <a:lnTo>
                  <a:pt x="1680" y="25"/>
                </a:lnTo>
                <a:lnTo>
                  <a:pt x="0" y="3625"/>
                </a:lnTo>
                <a:lnTo>
                  <a:pt x="3312" y="3625"/>
                </a:lnTo>
                <a:lnTo>
                  <a:pt x="3122" y="0"/>
                </a:lnTo>
                <a:close/>
              </a:path>
            </a:pathLst>
          </a:custGeom>
          <a:solidFill>
            <a:srgbClr val="ffff00"/>
          </a:soli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411" name=""/>
          <p:cNvSpPr/>
          <p:nvPr/>
        </p:nvSpPr>
        <p:spPr>
          <a:xfrm>
            <a:off x="-1447920" y="-304920"/>
            <a:ext cx="762120" cy="53352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895" dur="indefinite" restart="never" nodeType="tmRoot">
          <p:childTnLst>
            <p:seq>
              <p:cTn id="3896" dur="indefinite" nodeType="mainSeq">
                <p:childTnLst>
                  <p:par>
                    <p:cTn id="3897" fill="hold">
                      <p:stCondLst>
                        <p:cond delay="0"/>
                      </p:stCondLst>
                      <p:childTnLst>
                        <p:par>
                          <p:cTn id="3898" fill="hold">
                            <p:stCondLst>
                              <p:cond delay="0"/>
                            </p:stCondLst>
                            <p:childTnLst>
                              <p:par>
                                <p:cTn id="3899" nodeType="afterEffect" fill="hold" presetClass="path" presetID="0">
                                  <p:stCondLst>
                                    <p:cond delay="0"/>
                                  </p:stCondLst>
                                  <p:childTnLst>
                                    <p:animMotion origin="layout" path="M 8.33333E-007 -8.67052E-007 L 0.45 -8.67052E-007 E">
                                      <p:cBhvr>
                                        <p:cTn id="3900" dur="2000" fill="hold"/>
                                        <p:tgtEl>
                                          <p:spTgt spid="1409"/>
                                        </p:tgtEl>
                                      </p:cBhvr>
                                    </p:animMotion>
                                  </p:childTnLst>
                                </p:cTn>
                              </p:par>
                              <p:par>
                                <p:cTn id="3901" nodeType="withEffect" fill="hold" presetClass="path" presetID="0">
                                  <p:stCondLst>
                                    <p:cond delay="0"/>
                                  </p:stCondLst>
                                  <p:childTnLst>
                                    <p:animMotion origin="layout" path="M 1.38889E-006 -4.44444E-006 L -0.52413 -0.00555 E">
                                      <p:cBhvr>
                                        <p:cTn id="3902" dur="2000" fill="hold"/>
                                        <p:tgtEl>
                                          <p:spTgt spid="1407"/>
                                        </p:tgtEl>
                                      </p:cBhvr>
                                    </p:animMotion>
                                  </p:childTnLst>
                                </p:cTn>
                              </p:par>
                            </p:childTnLst>
                          </p:cTn>
                        </p:par>
                        <p:par>
                          <p:cTn id="3903" fill="hold">
                            <p:stCondLst>
                              <p:cond delay="2000"/>
                            </p:stCondLst>
                            <p:childTnLst>
                              <p:par>
                                <p:cTn id="3904" nodeType="afterEffect" fill="hold" presetClass="entr" presetID="1">
                                  <p:stCondLst>
                                    <p:cond delay="1000"/>
                                  </p:stCondLst>
                                  <p:childTnLst>
                                    <p:set>
                                      <p:cBhvr>
                                        <p:cTn id="3905" dur="1" fill="hold">
                                          <p:stCondLst>
                                            <p:cond delay="0"/>
                                          </p:stCondLst>
                                        </p:cTn>
                                        <p:tgtEl>
                                          <p:spTgt spid="14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12" name="" descr=""/>
          <p:cNvPicPr/>
          <p:nvPr/>
        </p:nvPicPr>
        <p:blipFill>
          <a:blip r:embed="rId1"/>
          <a:stretch/>
        </p:blipFill>
        <p:spPr>
          <a:xfrm>
            <a:off x="0" y="0"/>
            <a:ext cx="9144000" cy="6858000"/>
          </a:xfrm>
          <a:prstGeom prst="rect">
            <a:avLst/>
          </a:prstGeom>
          <a:ln w="0">
            <a:noFill/>
          </a:ln>
        </p:spPr>
      </p:pic>
      <p:pic>
        <p:nvPicPr>
          <p:cNvPr id="1413" name="" descr=""/>
          <p:cNvPicPr/>
          <p:nvPr/>
        </p:nvPicPr>
        <p:blipFill>
          <a:blip r:embed="rId2"/>
          <a:stretch/>
        </p:blipFill>
        <p:spPr>
          <a:xfrm>
            <a:off x="5181480" y="4648320"/>
            <a:ext cx="7294680" cy="2762280"/>
          </a:xfrm>
          <a:prstGeom prst="rect">
            <a:avLst/>
          </a:prstGeom>
          <a:ln w="0">
            <a:noFill/>
          </a:ln>
        </p:spPr>
      </p:pic>
      <p:pic>
        <p:nvPicPr>
          <p:cNvPr id="1414" name="" descr=""/>
          <p:cNvPicPr/>
          <p:nvPr/>
        </p:nvPicPr>
        <p:blipFill>
          <a:blip r:embed="rId3"/>
          <a:stretch/>
        </p:blipFill>
        <p:spPr>
          <a:xfrm>
            <a:off x="3809880" y="5029200"/>
            <a:ext cx="5334120" cy="1828800"/>
          </a:xfrm>
          <a:prstGeom prst="rect">
            <a:avLst/>
          </a:prstGeom>
          <a:ln w="0">
            <a:noFill/>
          </a:ln>
        </p:spPr>
      </p:pic>
      <p:sp>
        <p:nvSpPr>
          <p:cNvPr id="1415" name=""/>
          <p:cNvSpPr/>
          <p:nvPr/>
        </p:nvSpPr>
        <p:spPr>
          <a:xfrm>
            <a:off x="5943600" y="556272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Man…I forgot… I don’t even know where </a:t>
            </a:r>
            <a:r>
              <a:rPr b="0" lang="en-US" sz="1200" spc="-1" strike="noStrike">
                <a:solidFill>
                  <a:srgbClr val="cc3300"/>
                </a:solidFill>
                <a:latin typeface="Arial"/>
              </a:rPr>
              <a:t>Caina</a:t>
            </a:r>
            <a:r>
              <a:rPr b="0" lang="en-US" sz="1200" spc="-1" strike="noStrike">
                <a:solidFill>
                  <a:srgbClr val="000000"/>
                </a:solidFill>
                <a:latin typeface="Arial"/>
              </a:rPr>
              <a:t> lives…</a:t>
            </a:r>
            <a:endParaRPr b="0" lang="en-US" sz="1200" spc="-1" strike="noStrike">
              <a:solidFill>
                <a:srgbClr val="000000"/>
              </a:solidFill>
              <a:latin typeface="Arial"/>
            </a:endParaRPr>
          </a:p>
        </p:txBody>
      </p:sp>
      <p:sp>
        <p:nvSpPr>
          <p:cNvPr id="1416" name=""/>
          <p:cNvSpPr/>
          <p:nvPr/>
        </p:nvSpPr>
        <p:spPr>
          <a:xfrm>
            <a:off x="-1066680" y="2743200"/>
            <a:ext cx="838080" cy="99072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906" dur="indefinite" restart="never" nodeType="tmRoot">
          <p:childTnLst>
            <p:seq>
              <p:cTn id="3907" dur="indefinite" nodeType="mainSeq">
                <p:childTnLst>
                  <p:par>
                    <p:cTn id="3908" fill="hold">
                      <p:stCondLst>
                        <p:cond delay="0"/>
                      </p:stCondLst>
                      <p:childTnLst>
                        <p:par>
                          <p:cTn id="3909" fill="hold">
                            <p:stCondLst>
                              <p:cond delay="0"/>
                            </p:stCondLst>
                            <p:childTnLst>
                              <p:par>
                                <p:cTn id="3910" nodeType="afterEffect" fill="hold" presetClass="path" presetID="0">
                                  <p:stCondLst>
                                    <p:cond delay="0"/>
                                  </p:stCondLst>
                                  <p:childTnLst>
                                    <p:animMotion origin="layout" path="M -1.38889E-006 3.33333E-006 L -1.37378 0.19861 E">
                                      <p:cBhvr>
                                        <p:cTn id="3911" dur="3000" fill="hold"/>
                                        <p:tgtEl>
                                          <p:spTgt spid="1413"/>
                                        </p:tgtEl>
                                      </p:cBhvr>
                                    </p:animMotion>
                                  </p:childTnLst>
                                </p:cTn>
                              </p:par>
                            </p:childTnLst>
                          </p:cTn>
                        </p:par>
                        <p:par>
                          <p:cTn id="3912" fill="hold">
                            <p:stCondLst>
                              <p:cond delay="3000"/>
                            </p:stCondLst>
                            <p:childTnLst>
                              <p:par>
                                <p:cTn id="3913" nodeType="afterEffect" fill="hold" presetClass="entr" presetID="9">
                                  <p:stCondLst>
                                    <p:cond delay="1000"/>
                                  </p:stCondLst>
                                  <p:childTnLst>
                                    <p:set>
                                      <p:cBhvr>
                                        <p:cTn id="3914" dur="1" fill="hold">
                                          <p:stCondLst>
                                            <p:cond delay="0"/>
                                          </p:stCondLst>
                                        </p:cTn>
                                        <p:tgtEl>
                                          <p:spTgt spid="1414"/>
                                        </p:tgtEl>
                                        <p:attrNameLst>
                                          <p:attrName>style.visibility</p:attrName>
                                        </p:attrNameLst>
                                      </p:cBhvr>
                                      <p:to>
                                        <p:strVal val="visible"/>
                                      </p:to>
                                    </p:set>
                                    <p:animEffect filter="dissolve" transition="in">
                                      <p:cBhvr additive="repl">
                                        <p:cTn id="3915" dur="500"/>
                                        <p:tgtEl>
                                          <p:spTgt spid="1414"/>
                                        </p:tgtEl>
                                      </p:cBhvr>
                                    </p:animEffect>
                                  </p:childTnLst>
                                </p:cTn>
                              </p:par>
                            </p:childTnLst>
                          </p:cTn>
                        </p:par>
                        <p:par>
                          <p:cTn id="3916" fill="hold">
                            <p:stCondLst>
                              <p:cond delay="4500"/>
                            </p:stCondLst>
                            <p:childTnLst>
                              <p:par>
                                <p:cTn id="3917" nodeType="afterEffect" fill="hold" presetClass="entr" presetID="27">
                                  <p:stCondLst>
                                    <p:cond delay="0"/>
                                  </p:stCondLst>
                                  <p:iterate type="lt">
                                    <p:tmAbs val="40"/>
                                  </p:iterate>
                                  <p:childTnLst>
                                    <p:set>
                                      <p:cBhvr>
                                        <p:cTn id="3918" dur="1" fill="hold">
                                          <p:stCondLst>
                                            <p:cond delay="0"/>
                                          </p:stCondLst>
                                        </p:cTn>
                                        <p:tgtEl>
                                          <p:spTgt spid="1415"/>
                                        </p:tgtEl>
                                        <p:attrNameLst>
                                          <p:attrName>style.visibility</p:attrName>
                                        </p:attrNameLst>
                                      </p:cBhvr>
                                      <p:to>
                                        <p:strVal val="visible"/>
                                      </p:to>
                                    </p:set>
                                    <p:anim calcmode="discrete" valueType="clr">
                                      <p:cBhvr additive="repl">
                                        <p:cTn id="3919" dur="80"/>
                                        <p:tgtEl>
                                          <p:spTgt spid="1415"/>
                                        </p:tgtEl>
                                        <p:attrNameLst>
                                          <p:attrName>style.color</p:attrName>
                                        </p:attrNameLst>
                                      </p:cBhvr>
                                      <p:tavLst>
                                        <p:tav tm="0">
                                          <p:val>
                                            <p:strVal val="rgb(-103,51,51)"/>
                                          </p:val>
                                        </p:tav>
                                        <p:tav tm="50000">
                                          <p:val>
                                            <p:strVal val="rgb(-103,-103,0)"/>
                                          </p:val>
                                        </p:tav>
                                      </p:tavLst>
                                    </p:anim>
                                    <p:anim calcmode="discrete" valueType="clr">
                                      <p:cBhvr additive="repl">
                                        <p:cTn id="3920" dur="80"/>
                                        <p:tgtEl>
                                          <p:spTgt spid="1415"/>
                                        </p:tgtEl>
                                        <p:attrNameLst>
                                          <p:attrName>fillcolor</p:attrName>
                                        </p:attrNameLst>
                                      </p:cBhvr>
                                      <p:tavLst>
                                        <p:tav tm="0">
                                          <p:val>
                                            <p:strVal val="rgb(-103,51,51)"/>
                                          </p:val>
                                        </p:tav>
                                        <p:tav tm="50000">
                                          <p:val>
                                            <p:strVal val="rgb(-103,-103,0)"/>
                                          </p:val>
                                        </p:tav>
                                      </p:tavLst>
                                    </p:anim>
                                    <p:set>
                                      <p:cBhvr>
                                        <p:cTn id="3921" dur="80"/>
                                        <p:tgtEl>
                                          <p:spTgt spid="1415"/>
                                        </p:tgtEl>
                                        <p:attrNameLst>
                                          <p:attrName>fill.type</p:attrName>
                                        </p:attrNameLst>
                                      </p:cBhvr>
                                      <p:to>
                                        <p:strVal val="solid"/>
                                      </p:to>
                                    </p:set>
                                  </p:childTnLst>
                                </p:cTn>
                              </p:par>
                            </p:childTnLst>
                          </p:cTn>
                        </p:par>
                        <p:par>
                          <p:cTn id="3922" fill="hold">
                            <p:stCondLst>
                              <p:cond delay="6380"/>
                            </p:stCondLst>
                            <p:childTnLst>
                              <p:par>
                                <p:cTn id="3923" nodeType="afterEffect" fill="hold" presetClass="entr" presetID="1">
                                  <p:stCondLst>
                                    <p:cond delay="1500"/>
                                  </p:stCondLst>
                                  <p:childTnLst>
                                    <p:set>
                                      <p:cBhvr>
                                        <p:cTn id="3924" dur="1" fill="hold">
                                          <p:stCondLst>
                                            <p:cond delay="0"/>
                                          </p:stCondLst>
                                        </p:cTn>
                                        <p:tgtEl>
                                          <p:spTgt spid="1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17" name="" descr=""/>
          <p:cNvPicPr/>
          <p:nvPr/>
        </p:nvPicPr>
        <p:blipFill>
          <a:blip r:embed="rId1"/>
          <a:stretch/>
        </p:blipFill>
        <p:spPr>
          <a:xfrm>
            <a:off x="0" y="0"/>
            <a:ext cx="9144000" cy="6858000"/>
          </a:xfrm>
          <a:prstGeom prst="rect">
            <a:avLst/>
          </a:prstGeom>
          <a:ln w="0">
            <a:noFill/>
          </a:ln>
        </p:spPr>
      </p:pic>
      <p:sp>
        <p:nvSpPr>
          <p:cNvPr id="1418" name="">
            <a:hlinkClick r:id="rId2" action="ppaction://hlinksldjump"/>
          </p:cNvPr>
          <p:cNvSpPr/>
          <p:nvPr/>
        </p:nvSpPr>
        <p:spPr>
          <a:xfrm>
            <a:off x="7467480" y="457200"/>
            <a:ext cx="2800440" cy="1905120"/>
          </a:xfrm>
          <a:custGeom>
            <a:avLst/>
            <a:gdLst/>
            <a:ahLst/>
            <a:rect l="l" t="t" r="r" b="b"/>
            <a:pathLst>
              <a:path w="1764" h="1200">
                <a:moveTo>
                  <a:pt x="1705" y="1157"/>
                </a:moveTo>
                <a:cubicBezTo>
                  <a:pt x="1708" y="1047"/>
                  <a:pt x="1703" y="936"/>
                  <a:pt x="1714" y="827"/>
                </a:cubicBezTo>
                <a:cubicBezTo>
                  <a:pt x="1717" y="801"/>
                  <a:pt x="1756" y="789"/>
                  <a:pt x="1760" y="763"/>
                </a:cubicBezTo>
                <a:cubicBezTo>
                  <a:pt x="1764" y="736"/>
                  <a:pt x="1760" y="708"/>
                  <a:pt x="1760" y="681"/>
                </a:cubicBezTo>
                <a:lnTo>
                  <a:pt x="1440" y="0"/>
                </a:lnTo>
                <a:lnTo>
                  <a:pt x="672" y="0"/>
                </a:lnTo>
                <a:lnTo>
                  <a:pt x="144" y="384"/>
                </a:lnTo>
                <a:lnTo>
                  <a:pt x="0" y="1056"/>
                </a:lnTo>
                <a:lnTo>
                  <a:pt x="96" y="1104"/>
                </a:lnTo>
                <a:lnTo>
                  <a:pt x="144" y="1200"/>
                </a:lnTo>
                <a:lnTo>
                  <a:pt x="1705" y="1157"/>
                </a:lnTo>
                <a:close/>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1419" name="" descr=""/>
          <p:cNvPicPr/>
          <p:nvPr/>
        </p:nvPicPr>
        <p:blipFill>
          <a:blip r:embed="rId3"/>
          <a:stretch/>
        </p:blipFill>
        <p:spPr>
          <a:xfrm>
            <a:off x="3809880" y="5029200"/>
            <a:ext cx="5334120" cy="1828800"/>
          </a:xfrm>
          <a:prstGeom prst="rect">
            <a:avLst/>
          </a:prstGeom>
          <a:ln w="0">
            <a:noFill/>
          </a:ln>
        </p:spPr>
      </p:pic>
      <p:sp>
        <p:nvSpPr>
          <p:cNvPr id="1420" name=""/>
          <p:cNvSpPr/>
          <p:nvPr/>
        </p:nvSpPr>
        <p:spPr>
          <a:xfrm>
            <a:off x="5943600" y="556272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Man…I forgot… I don’t even know where </a:t>
            </a:r>
            <a:r>
              <a:rPr b="0" lang="en-US" sz="1200" spc="-1" strike="noStrike">
                <a:solidFill>
                  <a:srgbClr val="cc3300"/>
                </a:solidFill>
                <a:latin typeface="Arial"/>
              </a:rPr>
              <a:t>Caina</a:t>
            </a:r>
            <a:r>
              <a:rPr b="0" lang="en-US" sz="1200" spc="-1" strike="noStrike">
                <a:solidFill>
                  <a:srgbClr val="000000"/>
                </a:solidFill>
                <a:latin typeface="Arial"/>
              </a:rPr>
              <a:t> lives…</a:t>
            </a:r>
            <a:endParaRPr b="0" lang="en-US" sz="1200" spc="-1" strike="noStrike">
              <a:solidFill>
                <a:srgbClr val="000000"/>
              </a:solidFill>
              <a:latin typeface="Arial"/>
            </a:endParaRPr>
          </a:p>
        </p:txBody>
      </p:sp>
      <p:sp>
        <p:nvSpPr>
          <p:cNvPr id="1421" name=""/>
          <p:cNvSpPr/>
          <p:nvPr/>
        </p:nvSpPr>
        <p:spPr>
          <a:xfrm>
            <a:off x="5943600" y="6019920"/>
            <a:ext cx="259092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She has to be somewhere… Maybe someone around here knows her…</a:t>
            </a:r>
            <a:endParaRPr b="0" lang="en-US" sz="1200" spc="-1" strike="noStrike">
              <a:solidFill>
                <a:srgbClr val="000000"/>
              </a:solidFill>
              <a:latin typeface="Arial"/>
            </a:endParaRPr>
          </a:p>
        </p:txBody>
      </p:sp>
      <p:sp>
        <p:nvSpPr>
          <p:cNvPr id="1422" name=""/>
          <p:cNvSpPr/>
          <p:nvPr/>
        </p:nvSpPr>
        <p:spPr>
          <a:xfrm>
            <a:off x="0" y="3124080"/>
            <a:ext cx="838080" cy="20574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925" dur="indefinite" restart="never" nodeType="tmRoot">
          <p:childTnLst>
            <p:seq>
              <p:cTn id="3926" dur="indefinite" nodeType="mainSeq">
                <p:childTnLst>
                  <p:par>
                    <p:cTn id="3927" fill="hold">
                      <p:stCondLst>
                        <p:cond delay="0"/>
                      </p:stCondLst>
                      <p:childTnLst>
                        <p:par>
                          <p:cTn id="3928" fill="hold">
                            <p:stCondLst>
                              <p:cond delay="0"/>
                            </p:stCondLst>
                            <p:childTnLst>
                              <p:par>
                                <p:cTn id="3929" nodeType="afterEffect" fill="hold" presetClass="entr" presetID="27">
                                  <p:stCondLst>
                                    <p:cond delay="0"/>
                                  </p:stCondLst>
                                  <p:iterate type="lt">
                                    <p:tmAbs val="40"/>
                                  </p:iterate>
                                  <p:childTnLst>
                                    <p:set>
                                      <p:cBhvr>
                                        <p:cTn id="3930" dur="1" fill="hold">
                                          <p:stCondLst>
                                            <p:cond delay="0"/>
                                          </p:stCondLst>
                                        </p:cTn>
                                        <p:tgtEl>
                                          <p:spTgt spid="1421"/>
                                        </p:tgtEl>
                                        <p:attrNameLst>
                                          <p:attrName>style.visibility</p:attrName>
                                        </p:attrNameLst>
                                      </p:cBhvr>
                                      <p:to>
                                        <p:strVal val="visible"/>
                                      </p:to>
                                    </p:set>
                                    <p:anim calcmode="discrete" valueType="clr">
                                      <p:cBhvr additive="repl">
                                        <p:cTn id="3931" dur="80"/>
                                        <p:tgtEl>
                                          <p:spTgt spid="1421"/>
                                        </p:tgtEl>
                                        <p:attrNameLst>
                                          <p:attrName>style.color</p:attrName>
                                        </p:attrNameLst>
                                      </p:cBhvr>
                                      <p:tavLst>
                                        <p:tav tm="0">
                                          <p:val>
                                            <p:strVal val="rgb(-103,51,51)"/>
                                          </p:val>
                                        </p:tav>
                                        <p:tav tm="50000">
                                          <p:val>
                                            <p:strVal val="rgb(-103,-103,0)"/>
                                          </p:val>
                                        </p:tav>
                                      </p:tavLst>
                                    </p:anim>
                                    <p:anim calcmode="discrete" valueType="clr">
                                      <p:cBhvr additive="repl">
                                        <p:cTn id="3932" dur="80"/>
                                        <p:tgtEl>
                                          <p:spTgt spid="1421"/>
                                        </p:tgtEl>
                                        <p:attrNameLst>
                                          <p:attrName>fillcolor</p:attrName>
                                        </p:attrNameLst>
                                      </p:cBhvr>
                                      <p:tavLst>
                                        <p:tav tm="0">
                                          <p:val>
                                            <p:strVal val="rgb(-103,51,51)"/>
                                          </p:val>
                                        </p:tav>
                                        <p:tav tm="50000">
                                          <p:val>
                                            <p:strVal val="rgb(-103,-103,0)"/>
                                          </p:val>
                                        </p:tav>
                                      </p:tavLst>
                                    </p:anim>
                                    <p:set>
                                      <p:cBhvr>
                                        <p:cTn id="3933" dur="80"/>
                                        <p:tgtEl>
                                          <p:spTgt spid="1421"/>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3" name=""/>
          <p:cNvSpPr/>
          <p:nvPr/>
        </p:nvSpPr>
        <p:spPr>
          <a:xfrm>
            <a:off x="2514600" y="-533520"/>
            <a:ext cx="228600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Inside the convention center…</a:t>
            </a:r>
            <a:endParaRPr b="0" lang="en-US" sz="1200" spc="-1" strike="noStrike">
              <a:solidFill>
                <a:srgbClr val="000000"/>
              </a:solidFill>
              <a:latin typeface="Arial"/>
            </a:endParaRPr>
          </a:p>
        </p:txBody>
      </p:sp>
      <p:pic>
        <p:nvPicPr>
          <p:cNvPr id="1424" name="" descr=""/>
          <p:cNvPicPr/>
          <p:nvPr/>
        </p:nvPicPr>
        <p:blipFill>
          <a:blip r:embed="rId1"/>
          <a:stretch/>
        </p:blipFill>
        <p:spPr>
          <a:xfrm>
            <a:off x="0" y="0"/>
            <a:ext cx="9144000" cy="6858000"/>
          </a:xfrm>
          <a:prstGeom prst="rect">
            <a:avLst/>
          </a:prstGeom>
          <a:ln w="0">
            <a:noFill/>
          </a:ln>
        </p:spPr>
      </p:pic>
      <p:sp>
        <p:nvSpPr>
          <p:cNvPr id="1425" name="">
            <a:hlinkClick r:id="rId2" action="ppaction://hlinksldjump"/>
          </p:cNvPr>
          <p:cNvSpPr/>
          <p:nvPr/>
        </p:nvSpPr>
        <p:spPr>
          <a:xfrm>
            <a:off x="5562720" y="304920"/>
            <a:ext cx="1447560" cy="38098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426" name="">
            <a:hlinkClick r:id="rId3" action="ppaction://hlinksldjump"/>
          </p:cNvPr>
          <p:cNvSpPr/>
          <p:nvPr/>
        </p:nvSpPr>
        <p:spPr>
          <a:xfrm>
            <a:off x="-838080" y="-160200"/>
            <a:ext cx="6400800" cy="4503600"/>
          </a:xfrm>
          <a:custGeom>
            <a:avLst/>
            <a:gdLst/>
            <a:ahLst/>
            <a:rect l="l" t="t" r="r" b="b"/>
            <a:pathLst>
              <a:path w="4032" h="2837">
                <a:moveTo>
                  <a:pt x="144" y="19"/>
                </a:moveTo>
                <a:cubicBezTo>
                  <a:pt x="221" y="14"/>
                  <a:pt x="297" y="0"/>
                  <a:pt x="373" y="0"/>
                </a:cubicBezTo>
                <a:lnTo>
                  <a:pt x="3456" y="101"/>
                </a:lnTo>
                <a:lnTo>
                  <a:pt x="3984" y="629"/>
                </a:lnTo>
                <a:lnTo>
                  <a:pt x="4032" y="2453"/>
                </a:lnTo>
                <a:lnTo>
                  <a:pt x="0" y="2837"/>
                </a:lnTo>
                <a:lnTo>
                  <a:pt x="144" y="19"/>
                </a:lnTo>
                <a:close/>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427" name="">
            <a:hlinkClick r:id="rId4" action="ppaction://hlinksldjump"/>
          </p:cNvPr>
          <p:cNvSpPr/>
          <p:nvPr/>
        </p:nvSpPr>
        <p:spPr>
          <a:xfrm rot="2049000">
            <a:off x="1295280" y="4876560"/>
            <a:ext cx="990720" cy="1981080"/>
          </a:xfrm>
          <a:prstGeom prst="downArrow">
            <a:avLst>
              <a:gd name="adj1" fmla="val 50000"/>
              <a:gd name="adj2" fmla="val 49991"/>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2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28" name="" descr=""/>
          <p:cNvPicPr/>
          <p:nvPr/>
        </p:nvPicPr>
        <p:blipFill>
          <a:blip r:embed="rId1"/>
          <a:stretch/>
        </p:blipFill>
        <p:spPr>
          <a:xfrm>
            <a:off x="0" y="0"/>
            <a:ext cx="9144000" cy="6858000"/>
          </a:xfrm>
          <a:prstGeom prst="rect">
            <a:avLst/>
          </a:prstGeom>
          <a:ln w="0">
            <a:noFill/>
          </a:ln>
        </p:spPr>
      </p:pic>
      <p:sp>
        <p:nvSpPr>
          <p:cNvPr id="1429" name=""/>
          <p:cNvSpPr/>
          <p:nvPr/>
        </p:nvSpPr>
        <p:spPr>
          <a:xfrm>
            <a:off x="2514600" y="-533520"/>
            <a:ext cx="22860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Fish!!</a:t>
            </a:r>
            <a:endParaRPr b="0" lang="en-US" sz="1200" spc="-1" strike="noStrike">
              <a:solidFill>
                <a:srgbClr val="000000"/>
              </a:solidFill>
              <a:latin typeface="Arial"/>
            </a:endParaRPr>
          </a:p>
        </p:txBody>
      </p:sp>
      <p:pic>
        <p:nvPicPr>
          <p:cNvPr id="1430" name="" descr=""/>
          <p:cNvPicPr/>
          <p:nvPr/>
        </p:nvPicPr>
        <p:blipFill>
          <a:blip r:embed="rId2"/>
          <a:stretch/>
        </p:blipFill>
        <p:spPr>
          <a:xfrm>
            <a:off x="3809880" y="5029200"/>
            <a:ext cx="5334120" cy="1828800"/>
          </a:xfrm>
          <a:prstGeom prst="rect">
            <a:avLst/>
          </a:prstGeom>
          <a:ln w="0">
            <a:noFill/>
          </a:ln>
        </p:spPr>
      </p:pic>
      <p:sp>
        <p:nvSpPr>
          <p:cNvPr id="1431" name=""/>
          <p:cNvSpPr/>
          <p:nvPr/>
        </p:nvSpPr>
        <p:spPr>
          <a:xfrm>
            <a:off x="5943600" y="5562720"/>
            <a:ext cx="236232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wow… Fish…</a:t>
            </a:r>
            <a:endParaRPr b="0" lang="en-US" sz="1200" spc="-1" strike="noStrike">
              <a:solidFill>
                <a:srgbClr val="000000"/>
              </a:solidFill>
              <a:latin typeface="Arial"/>
            </a:endParaRPr>
          </a:p>
        </p:txBody>
      </p:sp>
      <p:sp>
        <p:nvSpPr>
          <p:cNvPr id="1432" name="">
            <a:hlinkClick r:id="rId3" action="ppaction://hlinksldjump"/>
          </p:cNvPr>
          <p:cNvSpPr/>
          <p:nvPr/>
        </p:nvSpPr>
        <p:spPr>
          <a:xfrm>
            <a:off x="-838080" y="-160200"/>
            <a:ext cx="6400800" cy="4503600"/>
          </a:xfrm>
          <a:custGeom>
            <a:avLst/>
            <a:gdLst/>
            <a:ahLst/>
            <a:rect l="l" t="t" r="r" b="b"/>
            <a:pathLst>
              <a:path w="4032" h="2837">
                <a:moveTo>
                  <a:pt x="144" y="19"/>
                </a:moveTo>
                <a:cubicBezTo>
                  <a:pt x="221" y="14"/>
                  <a:pt x="297" y="0"/>
                  <a:pt x="373" y="0"/>
                </a:cubicBezTo>
                <a:lnTo>
                  <a:pt x="3456" y="101"/>
                </a:lnTo>
                <a:lnTo>
                  <a:pt x="3984" y="629"/>
                </a:lnTo>
                <a:lnTo>
                  <a:pt x="4032" y="2453"/>
                </a:lnTo>
                <a:lnTo>
                  <a:pt x="0" y="2837"/>
                </a:lnTo>
                <a:lnTo>
                  <a:pt x="144" y="19"/>
                </a:lnTo>
                <a:close/>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433" name="">
            <a:hlinkClick r:id="rId4" action="ppaction://hlinksldjump"/>
          </p:cNvPr>
          <p:cNvSpPr/>
          <p:nvPr/>
        </p:nvSpPr>
        <p:spPr>
          <a:xfrm rot="2049000">
            <a:off x="1295280" y="4876560"/>
            <a:ext cx="990720" cy="1981080"/>
          </a:xfrm>
          <a:prstGeom prst="downArrow">
            <a:avLst>
              <a:gd name="adj1" fmla="val 50000"/>
              <a:gd name="adj2" fmla="val 49991"/>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934" dur="indefinite" restart="never" nodeType="tmRoot">
          <p:childTnLst>
            <p:seq>
              <p:cTn id="3935" dur="indefinite" nodeType="mainSeq">
                <p:childTnLst>
                  <p:par>
                    <p:cTn id="3936" fill="hold">
                      <p:stCondLst>
                        <p:cond delay="0"/>
                      </p:stCondLst>
                      <p:childTnLst>
                        <p:par>
                          <p:cTn id="3937" fill="hold">
                            <p:stCondLst>
                              <p:cond delay="0"/>
                            </p:stCondLst>
                            <p:childTnLst>
                              <p:par>
                                <p:cTn id="3938" nodeType="afterEffect" fill="hold" presetClass="entr" presetID="9">
                                  <p:stCondLst>
                                    <p:cond delay="0"/>
                                  </p:stCondLst>
                                  <p:childTnLst>
                                    <p:set>
                                      <p:cBhvr>
                                        <p:cTn id="3939" dur="1" fill="hold">
                                          <p:stCondLst>
                                            <p:cond delay="0"/>
                                          </p:stCondLst>
                                        </p:cTn>
                                        <p:tgtEl>
                                          <p:spTgt spid="1430"/>
                                        </p:tgtEl>
                                        <p:attrNameLst>
                                          <p:attrName>style.visibility</p:attrName>
                                        </p:attrNameLst>
                                      </p:cBhvr>
                                      <p:to>
                                        <p:strVal val="visible"/>
                                      </p:to>
                                    </p:set>
                                    <p:animEffect filter="dissolve" transition="in">
                                      <p:cBhvr additive="repl">
                                        <p:cTn id="3940" dur="500"/>
                                        <p:tgtEl>
                                          <p:spTgt spid="1430"/>
                                        </p:tgtEl>
                                      </p:cBhvr>
                                    </p:animEffect>
                                  </p:childTnLst>
                                </p:cTn>
                              </p:par>
                            </p:childTnLst>
                          </p:cTn>
                        </p:par>
                        <p:par>
                          <p:cTn id="3941" fill="hold">
                            <p:stCondLst>
                              <p:cond delay="500"/>
                            </p:stCondLst>
                            <p:childTnLst>
                              <p:par>
                                <p:cTn id="3942" nodeType="afterEffect" fill="hold" presetClass="entr" presetID="27">
                                  <p:stCondLst>
                                    <p:cond delay="0"/>
                                  </p:stCondLst>
                                  <p:iterate type="lt">
                                    <p:tmAbs val="40"/>
                                  </p:iterate>
                                  <p:childTnLst>
                                    <p:set>
                                      <p:cBhvr>
                                        <p:cTn id="3943" dur="1" fill="hold">
                                          <p:stCondLst>
                                            <p:cond delay="0"/>
                                          </p:stCondLst>
                                        </p:cTn>
                                        <p:tgtEl>
                                          <p:spTgt spid="1431"/>
                                        </p:tgtEl>
                                        <p:attrNameLst>
                                          <p:attrName>style.visibility</p:attrName>
                                        </p:attrNameLst>
                                      </p:cBhvr>
                                      <p:to>
                                        <p:strVal val="visible"/>
                                      </p:to>
                                    </p:set>
                                    <p:anim calcmode="discrete" valueType="clr">
                                      <p:cBhvr additive="repl">
                                        <p:cTn id="3944" dur="80"/>
                                        <p:tgtEl>
                                          <p:spTgt spid="1431"/>
                                        </p:tgtEl>
                                        <p:attrNameLst>
                                          <p:attrName>style.color</p:attrName>
                                        </p:attrNameLst>
                                      </p:cBhvr>
                                      <p:tavLst>
                                        <p:tav tm="0">
                                          <p:val>
                                            <p:strVal val="rgb(-103,51,51)"/>
                                          </p:val>
                                        </p:tav>
                                        <p:tav tm="50000">
                                          <p:val>
                                            <p:strVal val="rgb(-103,-103,0)"/>
                                          </p:val>
                                        </p:tav>
                                      </p:tavLst>
                                    </p:anim>
                                    <p:anim calcmode="discrete" valueType="clr">
                                      <p:cBhvr additive="repl">
                                        <p:cTn id="3945" dur="80"/>
                                        <p:tgtEl>
                                          <p:spTgt spid="1431"/>
                                        </p:tgtEl>
                                        <p:attrNameLst>
                                          <p:attrName>fillcolor</p:attrName>
                                        </p:attrNameLst>
                                      </p:cBhvr>
                                      <p:tavLst>
                                        <p:tav tm="0">
                                          <p:val>
                                            <p:strVal val="rgb(-103,51,51)"/>
                                          </p:val>
                                        </p:tav>
                                        <p:tav tm="50000">
                                          <p:val>
                                            <p:strVal val="rgb(-103,-103,0)"/>
                                          </p:val>
                                        </p:tav>
                                      </p:tavLst>
                                    </p:anim>
                                    <p:set>
                                      <p:cBhvr>
                                        <p:cTn id="3946" dur="80"/>
                                        <p:tgtEl>
                                          <p:spTgt spid="1431"/>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34" name=""/>
          <p:cNvSpPr/>
          <p:nvPr/>
        </p:nvSpPr>
        <p:spPr>
          <a:xfrm>
            <a:off x="1600200" y="-609480"/>
            <a:ext cx="3809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Like, actually inside</a:t>
            </a:r>
            <a:endParaRPr b="0" lang="en-US" sz="1200" spc="-1" strike="noStrike">
              <a:solidFill>
                <a:srgbClr val="000000"/>
              </a:solidFill>
              <a:latin typeface="Arial"/>
            </a:endParaRPr>
          </a:p>
        </p:txBody>
      </p:sp>
      <p:pic>
        <p:nvPicPr>
          <p:cNvPr id="1435" name="" descr=""/>
          <p:cNvPicPr/>
          <p:nvPr/>
        </p:nvPicPr>
        <p:blipFill>
          <a:blip r:embed="rId1"/>
          <a:stretch/>
        </p:blipFill>
        <p:spPr>
          <a:xfrm>
            <a:off x="0" y="0"/>
            <a:ext cx="9144000" cy="6858000"/>
          </a:xfrm>
          <a:prstGeom prst="rect">
            <a:avLst/>
          </a:prstGeom>
          <a:ln w="0">
            <a:noFill/>
          </a:ln>
        </p:spPr>
      </p:pic>
      <p:sp>
        <p:nvSpPr>
          <p:cNvPr id="1436" name="">
            <a:hlinkClick r:id="rId2" action="ppaction://hlinksldjump"/>
          </p:cNvPr>
          <p:cNvSpPr/>
          <p:nvPr/>
        </p:nvSpPr>
        <p:spPr>
          <a:xfrm>
            <a:off x="3809880" y="914400"/>
            <a:ext cx="1600200" cy="18288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437" name="">
            <a:hlinkClick r:id="rId3" action="ppaction://hlinksldjump"/>
          </p:cNvPr>
          <p:cNvSpPr/>
          <p:nvPr/>
        </p:nvSpPr>
        <p:spPr>
          <a:xfrm rot="18463800">
            <a:off x="7658280" y="5067000"/>
            <a:ext cx="990360" cy="1981080"/>
          </a:xfrm>
          <a:prstGeom prst="downArrow">
            <a:avLst>
              <a:gd name="adj1" fmla="val 50000"/>
              <a:gd name="adj2" fmla="val 50009"/>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438" name="">
            <a:hlinkClick r:id="rId4" action="ppaction://hlinksldjump"/>
          </p:cNvPr>
          <p:cNvSpPr/>
          <p:nvPr/>
        </p:nvSpPr>
        <p:spPr>
          <a:xfrm>
            <a:off x="6553080" y="2286000"/>
            <a:ext cx="2819520" cy="9907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439" name="">
            <a:hlinkClick r:id="rId5" action="ppaction://hlinksldjump"/>
          </p:cNvPr>
          <p:cNvSpPr/>
          <p:nvPr/>
        </p:nvSpPr>
        <p:spPr>
          <a:xfrm>
            <a:off x="0" y="1752480"/>
            <a:ext cx="609480" cy="11430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2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40" name="" descr=""/>
          <p:cNvPicPr/>
          <p:nvPr/>
        </p:nvPicPr>
        <p:blipFill>
          <a:blip r:embed="rId1"/>
          <a:stretch/>
        </p:blipFill>
        <p:spPr>
          <a:xfrm>
            <a:off x="0" y="0"/>
            <a:ext cx="9144000" cy="6858000"/>
          </a:xfrm>
          <a:prstGeom prst="rect">
            <a:avLst/>
          </a:prstGeom>
          <a:ln w="0">
            <a:noFill/>
          </a:ln>
        </p:spPr>
      </p:pic>
      <p:sp>
        <p:nvSpPr>
          <p:cNvPr id="1441" name=""/>
          <p:cNvSpPr/>
          <p:nvPr/>
        </p:nvSpPr>
        <p:spPr>
          <a:xfrm>
            <a:off x="1600200" y="-609480"/>
            <a:ext cx="3809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Try the elevator.</a:t>
            </a:r>
            <a:endParaRPr b="0" lang="en-US" sz="1200" spc="-1" strike="noStrike">
              <a:solidFill>
                <a:srgbClr val="000000"/>
              </a:solidFill>
              <a:latin typeface="Arial"/>
            </a:endParaRPr>
          </a:p>
        </p:txBody>
      </p:sp>
      <p:sp>
        <p:nvSpPr>
          <p:cNvPr id="1442" name=""/>
          <p:cNvSpPr/>
          <p:nvPr/>
        </p:nvSpPr>
        <p:spPr>
          <a:xfrm>
            <a:off x="609480" y="-152280"/>
            <a:ext cx="2895840" cy="1752480"/>
          </a:xfrm>
          <a:prstGeom prst="wedgeRoundRectCallout">
            <a:avLst>
              <a:gd name="adj1" fmla="val -45231"/>
              <a:gd name="adj2" fmla="val 64763"/>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443" name="" descr=""/>
          <p:cNvPicPr/>
          <p:nvPr/>
        </p:nvPicPr>
        <p:blipFill>
          <a:blip r:embed="rId2"/>
          <a:stretch/>
        </p:blipFill>
        <p:spPr>
          <a:xfrm>
            <a:off x="838080" y="0"/>
            <a:ext cx="2362320" cy="1531800"/>
          </a:xfrm>
          <a:prstGeom prst="rect">
            <a:avLst/>
          </a:prstGeom>
          <a:ln w="0">
            <a:noFill/>
          </a:ln>
        </p:spPr>
      </p:pic>
      <p:sp>
        <p:nvSpPr>
          <p:cNvPr id="1444" name=""/>
          <p:cNvSpPr/>
          <p:nvPr/>
        </p:nvSpPr>
        <p:spPr>
          <a:xfrm>
            <a:off x="990720" y="457200"/>
            <a:ext cx="1904760" cy="9208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 Do you have an appointment…?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need to sign in here…</a:t>
            </a:r>
            <a:endParaRPr b="0" lang="en-US" sz="1200" spc="-1" strike="noStrike">
              <a:solidFill>
                <a:srgbClr val="000000"/>
              </a:solidFill>
              <a:latin typeface="Arial"/>
            </a:endParaRPr>
          </a:p>
        </p:txBody>
      </p:sp>
      <p:sp>
        <p:nvSpPr>
          <p:cNvPr id="1445" name="">
            <a:hlinkClick r:id="rId3" action="ppaction://hlinksldjump"/>
          </p:cNvPr>
          <p:cNvSpPr/>
          <p:nvPr/>
        </p:nvSpPr>
        <p:spPr>
          <a:xfrm rot="18463800">
            <a:off x="7658280" y="5067000"/>
            <a:ext cx="990360" cy="1981080"/>
          </a:xfrm>
          <a:prstGeom prst="downArrow">
            <a:avLst>
              <a:gd name="adj1" fmla="val 50000"/>
              <a:gd name="adj2" fmla="val 50009"/>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446" name="">
            <a:hlinkClick r:id="rId4" action="ppaction://hlinksldjump"/>
          </p:cNvPr>
          <p:cNvSpPr/>
          <p:nvPr/>
        </p:nvSpPr>
        <p:spPr>
          <a:xfrm>
            <a:off x="6400800" y="2209680"/>
            <a:ext cx="3657600" cy="129564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447" name="">
            <a:hlinkClick r:id="rId5" action="ppaction://hlinksldjump"/>
          </p:cNvPr>
          <p:cNvSpPr/>
          <p:nvPr/>
        </p:nvSpPr>
        <p:spPr>
          <a:xfrm>
            <a:off x="0" y="1752480"/>
            <a:ext cx="609480" cy="11430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947" dur="indefinite" restart="never" nodeType="tmRoot">
          <p:childTnLst>
            <p:seq>
              <p:cTn id="3948" dur="indefinite" nodeType="mainSeq">
                <p:childTnLst>
                  <p:par>
                    <p:cTn id="3949" fill="hold">
                      <p:stCondLst>
                        <p:cond delay="0"/>
                      </p:stCondLst>
                      <p:childTnLst>
                        <p:par>
                          <p:cTn id="3950" fill="hold">
                            <p:stCondLst>
                              <p:cond delay="0"/>
                            </p:stCondLst>
                            <p:childTnLst>
                              <p:par>
                                <p:cTn id="3951" nodeType="afterEffect" fill="hold" presetClass="entr" presetID="27">
                                  <p:stCondLst>
                                    <p:cond delay="0"/>
                                  </p:stCondLst>
                                  <p:iterate type="lt">
                                    <p:tmAbs val="40"/>
                                  </p:iterate>
                                  <p:childTnLst>
                                    <p:set>
                                      <p:cBhvr>
                                        <p:cTn id="3952" dur="1" fill="hold">
                                          <p:stCondLst>
                                            <p:cond delay="0"/>
                                          </p:stCondLst>
                                        </p:cTn>
                                        <p:tgtEl>
                                          <p:spTgt spid="1444"/>
                                        </p:tgtEl>
                                        <p:attrNameLst>
                                          <p:attrName>style.visibility</p:attrName>
                                        </p:attrNameLst>
                                      </p:cBhvr>
                                      <p:to>
                                        <p:strVal val="visible"/>
                                      </p:to>
                                    </p:set>
                                    <p:anim calcmode="discrete" valueType="clr">
                                      <p:cBhvr additive="repl">
                                        <p:cTn id="3953" dur="80"/>
                                        <p:tgtEl>
                                          <p:spTgt spid="1444"/>
                                        </p:tgtEl>
                                        <p:attrNameLst>
                                          <p:attrName>style.color</p:attrName>
                                        </p:attrNameLst>
                                      </p:cBhvr>
                                      <p:tavLst>
                                        <p:tav tm="0">
                                          <p:val>
                                            <p:strVal val="rgb(-103,51,51)"/>
                                          </p:val>
                                        </p:tav>
                                        <p:tav tm="50000">
                                          <p:val>
                                            <p:strVal val="rgb(-103,-103,0)"/>
                                          </p:val>
                                        </p:tav>
                                      </p:tavLst>
                                    </p:anim>
                                    <p:anim calcmode="discrete" valueType="clr">
                                      <p:cBhvr additive="repl">
                                        <p:cTn id="3954" dur="80"/>
                                        <p:tgtEl>
                                          <p:spTgt spid="1444"/>
                                        </p:tgtEl>
                                        <p:attrNameLst>
                                          <p:attrName>fillcolor</p:attrName>
                                        </p:attrNameLst>
                                      </p:cBhvr>
                                      <p:tavLst>
                                        <p:tav tm="0">
                                          <p:val>
                                            <p:strVal val="rgb(-103,51,51)"/>
                                          </p:val>
                                        </p:tav>
                                        <p:tav tm="50000">
                                          <p:val>
                                            <p:strVal val="rgb(-103,-103,0)"/>
                                          </p:val>
                                        </p:tav>
                                      </p:tavLst>
                                    </p:anim>
                                    <p:set>
                                      <p:cBhvr>
                                        <p:cTn id="3955" dur="80"/>
                                        <p:tgtEl>
                                          <p:spTgt spid="1444"/>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8" name=""/>
          <p:cNvSpPr/>
          <p:nvPr/>
        </p:nvSpPr>
        <p:spPr>
          <a:xfrm>
            <a:off x="2819520" y="-609480"/>
            <a:ext cx="3809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Free Food!!!</a:t>
            </a:r>
            <a:endParaRPr b="0" lang="en-US" sz="1200" spc="-1" strike="noStrike">
              <a:solidFill>
                <a:srgbClr val="000000"/>
              </a:solidFill>
              <a:latin typeface="Arial"/>
            </a:endParaRPr>
          </a:p>
        </p:txBody>
      </p:sp>
      <p:pic>
        <p:nvPicPr>
          <p:cNvPr id="1449" name="" descr=""/>
          <p:cNvPicPr/>
          <p:nvPr/>
        </p:nvPicPr>
        <p:blipFill>
          <a:blip r:embed="rId1"/>
          <a:stretch/>
        </p:blipFill>
        <p:spPr>
          <a:xfrm>
            <a:off x="0" y="0"/>
            <a:ext cx="9144000" cy="6858000"/>
          </a:xfrm>
          <a:prstGeom prst="rect">
            <a:avLst/>
          </a:prstGeom>
          <a:ln w="0">
            <a:noFill/>
          </a:ln>
        </p:spPr>
      </p:pic>
      <p:pic>
        <p:nvPicPr>
          <p:cNvPr id="1450" name="" descr=""/>
          <p:cNvPicPr/>
          <p:nvPr/>
        </p:nvPicPr>
        <p:blipFill>
          <a:blip r:embed="rId2"/>
          <a:stretch/>
        </p:blipFill>
        <p:spPr>
          <a:xfrm>
            <a:off x="3809880" y="0"/>
            <a:ext cx="5334120" cy="1828800"/>
          </a:xfrm>
          <a:prstGeom prst="rect">
            <a:avLst/>
          </a:prstGeom>
          <a:ln w="0">
            <a:noFill/>
          </a:ln>
        </p:spPr>
      </p:pic>
      <p:sp>
        <p:nvSpPr>
          <p:cNvPr id="1451" name=""/>
          <p:cNvSpPr/>
          <p:nvPr/>
        </p:nvSpPr>
        <p:spPr>
          <a:xfrm>
            <a:off x="5867280" y="53352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Free food… I am pretty hungry…</a:t>
            </a:r>
            <a:endParaRPr b="0" lang="en-US" sz="1200" spc="-1" strike="noStrike">
              <a:solidFill>
                <a:srgbClr val="000000"/>
              </a:solidFill>
              <a:latin typeface="Arial"/>
            </a:endParaRPr>
          </a:p>
        </p:txBody>
      </p:sp>
      <p:sp>
        <p:nvSpPr>
          <p:cNvPr id="1452" name="">
            <a:hlinkClick r:id="rId3" action="ppaction://hlinksldjump"/>
          </p:cNvPr>
          <p:cNvSpPr/>
          <p:nvPr/>
        </p:nvSpPr>
        <p:spPr>
          <a:xfrm>
            <a:off x="0" y="0"/>
            <a:ext cx="1219320" cy="609480"/>
          </a:xfrm>
          <a:prstGeom prst="leftArrow">
            <a:avLst>
              <a:gd name="adj1" fmla="val 50000"/>
              <a:gd name="adj2" fmla="val 50015"/>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956" dur="indefinite" restart="never" nodeType="tmRoot">
          <p:childTnLst>
            <p:seq>
              <p:cTn id="3957" dur="indefinite" nodeType="mainSeq">
                <p:childTnLst>
                  <p:par>
                    <p:cTn id="3958" fill="hold">
                      <p:stCondLst>
                        <p:cond delay="0"/>
                      </p:stCondLst>
                      <p:childTnLst>
                        <p:par>
                          <p:cTn id="3959" fill="hold">
                            <p:stCondLst>
                              <p:cond delay="0"/>
                            </p:stCondLst>
                            <p:childTnLst>
                              <p:par>
                                <p:cTn id="3960" nodeType="afterEffect" fill="hold" presetClass="entr" presetID="9">
                                  <p:stCondLst>
                                    <p:cond delay="0"/>
                                  </p:stCondLst>
                                  <p:childTnLst>
                                    <p:set>
                                      <p:cBhvr>
                                        <p:cTn id="3961" dur="1" fill="hold">
                                          <p:stCondLst>
                                            <p:cond delay="0"/>
                                          </p:stCondLst>
                                        </p:cTn>
                                        <p:tgtEl>
                                          <p:spTgt spid="1450"/>
                                        </p:tgtEl>
                                        <p:attrNameLst>
                                          <p:attrName>style.visibility</p:attrName>
                                        </p:attrNameLst>
                                      </p:cBhvr>
                                      <p:to>
                                        <p:strVal val="visible"/>
                                      </p:to>
                                    </p:set>
                                    <p:animEffect filter="dissolve" transition="in">
                                      <p:cBhvr additive="repl">
                                        <p:cTn id="3962" dur="500"/>
                                        <p:tgtEl>
                                          <p:spTgt spid="1450"/>
                                        </p:tgtEl>
                                      </p:cBhvr>
                                    </p:animEffect>
                                  </p:childTnLst>
                                </p:cTn>
                              </p:par>
                            </p:childTnLst>
                          </p:cTn>
                        </p:par>
                        <p:par>
                          <p:cTn id="3963" fill="hold">
                            <p:stCondLst>
                              <p:cond delay="500"/>
                            </p:stCondLst>
                            <p:childTnLst>
                              <p:par>
                                <p:cTn id="3964" nodeType="afterEffect" fill="hold" presetClass="entr" presetID="27">
                                  <p:stCondLst>
                                    <p:cond delay="0"/>
                                  </p:stCondLst>
                                  <p:iterate type="lt">
                                    <p:tmAbs val="40"/>
                                  </p:iterate>
                                  <p:childTnLst>
                                    <p:set>
                                      <p:cBhvr>
                                        <p:cTn id="3965" dur="1" fill="hold">
                                          <p:stCondLst>
                                            <p:cond delay="0"/>
                                          </p:stCondLst>
                                        </p:cTn>
                                        <p:tgtEl>
                                          <p:spTgt spid="1451"/>
                                        </p:tgtEl>
                                        <p:attrNameLst>
                                          <p:attrName>style.visibility</p:attrName>
                                        </p:attrNameLst>
                                      </p:cBhvr>
                                      <p:to>
                                        <p:strVal val="visible"/>
                                      </p:to>
                                    </p:set>
                                    <p:anim calcmode="discrete" valueType="clr">
                                      <p:cBhvr additive="repl">
                                        <p:cTn id="3966" dur="80"/>
                                        <p:tgtEl>
                                          <p:spTgt spid="1451"/>
                                        </p:tgtEl>
                                        <p:attrNameLst>
                                          <p:attrName>style.color</p:attrName>
                                        </p:attrNameLst>
                                      </p:cBhvr>
                                      <p:tavLst>
                                        <p:tav tm="0">
                                          <p:val>
                                            <p:strVal val="rgb(-103,51,51)"/>
                                          </p:val>
                                        </p:tav>
                                        <p:tav tm="50000">
                                          <p:val>
                                            <p:strVal val="rgb(-103,-103,0)"/>
                                          </p:val>
                                        </p:tav>
                                      </p:tavLst>
                                    </p:anim>
                                    <p:anim calcmode="discrete" valueType="clr">
                                      <p:cBhvr additive="repl">
                                        <p:cTn id="3967" dur="80"/>
                                        <p:tgtEl>
                                          <p:spTgt spid="1451"/>
                                        </p:tgtEl>
                                        <p:attrNameLst>
                                          <p:attrName>fillcolor</p:attrName>
                                        </p:attrNameLst>
                                      </p:cBhvr>
                                      <p:tavLst>
                                        <p:tav tm="0">
                                          <p:val>
                                            <p:strVal val="rgb(-103,51,51)"/>
                                          </p:val>
                                        </p:tav>
                                        <p:tav tm="50000">
                                          <p:val>
                                            <p:strVal val="rgb(-103,-103,0)"/>
                                          </p:val>
                                        </p:tav>
                                      </p:tavLst>
                                    </p:anim>
                                    <p:set>
                                      <p:cBhvr>
                                        <p:cTn id="3968" dur="80"/>
                                        <p:tgtEl>
                                          <p:spTgt spid="1451"/>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53" name="" descr=""/>
          <p:cNvPicPr/>
          <p:nvPr/>
        </p:nvPicPr>
        <p:blipFill>
          <a:blip r:embed="rId1"/>
          <a:stretch/>
        </p:blipFill>
        <p:spPr>
          <a:xfrm>
            <a:off x="0" y="0"/>
            <a:ext cx="9144000" cy="6858000"/>
          </a:xfrm>
          <a:prstGeom prst="rect">
            <a:avLst/>
          </a:prstGeom>
          <a:ln w="0">
            <a:noFill/>
          </a:ln>
        </p:spPr>
      </p:pic>
      <p:pic>
        <p:nvPicPr>
          <p:cNvPr id="1454" name="" descr=""/>
          <p:cNvPicPr/>
          <p:nvPr/>
        </p:nvPicPr>
        <p:blipFill>
          <a:blip r:embed="rId2"/>
          <a:stretch/>
        </p:blipFill>
        <p:spPr>
          <a:xfrm>
            <a:off x="3809880" y="5029200"/>
            <a:ext cx="5334120" cy="1828800"/>
          </a:xfrm>
          <a:prstGeom prst="rect">
            <a:avLst/>
          </a:prstGeom>
          <a:ln w="0">
            <a:noFill/>
          </a:ln>
        </p:spPr>
      </p:pic>
      <p:pic>
        <p:nvPicPr>
          <p:cNvPr id="1455" name="" descr=""/>
          <p:cNvPicPr/>
          <p:nvPr/>
        </p:nvPicPr>
        <p:blipFill>
          <a:blip r:embed="rId3"/>
          <a:stretch/>
        </p:blipFill>
        <p:spPr>
          <a:xfrm>
            <a:off x="0" y="457200"/>
            <a:ext cx="2895480" cy="1878120"/>
          </a:xfrm>
          <a:prstGeom prst="rect">
            <a:avLst/>
          </a:prstGeom>
          <a:ln w="0">
            <a:noFill/>
          </a:ln>
        </p:spPr>
      </p:pic>
      <p:sp>
        <p:nvSpPr>
          <p:cNvPr id="1456" name=""/>
          <p:cNvSpPr/>
          <p:nvPr/>
        </p:nvSpPr>
        <p:spPr>
          <a:xfrm>
            <a:off x="152280" y="1066680"/>
            <a:ext cx="259092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 Welcome. Um… Do you have any Business here…?</a:t>
            </a:r>
            <a:endParaRPr b="0" lang="en-US" sz="1200" spc="-1" strike="noStrike">
              <a:solidFill>
                <a:srgbClr val="000000"/>
              </a:solidFill>
              <a:latin typeface="Arial"/>
            </a:endParaRPr>
          </a:p>
        </p:txBody>
      </p:sp>
      <p:sp>
        <p:nvSpPr>
          <p:cNvPr id="1457" name=""/>
          <p:cNvSpPr/>
          <p:nvPr/>
        </p:nvSpPr>
        <p:spPr>
          <a:xfrm>
            <a:off x="152280" y="1066680"/>
            <a:ext cx="2590920" cy="555120"/>
          </a:xfrm>
          <a:prstGeom prst="rect">
            <a:avLst/>
          </a:prstGeom>
          <a:solidFill>
            <a:srgbClr val="c0c0c0"/>
          </a:solidFill>
          <a:ln w="9360">
            <a:solidFill>
              <a:srgbClr val="c0c0c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Then please leave. Sorry.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458" name=""/>
          <p:cNvSpPr/>
          <p:nvPr/>
        </p:nvSpPr>
        <p:spPr>
          <a:xfrm>
            <a:off x="6019920" y="5562720"/>
            <a:ext cx="25905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Umm… not really.</a:t>
            </a:r>
            <a:endParaRPr b="0" lang="en-US" sz="1200" spc="-1" strike="noStrike">
              <a:solidFill>
                <a:srgbClr val="000000"/>
              </a:solidFill>
              <a:latin typeface="Arial"/>
            </a:endParaRPr>
          </a:p>
        </p:txBody>
      </p:sp>
      <p:sp>
        <p:nvSpPr>
          <p:cNvPr id="1459" name=""/>
          <p:cNvSpPr/>
          <p:nvPr/>
        </p:nvSpPr>
        <p:spPr>
          <a:xfrm>
            <a:off x="-2057400" y="3200400"/>
            <a:ext cx="1371600" cy="13716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3969" dur="indefinite" restart="never" nodeType="tmRoot">
          <p:childTnLst>
            <p:seq>
              <p:cTn id="3970" dur="indefinite" nodeType="mainSeq">
                <p:childTnLst>
                  <p:par>
                    <p:cTn id="3971" fill="hold">
                      <p:stCondLst>
                        <p:cond delay="0"/>
                      </p:stCondLst>
                      <p:childTnLst>
                        <p:par>
                          <p:cTn id="3972" fill="hold">
                            <p:stCondLst>
                              <p:cond delay="0"/>
                            </p:stCondLst>
                            <p:childTnLst>
                              <p:par>
                                <p:cTn id="3973" nodeType="afterEffect" fill="hold" presetClass="entr" presetID="9">
                                  <p:stCondLst>
                                    <p:cond delay="0"/>
                                  </p:stCondLst>
                                  <p:childTnLst>
                                    <p:set>
                                      <p:cBhvr>
                                        <p:cTn id="3974" dur="1" fill="hold">
                                          <p:stCondLst>
                                            <p:cond delay="0"/>
                                          </p:stCondLst>
                                        </p:cTn>
                                        <p:tgtEl>
                                          <p:spTgt spid="1455"/>
                                        </p:tgtEl>
                                        <p:attrNameLst>
                                          <p:attrName>style.visibility</p:attrName>
                                        </p:attrNameLst>
                                      </p:cBhvr>
                                      <p:to>
                                        <p:strVal val="visible"/>
                                      </p:to>
                                    </p:set>
                                    <p:animEffect filter="dissolve" transition="in">
                                      <p:cBhvr additive="repl">
                                        <p:cTn id="3975" dur="500"/>
                                        <p:tgtEl>
                                          <p:spTgt spid="1455"/>
                                        </p:tgtEl>
                                      </p:cBhvr>
                                    </p:animEffect>
                                  </p:childTnLst>
                                </p:cTn>
                              </p:par>
                            </p:childTnLst>
                          </p:cTn>
                        </p:par>
                        <p:par>
                          <p:cTn id="3976" fill="hold">
                            <p:stCondLst>
                              <p:cond delay="500"/>
                            </p:stCondLst>
                            <p:childTnLst>
                              <p:par>
                                <p:cTn id="3977" nodeType="afterEffect" fill="hold" presetClass="entr" presetID="27">
                                  <p:stCondLst>
                                    <p:cond delay="0"/>
                                  </p:stCondLst>
                                  <p:iterate type="lt">
                                    <p:tmAbs val="40"/>
                                  </p:iterate>
                                  <p:childTnLst>
                                    <p:set>
                                      <p:cBhvr>
                                        <p:cTn id="3978" dur="1" fill="hold">
                                          <p:stCondLst>
                                            <p:cond delay="0"/>
                                          </p:stCondLst>
                                        </p:cTn>
                                        <p:tgtEl>
                                          <p:spTgt spid="1456"/>
                                        </p:tgtEl>
                                        <p:attrNameLst>
                                          <p:attrName>style.visibility</p:attrName>
                                        </p:attrNameLst>
                                      </p:cBhvr>
                                      <p:to>
                                        <p:strVal val="visible"/>
                                      </p:to>
                                    </p:set>
                                    <p:anim calcmode="discrete" valueType="clr">
                                      <p:cBhvr additive="repl">
                                        <p:cTn id="3979" dur="80"/>
                                        <p:tgtEl>
                                          <p:spTgt spid="1456"/>
                                        </p:tgtEl>
                                        <p:attrNameLst>
                                          <p:attrName>style.color</p:attrName>
                                        </p:attrNameLst>
                                      </p:cBhvr>
                                      <p:tavLst>
                                        <p:tav tm="0">
                                          <p:val>
                                            <p:strVal val="rgb(-103,51,51)"/>
                                          </p:val>
                                        </p:tav>
                                        <p:tav tm="50000">
                                          <p:val>
                                            <p:strVal val="rgb(-103,-103,0)"/>
                                          </p:val>
                                        </p:tav>
                                      </p:tavLst>
                                    </p:anim>
                                    <p:anim calcmode="discrete" valueType="clr">
                                      <p:cBhvr additive="repl">
                                        <p:cTn id="3980" dur="80"/>
                                        <p:tgtEl>
                                          <p:spTgt spid="1456"/>
                                        </p:tgtEl>
                                        <p:attrNameLst>
                                          <p:attrName>fillcolor</p:attrName>
                                        </p:attrNameLst>
                                      </p:cBhvr>
                                      <p:tavLst>
                                        <p:tav tm="0">
                                          <p:val>
                                            <p:strVal val="rgb(-103,51,51)"/>
                                          </p:val>
                                        </p:tav>
                                        <p:tav tm="50000">
                                          <p:val>
                                            <p:strVal val="rgb(-103,-103,0)"/>
                                          </p:val>
                                        </p:tav>
                                      </p:tavLst>
                                    </p:anim>
                                    <p:set>
                                      <p:cBhvr>
                                        <p:cTn id="3981" dur="80"/>
                                        <p:tgtEl>
                                          <p:spTgt spid="1456"/>
                                        </p:tgtEl>
                                        <p:attrNameLst>
                                          <p:attrName>fill.type</p:attrName>
                                        </p:attrNameLst>
                                      </p:cBhvr>
                                      <p:to>
                                        <p:strVal val="solid"/>
                                      </p:to>
                                    </p:set>
                                  </p:childTnLst>
                                </p:cTn>
                              </p:par>
                            </p:childTnLst>
                          </p:cTn>
                        </p:par>
                        <p:par>
                          <p:cTn id="3982" fill="hold">
                            <p:stCondLst>
                              <p:cond delay="2180"/>
                            </p:stCondLst>
                            <p:childTnLst>
                              <p:par>
                                <p:cTn id="3983" nodeType="afterEffect" fill="hold" presetClass="entr" presetID="9">
                                  <p:stCondLst>
                                    <p:cond delay="1500"/>
                                  </p:stCondLst>
                                  <p:childTnLst>
                                    <p:set>
                                      <p:cBhvr>
                                        <p:cTn id="3984" dur="1" fill="hold">
                                          <p:stCondLst>
                                            <p:cond delay="0"/>
                                          </p:stCondLst>
                                        </p:cTn>
                                        <p:tgtEl>
                                          <p:spTgt spid="1454"/>
                                        </p:tgtEl>
                                        <p:attrNameLst>
                                          <p:attrName>style.visibility</p:attrName>
                                        </p:attrNameLst>
                                      </p:cBhvr>
                                      <p:to>
                                        <p:strVal val="visible"/>
                                      </p:to>
                                    </p:set>
                                    <p:animEffect filter="dissolve" transition="in">
                                      <p:cBhvr additive="repl">
                                        <p:cTn id="3985" dur="500"/>
                                        <p:tgtEl>
                                          <p:spTgt spid="1454"/>
                                        </p:tgtEl>
                                      </p:cBhvr>
                                    </p:animEffect>
                                  </p:childTnLst>
                                </p:cTn>
                              </p:par>
                            </p:childTnLst>
                          </p:cTn>
                        </p:par>
                        <p:par>
                          <p:cTn id="3986" fill="hold">
                            <p:stCondLst>
                              <p:cond delay="4180"/>
                            </p:stCondLst>
                            <p:childTnLst>
                              <p:par>
                                <p:cTn id="3987" nodeType="afterEffect" fill="hold" presetClass="entr" presetID="27">
                                  <p:stCondLst>
                                    <p:cond delay="0"/>
                                  </p:stCondLst>
                                  <p:iterate type="lt">
                                    <p:tmAbs val="40"/>
                                  </p:iterate>
                                  <p:childTnLst>
                                    <p:set>
                                      <p:cBhvr>
                                        <p:cTn id="3988" dur="1" fill="hold">
                                          <p:stCondLst>
                                            <p:cond delay="0"/>
                                          </p:stCondLst>
                                        </p:cTn>
                                        <p:tgtEl>
                                          <p:spTgt spid="1458"/>
                                        </p:tgtEl>
                                        <p:attrNameLst>
                                          <p:attrName>style.visibility</p:attrName>
                                        </p:attrNameLst>
                                      </p:cBhvr>
                                      <p:to>
                                        <p:strVal val="visible"/>
                                      </p:to>
                                    </p:set>
                                    <p:anim calcmode="discrete" valueType="clr">
                                      <p:cBhvr additive="repl">
                                        <p:cTn id="3989" dur="80"/>
                                        <p:tgtEl>
                                          <p:spTgt spid="1458"/>
                                        </p:tgtEl>
                                        <p:attrNameLst>
                                          <p:attrName>style.color</p:attrName>
                                        </p:attrNameLst>
                                      </p:cBhvr>
                                      <p:tavLst>
                                        <p:tav tm="0">
                                          <p:val>
                                            <p:strVal val="rgb(-103,51,51)"/>
                                          </p:val>
                                        </p:tav>
                                        <p:tav tm="50000">
                                          <p:val>
                                            <p:strVal val="rgb(-103,-103,0)"/>
                                          </p:val>
                                        </p:tav>
                                      </p:tavLst>
                                    </p:anim>
                                    <p:anim calcmode="discrete" valueType="clr">
                                      <p:cBhvr additive="repl">
                                        <p:cTn id="3990" dur="80"/>
                                        <p:tgtEl>
                                          <p:spTgt spid="1458"/>
                                        </p:tgtEl>
                                        <p:attrNameLst>
                                          <p:attrName>fillcolor</p:attrName>
                                        </p:attrNameLst>
                                      </p:cBhvr>
                                      <p:tavLst>
                                        <p:tav tm="0">
                                          <p:val>
                                            <p:strVal val="rgb(-103,51,51)"/>
                                          </p:val>
                                        </p:tav>
                                        <p:tav tm="50000">
                                          <p:val>
                                            <p:strVal val="rgb(-103,-103,0)"/>
                                          </p:val>
                                        </p:tav>
                                      </p:tavLst>
                                    </p:anim>
                                    <p:set>
                                      <p:cBhvr>
                                        <p:cTn id="3991" dur="80"/>
                                        <p:tgtEl>
                                          <p:spTgt spid="1458"/>
                                        </p:tgtEl>
                                        <p:attrNameLst>
                                          <p:attrName>fill.type</p:attrName>
                                        </p:attrNameLst>
                                      </p:cBhvr>
                                      <p:to>
                                        <p:strVal val="solid"/>
                                      </p:to>
                                    </p:set>
                                  </p:childTnLst>
                                </p:cTn>
                              </p:par>
                            </p:childTnLst>
                          </p:cTn>
                        </p:par>
                        <p:par>
                          <p:cTn id="3992" fill="hold">
                            <p:stCondLst>
                              <p:cond delay="4940"/>
                            </p:stCondLst>
                            <p:childTnLst>
                              <p:par>
                                <p:cTn id="3993" nodeType="afterEffect" fill="hold" presetClass="entr" presetID="27">
                                  <p:stCondLst>
                                    <p:cond delay="1500"/>
                                  </p:stCondLst>
                                  <p:iterate type="lt">
                                    <p:tmAbs val="40"/>
                                  </p:iterate>
                                  <p:childTnLst>
                                    <p:set>
                                      <p:cBhvr>
                                        <p:cTn id="3994" dur="1" fill="hold">
                                          <p:stCondLst>
                                            <p:cond delay="0"/>
                                          </p:stCondLst>
                                        </p:cTn>
                                        <p:tgtEl>
                                          <p:spTgt spid="1457"/>
                                        </p:tgtEl>
                                        <p:attrNameLst>
                                          <p:attrName>style.visibility</p:attrName>
                                        </p:attrNameLst>
                                      </p:cBhvr>
                                      <p:to>
                                        <p:strVal val="visible"/>
                                      </p:to>
                                    </p:set>
                                    <p:anim calcmode="discrete" valueType="clr">
                                      <p:cBhvr additive="repl">
                                        <p:cTn id="3995" dur="80"/>
                                        <p:tgtEl>
                                          <p:spTgt spid="1457"/>
                                        </p:tgtEl>
                                        <p:attrNameLst>
                                          <p:attrName>style.color</p:attrName>
                                        </p:attrNameLst>
                                      </p:cBhvr>
                                      <p:tavLst>
                                        <p:tav tm="0">
                                          <p:val>
                                            <p:strVal val="rgb(-103,51,51)"/>
                                          </p:val>
                                        </p:tav>
                                        <p:tav tm="50000">
                                          <p:val>
                                            <p:strVal val="rgb(-103,-103,0)"/>
                                          </p:val>
                                        </p:tav>
                                      </p:tavLst>
                                    </p:anim>
                                    <p:anim calcmode="discrete" valueType="clr">
                                      <p:cBhvr additive="repl">
                                        <p:cTn id="3996" dur="80"/>
                                        <p:tgtEl>
                                          <p:spTgt spid="1457"/>
                                        </p:tgtEl>
                                        <p:attrNameLst>
                                          <p:attrName>fillcolor</p:attrName>
                                        </p:attrNameLst>
                                      </p:cBhvr>
                                      <p:tavLst>
                                        <p:tav tm="0">
                                          <p:val>
                                            <p:strVal val="rgb(-103,51,51)"/>
                                          </p:val>
                                        </p:tav>
                                        <p:tav tm="50000">
                                          <p:val>
                                            <p:strVal val="rgb(-103,-103,0)"/>
                                          </p:val>
                                        </p:tav>
                                      </p:tavLst>
                                    </p:anim>
                                    <p:set>
                                      <p:cBhvr>
                                        <p:cTn id="3997" dur="80"/>
                                        <p:tgtEl>
                                          <p:spTgt spid="1457"/>
                                        </p:tgtEl>
                                        <p:attrNameLst>
                                          <p:attrName>fill.type</p:attrName>
                                        </p:attrNameLst>
                                      </p:cBhvr>
                                      <p:to>
                                        <p:strVal val="solid"/>
                                      </p:to>
                                    </p:set>
                                  </p:childTnLst>
                                </p:cTn>
                              </p:par>
                            </p:childTnLst>
                          </p:cTn>
                        </p:par>
                        <p:par>
                          <p:cTn id="3998" fill="hold">
                            <p:stCondLst>
                              <p:cond delay="7520"/>
                            </p:stCondLst>
                            <p:childTnLst>
                              <p:par>
                                <p:cTn id="3999" nodeType="afterEffect" fill="hold" presetClass="entr" presetID="1">
                                  <p:stCondLst>
                                    <p:cond delay="2000"/>
                                  </p:stCondLst>
                                  <p:childTnLst>
                                    <p:set>
                                      <p:cBhvr>
                                        <p:cTn id="4000" dur="1" fill="hold">
                                          <p:stCondLst>
                                            <p:cond delay="0"/>
                                          </p:stCondLst>
                                        </p:cTn>
                                        <p:tgtEl>
                                          <p:spTgt spid="1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60" name="" descr=""/>
          <p:cNvPicPr/>
          <p:nvPr/>
        </p:nvPicPr>
        <p:blipFill>
          <a:blip r:embed="rId1"/>
          <a:stretch/>
        </p:blipFill>
        <p:spPr>
          <a:xfrm>
            <a:off x="0" y="0"/>
            <a:ext cx="9144000" cy="6858000"/>
          </a:xfrm>
          <a:prstGeom prst="rect">
            <a:avLst/>
          </a:prstGeom>
          <a:ln w="0">
            <a:noFill/>
          </a:ln>
        </p:spPr>
      </p:pic>
      <p:pic>
        <p:nvPicPr>
          <p:cNvPr id="1461" name="" descr=""/>
          <p:cNvPicPr/>
          <p:nvPr/>
        </p:nvPicPr>
        <p:blipFill>
          <a:blip r:embed="rId2"/>
          <a:stretch/>
        </p:blipFill>
        <p:spPr>
          <a:xfrm>
            <a:off x="0" y="5029200"/>
            <a:ext cx="5334120" cy="1828800"/>
          </a:xfrm>
          <a:prstGeom prst="rect">
            <a:avLst/>
          </a:prstGeom>
          <a:ln w="0">
            <a:noFill/>
          </a:ln>
        </p:spPr>
      </p:pic>
      <p:sp>
        <p:nvSpPr>
          <p:cNvPr id="1462" name=""/>
          <p:cNvSpPr/>
          <p:nvPr/>
        </p:nvSpPr>
        <p:spPr>
          <a:xfrm>
            <a:off x="2209680" y="5562720"/>
            <a:ext cx="2590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Maybe somewhere else…</a:t>
            </a:r>
            <a:endParaRPr b="0" lang="en-US" sz="1200" spc="-1" strike="noStrike">
              <a:solidFill>
                <a:srgbClr val="000000"/>
              </a:solidFill>
              <a:latin typeface="Arial"/>
            </a:endParaRPr>
          </a:p>
        </p:txBody>
      </p:sp>
      <p:sp>
        <p:nvSpPr>
          <p:cNvPr id="1463" name="">
            <a:hlinkClick r:id="rId3" action="ppaction://hlinksldjump"/>
          </p:cNvPr>
          <p:cNvSpPr/>
          <p:nvPr/>
        </p:nvSpPr>
        <p:spPr>
          <a:xfrm>
            <a:off x="0" y="2666880"/>
            <a:ext cx="685800" cy="23623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p:fade thruBlk="true"/>
  </p:transition>
  <p:timing>
    <p:tnLst>
      <p:par>
        <p:cTn id="4001" dur="indefinite" restart="never" nodeType="tmRoot">
          <p:childTnLst>
            <p:seq>
              <p:cTn id="4002" dur="indefinite" nodeType="mainSeq">
                <p:childTnLst>
                  <p:par>
                    <p:cTn id="4003" fill="hold">
                      <p:stCondLst>
                        <p:cond delay="0"/>
                      </p:stCondLst>
                      <p:childTnLst>
                        <p:par>
                          <p:cTn id="4004" fill="hold">
                            <p:stCondLst>
                              <p:cond delay="0"/>
                            </p:stCondLst>
                            <p:childTnLst>
                              <p:par>
                                <p:cTn id="4005" nodeType="afterEffect" fill="hold" presetClass="entr" presetID="9">
                                  <p:stCondLst>
                                    <p:cond delay="500"/>
                                  </p:stCondLst>
                                  <p:childTnLst>
                                    <p:set>
                                      <p:cBhvr>
                                        <p:cTn id="4006" dur="1" fill="hold">
                                          <p:stCondLst>
                                            <p:cond delay="0"/>
                                          </p:stCondLst>
                                        </p:cTn>
                                        <p:tgtEl>
                                          <p:spTgt spid="1461"/>
                                        </p:tgtEl>
                                        <p:attrNameLst>
                                          <p:attrName>style.visibility</p:attrName>
                                        </p:attrNameLst>
                                      </p:cBhvr>
                                      <p:to>
                                        <p:strVal val="visible"/>
                                      </p:to>
                                    </p:set>
                                    <p:animEffect filter="dissolve" transition="in">
                                      <p:cBhvr additive="repl">
                                        <p:cTn id="4007" dur="500"/>
                                        <p:tgtEl>
                                          <p:spTgt spid="1461"/>
                                        </p:tgtEl>
                                      </p:cBhvr>
                                    </p:animEffect>
                                  </p:childTnLst>
                                </p:cTn>
                              </p:par>
                            </p:childTnLst>
                          </p:cTn>
                        </p:par>
                        <p:par>
                          <p:cTn id="4008" fill="hold">
                            <p:stCondLst>
                              <p:cond delay="1000"/>
                            </p:stCondLst>
                            <p:childTnLst>
                              <p:par>
                                <p:cTn id="4009" nodeType="afterEffect" fill="hold" presetClass="entr" presetID="27">
                                  <p:stCondLst>
                                    <p:cond delay="0"/>
                                  </p:stCondLst>
                                  <p:iterate type="lt">
                                    <p:tmAbs val="40"/>
                                  </p:iterate>
                                  <p:childTnLst>
                                    <p:set>
                                      <p:cBhvr>
                                        <p:cTn id="4010" dur="1" fill="hold">
                                          <p:stCondLst>
                                            <p:cond delay="0"/>
                                          </p:stCondLst>
                                        </p:cTn>
                                        <p:tgtEl>
                                          <p:spTgt spid="1462"/>
                                        </p:tgtEl>
                                        <p:attrNameLst>
                                          <p:attrName>style.visibility</p:attrName>
                                        </p:attrNameLst>
                                      </p:cBhvr>
                                      <p:to>
                                        <p:strVal val="visible"/>
                                      </p:to>
                                    </p:set>
                                    <p:anim calcmode="discrete" valueType="clr">
                                      <p:cBhvr additive="repl">
                                        <p:cTn id="4011" dur="80"/>
                                        <p:tgtEl>
                                          <p:spTgt spid="1462"/>
                                        </p:tgtEl>
                                        <p:attrNameLst>
                                          <p:attrName>style.color</p:attrName>
                                        </p:attrNameLst>
                                      </p:cBhvr>
                                      <p:tavLst>
                                        <p:tav tm="0">
                                          <p:val>
                                            <p:strVal val="rgb(-103,51,51)"/>
                                          </p:val>
                                        </p:tav>
                                        <p:tav tm="50000">
                                          <p:val>
                                            <p:strVal val="rgb(-103,-103,0)"/>
                                          </p:val>
                                        </p:tav>
                                      </p:tavLst>
                                    </p:anim>
                                    <p:anim calcmode="discrete" valueType="clr">
                                      <p:cBhvr additive="repl">
                                        <p:cTn id="4012" dur="80"/>
                                        <p:tgtEl>
                                          <p:spTgt spid="1462"/>
                                        </p:tgtEl>
                                        <p:attrNameLst>
                                          <p:attrName>fillcolor</p:attrName>
                                        </p:attrNameLst>
                                      </p:cBhvr>
                                      <p:tavLst>
                                        <p:tav tm="0">
                                          <p:val>
                                            <p:strVal val="rgb(-103,51,51)"/>
                                          </p:val>
                                        </p:tav>
                                        <p:tav tm="50000">
                                          <p:val>
                                            <p:strVal val="rgb(-103,-103,0)"/>
                                          </p:val>
                                        </p:tav>
                                      </p:tavLst>
                                    </p:anim>
                                    <p:set>
                                      <p:cBhvr>
                                        <p:cTn id="4013" dur="80"/>
                                        <p:tgtEl>
                                          <p:spTgt spid="1462"/>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4" name=""/>
          <p:cNvSpPr/>
          <p:nvPr/>
        </p:nvSpPr>
        <p:spPr>
          <a:xfrm>
            <a:off x="1905120" y="-457200"/>
            <a:ext cx="41148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Yay finally leave.</a:t>
            </a:r>
            <a:endParaRPr b="0" lang="en-US" sz="1200" spc="-1" strike="noStrike">
              <a:solidFill>
                <a:srgbClr val="000000"/>
              </a:solidFill>
              <a:latin typeface="Arial"/>
            </a:endParaRPr>
          </a:p>
        </p:txBody>
      </p:sp>
      <p:pic>
        <p:nvPicPr>
          <p:cNvPr id="1465" name="" descr=""/>
          <p:cNvPicPr/>
          <p:nvPr/>
        </p:nvPicPr>
        <p:blipFill>
          <a:blip r:embed="rId1"/>
          <a:stretch/>
        </p:blipFill>
        <p:spPr>
          <a:xfrm>
            <a:off x="0" y="0"/>
            <a:ext cx="9144000" cy="6865920"/>
          </a:xfrm>
          <a:prstGeom prst="rect">
            <a:avLst/>
          </a:prstGeom>
          <a:ln w="0">
            <a:noFill/>
          </a:ln>
        </p:spPr>
      </p:pic>
      <p:sp>
        <p:nvSpPr>
          <p:cNvPr id="1466" name=""/>
          <p:cNvSpPr/>
          <p:nvPr/>
        </p:nvSpPr>
        <p:spPr>
          <a:xfrm>
            <a:off x="8305920" y="0"/>
            <a:ext cx="838080" cy="16765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2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67" name="" descr=""/>
          <p:cNvPicPr/>
          <p:nvPr/>
        </p:nvPicPr>
        <p:blipFill>
          <a:blip r:embed="rId1"/>
          <a:stretch/>
        </p:blipFill>
        <p:spPr>
          <a:xfrm>
            <a:off x="0" y="0"/>
            <a:ext cx="9144000" cy="6858000"/>
          </a:xfrm>
          <a:prstGeom prst="rect">
            <a:avLst/>
          </a:prstGeom>
          <a:ln w="0">
            <a:noFill/>
          </a:ln>
        </p:spPr>
      </p:pic>
      <p:sp>
        <p:nvSpPr>
          <p:cNvPr id="1468" name=""/>
          <p:cNvSpPr/>
          <p:nvPr/>
        </p:nvSpPr>
        <p:spPr>
          <a:xfrm>
            <a:off x="-318960" y="533520"/>
            <a:ext cx="5881680" cy="1512720"/>
          </a:xfrm>
          <a:custGeom>
            <a:avLst/>
            <a:gdLst/>
            <a:ahLst/>
            <a:rect l="l" t="t" r="r" b="b"/>
            <a:pathLst>
              <a:path w="3705" h="953">
                <a:moveTo>
                  <a:pt x="0" y="66"/>
                </a:moveTo>
                <a:cubicBezTo>
                  <a:pt x="3" y="130"/>
                  <a:pt x="2" y="194"/>
                  <a:pt x="9" y="258"/>
                </a:cubicBezTo>
                <a:cubicBezTo>
                  <a:pt x="13" y="294"/>
                  <a:pt x="36" y="342"/>
                  <a:pt x="46" y="377"/>
                </a:cubicBezTo>
                <a:cubicBezTo>
                  <a:pt x="67" y="452"/>
                  <a:pt x="76" y="529"/>
                  <a:pt x="91" y="606"/>
                </a:cubicBezTo>
                <a:cubicBezTo>
                  <a:pt x="107" y="788"/>
                  <a:pt x="100" y="673"/>
                  <a:pt x="100" y="953"/>
                </a:cubicBezTo>
                <a:lnTo>
                  <a:pt x="3705" y="672"/>
                </a:lnTo>
                <a:lnTo>
                  <a:pt x="1257" y="288"/>
                </a:lnTo>
                <a:lnTo>
                  <a:pt x="1065" y="0"/>
                </a:lnTo>
                <a:lnTo>
                  <a:pt x="0" y="66"/>
                </a:lnTo>
                <a:close/>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sld>
</file>

<file path=ppt/slides/slide2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69" name="" descr=""/>
          <p:cNvPicPr/>
          <p:nvPr/>
        </p:nvPicPr>
        <p:blipFill>
          <a:blip r:embed="rId1"/>
          <a:stretch/>
        </p:blipFill>
        <p:spPr>
          <a:xfrm>
            <a:off x="0" y="0"/>
            <a:ext cx="9144000" cy="6858000"/>
          </a:xfrm>
          <a:prstGeom prst="rect">
            <a:avLst/>
          </a:prstGeom>
          <a:ln w="0">
            <a:noFill/>
          </a:ln>
        </p:spPr>
      </p:pic>
      <p:sp>
        <p:nvSpPr>
          <p:cNvPr id="1470" name=""/>
          <p:cNvSpPr/>
          <p:nvPr/>
        </p:nvSpPr>
        <p:spPr>
          <a:xfrm>
            <a:off x="5257800" y="5029200"/>
            <a:ext cx="3657600" cy="1676520"/>
          </a:xfrm>
          <a:prstGeom prst="wedgeRoundRectCallout">
            <a:avLst>
              <a:gd name="adj1" fmla="val 55555"/>
              <a:gd name="adj2" fmla="val -74148"/>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471" name="" descr=""/>
          <p:cNvPicPr/>
          <p:nvPr/>
        </p:nvPicPr>
        <p:blipFill>
          <a:blip r:embed="rId2"/>
          <a:stretch/>
        </p:blipFill>
        <p:spPr>
          <a:xfrm>
            <a:off x="5562720" y="5105520"/>
            <a:ext cx="3124080" cy="1550880"/>
          </a:xfrm>
          <a:prstGeom prst="rect">
            <a:avLst/>
          </a:prstGeom>
          <a:ln w="0">
            <a:noFill/>
          </a:ln>
        </p:spPr>
      </p:pic>
      <p:sp>
        <p:nvSpPr>
          <p:cNvPr id="1472" name=""/>
          <p:cNvSpPr/>
          <p:nvPr/>
        </p:nvSpPr>
        <p:spPr>
          <a:xfrm>
            <a:off x="5715000" y="5513400"/>
            <a:ext cx="2590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Caina!!</a:t>
            </a:r>
            <a:endParaRPr b="0" lang="en-US" sz="1200" spc="-1" strike="noStrike">
              <a:solidFill>
                <a:srgbClr val="000000"/>
              </a:solidFill>
              <a:latin typeface="Arial"/>
            </a:endParaRPr>
          </a:p>
        </p:txBody>
      </p:sp>
      <p:sp>
        <p:nvSpPr>
          <p:cNvPr id="1473" name=""/>
          <p:cNvSpPr/>
          <p:nvPr/>
        </p:nvSpPr>
        <p:spPr>
          <a:xfrm>
            <a:off x="9601200" y="4495680"/>
            <a:ext cx="457200" cy="53352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fade thruBlk="true"/>
  </p:transition>
  <p:timing>
    <p:tnLst>
      <p:par>
        <p:cTn id="4014" dur="indefinite" restart="never" nodeType="tmRoot">
          <p:childTnLst>
            <p:seq>
              <p:cTn id="4015" dur="indefinite" nodeType="mainSeq">
                <p:childTnLst>
                  <p:par>
                    <p:cTn id="4016" fill="hold">
                      <p:stCondLst>
                        <p:cond delay="0"/>
                      </p:stCondLst>
                      <p:childTnLst>
                        <p:par>
                          <p:cTn id="4017" fill="hold">
                            <p:stCondLst>
                              <p:cond delay="0"/>
                            </p:stCondLst>
                            <p:childTnLst>
                              <p:par>
                                <p:cTn id="4018" nodeType="afterEffect" fill="hold" presetClass="entr" presetID="9">
                                  <p:stCondLst>
                                    <p:cond delay="1500"/>
                                  </p:stCondLst>
                                  <p:childTnLst>
                                    <p:set>
                                      <p:cBhvr>
                                        <p:cTn id="4019" dur="1" fill="hold">
                                          <p:stCondLst>
                                            <p:cond delay="0"/>
                                          </p:stCondLst>
                                        </p:cTn>
                                        <p:tgtEl>
                                          <p:spTgt spid="1470"/>
                                        </p:tgtEl>
                                        <p:attrNameLst>
                                          <p:attrName>style.visibility</p:attrName>
                                        </p:attrNameLst>
                                      </p:cBhvr>
                                      <p:to>
                                        <p:strVal val="visible"/>
                                      </p:to>
                                    </p:set>
                                    <p:animEffect filter="dissolve" transition="in">
                                      <p:cBhvr additive="repl">
                                        <p:cTn id="4020" dur="500"/>
                                        <p:tgtEl>
                                          <p:spTgt spid="1470"/>
                                        </p:tgtEl>
                                      </p:cBhvr>
                                    </p:animEffect>
                                  </p:childTnLst>
                                </p:cTn>
                              </p:par>
                              <p:par>
                                <p:cTn id="4021" nodeType="withEffect" fill="hold" presetClass="entr" presetID="9">
                                  <p:stCondLst>
                                    <p:cond delay="1500"/>
                                  </p:stCondLst>
                                  <p:childTnLst>
                                    <p:set>
                                      <p:cBhvr>
                                        <p:cTn id="4022" dur="1" fill="hold">
                                          <p:stCondLst>
                                            <p:cond delay="0"/>
                                          </p:stCondLst>
                                        </p:cTn>
                                        <p:tgtEl>
                                          <p:spTgt spid="1471"/>
                                        </p:tgtEl>
                                        <p:attrNameLst>
                                          <p:attrName>style.visibility</p:attrName>
                                        </p:attrNameLst>
                                      </p:cBhvr>
                                      <p:to>
                                        <p:strVal val="visible"/>
                                      </p:to>
                                    </p:set>
                                    <p:animEffect filter="dissolve" transition="in">
                                      <p:cBhvr additive="repl">
                                        <p:cTn id="4023" dur="500"/>
                                        <p:tgtEl>
                                          <p:spTgt spid="1471"/>
                                        </p:tgtEl>
                                      </p:cBhvr>
                                    </p:animEffect>
                                  </p:childTnLst>
                                </p:cTn>
                              </p:par>
                            </p:childTnLst>
                          </p:cTn>
                        </p:par>
                        <p:par>
                          <p:cTn id="4024" fill="hold">
                            <p:stCondLst>
                              <p:cond delay="2000"/>
                            </p:stCondLst>
                            <p:childTnLst>
                              <p:par>
                                <p:cTn id="4025" nodeType="afterEffect" fill="hold" presetClass="entr" presetID="27">
                                  <p:stCondLst>
                                    <p:cond delay="0"/>
                                  </p:stCondLst>
                                  <p:iterate type="lt">
                                    <p:tmAbs val="40"/>
                                  </p:iterate>
                                  <p:childTnLst>
                                    <p:set>
                                      <p:cBhvr>
                                        <p:cTn id="4026" dur="1" fill="hold">
                                          <p:stCondLst>
                                            <p:cond delay="0"/>
                                          </p:stCondLst>
                                        </p:cTn>
                                        <p:tgtEl>
                                          <p:spTgt spid="1472"/>
                                        </p:tgtEl>
                                        <p:attrNameLst>
                                          <p:attrName>style.visibility</p:attrName>
                                        </p:attrNameLst>
                                      </p:cBhvr>
                                      <p:to>
                                        <p:strVal val="visible"/>
                                      </p:to>
                                    </p:set>
                                    <p:anim calcmode="discrete" valueType="clr">
                                      <p:cBhvr additive="repl">
                                        <p:cTn id="4027" dur="80"/>
                                        <p:tgtEl>
                                          <p:spTgt spid="1472"/>
                                        </p:tgtEl>
                                        <p:attrNameLst>
                                          <p:attrName>style.color</p:attrName>
                                        </p:attrNameLst>
                                      </p:cBhvr>
                                      <p:tavLst>
                                        <p:tav tm="0">
                                          <p:val>
                                            <p:strVal val="rgb(-103,51,51)"/>
                                          </p:val>
                                        </p:tav>
                                        <p:tav tm="50000">
                                          <p:val>
                                            <p:strVal val="rgb(-103,-103,0)"/>
                                          </p:val>
                                        </p:tav>
                                      </p:tavLst>
                                    </p:anim>
                                    <p:anim calcmode="discrete" valueType="clr">
                                      <p:cBhvr additive="repl">
                                        <p:cTn id="4028" dur="80"/>
                                        <p:tgtEl>
                                          <p:spTgt spid="1472"/>
                                        </p:tgtEl>
                                        <p:attrNameLst>
                                          <p:attrName>fillcolor</p:attrName>
                                        </p:attrNameLst>
                                      </p:cBhvr>
                                      <p:tavLst>
                                        <p:tav tm="0">
                                          <p:val>
                                            <p:strVal val="rgb(-103,51,51)"/>
                                          </p:val>
                                        </p:tav>
                                        <p:tav tm="50000">
                                          <p:val>
                                            <p:strVal val="rgb(-103,-103,0)"/>
                                          </p:val>
                                        </p:tav>
                                      </p:tavLst>
                                    </p:anim>
                                    <p:set>
                                      <p:cBhvr>
                                        <p:cTn id="4029" dur="80"/>
                                        <p:tgtEl>
                                          <p:spTgt spid="1472"/>
                                        </p:tgtEl>
                                        <p:attrNameLst>
                                          <p:attrName>fill.type</p:attrName>
                                        </p:attrNameLst>
                                      </p:cBhvr>
                                      <p:to>
                                        <p:strVal val="solid"/>
                                      </p:to>
                                    </p:set>
                                  </p:childTnLst>
                                </p:cTn>
                              </p:par>
                            </p:childTnLst>
                          </p:cTn>
                        </p:par>
                        <p:par>
                          <p:cTn id="4030" fill="hold">
                            <p:stCondLst>
                              <p:cond delay="2320"/>
                            </p:stCondLst>
                            <p:childTnLst>
                              <p:par>
                                <p:cTn id="4031" nodeType="afterEffect" fill="hold" presetClass="entr" presetID="1">
                                  <p:stCondLst>
                                    <p:cond delay="500"/>
                                  </p:stCondLst>
                                  <p:childTnLst>
                                    <p:set>
                                      <p:cBhvr>
                                        <p:cTn id="4032" dur="1" fill="hold">
                                          <p:stCondLst>
                                            <p:cond delay="0"/>
                                          </p:stCondLst>
                                        </p:cTn>
                                        <p:tgtEl>
                                          <p:spTgt spid="14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74" name="" descr=""/>
          <p:cNvPicPr/>
          <p:nvPr/>
        </p:nvPicPr>
        <p:blipFill>
          <a:blip r:embed="rId1"/>
          <a:stretch/>
        </p:blipFill>
        <p:spPr>
          <a:xfrm>
            <a:off x="0" y="0"/>
            <a:ext cx="9144000" cy="6858000"/>
          </a:xfrm>
          <a:prstGeom prst="rect">
            <a:avLst/>
          </a:prstGeom>
          <a:ln w="0">
            <a:noFill/>
          </a:ln>
        </p:spPr>
      </p:pic>
      <p:sp>
        <p:nvSpPr>
          <p:cNvPr id="1475" name=""/>
          <p:cNvSpPr/>
          <p:nvPr/>
        </p:nvSpPr>
        <p:spPr>
          <a:xfrm>
            <a:off x="5257800" y="5029200"/>
            <a:ext cx="3657600" cy="1676520"/>
          </a:xfrm>
          <a:prstGeom prst="wedgeRoundRectCallout">
            <a:avLst>
              <a:gd name="adj1" fmla="val 55555"/>
              <a:gd name="adj2" fmla="val -74148"/>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476" name="" descr=""/>
          <p:cNvPicPr/>
          <p:nvPr/>
        </p:nvPicPr>
        <p:blipFill>
          <a:blip r:embed="rId2"/>
          <a:stretch/>
        </p:blipFill>
        <p:spPr>
          <a:xfrm>
            <a:off x="5562720" y="5105520"/>
            <a:ext cx="3124080" cy="1550880"/>
          </a:xfrm>
          <a:prstGeom prst="rect">
            <a:avLst/>
          </a:prstGeom>
          <a:ln w="0">
            <a:noFill/>
          </a:ln>
        </p:spPr>
      </p:pic>
      <p:sp>
        <p:nvSpPr>
          <p:cNvPr id="1477" name=""/>
          <p:cNvSpPr/>
          <p:nvPr/>
        </p:nvSpPr>
        <p:spPr>
          <a:xfrm>
            <a:off x="5715000" y="5513400"/>
            <a:ext cx="2590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Caina!!</a:t>
            </a:r>
            <a:endParaRPr b="0" lang="en-US" sz="1200" spc="-1" strike="noStrike">
              <a:solidFill>
                <a:srgbClr val="000000"/>
              </a:solidFill>
              <a:latin typeface="Arial"/>
            </a:endParaRPr>
          </a:p>
        </p:txBody>
      </p:sp>
      <p:pic>
        <p:nvPicPr>
          <p:cNvPr id="1478" name="" descr=""/>
          <p:cNvPicPr/>
          <p:nvPr/>
        </p:nvPicPr>
        <p:blipFill>
          <a:blip r:embed="rId3"/>
          <a:stretch/>
        </p:blipFill>
        <p:spPr>
          <a:xfrm>
            <a:off x="0" y="2057400"/>
            <a:ext cx="3124080" cy="1523880"/>
          </a:xfrm>
          <a:prstGeom prst="rect">
            <a:avLst/>
          </a:prstGeom>
          <a:ln w="0">
            <a:noFill/>
          </a:ln>
        </p:spPr>
      </p:pic>
      <p:sp>
        <p:nvSpPr>
          <p:cNvPr id="1479" name=""/>
          <p:cNvSpPr/>
          <p:nvPr/>
        </p:nvSpPr>
        <p:spPr>
          <a:xfrm>
            <a:off x="152280" y="2514600"/>
            <a:ext cx="2590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Huh…? Who is it?</a:t>
            </a:r>
            <a:endParaRPr b="0" lang="en-US" sz="1200" spc="-1" strike="noStrike">
              <a:solidFill>
                <a:srgbClr val="000000"/>
              </a:solidFill>
              <a:latin typeface="Arial"/>
            </a:endParaRPr>
          </a:p>
        </p:txBody>
      </p:sp>
      <p:sp>
        <p:nvSpPr>
          <p:cNvPr id="1480" name=""/>
          <p:cNvSpPr/>
          <p:nvPr/>
        </p:nvSpPr>
        <p:spPr>
          <a:xfrm>
            <a:off x="-1600200" y="3962520"/>
            <a:ext cx="1143000" cy="76176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033" dur="indefinite" restart="never" nodeType="tmRoot">
          <p:childTnLst>
            <p:seq>
              <p:cTn id="4034" dur="indefinite" nodeType="mainSeq">
                <p:childTnLst>
                  <p:par>
                    <p:cTn id="4035" fill="hold">
                      <p:stCondLst>
                        <p:cond delay="0"/>
                      </p:stCondLst>
                      <p:childTnLst>
                        <p:par>
                          <p:cTn id="4036" fill="hold">
                            <p:stCondLst>
                              <p:cond delay="0"/>
                            </p:stCondLst>
                            <p:childTnLst>
                              <p:par>
                                <p:cTn id="4037" nodeType="afterEffect" fill="hold" presetClass="entr" presetID="9">
                                  <p:stCondLst>
                                    <p:cond delay="500"/>
                                  </p:stCondLst>
                                  <p:childTnLst>
                                    <p:set>
                                      <p:cBhvr>
                                        <p:cTn id="4038" dur="1" fill="hold">
                                          <p:stCondLst>
                                            <p:cond delay="0"/>
                                          </p:stCondLst>
                                        </p:cTn>
                                        <p:tgtEl>
                                          <p:spTgt spid="1478"/>
                                        </p:tgtEl>
                                        <p:attrNameLst>
                                          <p:attrName>style.visibility</p:attrName>
                                        </p:attrNameLst>
                                      </p:cBhvr>
                                      <p:to>
                                        <p:strVal val="visible"/>
                                      </p:to>
                                    </p:set>
                                    <p:animEffect filter="dissolve" transition="in">
                                      <p:cBhvr additive="repl">
                                        <p:cTn id="4039" dur="500"/>
                                        <p:tgtEl>
                                          <p:spTgt spid="1478"/>
                                        </p:tgtEl>
                                      </p:cBhvr>
                                    </p:animEffect>
                                  </p:childTnLst>
                                </p:cTn>
                              </p:par>
                            </p:childTnLst>
                          </p:cTn>
                        </p:par>
                        <p:par>
                          <p:cTn id="4040" fill="hold">
                            <p:stCondLst>
                              <p:cond delay="1000"/>
                            </p:stCondLst>
                            <p:childTnLst>
                              <p:par>
                                <p:cTn id="4041" nodeType="afterEffect" fill="hold" presetClass="entr" presetID="27">
                                  <p:stCondLst>
                                    <p:cond delay="0"/>
                                  </p:stCondLst>
                                  <p:iterate type="lt">
                                    <p:tmAbs val="40"/>
                                  </p:iterate>
                                  <p:childTnLst>
                                    <p:set>
                                      <p:cBhvr>
                                        <p:cTn id="4042" dur="1" fill="hold">
                                          <p:stCondLst>
                                            <p:cond delay="0"/>
                                          </p:stCondLst>
                                        </p:cTn>
                                        <p:tgtEl>
                                          <p:spTgt spid="1479"/>
                                        </p:tgtEl>
                                        <p:attrNameLst>
                                          <p:attrName>style.visibility</p:attrName>
                                        </p:attrNameLst>
                                      </p:cBhvr>
                                      <p:to>
                                        <p:strVal val="visible"/>
                                      </p:to>
                                    </p:set>
                                    <p:anim calcmode="discrete" valueType="clr">
                                      <p:cBhvr additive="repl">
                                        <p:cTn id="4043" dur="80"/>
                                        <p:tgtEl>
                                          <p:spTgt spid="1479"/>
                                        </p:tgtEl>
                                        <p:attrNameLst>
                                          <p:attrName>style.color</p:attrName>
                                        </p:attrNameLst>
                                      </p:cBhvr>
                                      <p:tavLst>
                                        <p:tav tm="0">
                                          <p:val>
                                            <p:strVal val="rgb(-103,51,51)"/>
                                          </p:val>
                                        </p:tav>
                                        <p:tav tm="50000">
                                          <p:val>
                                            <p:strVal val="rgb(-103,-103,0)"/>
                                          </p:val>
                                        </p:tav>
                                      </p:tavLst>
                                    </p:anim>
                                    <p:anim calcmode="discrete" valueType="clr">
                                      <p:cBhvr additive="repl">
                                        <p:cTn id="4044" dur="80"/>
                                        <p:tgtEl>
                                          <p:spTgt spid="1479"/>
                                        </p:tgtEl>
                                        <p:attrNameLst>
                                          <p:attrName>fillcolor</p:attrName>
                                        </p:attrNameLst>
                                      </p:cBhvr>
                                      <p:tavLst>
                                        <p:tav tm="0">
                                          <p:val>
                                            <p:strVal val="rgb(-103,51,51)"/>
                                          </p:val>
                                        </p:tav>
                                        <p:tav tm="50000">
                                          <p:val>
                                            <p:strVal val="rgb(-103,-103,0)"/>
                                          </p:val>
                                        </p:tav>
                                      </p:tavLst>
                                    </p:anim>
                                    <p:set>
                                      <p:cBhvr>
                                        <p:cTn id="4045" dur="80"/>
                                        <p:tgtEl>
                                          <p:spTgt spid="1479"/>
                                        </p:tgtEl>
                                        <p:attrNameLst>
                                          <p:attrName>fill.type</p:attrName>
                                        </p:attrNameLst>
                                      </p:cBhvr>
                                      <p:to>
                                        <p:strVal val="solid"/>
                                      </p:to>
                                    </p:set>
                                  </p:childTnLst>
                                </p:cTn>
                              </p:par>
                            </p:childTnLst>
                          </p:cTn>
                        </p:par>
                        <p:par>
                          <p:cTn id="4046" fill="hold">
                            <p:stCondLst>
                              <p:cond delay="1560"/>
                            </p:stCondLst>
                            <p:childTnLst>
                              <p:par>
                                <p:cTn id="4047" nodeType="afterEffect" fill="hold" presetClass="entr" presetID="1">
                                  <p:stCondLst>
                                    <p:cond delay="1500"/>
                                  </p:stCondLst>
                                  <p:childTnLst>
                                    <p:set>
                                      <p:cBhvr>
                                        <p:cTn id="4048" dur="1" fill="hold">
                                          <p:stCondLst>
                                            <p:cond delay="0"/>
                                          </p:stCondLst>
                                        </p:cTn>
                                        <p:tgtEl>
                                          <p:spTgt spid="14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81" name="" descr=""/>
          <p:cNvPicPr/>
          <p:nvPr/>
        </p:nvPicPr>
        <p:blipFill>
          <a:blip r:embed="rId1"/>
          <a:stretch/>
        </p:blipFill>
        <p:spPr>
          <a:xfrm>
            <a:off x="0" y="0"/>
            <a:ext cx="9144000" cy="6858000"/>
          </a:xfrm>
          <a:prstGeom prst="rect">
            <a:avLst/>
          </a:prstGeom>
          <a:ln w="0">
            <a:noFill/>
          </a:ln>
        </p:spPr>
      </p:pic>
      <p:pic>
        <p:nvPicPr>
          <p:cNvPr id="1482" name="" descr=""/>
          <p:cNvPicPr/>
          <p:nvPr/>
        </p:nvPicPr>
        <p:blipFill>
          <a:blip r:embed="rId2"/>
          <a:stretch/>
        </p:blipFill>
        <p:spPr>
          <a:xfrm>
            <a:off x="5562720" y="5105520"/>
            <a:ext cx="3124080" cy="1550880"/>
          </a:xfrm>
          <a:prstGeom prst="rect">
            <a:avLst/>
          </a:prstGeom>
          <a:ln w="0">
            <a:noFill/>
          </a:ln>
        </p:spPr>
      </p:pic>
      <p:sp>
        <p:nvSpPr>
          <p:cNvPr id="1483" name=""/>
          <p:cNvSpPr/>
          <p:nvPr/>
        </p:nvSpPr>
        <p:spPr>
          <a:xfrm>
            <a:off x="5715000" y="5513400"/>
            <a:ext cx="2590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Caina!!</a:t>
            </a:r>
            <a:endParaRPr b="0" lang="en-US" sz="1200" spc="-1" strike="noStrike">
              <a:solidFill>
                <a:srgbClr val="000000"/>
              </a:solidFill>
              <a:latin typeface="Arial"/>
            </a:endParaRPr>
          </a:p>
        </p:txBody>
      </p:sp>
      <p:pic>
        <p:nvPicPr>
          <p:cNvPr id="1484" name="" descr=""/>
          <p:cNvPicPr/>
          <p:nvPr/>
        </p:nvPicPr>
        <p:blipFill>
          <a:blip r:embed="rId3"/>
          <a:stretch/>
        </p:blipFill>
        <p:spPr>
          <a:xfrm>
            <a:off x="0" y="2057400"/>
            <a:ext cx="3124080" cy="1523880"/>
          </a:xfrm>
          <a:prstGeom prst="rect">
            <a:avLst/>
          </a:prstGeom>
          <a:ln w="0">
            <a:noFill/>
          </a:ln>
        </p:spPr>
      </p:pic>
      <p:sp>
        <p:nvSpPr>
          <p:cNvPr id="1485" name=""/>
          <p:cNvSpPr/>
          <p:nvPr/>
        </p:nvSpPr>
        <p:spPr>
          <a:xfrm>
            <a:off x="152280" y="2514600"/>
            <a:ext cx="2590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Huh…? Who is it?</a:t>
            </a:r>
            <a:endParaRPr b="0" lang="en-US" sz="1200" spc="-1" strike="noStrike">
              <a:solidFill>
                <a:srgbClr val="000000"/>
              </a:solidFill>
              <a:latin typeface="Arial"/>
            </a:endParaRPr>
          </a:p>
        </p:txBody>
      </p:sp>
      <p:sp>
        <p:nvSpPr>
          <p:cNvPr id="1486" name=""/>
          <p:cNvSpPr/>
          <p:nvPr/>
        </p:nvSpPr>
        <p:spPr>
          <a:xfrm>
            <a:off x="5715000" y="5486400"/>
            <a:ext cx="259092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Hey, I’ve been looking for you…</a:t>
            </a:r>
            <a:endParaRPr b="0" lang="en-US" sz="1200" spc="-1" strike="noStrike">
              <a:solidFill>
                <a:srgbClr val="000000"/>
              </a:solidFill>
              <a:latin typeface="Arial"/>
            </a:endParaRPr>
          </a:p>
        </p:txBody>
      </p:sp>
      <p:sp>
        <p:nvSpPr>
          <p:cNvPr id="1487" name=""/>
          <p:cNvSpPr/>
          <p:nvPr/>
        </p:nvSpPr>
        <p:spPr>
          <a:xfrm>
            <a:off x="-762120" y="3048120"/>
            <a:ext cx="533520" cy="60948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fade/>
  </p:transition>
  <p:timing>
    <p:tnLst>
      <p:par>
        <p:cTn id="4049" dur="indefinite" restart="never" nodeType="tmRoot">
          <p:childTnLst>
            <p:seq>
              <p:cTn id="4050" dur="indefinite" nodeType="mainSeq">
                <p:childTnLst>
                  <p:par>
                    <p:cTn id="4051" fill="hold">
                      <p:stCondLst>
                        <p:cond delay="0"/>
                      </p:stCondLst>
                      <p:childTnLst>
                        <p:par>
                          <p:cTn id="4052" fill="hold">
                            <p:stCondLst>
                              <p:cond delay="0"/>
                            </p:stCondLst>
                            <p:childTnLst>
                              <p:par>
                                <p:cTn id="4053" nodeType="afterEffect" fill="hold" presetClass="entr" presetID="27">
                                  <p:stCondLst>
                                    <p:cond delay="0"/>
                                  </p:stCondLst>
                                  <p:iterate type="lt">
                                    <p:tmAbs val="40"/>
                                  </p:iterate>
                                  <p:childTnLst>
                                    <p:set>
                                      <p:cBhvr>
                                        <p:cTn id="4054" dur="1" fill="hold">
                                          <p:stCondLst>
                                            <p:cond delay="0"/>
                                          </p:stCondLst>
                                        </p:cTn>
                                        <p:tgtEl>
                                          <p:spTgt spid="1486"/>
                                        </p:tgtEl>
                                        <p:attrNameLst>
                                          <p:attrName>style.visibility</p:attrName>
                                        </p:attrNameLst>
                                      </p:cBhvr>
                                      <p:to>
                                        <p:strVal val="visible"/>
                                      </p:to>
                                    </p:set>
                                    <p:anim calcmode="discrete" valueType="clr">
                                      <p:cBhvr additive="repl">
                                        <p:cTn id="4055" dur="80"/>
                                        <p:tgtEl>
                                          <p:spTgt spid="1486"/>
                                        </p:tgtEl>
                                        <p:attrNameLst>
                                          <p:attrName>style.color</p:attrName>
                                        </p:attrNameLst>
                                      </p:cBhvr>
                                      <p:tavLst>
                                        <p:tav tm="0">
                                          <p:val>
                                            <p:strVal val="rgb(-103,51,51)"/>
                                          </p:val>
                                        </p:tav>
                                        <p:tav tm="50000">
                                          <p:val>
                                            <p:strVal val="rgb(-103,-103,0)"/>
                                          </p:val>
                                        </p:tav>
                                      </p:tavLst>
                                    </p:anim>
                                    <p:anim calcmode="discrete" valueType="clr">
                                      <p:cBhvr additive="repl">
                                        <p:cTn id="4056" dur="80"/>
                                        <p:tgtEl>
                                          <p:spTgt spid="1486"/>
                                        </p:tgtEl>
                                        <p:attrNameLst>
                                          <p:attrName>fillcolor</p:attrName>
                                        </p:attrNameLst>
                                      </p:cBhvr>
                                      <p:tavLst>
                                        <p:tav tm="0">
                                          <p:val>
                                            <p:strVal val="rgb(-103,51,51)"/>
                                          </p:val>
                                        </p:tav>
                                        <p:tav tm="50000">
                                          <p:val>
                                            <p:strVal val="rgb(-103,-103,0)"/>
                                          </p:val>
                                        </p:tav>
                                      </p:tavLst>
                                    </p:anim>
                                    <p:set>
                                      <p:cBhvr>
                                        <p:cTn id="4057" dur="80"/>
                                        <p:tgtEl>
                                          <p:spTgt spid="1486"/>
                                        </p:tgtEl>
                                        <p:attrNameLst>
                                          <p:attrName>fill.type</p:attrName>
                                        </p:attrNameLst>
                                      </p:cBhvr>
                                      <p:to>
                                        <p:strVal val="solid"/>
                                      </p:to>
                                    </p:set>
                                  </p:childTnLst>
                                </p:cTn>
                              </p:par>
                            </p:childTnLst>
                          </p:cTn>
                        </p:par>
                        <p:par>
                          <p:cTn id="4058" fill="hold">
                            <p:stCondLst>
                              <p:cond delay="1080"/>
                            </p:stCondLst>
                            <p:childTnLst>
                              <p:par>
                                <p:cTn id="4059" nodeType="afterEffect" fill="hold" presetClass="entr" presetID="1">
                                  <p:stCondLst>
                                    <p:cond delay="1000"/>
                                  </p:stCondLst>
                                  <p:childTnLst>
                                    <p:set>
                                      <p:cBhvr>
                                        <p:cTn id="4060" dur="1" fill="hold">
                                          <p:stCondLst>
                                            <p:cond delay="0"/>
                                          </p:stCondLst>
                                        </p:cTn>
                                        <p:tgtEl>
                                          <p:spTgt spid="14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88" name="" descr=""/>
          <p:cNvPicPr/>
          <p:nvPr/>
        </p:nvPicPr>
        <p:blipFill>
          <a:blip r:embed="rId1"/>
          <a:stretch/>
        </p:blipFill>
        <p:spPr>
          <a:xfrm>
            <a:off x="0" y="0"/>
            <a:ext cx="9144000" cy="6858000"/>
          </a:xfrm>
          <a:prstGeom prst="rect">
            <a:avLst/>
          </a:prstGeom>
          <a:ln w="0">
            <a:noFill/>
          </a:ln>
        </p:spPr>
      </p:pic>
      <p:pic>
        <p:nvPicPr>
          <p:cNvPr id="1489" name="" descr=""/>
          <p:cNvPicPr/>
          <p:nvPr/>
        </p:nvPicPr>
        <p:blipFill>
          <a:blip r:embed="rId2"/>
          <a:stretch/>
        </p:blipFill>
        <p:spPr>
          <a:xfrm>
            <a:off x="5562720" y="5105520"/>
            <a:ext cx="3124080" cy="1550880"/>
          </a:xfrm>
          <a:prstGeom prst="rect">
            <a:avLst/>
          </a:prstGeom>
          <a:ln w="0">
            <a:noFill/>
          </a:ln>
        </p:spPr>
      </p:pic>
      <p:sp>
        <p:nvSpPr>
          <p:cNvPr id="1490" name=""/>
          <p:cNvSpPr/>
          <p:nvPr/>
        </p:nvSpPr>
        <p:spPr>
          <a:xfrm>
            <a:off x="5715000" y="5513400"/>
            <a:ext cx="2590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Caina!!</a:t>
            </a:r>
            <a:endParaRPr b="0" lang="en-US" sz="1200" spc="-1" strike="noStrike">
              <a:solidFill>
                <a:srgbClr val="000000"/>
              </a:solidFill>
              <a:latin typeface="Arial"/>
            </a:endParaRPr>
          </a:p>
        </p:txBody>
      </p:sp>
      <p:pic>
        <p:nvPicPr>
          <p:cNvPr id="1491" name="" descr=""/>
          <p:cNvPicPr/>
          <p:nvPr/>
        </p:nvPicPr>
        <p:blipFill>
          <a:blip r:embed="rId3"/>
          <a:stretch/>
        </p:blipFill>
        <p:spPr>
          <a:xfrm>
            <a:off x="0" y="2057400"/>
            <a:ext cx="3124080" cy="1523880"/>
          </a:xfrm>
          <a:prstGeom prst="rect">
            <a:avLst/>
          </a:prstGeom>
          <a:ln w="0">
            <a:noFill/>
          </a:ln>
        </p:spPr>
      </p:pic>
      <p:sp>
        <p:nvSpPr>
          <p:cNvPr id="1492" name=""/>
          <p:cNvSpPr/>
          <p:nvPr/>
        </p:nvSpPr>
        <p:spPr>
          <a:xfrm>
            <a:off x="152280" y="2514600"/>
            <a:ext cx="2590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Huh…? Who is it?</a:t>
            </a:r>
            <a:endParaRPr b="0" lang="en-US" sz="1200" spc="-1" strike="noStrike">
              <a:solidFill>
                <a:srgbClr val="000000"/>
              </a:solidFill>
              <a:latin typeface="Arial"/>
            </a:endParaRPr>
          </a:p>
        </p:txBody>
      </p:sp>
      <p:sp>
        <p:nvSpPr>
          <p:cNvPr id="1493" name=""/>
          <p:cNvSpPr/>
          <p:nvPr/>
        </p:nvSpPr>
        <p:spPr>
          <a:xfrm>
            <a:off x="5715000" y="5486400"/>
            <a:ext cx="259092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Hey, I’ve been looking for you…</a:t>
            </a:r>
            <a:endParaRPr b="0" lang="en-US" sz="1200" spc="-1" strike="noStrike">
              <a:solidFill>
                <a:srgbClr val="000000"/>
              </a:solidFill>
              <a:latin typeface="Arial"/>
            </a:endParaRPr>
          </a:p>
        </p:txBody>
      </p:sp>
      <p:sp>
        <p:nvSpPr>
          <p:cNvPr id="1494" name=""/>
          <p:cNvSpPr/>
          <p:nvPr/>
        </p:nvSpPr>
        <p:spPr>
          <a:xfrm>
            <a:off x="228600" y="2514600"/>
            <a:ext cx="21337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Leahin… It’s you. What are you doing here…?</a:t>
            </a:r>
            <a:endParaRPr b="0" lang="en-US" sz="1200" spc="-1" strike="noStrike">
              <a:solidFill>
                <a:srgbClr val="000000"/>
              </a:solidFill>
              <a:latin typeface="Arial"/>
            </a:endParaRPr>
          </a:p>
        </p:txBody>
      </p:sp>
    </p:spTree>
  </p:cSld>
  <p:timing>
    <p:tnLst>
      <p:par>
        <p:cTn id="4061" dur="indefinite" restart="never" nodeType="tmRoot">
          <p:childTnLst>
            <p:seq>
              <p:cTn id="4062" dur="indefinite" nodeType="mainSeq">
                <p:childTnLst>
                  <p:par>
                    <p:cTn id="4063" fill="hold">
                      <p:stCondLst>
                        <p:cond delay="0"/>
                      </p:stCondLst>
                      <p:childTnLst>
                        <p:par>
                          <p:cTn id="4064" fill="hold">
                            <p:stCondLst>
                              <p:cond delay="0"/>
                            </p:stCondLst>
                            <p:childTnLst>
                              <p:par>
                                <p:cTn id="4065" nodeType="afterEffect" fill="hold" presetClass="entr" presetID="27">
                                  <p:stCondLst>
                                    <p:cond delay="0"/>
                                  </p:stCondLst>
                                  <p:iterate type="lt">
                                    <p:tmAbs val="40"/>
                                  </p:iterate>
                                  <p:childTnLst>
                                    <p:set>
                                      <p:cBhvr>
                                        <p:cTn id="4066" dur="1" fill="hold">
                                          <p:stCondLst>
                                            <p:cond delay="0"/>
                                          </p:stCondLst>
                                        </p:cTn>
                                        <p:tgtEl>
                                          <p:spTgt spid="1494"/>
                                        </p:tgtEl>
                                        <p:attrNameLst>
                                          <p:attrName>style.visibility</p:attrName>
                                        </p:attrNameLst>
                                      </p:cBhvr>
                                      <p:to>
                                        <p:strVal val="visible"/>
                                      </p:to>
                                    </p:set>
                                    <p:anim calcmode="discrete" valueType="clr">
                                      <p:cBhvr additive="repl">
                                        <p:cTn id="4067" dur="80"/>
                                        <p:tgtEl>
                                          <p:spTgt spid="1494"/>
                                        </p:tgtEl>
                                        <p:attrNameLst>
                                          <p:attrName>style.color</p:attrName>
                                        </p:attrNameLst>
                                      </p:cBhvr>
                                      <p:tavLst>
                                        <p:tav tm="0">
                                          <p:val>
                                            <p:strVal val="rgb(-103,51,51)"/>
                                          </p:val>
                                        </p:tav>
                                        <p:tav tm="50000">
                                          <p:val>
                                            <p:strVal val="rgb(-103,-103,0)"/>
                                          </p:val>
                                        </p:tav>
                                      </p:tavLst>
                                    </p:anim>
                                    <p:anim calcmode="discrete" valueType="clr">
                                      <p:cBhvr additive="repl">
                                        <p:cTn id="4068" dur="80"/>
                                        <p:tgtEl>
                                          <p:spTgt spid="1494"/>
                                        </p:tgtEl>
                                        <p:attrNameLst>
                                          <p:attrName>fillcolor</p:attrName>
                                        </p:attrNameLst>
                                      </p:cBhvr>
                                      <p:tavLst>
                                        <p:tav tm="0">
                                          <p:val>
                                            <p:strVal val="rgb(-103,51,51)"/>
                                          </p:val>
                                        </p:tav>
                                        <p:tav tm="50000">
                                          <p:val>
                                            <p:strVal val="rgb(-103,-103,0)"/>
                                          </p:val>
                                        </p:tav>
                                      </p:tavLst>
                                    </p:anim>
                                    <p:set>
                                      <p:cBhvr>
                                        <p:cTn id="4069" dur="80"/>
                                        <p:tgtEl>
                                          <p:spTgt spid="1494"/>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95" name="" descr=""/>
          <p:cNvPicPr/>
          <p:nvPr/>
        </p:nvPicPr>
        <p:blipFill>
          <a:blip r:embed="rId1"/>
          <a:stretch/>
        </p:blipFill>
        <p:spPr>
          <a:xfrm>
            <a:off x="0" y="0"/>
            <a:ext cx="9144000" cy="6858000"/>
          </a:xfrm>
          <a:prstGeom prst="rect">
            <a:avLst/>
          </a:prstGeom>
          <a:ln w="0">
            <a:noFill/>
          </a:ln>
        </p:spPr>
      </p:pic>
      <p:pic>
        <p:nvPicPr>
          <p:cNvPr id="1496" name="" descr=""/>
          <p:cNvPicPr/>
          <p:nvPr/>
        </p:nvPicPr>
        <p:blipFill>
          <a:blip r:embed="rId2"/>
          <a:stretch/>
        </p:blipFill>
        <p:spPr>
          <a:xfrm>
            <a:off x="5562720" y="5105520"/>
            <a:ext cx="3124080" cy="1550880"/>
          </a:xfrm>
          <a:prstGeom prst="rect">
            <a:avLst/>
          </a:prstGeom>
          <a:ln w="0">
            <a:noFill/>
          </a:ln>
        </p:spPr>
      </p:pic>
      <p:sp>
        <p:nvSpPr>
          <p:cNvPr id="1497" name=""/>
          <p:cNvSpPr/>
          <p:nvPr/>
        </p:nvSpPr>
        <p:spPr>
          <a:xfrm>
            <a:off x="5715000" y="5513400"/>
            <a:ext cx="2590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Caina!!</a:t>
            </a:r>
            <a:endParaRPr b="0" lang="en-US" sz="1200" spc="-1" strike="noStrike">
              <a:solidFill>
                <a:srgbClr val="000000"/>
              </a:solidFill>
              <a:latin typeface="Arial"/>
            </a:endParaRPr>
          </a:p>
        </p:txBody>
      </p:sp>
      <p:pic>
        <p:nvPicPr>
          <p:cNvPr id="1498" name="" descr=""/>
          <p:cNvPicPr/>
          <p:nvPr/>
        </p:nvPicPr>
        <p:blipFill>
          <a:blip r:embed="rId3"/>
          <a:stretch/>
        </p:blipFill>
        <p:spPr>
          <a:xfrm>
            <a:off x="0" y="2057400"/>
            <a:ext cx="3124080" cy="1523880"/>
          </a:xfrm>
          <a:prstGeom prst="rect">
            <a:avLst/>
          </a:prstGeom>
          <a:ln w="0">
            <a:noFill/>
          </a:ln>
        </p:spPr>
      </p:pic>
      <p:sp>
        <p:nvSpPr>
          <p:cNvPr id="1499" name=""/>
          <p:cNvSpPr/>
          <p:nvPr/>
        </p:nvSpPr>
        <p:spPr>
          <a:xfrm>
            <a:off x="152280" y="2514600"/>
            <a:ext cx="2590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Huh…? Who is it?</a:t>
            </a:r>
            <a:endParaRPr b="0" lang="en-US" sz="1200" spc="-1" strike="noStrike">
              <a:solidFill>
                <a:srgbClr val="000000"/>
              </a:solidFill>
              <a:latin typeface="Arial"/>
            </a:endParaRPr>
          </a:p>
        </p:txBody>
      </p:sp>
      <p:sp>
        <p:nvSpPr>
          <p:cNvPr id="1500" name=""/>
          <p:cNvSpPr/>
          <p:nvPr/>
        </p:nvSpPr>
        <p:spPr>
          <a:xfrm>
            <a:off x="5715000" y="5486400"/>
            <a:ext cx="259092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Hey, I’ve been looking for you…</a:t>
            </a:r>
            <a:endParaRPr b="0" lang="en-US" sz="1200" spc="-1" strike="noStrike">
              <a:solidFill>
                <a:srgbClr val="000000"/>
              </a:solidFill>
              <a:latin typeface="Arial"/>
            </a:endParaRPr>
          </a:p>
        </p:txBody>
      </p:sp>
      <p:sp>
        <p:nvSpPr>
          <p:cNvPr id="1501" name=""/>
          <p:cNvSpPr/>
          <p:nvPr/>
        </p:nvSpPr>
        <p:spPr>
          <a:xfrm>
            <a:off x="228600" y="2514600"/>
            <a:ext cx="21337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Leahin… It’s you. What are you doing here…?</a:t>
            </a:r>
            <a:endParaRPr b="0" lang="en-US" sz="1200" spc="-1" strike="noStrike">
              <a:solidFill>
                <a:srgbClr val="000000"/>
              </a:solidFill>
              <a:latin typeface="Arial"/>
            </a:endParaRPr>
          </a:p>
        </p:txBody>
      </p:sp>
      <p:sp>
        <p:nvSpPr>
          <p:cNvPr id="1502" name=""/>
          <p:cNvSpPr/>
          <p:nvPr/>
        </p:nvSpPr>
        <p:spPr>
          <a:xfrm>
            <a:off x="5791320" y="548640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Err… I was visiting…</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And I need to ask, can I stay at your house for a while?</a:t>
            </a:r>
            <a:endParaRPr b="0" lang="en-US" sz="1200" spc="-1" strike="noStrike">
              <a:solidFill>
                <a:srgbClr val="000000"/>
              </a:solidFill>
              <a:latin typeface="Arial"/>
            </a:endParaRPr>
          </a:p>
        </p:txBody>
      </p:sp>
      <p:sp>
        <p:nvSpPr>
          <p:cNvPr id="1503" name=""/>
          <p:cNvSpPr/>
          <p:nvPr/>
        </p:nvSpPr>
        <p:spPr>
          <a:xfrm>
            <a:off x="152280" y="2514600"/>
            <a:ext cx="251460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What? Stay at my house? Like a sleepover? What are you talking about?</a:t>
            </a:r>
            <a:endParaRPr b="0" lang="en-US" sz="1200" spc="-1" strike="noStrike">
              <a:solidFill>
                <a:srgbClr val="000000"/>
              </a:solidFill>
              <a:latin typeface="Arial"/>
            </a:endParaRPr>
          </a:p>
        </p:txBody>
      </p:sp>
      <p:sp>
        <p:nvSpPr>
          <p:cNvPr id="1504" name=""/>
          <p:cNvSpPr/>
          <p:nvPr/>
        </p:nvSpPr>
        <p:spPr>
          <a:xfrm>
            <a:off x="5715000" y="548640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 Just until tomorrow… I just need a place to stay…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505" name=""/>
          <p:cNvSpPr/>
          <p:nvPr/>
        </p:nvSpPr>
        <p:spPr>
          <a:xfrm>
            <a:off x="228600" y="2514600"/>
            <a:ext cx="2514600" cy="8254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Um… I’m just wondering… Why? You came all the way here for a place to stay? What’s wrong with your apartment?</a:t>
            </a:r>
            <a:endParaRPr b="0" lang="en-US" sz="1200" spc="-1" strike="noStrike">
              <a:solidFill>
                <a:srgbClr val="000000"/>
              </a:solidFill>
              <a:latin typeface="Arial"/>
            </a:endParaRPr>
          </a:p>
        </p:txBody>
      </p:sp>
      <p:sp>
        <p:nvSpPr>
          <p:cNvPr id="1506" name=""/>
          <p:cNvSpPr/>
          <p:nvPr/>
        </p:nvSpPr>
        <p:spPr>
          <a:xfrm>
            <a:off x="5715000" y="5486400"/>
            <a:ext cx="251460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Heh… to tell you the truth, I just need somewhere to hide. The </a:t>
            </a:r>
            <a:r>
              <a:rPr b="0" lang="en-US" sz="1200" spc="-1" strike="noStrike">
                <a:solidFill>
                  <a:srgbClr val="cc3300"/>
                </a:solidFill>
                <a:latin typeface="Arial"/>
              </a:rPr>
              <a:t>corporation</a:t>
            </a:r>
            <a:r>
              <a:rPr b="0" lang="en-US" sz="1200" spc="-1" strike="noStrike">
                <a:solidFill>
                  <a:srgbClr val="000000"/>
                </a:solidFill>
                <a:latin typeface="Arial"/>
              </a:rPr>
              <a:t> is after me.</a:t>
            </a:r>
            <a:endParaRPr b="0" lang="en-US" sz="1200" spc="-1" strike="noStrike">
              <a:solidFill>
                <a:srgbClr val="000000"/>
              </a:solidFill>
              <a:latin typeface="Arial"/>
            </a:endParaRPr>
          </a:p>
        </p:txBody>
      </p:sp>
      <p:sp>
        <p:nvSpPr>
          <p:cNvPr id="1507" name=""/>
          <p:cNvSpPr/>
          <p:nvPr/>
        </p:nvSpPr>
        <p:spPr>
          <a:xfrm>
            <a:off x="228600" y="2514600"/>
            <a:ext cx="2514600" cy="10162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 </a:t>
            </a:r>
            <a:r>
              <a:rPr b="0" lang="en-US" sz="1200" spc="-1" strike="noStrike">
                <a:solidFill>
                  <a:srgbClr val="cc3300"/>
                </a:solidFill>
                <a:latin typeface="Arial"/>
              </a:rPr>
              <a:t>corporation</a:t>
            </a:r>
            <a:r>
              <a:rPr b="0" lang="en-US" sz="1200" spc="-1" strike="noStrike">
                <a:solidFill>
                  <a:srgbClr val="000000"/>
                </a:solidFill>
                <a:latin typeface="Arial"/>
              </a:rPr>
              <a:t>?  I thought you settled it with them.</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508" name=""/>
          <p:cNvSpPr/>
          <p:nvPr/>
        </p:nvSpPr>
        <p:spPr>
          <a:xfrm>
            <a:off x="5715000" y="5486400"/>
            <a:ext cx="251460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I lied. They weren’t even after the money, just the work I could do for them.</a:t>
            </a:r>
            <a:endParaRPr b="0" lang="en-US" sz="1200" spc="-1" strike="noStrike">
              <a:solidFill>
                <a:srgbClr val="000000"/>
              </a:solidFill>
              <a:latin typeface="Arial"/>
            </a:endParaRPr>
          </a:p>
        </p:txBody>
      </p:sp>
      <p:sp>
        <p:nvSpPr>
          <p:cNvPr id="1509" name=""/>
          <p:cNvSpPr/>
          <p:nvPr/>
        </p:nvSpPr>
        <p:spPr>
          <a:xfrm>
            <a:off x="228600" y="2514600"/>
            <a:ext cx="251460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lied? What would you do that for?</a:t>
            </a:r>
            <a:endParaRPr b="0" lang="en-US" sz="1200" spc="-1" strike="noStrike">
              <a:solidFill>
                <a:srgbClr val="000000"/>
              </a:solidFill>
              <a:latin typeface="Arial"/>
            </a:endParaRPr>
          </a:p>
        </p:txBody>
      </p:sp>
      <p:sp>
        <p:nvSpPr>
          <p:cNvPr id="1510" name=""/>
          <p:cNvSpPr/>
          <p:nvPr/>
        </p:nvSpPr>
        <p:spPr>
          <a:xfrm>
            <a:off x="5715000" y="5486400"/>
            <a:ext cx="251460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because I didn’t want you to worry. And I thought things wouldn’t turn out like this.</a:t>
            </a:r>
            <a:endParaRPr b="0" lang="en-US" sz="1200" spc="-1" strike="noStrike">
              <a:solidFill>
                <a:srgbClr val="000000"/>
              </a:solidFill>
              <a:latin typeface="Arial"/>
            </a:endParaRPr>
          </a:p>
        </p:txBody>
      </p:sp>
      <p:sp>
        <p:nvSpPr>
          <p:cNvPr id="1511" name=""/>
          <p:cNvSpPr/>
          <p:nvPr/>
        </p:nvSpPr>
        <p:spPr>
          <a:xfrm>
            <a:off x="228600" y="2514600"/>
            <a:ext cx="251460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didn’t want me to worry…? Why did that matter?</a:t>
            </a:r>
            <a:endParaRPr b="0" lang="en-US" sz="1200" spc="-1" strike="noStrike">
              <a:solidFill>
                <a:srgbClr val="000000"/>
              </a:solidFill>
              <a:latin typeface="Arial"/>
            </a:endParaRPr>
          </a:p>
        </p:txBody>
      </p:sp>
      <p:sp>
        <p:nvSpPr>
          <p:cNvPr id="1512" name=""/>
          <p:cNvSpPr/>
          <p:nvPr/>
        </p:nvSpPr>
        <p:spPr>
          <a:xfrm>
            <a:off x="5638680" y="548640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well… I don’t know. I just wasn’t thinking.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Sorry…</a:t>
            </a:r>
            <a:endParaRPr b="0" lang="en-US" sz="1200" spc="-1" strike="noStrike">
              <a:solidFill>
                <a:srgbClr val="000000"/>
              </a:solidFill>
              <a:latin typeface="Arial"/>
            </a:endParaRPr>
          </a:p>
        </p:txBody>
      </p:sp>
      <p:sp>
        <p:nvSpPr>
          <p:cNvPr id="1513" name=""/>
          <p:cNvSpPr/>
          <p:nvPr/>
        </p:nvSpPr>
        <p:spPr>
          <a:xfrm>
            <a:off x="228600" y="251460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allright… I don’t really care.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And you can stay, if you really want. You’re always welcome.</a:t>
            </a:r>
            <a:endParaRPr b="0" lang="en-US" sz="1200" spc="-1" strike="noStrike">
              <a:solidFill>
                <a:srgbClr val="000000"/>
              </a:solidFill>
              <a:latin typeface="Arial"/>
            </a:endParaRPr>
          </a:p>
        </p:txBody>
      </p:sp>
      <p:sp>
        <p:nvSpPr>
          <p:cNvPr id="1514" name=""/>
          <p:cNvSpPr/>
          <p:nvPr/>
        </p:nvSpPr>
        <p:spPr>
          <a:xfrm>
            <a:off x="5638680" y="5486400"/>
            <a:ext cx="251460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Really?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Thanks.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515" name=""/>
          <p:cNvSpPr/>
          <p:nvPr/>
        </p:nvSpPr>
        <p:spPr>
          <a:xfrm>
            <a:off x="228600" y="2514600"/>
            <a:ext cx="251460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Here, sit down.</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516" name=""/>
          <p:cNvSpPr/>
          <p:nvPr/>
        </p:nvSpPr>
        <p:spPr>
          <a:xfrm>
            <a:off x="-1219320" y="3962520"/>
            <a:ext cx="838440" cy="6858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070" dur="indefinite" restart="never" nodeType="tmRoot">
          <p:childTnLst>
            <p:seq>
              <p:cTn id="4071" dur="indefinite" nodeType="mainSeq">
                <p:childTnLst>
                  <p:par>
                    <p:cTn id="4072" fill="hold">
                      <p:stCondLst>
                        <p:cond delay="0"/>
                      </p:stCondLst>
                      <p:childTnLst>
                        <p:par>
                          <p:cTn id="4073" fill="hold">
                            <p:stCondLst>
                              <p:cond delay="0"/>
                            </p:stCondLst>
                            <p:childTnLst>
                              <p:par>
                                <p:cTn id="4074" nodeType="afterEffect" fill="hold" presetClass="entr" presetID="27">
                                  <p:stCondLst>
                                    <p:cond delay="1000"/>
                                  </p:stCondLst>
                                  <p:iterate type="lt">
                                    <p:tmAbs val="40"/>
                                  </p:iterate>
                                  <p:childTnLst>
                                    <p:set>
                                      <p:cBhvr>
                                        <p:cTn id="4075" dur="1" fill="hold">
                                          <p:stCondLst>
                                            <p:cond delay="0"/>
                                          </p:stCondLst>
                                        </p:cTn>
                                        <p:tgtEl>
                                          <p:spTgt spid="1502"/>
                                        </p:tgtEl>
                                        <p:attrNameLst>
                                          <p:attrName>style.visibility</p:attrName>
                                        </p:attrNameLst>
                                      </p:cBhvr>
                                      <p:to>
                                        <p:strVal val="visible"/>
                                      </p:to>
                                    </p:set>
                                    <p:anim calcmode="discrete" valueType="clr">
                                      <p:cBhvr additive="repl">
                                        <p:cTn id="4076" dur="80"/>
                                        <p:tgtEl>
                                          <p:spTgt spid="1502"/>
                                        </p:tgtEl>
                                        <p:attrNameLst>
                                          <p:attrName>style.color</p:attrName>
                                        </p:attrNameLst>
                                      </p:cBhvr>
                                      <p:tavLst>
                                        <p:tav tm="0">
                                          <p:val>
                                            <p:strVal val="rgb(-103,51,51)"/>
                                          </p:val>
                                        </p:tav>
                                        <p:tav tm="50000">
                                          <p:val>
                                            <p:strVal val="rgb(-103,-103,0)"/>
                                          </p:val>
                                        </p:tav>
                                      </p:tavLst>
                                    </p:anim>
                                    <p:anim calcmode="discrete" valueType="clr">
                                      <p:cBhvr additive="repl">
                                        <p:cTn id="4077" dur="80"/>
                                        <p:tgtEl>
                                          <p:spTgt spid="1502"/>
                                        </p:tgtEl>
                                        <p:attrNameLst>
                                          <p:attrName>fillcolor</p:attrName>
                                        </p:attrNameLst>
                                      </p:cBhvr>
                                      <p:tavLst>
                                        <p:tav tm="0">
                                          <p:val>
                                            <p:strVal val="rgb(-103,51,51)"/>
                                          </p:val>
                                        </p:tav>
                                        <p:tav tm="50000">
                                          <p:val>
                                            <p:strVal val="rgb(-103,-103,0)"/>
                                          </p:val>
                                        </p:tav>
                                      </p:tavLst>
                                    </p:anim>
                                    <p:set>
                                      <p:cBhvr>
                                        <p:cTn id="4078" dur="80"/>
                                        <p:tgtEl>
                                          <p:spTgt spid="1502"/>
                                        </p:tgtEl>
                                        <p:attrNameLst>
                                          <p:attrName>fill.type</p:attrName>
                                        </p:attrNameLst>
                                      </p:cBhvr>
                                      <p:to>
                                        <p:strVal val="solid"/>
                                      </p:to>
                                    </p:set>
                                  </p:childTnLst>
                                </p:cTn>
                              </p:par>
                            </p:childTnLst>
                          </p:cTn>
                        </p:par>
                        <p:par>
                          <p:cTn id="4079" fill="hold">
                            <p:stCondLst>
                              <p:cond delay="3560"/>
                            </p:stCondLst>
                            <p:childTnLst>
                              <p:par>
                                <p:cTn id="4080" nodeType="afterEffect" fill="hold" presetClass="entr" presetID="27">
                                  <p:stCondLst>
                                    <p:cond delay="1500"/>
                                  </p:stCondLst>
                                  <p:iterate type="lt">
                                    <p:tmAbs val="40"/>
                                  </p:iterate>
                                  <p:childTnLst>
                                    <p:set>
                                      <p:cBhvr>
                                        <p:cTn id="4081" dur="1" fill="hold">
                                          <p:stCondLst>
                                            <p:cond delay="0"/>
                                          </p:stCondLst>
                                        </p:cTn>
                                        <p:tgtEl>
                                          <p:spTgt spid="1503"/>
                                        </p:tgtEl>
                                        <p:attrNameLst>
                                          <p:attrName>style.visibility</p:attrName>
                                        </p:attrNameLst>
                                      </p:cBhvr>
                                      <p:to>
                                        <p:strVal val="visible"/>
                                      </p:to>
                                    </p:set>
                                    <p:anim calcmode="discrete" valueType="clr">
                                      <p:cBhvr additive="repl">
                                        <p:cTn id="4082" dur="80"/>
                                        <p:tgtEl>
                                          <p:spTgt spid="1503"/>
                                        </p:tgtEl>
                                        <p:attrNameLst>
                                          <p:attrName>style.color</p:attrName>
                                        </p:attrNameLst>
                                      </p:cBhvr>
                                      <p:tavLst>
                                        <p:tav tm="0">
                                          <p:val>
                                            <p:strVal val="rgb(-103,51,51)"/>
                                          </p:val>
                                        </p:tav>
                                        <p:tav tm="50000">
                                          <p:val>
                                            <p:strVal val="rgb(-103,-103,0)"/>
                                          </p:val>
                                        </p:tav>
                                      </p:tavLst>
                                    </p:anim>
                                    <p:anim calcmode="discrete" valueType="clr">
                                      <p:cBhvr additive="repl">
                                        <p:cTn id="4083" dur="80"/>
                                        <p:tgtEl>
                                          <p:spTgt spid="1503"/>
                                        </p:tgtEl>
                                        <p:attrNameLst>
                                          <p:attrName>fillcolor</p:attrName>
                                        </p:attrNameLst>
                                      </p:cBhvr>
                                      <p:tavLst>
                                        <p:tav tm="0">
                                          <p:val>
                                            <p:strVal val="rgb(-103,51,51)"/>
                                          </p:val>
                                        </p:tav>
                                        <p:tav tm="50000">
                                          <p:val>
                                            <p:strVal val="rgb(-103,-103,0)"/>
                                          </p:val>
                                        </p:tav>
                                      </p:tavLst>
                                    </p:anim>
                                    <p:set>
                                      <p:cBhvr>
                                        <p:cTn id="4084" dur="80"/>
                                        <p:tgtEl>
                                          <p:spTgt spid="1503"/>
                                        </p:tgtEl>
                                        <p:attrNameLst>
                                          <p:attrName>fill.type</p:attrName>
                                        </p:attrNameLst>
                                      </p:cBhvr>
                                      <p:to>
                                        <p:strVal val="solid"/>
                                      </p:to>
                                    </p:set>
                                  </p:childTnLst>
                                </p:cTn>
                              </p:par>
                            </p:childTnLst>
                          </p:cTn>
                        </p:par>
                        <p:par>
                          <p:cTn id="4085" fill="hold">
                            <p:stCondLst>
                              <p:cond delay="7420"/>
                            </p:stCondLst>
                            <p:childTnLst>
                              <p:par>
                                <p:cTn id="4086" nodeType="afterEffect" fill="hold" presetClass="entr" presetID="27">
                                  <p:stCondLst>
                                    <p:cond delay="1500"/>
                                  </p:stCondLst>
                                  <p:iterate type="lt">
                                    <p:tmAbs val="40"/>
                                  </p:iterate>
                                  <p:childTnLst>
                                    <p:set>
                                      <p:cBhvr>
                                        <p:cTn id="4087" dur="1" fill="hold">
                                          <p:stCondLst>
                                            <p:cond delay="0"/>
                                          </p:stCondLst>
                                        </p:cTn>
                                        <p:tgtEl>
                                          <p:spTgt spid="1504"/>
                                        </p:tgtEl>
                                        <p:attrNameLst>
                                          <p:attrName>style.visibility</p:attrName>
                                        </p:attrNameLst>
                                      </p:cBhvr>
                                      <p:to>
                                        <p:strVal val="visible"/>
                                      </p:to>
                                    </p:set>
                                    <p:anim calcmode="discrete" valueType="clr">
                                      <p:cBhvr additive="repl">
                                        <p:cTn id="4088" dur="80"/>
                                        <p:tgtEl>
                                          <p:spTgt spid="1504"/>
                                        </p:tgtEl>
                                        <p:attrNameLst>
                                          <p:attrName>style.color</p:attrName>
                                        </p:attrNameLst>
                                      </p:cBhvr>
                                      <p:tavLst>
                                        <p:tav tm="0">
                                          <p:val>
                                            <p:strVal val="rgb(-103,51,51)"/>
                                          </p:val>
                                        </p:tav>
                                        <p:tav tm="50000">
                                          <p:val>
                                            <p:strVal val="rgb(-103,-103,0)"/>
                                          </p:val>
                                        </p:tav>
                                      </p:tavLst>
                                    </p:anim>
                                    <p:anim calcmode="discrete" valueType="clr">
                                      <p:cBhvr additive="repl">
                                        <p:cTn id="4089" dur="80"/>
                                        <p:tgtEl>
                                          <p:spTgt spid="1504"/>
                                        </p:tgtEl>
                                        <p:attrNameLst>
                                          <p:attrName>fillcolor</p:attrName>
                                        </p:attrNameLst>
                                      </p:cBhvr>
                                      <p:tavLst>
                                        <p:tav tm="0">
                                          <p:val>
                                            <p:strVal val="rgb(-103,51,51)"/>
                                          </p:val>
                                        </p:tav>
                                        <p:tav tm="50000">
                                          <p:val>
                                            <p:strVal val="rgb(-103,-103,0)"/>
                                          </p:val>
                                        </p:tav>
                                      </p:tavLst>
                                    </p:anim>
                                    <p:set>
                                      <p:cBhvr>
                                        <p:cTn id="4090" dur="80"/>
                                        <p:tgtEl>
                                          <p:spTgt spid="1504"/>
                                        </p:tgtEl>
                                        <p:attrNameLst>
                                          <p:attrName>fill.type</p:attrName>
                                        </p:attrNameLst>
                                      </p:cBhvr>
                                      <p:to>
                                        <p:strVal val="solid"/>
                                      </p:to>
                                    </p:set>
                                  </p:childTnLst>
                                </p:cTn>
                              </p:par>
                            </p:childTnLst>
                          </p:cTn>
                        </p:par>
                        <p:par>
                          <p:cTn id="4091" fill="hold">
                            <p:stCondLst>
                              <p:cond delay="10680"/>
                            </p:stCondLst>
                            <p:childTnLst>
                              <p:par>
                                <p:cTn id="4092" nodeType="afterEffect" fill="hold" presetClass="entr" presetID="27">
                                  <p:stCondLst>
                                    <p:cond delay="1500"/>
                                  </p:stCondLst>
                                  <p:iterate type="lt">
                                    <p:tmAbs val="40"/>
                                  </p:iterate>
                                  <p:childTnLst>
                                    <p:set>
                                      <p:cBhvr>
                                        <p:cTn id="4093" dur="1" fill="hold">
                                          <p:stCondLst>
                                            <p:cond delay="0"/>
                                          </p:stCondLst>
                                        </p:cTn>
                                        <p:tgtEl>
                                          <p:spTgt spid="1505"/>
                                        </p:tgtEl>
                                        <p:attrNameLst>
                                          <p:attrName>style.visibility</p:attrName>
                                        </p:attrNameLst>
                                      </p:cBhvr>
                                      <p:to>
                                        <p:strVal val="visible"/>
                                      </p:to>
                                    </p:set>
                                    <p:anim calcmode="discrete" valueType="clr">
                                      <p:cBhvr additive="repl">
                                        <p:cTn id="4094" dur="80"/>
                                        <p:tgtEl>
                                          <p:spTgt spid="1505"/>
                                        </p:tgtEl>
                                        <p:attrNameLst>
                                          <p:attrName>style.color</p:attrName>
                                        </p:attrNameLst>
                                      </p:cBhvr>
                                      <p:tavLst>
                                        <p:tav tm="0">
                                          <p:val>
                                            <p:strVal val="rgb(-103,51,51)"/>
                                          </p:val>
                                        </p:tav>
                                        <p:tav tm="50000">
                                          <p:val>
                                            <p:strVal val="rgb(-103,-103,0)"/>
                                          </p:val>
                                        </p:tav>
                                      </p:tavLst>
                                    </p:anim>
                                    <p:anim calcmode="discrete" valueType="clr">
                                      <p:cBhvr additive="repl">
                                        <p:cTn id="4095" dur="80"/>
                                        <p:tgtEl>
                                          <p:spTgt spid="1505"/>
                                        </p:tgtEl>
                                        <p:attrNameLst>
                                          <p:attrName>fillcolor</p:attrName>
                                        </p:attrNameLst>
                                      </p:cBhvr>
                                      <p:tavLst>
                                        <p:tav tm="0">
                                          <p:val>
                                            <p:strVal val="rgb(-103,51,51)"/>
                                          </p:val>
                                        </p:tav>
                                        <p:tav tm="50000">
                                          <p:val>
                                            <p:strVal val="rgb(-103,-103,0)"/>
                                          </p:val>
                                        </p:tav>
                                      </p:tavLst>
                                    </p:anim>
                                    <p:set>
                                      <p:cBhvr>
                                        <p:cTn id="4096" dur="80"/>
                                        <p:tgtEl>
                                          <p:spTgt spid="1505"/>
                                        </p:tgtEl>
                                        <p:attrNameLst>
                                          <p:attrName>fill.type</p:attrName>
                                        </p:attrNameLst>
                                      </p:cBhvr>
                                      <p:to>
                                        <p:strVal val="solid"/>
                                      </p:to>
                                    </p:set>
                                  </p:childTnLst>
                                </p:cTn>
                              </p:par>
                            </p:childTnLst>
                          </p:cTn>
                        </p:par>
                        <p:par>
                          <p:cTn id="4097" fill="hold">
                            <p:stCondLst>
                              <p:cond delay="15780"/>
                            </p:stCondLst>
                            <p:childTnLst>
                              <p:par>
                                <p:cTn id="4098" nodeType="afterEffect" fill="hold" presetClass="entr" presetID="27">
                                  <p:stCondLst>
                                    <p:cond delay="1500"/>
                                  </p:stCondLst>
                                  <p:iterate type="lt">
                                    <p:tmAbs val="40"/>
                                  </p:iterate>
                                  <p:childTnLst>
                                    <p:set>
                                      <p:cBhvr>
                                        <p:cTn id="4099" dur="1" fill="hold">
                                          <p:stCondLst>
                                            <p:cond delay="0"/>
                                          </p:stCondLst>
                                        </p:cTn>
                                        <p:tgtEl>
                                          <p:spTgt spid="1506"/>
                                        </p:tgtEl>
                                        <p:attrNameLst>
                                          <p:attrName>style.visibility</p:attrName>
                                        </p:attrNameLst>
                                      </p:cBhvr>
                                      <p:to>
                                        <p:strVal val="visible"/>
                                      </p:to>
                                    </p:set>
                                    <p:anim calcmode="discrete" valueType="clr">
                                      <p:cBhvr additive="repl">
                                        <p:cTn id="4100" dur="80"/>
                                        <p:tgtEl>
                                          <p:spTgt spid="1506"/>
                                        </p:tgtEl>
                                        <p:attrNameLst>
                                          <p:attrName>style.color</p:attrName>
                                        </p:attrNameLst>
                                      </p:cBhvr>
                                      <p:tavLst>
                                        <p:tav tm="0">
                                          <p:val>
                                            <p:strVal val="rgb(-103,51,51)"/>
                                          </p:val>
                                        </p:tav>
                                        <p:tav tm="50000">
                                          <p:val>
                                            <p:strVal val="rgb(-103,-103,0)"/>
                                          </p:val>
                                        </p:tav>
                                      </p:tavLst>
                                    </p:anim>
                                    <p:anim calcmode="discrete" valueType="clr">
                                      <p:cBhvr additive="repl">
                                        <p:cTn id="4101" dur="80"/>
                                        <p:tgtEl>
                                          <p:spTgt spid="1506"/>
                                        </p:tgtEl>
                                        <p:attrNameLst>
                                          <p:attrName>fillcolor</p:attrName>
                                        </p:attrNameLst>
                                      </p:cBhvr>
                                      <p:tavLst>
                                        <p:tav tm="0">
                                          <p:val>
                                            <p:strVal val="rgb(-103,51,51)"/>
                                          </p:val>
                                        </p:tav>
                                        <p:tav tm="50000">
                                          <p:val>
                                            <p:strVal val="rgb(-103,-103,0)"/>
                                          </p:val>
                                        </p:tav>
                                      </p:tavLst>
                                    </p:anim>
                                    <p:set>
                                      <p:cBhvr>
                                        <p:cTn id="4102" dur="80"/>
                                        <p:tgtEl>
                                          <p:spTgt spid="1506"/>
                                        </p:tgtEl>
                                        <p:attrNameLst>
                                          <p:attrName>fill.type</p:attrName>
                                        </p:attrNameLst>
                                      </p:cBhvr>
                                      <p:to>
                                        <p:strVal val="solid"/>
                                      </p:to>
                                    </p:set>
                                  </p:childTnLst>
                                </p:cTn>
                              </p:par>
                            </p:childTnLst>
                          </p:cTn>
                        </p:par>
                        <p:par>
                          <p:cTn id="4103" fill="hold">
                            <p:stCondLst>
                              <p:cond delay="20160"/>
                            </p:stCondLst>
                            <p:childTnLst>
                              <p:par>
                                <p:cTn id="4104" nodeType="afterEffect" fill="hold" presetClass="entr" presetID="27">
                                  <p:stCondLst>
                                    <p:cond delay="1500"/>
                                  </p:stCondLst>
                                  <p:iterate type="lt">
                                    <p:tmAbs val="40"/>
                                  </p:iterate>
                                  <p:childTnLst>
                                    <p:set>
                                      <p:cBhvr>
                                        <p:cTn id="4105" dur="1" fill="hold">
                                          <p:stCondLst>
                                            <p:cond delay="0"/>
                                          </p:stCondLst>
                                        </p:cTn>
                                        <p:tgtEl>
                                          <p:spTgt spid="1507"/>
                                        </p:tgtEl>
                                        <p:attrNameLst>
                                          <p:attrName>style.visibility</p:attrName>
                                        </p:attrNameLst>
                                      </p:cBhvr>
                                      <p:to>
                                        <p:strVal val="visible"/>
                                      </p:to>
                                    </p:set>
                                    <p:anim calcmode="discrete" valueType="clr">
                                      <p:cBhvr additive="repl">
                                        <p:cTn id="4106" dur="80"/>
                                        <p:tgtEl>
                                          <p:spTgt spid="1507"/>
                                        </p:tgtEl>
                                        <p:attrNameLst>
                                          <p:attrName>style.color</p:attrName>
                                        </p:attrNameLst>
                                      </p:cBhvr>
                                      <p:tavLst>
                                        <p:tav tm="0">
                                          <p:val>
                                            <p:strVal val="rgb(-103,51,51)"/>
                                          </p:val>
                                        </p:tav>
                                        <p:tav tm="50000">
                                          <p:val>
                                            <p:strVal val="rgb(-103,-103,0)"/>
                                          </p:val>
                                        </p:tav>
                                      </p:tavLst>
                                    </p:anim>
                                    <p:anim calcmode="discrete" valueType="clr">
                                      <p:cBhvr additive="repl">
                                        <p:cTn id="4107" dur="80"/>
                                        <p:tgtEl>
                                          <p:spTgt spid="1507"/>
                                        </p:tgtEl>
                                        <p:attrNameLst>
                                          <p:attrName>fillcolor</p:attrName>
                                        </p:attrNameLst>
                                      </p:cBhvr>
                                      <p:tavLst>
                                        <p:tav tm="0">
                                          <p:val>
                                            <p:strVal val="rgb(-103,51,51)"/>
                                          </p:val>
                                        </p:tav>
                                        <p:tav tm="50000">
                                          <p:val>
                                            <p:strVal val="rgb(-103,-103,0)"/>
                                          </p:val>
                                        </p:tav>
                                      </p:tavLst>
                                    </p:anim>
                                    <p:set>
                                      <p:cBhvr>
                                        <p:cTn id="4108" dur="80"/>
                                        <p:tgtEl>
                                          <p:spTgt spid="1507"/>
                                        </p:tgtEl>
                                        <p:attrNameLst>
                                          <p:attrName>fill.type</p:attrName>
                                        </p:attrNameLst>
                                      </p:cBhvr>
                                      <p:to>
                                        <p:strVal val="solid"/>
                                      </p:to>
                                    </p:set>
                                  </p:childTnLst>
                                </p:cTn>
                              </p:par>
                            </p:childTnLst>
                          </p:cTn>
                        </p:par>
                        <p:par>
                          <p:cTn id="4109" fill="hold">
                            <p:stCondLst>
                              <p:cond delay="23460"/>
                            </p:stCondLst>
                            <p:childTnLst>
                              <p:par>
                                <p:cTn id="4110" nodeType="afterEffect" fill="hold" presetClass="entr" presetID="27">
                                  <p:stCondLst>
                                    <p:cond delay="1500"/>
                                  </p:stCondLst>
                                  <p:iterate type="lt">
                                    <p:tmAbs val="40"/>
                                  </p:iterate>
                                  <p:childTnLst>
                                    <p:set>
                                      <p:cBhvr>
                                        <p:cTn id="4111" dur="1" fill="hold">
                                          <p:stCondLst>
                                            <p:cond delay="0"/>
                                          </p:stCondLst>
                                        </p:cTn>
                                        <p:tgtEl>
                                          <p:spTgt spid="1508"/>
                                        </p:tgtEl>
                                        <p:attrNameLst>
                                          <p:attrName>style.visibility</p:attrName>
                                        </p:attrNameLst>
                                      </p:cBhvr>
                                      <p:to>
                                        <p:strVal val="visible"/>
                                      </p:to>
                                    </p:set>
                                    <p:anim calcmode="discrete" valueType="clr">
                                      <p:cBhvr additive="repl">
                                        <p:cTn id="4112" dur="80"/>
                                        <p:tgtEl>
                                          <p:spTgt spid="1508"/>
                                        </p:tgtEl>
                                        <p:attrNameLst>
                                          <p:attrName>style.color</p:attrName>
                                        </p:attrNameLst>
                                      </p:cBhvr>
                                      <p:tavLst>
                                        <p:tav tm="0">
                                          <p:val>
                                            <p:strVal val="rgb(-103,51,51)"/>
                                          </p:val>
                                        </p:tav>
                                        <p:tav tm="50000">
                                          <p:val>
                                            <p:strVal val="rgb(-103,-103,0)"/>
                                          </p:val>
                                        </p:tav>
                                      </p:tavLst>
                                    </p:anim>
                                    <p:anim calcmode="discrete" valueType="clr">
                                      <p:cBhvr additive="repl">
                                        <p:cTn id="4113" dur="80"/>
                                        <p:tgtEl>
                                          <p:spTgt spid="1508"/>
                                        </p:tgtEl>
                                        <p:attrNameLst>
                                          <p:attrName>fillcolor</p:attrName>
                                        </p:attrNameLst>
                                      </p:cBhvr>
                                      <p:tavLst>
                                        <p:tav tm="0">
                                          <p:val>
                                            <p:strVal val="rgb(-103,51,51)"/>
                                          </p:val>
                                        </p:tav>
                                        <p:tav tm="50000">
                                          <p:val>
                                            <p:strVal val="rgb(-103,-103,0)"/>
                                          </p:val>
                                        </p:tav>
                                      </p:tavLst>
                                    </p:anim>
                                    <p:set>
                                      <p:cBhvr>
                                        <p:cTn id="4114" dur="80"/>
                                        <p:tgtEl>
                                          <p:spTgt spid="1508"/>
                                        </p:tgtEl>
                                        <p:attrNameLst>
                                          <p:attrName>fill.type</p:attrName>
                                        </p:attrNameLst>
                                      </p:cBhvr>
                                      <p:to>
                                        <p:strVal val="solid"/>
                                      </p:to>
                                    </p:set>
                                  </p:childTnLst>
                                </p:cTn>
                              </p:par>
                            </p:childTnLst>
                          </p:cTn>
                        </p:par>
                        <p:par>
                          <p:cTn id="4115" fill="hold">
                            <p:stCondLst>
                              <p:cond delay="27520"/>
                            </p:stCondLst>
                            <p:childTnLst>
                              <p:par>
                                <p:cTn id="4116" nodeType="afterEffect" fill="hold" presetClass="entr" presetID="27">
                                  <p:stCondLst>
                                    <p:cond delay="1500"/>
                                  </p:stCondLst>
                                  <p:iterate type="lt">
                                    <p:tmAbs val="40"/>
                                  </p:iterate>
                                  <p:childTnLst>
                                    <p:set>
                                      <p:cBhvr>
                                        <p:cTn id="4117" dur="1" fill="hold">
                                          <p:stCondLst>
                                            <p:cond delay="0"/>
                                          </p:stCondLst>
                                        </p:cTn>
                                        <p:tgtEl>
                                          <p:spTgt spid="1509"/>
                                        </p:tgtEl>
                                        <p:attrNameLst>
                                          <p:attrName>style.visibility</p:attrName>
                                        </p:attrNameLst>
                                      </p:cBhvr>
                                      <p:to>
                                        <p:strVal val="visible"/>
                                      </p:to>
                                    </p:set>
                                    <p:anim calcmode="discrete" valueType="clr">
                                      <p:cBhvr additive="repl">
                                        <p:cTn id="4118" dur="80"/>
                                        <p:tgtEl>
                                          <p:spTgt spid="1509"/>
                                        </p:tgtEl>
                                        <p:attrNameLst>
                                          <p:attrName>style.color</p:attrName>
                                        </p:attrNameLst>
                                      </p:cBhvr>
                                      <p:tavLst>
                                        <p:tav tm="0">
                                          <p:val>
                                            <p:strVal val="rgb(-103,51,51)"/>
                                          </p:val>
                                        </p:tav>
                                        <p:tav tm="50000">
                                          <p:val>
                                            <p:strVal val="rgb(-103,-103,0)"/>
                                          </p:val>
                                        </p:tav>
                                      </p:tavLst>
                                    </p:anim>
                                    <p:anim calcmode="discrete" valueType="clr">
                                      <p:cBhvr additive="repl">
                                        <p:cTn id="4119" dur="80"/>
                                        <p:tgtEl>
                                          <p:spTgt spid="1509"/>
                                        </p:tgtEl>
                                        <p:attrNameLst>
                                          <p:attrName>fillcolor</p:attrName>
                                        </p:attrNameLst>
                                      </p:cBhvr>
                                      <p:tavLst>
                                        <p:tav tm="0">
                                          <p:val>
                                            <p:strVal val="rgb(-103,51,51)"/>
                                          </p:val>
                                        </p:tav>
                                        <p:tav tm="50000">
                                          <p:val>
                                            <p:strVal val="rgb(-103,-103,0)"/>
                                          </p:val>
                                        </p:tav>
                                      </p:tavLst>
                                    </p:anim>
                                    <p:set>
                                      <p:cBhvr>
                                        <p:cTn id="4120" dur="80"/>
                                        <p:tgtEl>
                                          <p:spTgt spid="1509"/>
                                        </p:tgtEl>
                                        <p:attrNameLst>
                                          <p:attrName>fill.type</p:attrName>
                                        </p:attrNameLst>
                                      </p:cBhvr>
                                      <p:to>
                                        <p:strVal val="solid"/>
                                      </p:to>
                                    </p:set>
                                  </p:childTnLst>
                                </p:cTn>
                              </p:par>
                            </p:childTnLst>
                          </p:cTn>
                        </p:par>
                        <p:par>
                          <p:cTn id="4121" fill="hold">
                            <p:stCondLst>
                              <p:cond delay="30260"/>
                            </p:stCondLst>
                            <p:childTnLst>
                              <p:par>
                                <p:cTn id="4122" nodeType="afterEffect" fill="hold" presetClass="entr" presetID="27">
                                  <p:stCondLst>
                                    <p:cond delay="1500"/>
                                  </p:stCondLst>
                                  <p:iterate type="lt">
                                    <p:tmAbs val="40"/>
                                  </p:iterate>
                                  <p:childTnLst>
                                    <p:set>
                                      <p:cBhvr>
                                        <p:cTn id="4123" dur="1" fill="hold">
                                          <p:stCondLst>
                                            <p:cond delay="0"/>
                                          </p:stCondLst>
                                        </p:cTn>
                                        <p:tgtEl>
                                          <p:spTgt spid="1510"/>
                                        </p:tgtEl>
                                        <p:attrNameLst>
                                          <p:attrName>style.visibility</p:attrName>
                                        </p:attrNameLst>
                                      </p:cBhvr>
                                      <p:to>
                                        <p:strVal val="visible"/>
                                      </p:to>
                                    </p:set>
                                    <p:anim calcmode="discrete" valueType="clr">
                                      <p:cBhvr additive="repl">
                                        <p:cTn id="4124" dur="80"/>
                                        <p:tgtEl>
                                          <p:spTgt spid="1510"/>
                                        </p:tgtEl>
                                        <p:attrNameLst>
                                          <p:attrName>style.color</p:attrName>
                                        </p:attrNameLst>
                                      </p:cBhvr>
                                      <p:tavLst>
                                        <p:tav tm="0">
                                          <p:val>
                                            <p:strVal val="rgb(-103,51,51)"/>
                                          </p:val>
                                        </p:tav>
                                        <p:tav tm="50000">
                                          <p:val>
                                            <p:strVal val="rgb(-103,-103,0)"/>
                                          </p:val>
                                        </p:tav>
                                      </p:tavLst>
                                    </p:anim>
                                    <p:anim calcmode="discrete" valueType="clr">
                                      <p:cBhvr additive="repl">
                                        <p:cTn id="4125" dur="80"/>
                                        <p:tgtEl>
                                          <p:spTgt spid="1510"/>
                                        </p:tgtEl>
                                        <p:attrNameLst>
                                          <p:attrName>fillcolor</p:attrName>
                                        </p:attrNameLst>
                                      </p:cBhvr>
                                      <p:tavLst>
                                        <p:tav tm="0">
                                          <p:val>
                                            <p:strVal val="rgb(-103,51,51)"/>
                                          </p:val>
                                        </p:tav>
                                        <p:tav tm="50000">
                                          <p:val>
                                            <p:strVal val="rgb(-103,-103,0)"/>
                                          </p:val>
                                        </p:tav>
                                      </p:tavLst>
                                    </p:anim>
                                    <p:set>
                                      <p:cBhvr>
                                        <p:cTn id="4126" dur="80"/>
                                        <p:tgtEl>
                                          <p:spTgt spid="1510"/>
                                        </p:tgtEl>
                                        <p:attrNameLst>
                                          <p:attrName>fill.type</p:attrName>
                                        </p:attrNameLst>
                                      </p:cBhvr>
                                      <p:to>
                                        <p:strVal val="solid"/>
                                      </p:to>
                                    </p:set>
                                  </p:childTnLst>
                                </p:cTn>
                              </p:par>
                            </p:childTnLst>
                          </p:cTn>
                        </p:par>
                        <p:par>
                          <p:cTn id="4127" fill="hold">
                            <p:stCondLst>
                              <p:cond delay="34800"/>
                            </p:stCondLst>
                            <p:childTnLst>
                              <p:par>
                                <p:cTn id="4128" nodeType="afterEffect" fill="hold" presetClass="entr" presetID="27">
                                  <p:stCondLst>
                                    <p:cond delay="1500"/>
                                  </p:stCondLst>
                                  <p:iterate type="lt">
                                    <p:tmAbs val="40"/>
                                  </p:iterate>
                                  <p:childTnLst>
                                    <p:set>
                                      <p:cBhvr>
                                        <p:cTn id="4129" dur="1" fill="hold">
                                          <p:stCondLst>
                                            <p:cond delay="0"/>
                                          </p:stCondLst>
                                        </p:cTn>
                                        <p:tgtEl>
                                          <p:spTgt spid="1511"/>
                                        </p:tgtEl>
                                        <p:attrNameLst>
                                          <p:attrName>style.visibility</p:attrName>
                                        </p:attrNameLst>
                                      </p:cBhvr>
                                      <p:to>
                                        <p:strVal val="visible"/>
                                      </p:to>
                                    </p:set>
                                    <p:anim calcmode="discrete" valueType="clr">
                                      <p:cBhvr additive="repl">
                                        <p:cTn id="4130" dur="80"/>
                                        <p:tgtEl>
                                          <p:spTgt spid="1511"/>
                                        </p:tgtEl>
                                        <p:attrNameLst>
                                          <p:attrName>style.color</p:attrName>
                                        </p:attrNameLst>
                                      </p:cBhvr>
                                      <p:tavLst>
                                        <p:tav tm="0">
                                          <p:val>
                                            <p:strVal val="rgb(-103,51,51)"/>
                                          </p:val>
                                        </p:tav>
                                        <p:tav tm="50000">
                                          <p:val>
                                            <p:strVal val="rgb(-103,-103,0)"/>
                                          </p:val>
                                        </p:tav>
                                      </p:tavLst>
                                    </p:anim>
                                    <p:anim calcmode="discrete" valueType="clr">
                                      <p:cBhvr additive="repl">
                                        <p:cTn id="4131" dur="80"/>
                                        <p:tgtEl>
                                          <p:spTgt spid="1511"/>
                                        </p:tgtEl>
                                        <p:attrNameLst>
                                          <p:attrName>fillcolor</p:attrName>
                                        </p:attrNameLst>
                                      </p:cBhvr>
                                      <p:tavLst>
                                        <p:tav tm="0">
                                          <p:val>
                                            <p:strVal val="rgb(-103,51,51)"/>
                                          </p:val>
                                        </p:tav>
                                        <p:tav tm="50000">
                                          <p:val>
                                            <p:strVal val="rgb(-103,-103,0)"/>
                                          </p:val>
                                        </p:tav>
                                      </p:tavLst>
                                    </p:anim>
                                    <p:set>
                                      <p:cBhvr>
                                        <p:cTn id="4132" dur="80"/>
                                        <p:tgtEl>
                                          <p:spTgt spid="1511"/>
                                        </p:tgtEl>
                                        <p:attrNameLst>
                                          <p:attrName>fill.type</p:attrName>
                                        </p:attrNameLst>
                                      </p:cBhvr>
                                      <p:to>
                                        <p:strVal val="solid"/>
                                      </p:to>
                                    </p:set>
                                  </p:childTnLst>
                                </p:cTn>
                              </p:par>
                            </p:childTnLst>
                          </p:cTn>
                        </p:par>
                        <p:par>
                          <p:cTn id="4133" fill="hold">
                            <p:stCondLst>
                              <p:cond delay="37980"/>
                            </p:stCondLst>
                            <p:childTnLst>
                              <p:par>
                                <p:cTn id="4134" nodeType="afterEffect" fill="hold" presetClass="entr" presetID="27">
                                  <p:stCondLst>
                                    <p:cond delay="1500"/>
                                  </p:stCondLst>
                                  <p:iterate type="lt">
                                    <p:tmAbs val="40"/>
                                  </p:iterate>
                                  <p:childTnLst>
                                    <p:set>
                                      <p:cBhvr>
                                        <p:cTn id="4135" dur="1" fill="hold">
                                          <p:stCondLst>
                                            <p:cond delay="0"/>
                                          </p:stCondLst>
                                        </p:cTn>
                                        <p:tgtEl>
                                          <p:spTgt spid="1512"/>
                                        </p:tgtEl>
                                        <p:attrNameLst>
                                          <p:attrName>style.visibility</p:attrName>
                                        </p:attrNameLst>
                                      </p:cBhvr>
                                      <p:to>
                                        <p:strVal val="visible"/>
                                      </p:to>
                                    </p:set>
                                    <p:anim calcmode="discrete" valueType="clr">
                                      <p:cBhvr additive="repl">
                                        <p:cTn id="4136" dur="80"/>
                                        <p:tgtEl>
                                          <p:spTgt spid="1512"/>
                                        </p:tgtEl>
                                        <p:attrNameLst>
                                          <p:attrName>style.color</p:attrName>
                                        </p:attrNameLst>
                                      </p:cBhvr>
                                      <p:tavLst>
                                        <p:tav tm="0">
                                          <p:val>
                                            <p:strVal val="rgb(-103,51,51)"/>
                                          </p:val>
                                        </p:tav>
                                        <p:tav tm="50000">
                                          <p:val>
                                            <p:strVal val="rgb(-103,-103,0)"/>
                                          </p:val>
                                        </p:tav>
                                      </p:tavLst>
                                    </p:anim>
                                    <p:anim calcmode="discrete" valueType="clr">
                                      <p:cBhvr additive="repl">
                                        <p:cTn id="4137" dur="80"/>
                                        <p:tgtEl>
                                          <p:spTgt spid="1512"/>
                                        </p:tgtEl>
                                        <p:attrNameLst>
                                          <p:attrName>fillcolor</p:attrName>
                                        </p:attrNameLst>
                                      </p:cBhvr>
                                      <p:tavLst>
                                        <p:tav tm="0">
                                          <p:val>
                                            <p:strVal val="rgb(-103,51,51)"/>
                                          </p:val>
                                        </p:tav>
                                        <p:tav tm="50000">
                                          <p:val>
                                            <p:strVal val="rgb(-103,-103,0)"/>
                                          </p:val>
                                        </p:tav>
                                      </p:tavLst>
                                    </p:anim>
                                    <p:set>
                                      <p:cBhvr>
                                        <p:cTn id="4138" dur="80"/>
                                        <p:tgtEl>
                                          <p:spTgt spid="1512"/>
                                        </p:tgtEl>
                                        <p:attrNameLst>
                                          <p:attrName>fill.type</p:attrName>
                                        </p:attrNameLst>
                                      </p:cBhvr>
                                      <p:to>
                                        <p:strVal val="solid"/>
                                      </p:to>
                                    </p:set>
                                  </p:childTnLst>
                                </p:cTn>
                              </p:par>
                            </p:childTnLst>
                          </p:cTn>
                        </p:par>
                        <p:par>
                          <p:cTn id="4139" fill="hold">
                            <p:stCondLst>
                              <p:cond delay="41280"/>
                            </p:stCondLst>
                            <p:childTnLst>
                              <p:par>
                                <p:cTn id="4140" nodeType="afterEffect" fill="hold" presetClass="entr" presetID="27">
                                  <p:stCondLst>
                                    <p:cond delay="1500"/>
                                  </p:stCondLst>
                                  <p:iterate type="lt">
                                    <p:tmAbs val="40"/>
                                  </p:iterate>
                                  <p:childTnLst>
                                    <p:set>
                                      <p:cBhvr>
                                        <p:cTn id="4141" dur="1" fill="hold">
                                          <p:stCondLst>
                                            <p:cond delay="0"/>
                                          </p:stCondLst>
                                        </p:cTn>
                                        <p:tgtEl>
                                          <p:spTgt spid="1513"/>
                                        </p:tgtEl>
                                        <p:attrNameLst>
                                          <p:attrName>style.visibility</p:attrName>
                                        </p:attrNameLst>
                                      </p:cBhvr>
                                      <p:to>
                                        <p:strVal val="visible"/>
                                      </p:to>
                                    </p:set>
                                    <p:anim calcmode="discrete" valueType="clr">
                                      <p:cBhvr additive="repl">
                                        <p:cTn id="4142" dur="80"/>
                                        <p:tgtEl>
                                          <p:spTgt spid="1513"/>
                                        </p:tgtEl>
                                        <p:attrNameLst>
                                          <p:attrName>style.color</p:attrName>
                                        </p:attrNameLst>
                                      </p:cBhvr>
                                      <p:tavLst>
                                        <p:tav tm="0">
                                          <p:val>
                                            <p:strVal val="rgb(-103,51,51)"/>
                                          </p:val>
                                        </p:tav>
                                        <p:tav tm="50000">
                                          <p:val>
                                            <p:strVal val="rgb(-103,-103,0)"/>
                                          </p:val>
                                        </p:tav>
                                      </p:tavLst>
                                    </p:anim>
                                    <p:anim calcmode="discrete" valueType="clr">
                                      <p:cBhvr additive="repl">
                                        <p:cTn id="4143" dur="80"/>
                                        <p:tgtEl>
                                          <p:spTgt spid="1513"/>
                                        </p:tgtEl>
                                        <p:attrNameLst>
                                          <p:attrName>fillcolor</p:attrName>
                                        </p:attrNameLst>
                                      </p:cBhvr>
                                      <p:tavLst>
                                        <p:tav tm="0">
                                          <p:val>
                                            <p:strVal val="rgb(-103,51,51)"/>
                                          </p:val>
                                        </p:tav>
                                        <p:tav tm="50000">
                                          <p:val>
                                            <p:strVal val="rgb(-103,-103,0)"/>
                                          </p:val>
                                        </p:tav>
                                      </p:tavLst>
                                    </p:anim>
                                    <p:set>
                                      <p:cBhvr>
                                        <p:cTn id="4144" dur="80"/>
                                        <p:tgtEl>
                                          <p:spTgt spid="1513"/>
                                        </p:tgtEl>
                                        <p:attrNameLst>
                                          <p:attrName>fill.type</p:attrName>
                                        </p:attrNameLst>
                                      </p:cBhvr>
                                      <p:to>
                                        <p:strVal val="solid"/>
                                      </p:to>
                                    </p:set>
                                  </p:childTnLst>
                                </p:cTn>
                              </p:par>
                            </p:childTnLst>
                          </p:cTn>
                        </p:par>
                        <p:par>
                          <p:cTn id="4145" fill="hold">
                            <p:stCondLst>
                              <p:cond delay="46020"/>
                            </p:stCondLst>
                            <p:childTnLst>
                              <p:par>
                                <p:cTn id="4146" nodeType="afterEffect" fill="hold" presetClass="entr" presetID="27">
                                  <p:stCondLst>
                                    <p:cond delay="1500"/>
                                  </p:stCondLst>
                                  <p:iterate type="lt">
                                    <p:tmAbs val="40"/>
                                  </p:iterate>
                                  <p:childTnLst>
                                    <p:set>
                                      <p:cBhvr>
                                        <p:cTn id="4147" dur="1" fill="hold">
                                          <p:stCondLst>
                                            <p:cond delay="0"/>
                                          </p:stCondLst>
                                        </p:cTn>
                                        <p:tgtEl>
                                          <p:spTgt spid="1514"/>
                                        </p:tgtEl>
                                        <p:attrNameLst>
                                          <p:attrName>style.visibility</p:attrName>
                                        </p:attrNameLst>
                                      </p:cBhvr>
                                      <p:to>
                                        <p:strVal val="visible"/>
                                      </p:to>
                                    </p:set>
                                    <p:anim calcmode="discrete" valueType="clr">
                                      <p:cBhvr additive="repl">
                                        <p:cTn id="4148" dur="80"/>
                                        <p:tgtEl>
                                          <p:spTgt spid="1514"/>
                                        </p:tgtEl>
                                        <p:attrNameLst>
                                          <p:attrName>style.color</p:attrName>
                                        </p:attrNameLst>
                                      </p:cBhvr>
                                      <p:tavLst>
                                        <p:tav tm="0">
                                          <p:val>
                                            <p:strVal val="rgb(-103,51,51)"/>
                                          </p:val>
                                        </p:tav>
                                        <p:tav tm="50000">
                                          <p:val>
                                            <p:strVal val="rgb(-103,-103,0)"/>
                                          </p:val>
                                        </p:tav>
                                      </p:tavLst>
                                    </p:anim>
                                    <p:anim calcmode="discrete" valueType="clr">
                                      <p:cBhvr additive="repl">
                                        <p:cTn id="4149" dur="80"/>
                                        <p:tgtEl>
                                          <p:spTgt spid="1514"/>
                                        </p:tgtEl>
                                        <p:attrNameLst>
                                          <p:attrName>fillcolor</p:attrName>
                                        </p:attrNameLst>
                                      </p:cBhvr>
                                      <p:tavLst>
                                        <p:tav tm="0">
                                          <p:val>
                                            <p:strVal val="rgb(-103,51,51)"/>
                                          </p:val>
                                        </p:tav>
                                        <p:tav tm="50000">
                                          <p:val>
                                            <p:strVal val="rgb(-103,-103,0)"/>
                                          </p:val>
                                        </p:tav>
                                      </p:tavLst>
                                    </p:anim>
                                    <p:set>
                                      <p:cBhvr>
                                        <p:cTn id="4150" dur="80"/>
                                        <p:tgtEl>
                                          <p:spTgt spid="1514"/>
                                        </p:tgtEl>
                                        <p:attrNameLst>
                                          <p:attrName>fill.type</p:attrName>
                                        </p:attrNameLst>
                                      </p:cBhvr>
                                      <p:to>
                                        <p:strVal val="solid"/>
                                      </p:to>
                                    </p:set>
                                  </p:childTnLst>
                                </p:cTn>
                              </p:par>
                            </p:childTnLst>
                          </p:cTn>
                        </p:par>
                        <p:par>
                          <p:cTn id="4151" fill="hold">
                            <p:stCondLst>
                              <p:cond delay="48160"/>
                            </p:stCondLst>
                            <p:childTnLst>
                              <p:par>
                                <p:cTn id="4152" nodeType="afterEffect" fill="hold" presetClass="entr" presetID="27">
                                  <p:stCondLst>
                                    <p:cond delay="1500"/>
                                  </p:stCondLst>
                                  <p:iterate type="lt">
                                    <p:tmAbs val="40"/>
                                  </p:iterate>
                                  <p:childTnLst>
                                    <p:set>
                                      <p:cBhvr>
                                        <p:cTn id="4153" dur="1" fill="hold">
                                          <p:stCondLst>
                                            <p:cond delay="0"/>
                                          </p:stCondLst>
                                        </p:cTn>
                                        <p:tgtEl>
                                          <p:spTgt spid="1515"/>
                                        </p:tgtEl>
                                        <p:attrNameLst>
                                          <p:attrName>style.visibility</p:attrName>
                                        </p:attrNameLst>
                                      </p:cBhvr>
                                      <p:to>
                                        <p:strVal val="visible"/>
                                      </p:to>
                                    </p:set>
                                    <p:anim calcmode="discrete" valueType="clr">
                                      <p:cBhvr additive="repl">
                                        <p:cTn id="4154" dur="80"/>
                                        <p:tgtEl>
                                          <p:spTgt spid="1515"/>
                                        </p:tgtEl>
                                        <p:attrNameLst>
                                          <p:attrName>style.color</p:attrName>
                                        </p:attrNameLst>
                                      </p:cBhvr>
                                      <p:tavLst>
                                        <p:tav tm="0">
                                          <p:val>
                                            <p:strVal val="rgb(-103,51,51)"/>
                                          </p:val>
                                        </p:tav>
                                        <p:tav tm="50000">
                                          <p:val>
                                            <p:strVal val="rgb(-103,-103,0)"/>
                                          </p:val>
                                        </p:tav>
                                      </p:tavLst>
                                    </p:anim>
                                    <p:anim calcmode="discrete" valueType="clr">
                                      <p:cBhvr additive="repl">
                                        <p:cTn id="4155" dur="80"/>
                                        <p:tgtEl>
                                          <p:spTgt spid="1515"/>
                                        </p:tgtEl>
                                        <p:attrNameLst>
                                          <p:attrName>fillcolor</p:attrName>
                                        </p:attrNameLst>
                                      </p:cBhvr>
                                      <p:tavLst>
                                        <p:tav tm="0">
                                          <p:val>
                                            <p:strVal val="rgb(-103,51,51)"/>
                                          </p:val>
                                        </p:tav>
                                        <p:tav tm="50000">
                                          <p:val>
                                            <p:strVal val="rgb(-103,-103,0)"/>
                                          </p:val>
                                        </p:tav>
                                      </p:tavLst>
                                    </p:anim>
                                    <p:set>
                                      <p:cBhvr>
                                        <p:cTn id="4156" dur="80"/>
                                        <p:tgtEl>
                                          <p:spTgt spid="1515"/>
                                        </p:tgtEl>
                                        <p:attrNameLst>
                                          <p:attrName>fill.type</p:attrName>
                                        </p:attrNameLst>
                                      </p:cBhvr>
                                      <p:to>
                                        <p:strVal val="solid"/>
                                      </p:to>
                                    </p:set>
                                  </p:childTnLst>
                                </p:cTn>
                              </p:par>
                            </p:childTnLst>
                          </p:cTn>
                        </p:par>
                        <p:par>
                          <p:cTn id="4157" fill="hold">
                            <p:stCondLst>
                              <p:cond delay="50220"/>
                            </p:stCondLst>
                            <p:childTnLst>
                              <p:par>
                                <p:cTn id="4158" nodeType="afterEffect" fill="hold" presetClass="entr" presetID="1">
                                  <p:stCondLst>
                                    <p:cond delay="2500"/>
                                  </p:stCondLst>
                                  <p:childTnLst>
                                    <p:set>
                                      <p:cBhvr>
                                        <p:cTn id="4159" dur="1" fill="hold">
                                          <p:stCondLst>
                                            <p:cond delay="0"/>
                                          </p:stCondLst>
                                        </p:cTn>
                                        <p:tgtEl>
                                          <p:spTgt spid="15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17" name="" descr=""/>
          <p:cNvPicPr/>
          <p:nvPr/>
        </p:nvPicPr>
        <p:blipFill>
          <a:blip r:embed="rId1"/>
          <a:stretch/>
        </p:blipFill>
        <p:spPr>
          <a:xfrm>
            <a:off x="0" y="0"/>
            <a:ext cx="9144000" cy="6858000"/>
          </a:xfrm>
          <a:prstGeom prst="rect">
            <a:avLst/>
          </a:prstGeom>
          <a:ln w="0">
            <a:noFill/>
          </a:ln>
        </p:spPr>
      </p:pic>
      <p:pic>
        <p:nvPicPr>
          <p:cNvPr id="1518" name="" descr=""/>
          <p:cNvPicPr/>
          <p:nvPr/>
        </p:nvPicPr>
        <p:blipFill>
          <a:blip r:embed="rId2"/>
          <a:stretch/>
        </p:blipFill>
        <p:spPr>
          <a:xfrm>
            <a:off x="0" y="4648320"/>
            <a:ext cx="3124080" cy="1550880"/>
          </a:xfrm>
          <a:prstGeom prst="rect">
            <a:avLst/>
          </a:prstGeom>
          <a:ln w="0">
            <a:noFill/>
          </a:ln>
        </p:spPr>
      </p:pic>
      <p:pic>
        <p:nvPicPr>
          <p:cNvPr id="1519" name="" descr=""/>
          <p:cNvPicPr/>
          <p:nvPr/>
        </p:nvPicPr>
        <p:blipFill>
          <a:blip r:embed="rId3"/>
          <a:stretch/>
        </p:blipFill>
        <p:spPr>
          <a:xfrm>
            <a:off x="6019920" y="5334120"/>
            <a:ext cx="3124080" cy="1523880"/>
          </a:xfrm>
          <a:prstGeom prst="rect">
            <a:avLst/>
          </a:prstGeom>
          <a:ln w="0">
            <a:noFill/>
          </a:ln>
        </p:spPr>
      </p:pic>
      <p:sp>
        <p:nvSpPr>
          <p:cNvPr id="1520" name=""/>
          <p:cNvSpPr/>
          <p:nvPr/>
        </p:nvSpPr>
        <p:spPr>
          <a:xfrm>
            <a:off x="228600" y="5105520"/>
            <a:ext cx="251460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are you gonna finish your meal?</a:t>
            </a:r>
            <a:endParaRPr b="0" lang="en-US" sz="1200" spc="-1" strike="noStrike">
              <a:solidFill>
                <a:srgbClr val="000000"/>
              </a:solidFill>
              <a:latin typeface="Arial"/>
            </a:endParaRPr>
          </a:p>
        </p:txBody>
      </p:sp>
      <p:sp>
        <p:nvSpPr>
          <p:cNvPr id="1521" name=""/>
          <p:cNvSpPr/>
          <p:nvPr/>
        </p:nvSpPr>
        <p:spPr>
          <a:xfrm>
            <a:off x="6248520" y="5791320"/>
            <a:ext cx="25146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Hmm? Oh, sorry…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just I was thinking…</a:t>
            </a:r>
            <a:endParaRPr b="0" lang="en-US" sz="1200" spc="-1" strike="noStrike">
              <a:solidFill>
                <a:srgbClr val="000000"/>
              </a:solidFill>
              <a:latin typeface="Arial"/>
            </a:endParaRPr>
          </a:p>
        </p:txBody>
      </p:sp>
      <p:sp>
        <p:nvSpPr>
          <p:cNvPr id="1522" name=""/>
          <p:cNvSpPr/>
          <p:nvPr/>
        </p:nvSpPr>
        <p:spPr>
          <a:xfrm>
            <a:off x="304920" y="5105520"/>
            <a:ext cx="25146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Thinking what?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523" name=""/>
          <p:cNvSpPr/>
          <p:nvPr/>
        </p:nvSpPr>
        <p:spPr>
          <a:xfrm>
            <a:off x="6248520" y="579132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the trip tomorrow…</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is probably the last time I’ll ever be here…</a:t>
            </a:r>
            <a:endParaRPr b="0" lang="en-US" sz="1200" spc="-1" strike="noStrike">
              <a:solidFill>
                <a:srgbClr val="000000"/>
              </a:solidFill>
              <a:latin typeface="Arial"/>
            </a:endParaRPr>
          </a:p>
        </p:txBody>
      </p:sp>
      <p:sp>
        <p:nvSpPr>
          <p:cNvPr id="1524" name=""/>
          <p:cNvSpPr/>
          <p:nvPr/>
        </p:nvSpPr>
        <p:spPr>
          <a:xfrm>
            <a:off x="228600" y="5029200"/>
            <a:ext cx="251460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Wait… What? You’re leaving forever?</a:t>
            </a:r>
            <a:endParaRPr b="0" lang="en-US" sz="1200" spc="-1" strike="noStrike">
              <a:solidFill>
                <a:srgbClr val="000000"/>
              </a:solidFill>
              <a:latin typeface="Arial"/>
            </a:endParaRPr>
          </a:p>
        </p:txBody>
      </p:sp>
      <p:sp>
        <p:nvSpPr>
          <p:cNvPr id="1525" name=""/>
          <p:cNvSpPr/>
          <p:nvPr/>
        </p:nvSpPr>
        <p:spPr>
          <a:xfrm>
            <a:off x="6172200" y="579132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Yeah… and probably never coming back.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I’ll sure miss this place...</a:t>
            </a:r>
            <a:endParaRPr b="0" lang="en-US" sz="1200" spc="-1" strike="noStrike">
              <a:solidFill>
                <a:srgbClr val="000000"/>
              </a:solidFill>
              <a:latin typeface="Arial"/>
            </a:endParaRPr>
          </a:p>
        </p:txBody>
      </p:sp>
      <p:sp>
        <p:nvSpPr>
          <p:cNvPr id="1526" name=""/>
          <p:cNvSpPr/>
          <p:nvPr/>
        </p:nvSpPr>
        <p:spPr>
          <a:xfrm>
            <a:off x="152280" y="502920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You’re leaving… well, It was bound to happen eventually.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travel a lot for your job, right?</a:t>
            </a:r>
            <a:endParaRPr b="0" lang="en-US" sz="1200" spc="-1" strike="noStrike">
              <a:solidFill>
                <a:srgbClr val="000000"/>
              </a:solidFill>
              <a:latin typeface="Arial"/>
            </a:endParaRPr>
          </a:p>
        </p:txBody>
      </p:sp>
      <p:sp>
        <p:nvSpPr>
          <p:cNvPr id="1527" name=""/>
          <p:cNvSpPr/>
          <p:nvPr/>
        </p:nvSpPr>
        <p:spPr>
          <a:xfrm>
            <a:off x="6172200" y="5715000"/>
            <a:ext cx="251460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Yes, I do.</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528" name=""/>
          <p:cNvSpPr/>
          <p:nvPr/>
        </p:nvSpPr>
        <p:spPr>
          <a:xfrm>
            <a:off x="228600" y="502920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okay…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keep in touch and still be friends, right?</a:t>
            </a:r>
            <a:endParaRPr b="0" lang="en-US" sz="1200" spc="-1" strike="noStrike">
              <a:solidFill>
                <a:srgbClr val="000000"/>
              </a:solidFill>
              <a:latin typeface="Arial"/>
            </a:endParaRPr>
          </a:p>
        </p:txBody>
      </p:sp>
      <p:sp>
        <p:nvSpPr>
          <p:cNvPr id="1529" name=""/>
          <p:cNvSpPr/>
          <p:nvPr/>
        </p:nvSpPr>
        <p:spPr>
          <a:xfrm>
            <a:off x="-914400" y="2971800"/>
            <a:ext cx="762120" cy="6858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med" advTm="0">
    <p:fade/>
  </p:transition>
  <p:timing>
    <p:tnLst>
      <p:par>
        <p:cTn id="4160" dur="indefinite" restart="never" nodeType="tmRoot">
          <p:childTnLst>
            <p:seq>
              <p:cTn id="4161" dur="indefinite" nodeType="mainSeq">
                <p:childTnLst>
                  <p:par>
                    <p:cTn id="4162" fill="hold">
                      <p:stCondLst>
                        <p:cond delay="0"/>
                      </p:stCondLst>
                      <p:childTnLst>
                        <p:par>
                          <p:cTn id="4163" fill="hold">
                            <p:stCondLst>
                              <p:cond delay="0"/>
                            </p:stCondLst>
                            <p:childTnLst>
                              <p:par>
                                <p:cTn id="4164" nodeType="afterEffect" fill="hold" presetClass="entr" presetID="9">
                                  <p:stCondLst>
                                    <p:cond delay="3500"/>
                                  </p:stCondLst>
                                  <p:childTnLst>
                                    <p:set>
                                      <p:cBhvr>
                                        <p:cTn id="4165" dur="1" fill="hold">
                                          <p:stCondLst>
                                            <p:cond delay="0"/>
                                          </p:stCondLst>
                                        </p:cTn>
                                        <p:tgtEl>
                                          <p:spTgt spid="1518"/>
                                        </p:tgtEl>
                                        <p:attrNameLst>
                                          <p:attrName>style.visibility</p:attrName>
                                        </p:attrNameLst>
                                      </p:cBhvr>
                                      <p:to>
                                        <p:strVal val="visible"/>
                                      </p:to>
                                    </p:set>
                                    <p:animEffect filter="dissolve" transition="in">
                                      <p:cBhvr additive="repl">
                                        <p:cTn id="4166" dur="500"/>
                                        <p:tgtEl>
                                          <p:spTgt spid="1518"/>
                                        </p:tgtEl>
                                      </p:cBhvr>
                                    </p:animEffect>
                                  </p:childTnLst>
                                </p:cTn>
                              </p:par>
                            </p:childTnLst>
                          </p:cTn>
                        </p:par>
                        <p:par>
                          <p:cTn id="4167" fill="hold">
                            <p:stCondLst>
                              <p:cond delay="4000"/>
                            </p:stCondLst>
                            <p:childTnLst>
                              <p:par>
                                <p:cTn id="4168" nodeType="afterEffect" fill="hold" presetClass="entr" presetID="27">
                                  <p:stCondLst>
                                    <p:cond delay="0"/>
                                  </p:stCondLst>
                                  <p:iterate type="lt">
                                    <p:tmAbs val="40"/>
                                  </p:iterate>
                                  <p:childTnLst>
                                    <p:set>
                                      <p:cBhvr>
                                        <p:cTn id="4169" dur="1" fill="hold">
                                          <p:stCondLst>
                                            <p:cond delay="0"/>
                                          </p:stCondLst>
                                        </p:cTn>
                                        <p:tgtEl>
                                          <p:spTgt spid="1520"/>
                                        </p:tgtEl>
                                        <p:attrNameLst>
                                          <p:attrName>style.visibility</p:attrName>
                                        </p:attrNameLst>
                                      </p:cBhvr>
                                      <p:to>
                                        <p:strVal val="visible"/>
                                      </p:to>
                                    </p:set>
                                    <p:anim calcmode="discrete" valueType="clr">
                                      <p:cBhvr additive="repl">
                                        <p:cTn id="4170" dur="80"/>
                                        <p:tgtEl>
                                          <p:spTgt spid="1520"/>
                                        </p:tgtEl>
                                        <p:attrNameLst>
                                          <p:attrName>style.color</p:attrName>
                                        </p:attrNameLst>
                                      </p:cBhvr>
                                      <p:tavLst>
                                        <p:tav tm="0">
                                          <p:val>
                                            <p:strVal val="rgb(-103,51,51)"/>
                                          </p:val>
                                        </p:tav>
                                        <p:tav tm="50000">
                                          <p:val>
                                            <p:strVal val="rgb(-103,-103,0)"/>
                                          </p:val>
                                        </p:tav>
                                      </p:tavLst>
                                    </p:anim>
                                    <p:anim calcmode="discrete" valueType="clr">
                                      <p:cBhvr additive="repl">
                                        <p:cTn id="4171" dur="80"/>
                                        <p:tgtEl>
                                          <p:spTgt spid="1520"/>
                                        </p:tgtEl>
                                        <p:attrNameLst>
                                          <p:attrName>fillcolor</p:attrName>
                                        </p:attrNameLst>
                                      </p:cBhvr>
                                      <p:tavLst>
                                        <p:tav tm="0">
                                          <p:val>
                                            <p:strVal val="rgb(-103,51,51)"/>
                                          </p:val>
                                        </p:tav>
                                        <p:tav tm="50000">
                                          <p:val>
                                            <p:strVal val="rgb(-103,-103,0)"/>
                                          </p:val>
                                        </p:tav>
                                      </p:tavLst>
                                    </p:anim>
                                    <p:set>
                                      <p:cBhvr>
                                        <p:cTn id="4172" dur="80"/>
                                        <p:tgtEl>
                                          <p:spTgt spid="1520"/>
                                        </p:tgtEl>
                                        <p:attrNameLst>
                                          <p:attrName>fill.type</p:attrName>
                                        </p:attrNameLst>
                                      </p:cBhvr>
                                      <p:to>
                                        <p:strVal val="solid"/>
                                      </p:to>
                                    </p:set>
                                  </p:childTnLst>
                                </p:cTn>
                              </p:par>
                            </p:childTnLst>
                          </p:cTn>
                        </p:par>
                        <p:par>
                          <p:cTn id="4173" fill="hold">
                            <p:stCondLst>
                              <p:cond delay="5280"/>
                            </p:stCondLst>
                            <p:childTnLst>
                              <p:par>
                                <p:cTn id="4174" nodeType="afterEffect" fill="hold" presetClass="entr" presetID="9">
                                  <p:stCondLst>
                                    <p:cond delay="1000"/>
                                  </p:stCondLst>
                                  <p:childTnLst>
                                    <p:set>
                                      <p:cBhvr>
                                        <p:cTn id="4175" dur="1" fill="hold">
                                          <p:stCondLst>
                                            <p:cond delay="0"/>
                                          </p:stCondLst>
                                        </p:cTn>
                                        <p:tgtEl>
                                          <p:spTgt spid="1519"/>
                                        </p:tgtEl>
                                        <p:attrNameLst>
                                          <p:attrName>style.visibility</p:attrName>
                                        </p:attrNameLst>
                                      </p:cBhvr>
                                      <p:to>
                                        <p:strVal val="visible"/>
                                      </p:to>
                                    </p:set>
                                    <p:animEffect filter="dissolve" transition="in">
                                      <p:cBhvr additive="repl">
                                        <p:cTn id="4176" dur="500"/>
                                        <p:tgtEl>
                                          <p:spTgt spid="1519"/>
                                        </p:tgtEl>
                                      </p:cBhvr>
                                    </p:animEffect>
                                  </p:childTnLst>
                                </p:cTn>
                              </p:par>
                            </p:childTnLst>
                          </p:cTn>
                        </p:par>
                        <p:par>
                          <p:cTn id="4177" fill="hold">
                            <p:stCondLst>
                              <p:cond delay="6780"/>
                            </p:stCondLst>
                            <p:childTnLst>
                              <p:par>
                                <p:cTn id="4178" nodeType="afterEffect" fill="hold" presetClass="entr" presetID="27">
                                  <p:stCondLst>
                                    <p:cond delay="0"/>
                                  </p:stCondLst>
                                  <p:iterate type="lt">
                                    <p:tmAbs val="40"/>
                                  </p:iterate>
                                  <p:childTnLst>
                                    <p:set>
                                      <p:cBhvr>
                                        <p:cTn id="4179" dur="1" fill="hold">
                                          <p:stCondLst>
                                            <p:cond delay="0"/>
                                          </p:stCondLst>
                                        </p:cTn>
                                        <p:tgtEl>
                                          <p:spTgt spid="1521"/>
                                        </p:tgtEl>
                                        <p:attrNameLst>
                                          <p:attrName>style.visibility</p:attrName>
                                        </p:attrNameLst>
                                      </p:cBhvr>
                                      <p:to>
                                        <p:strVal val="visible"/>
                                      </p:to>
                                    </p:set>
                                    <p:anim calcmode="discrete" valueType="clr">
                                      <p:cBhvr additive="repl">
                                        <p:cTn id="4180" dur="80"/>
                                        <p:tgtEl>
                                          <p:spTgt spid="1521"/>
                                        </p:tgtEl>
                                        <p:attrNameLst>
                                          <p:attrName>style.color</p:attrName>
                                        </p:attrNameLst>
                                      </p:cBhvr>
                                      <p:tavLst>
                                        <p:tav tm="0">
                                          <p:val>
                                            <p:strVal val="rgb(-103,51,51)"/>
                                          </p:val>
                                        </p:tav>
                                        <p:tav tm="50000">
                                          <p:val>
                                            <p:strVal val="rgb(-103,-103,0)"/>
                                          </p:val>
                                        </p:tav>
                                      </p:tavLst>
                                    </p:anim>
                                    <p:anim calcmode="discrete" valueType="clr">
                                      <p:cBhvr additive="repl">
                                        <p:cTn id="4181" dur="80"/>
                                        <p:tgtEl>
                                          <p:spTgt spid="1521"/>
                                        </p:tgtEl>
                                        <p:attrNameLst>
                                          <p:attrName>fillcolor</p:attrName>
                                        </p:attrNameLst>
                                      </p:cBhvr>
                                      <p:tavLst>
                                        <p:tav tm="0">
                                          <p:val>
                                            <p:strVal val="rgb(-103,51,51)"/>
                                          </p:val>
                                        </p:tav>
                                        <p:tav tm="50000">
                                          <p:val>
                                            <p:strVal val="rgb(-103,-103,0)"/>
                                          </p:val>
                                        </p:tav>
                                      </p:tavLst>
                                    </p:anim>
                                    <p:set>
                                      <p:cBhvr>
                                        <p:cTn id="4182" dur="80"/>
                                        <p:tgtEl>
                                          <p:spTgt spid="1521"/>
                                        </p:tgtEl>
                                        <p:attrNameLst>
                                          <p:attrName>fill.type</p:attrName>
                                        </p:attrNameLst>
                                      </p:cBhvr>
                                      <p:to>
                                        <p:strVal val="solid"/>
                                      </p:to>
                                    </p:set>
                                  </p:childTnLst>
                                </p:cTn>
                              </p:par>
                            </p:childTnLst>
                          </p:cTn>
                        </p:par>
                        <p:par>
                          <p:cTn id="4183" fill="hold">
                            <p:stCondLst>
                              <p:cond delay="8220"/>
                            </p:stCondLst>
                            <p:childTnLst>
                              <p:par>
                                <p:cTn id="4184" nodeType="afterEffect" fill="hold" presetClass="entr" presetID="27">
                                  <p:stCondLst>
                                    <p:cond delay="1500"/>
                                  </p:stCondLst>
                                  <p:iterate type="lt">
                                    <p:tmAbs val="40"/>
                                  </p:iterate>
                                  <p:childTnLst>
                                    <p:set>
                                      <p:cBhvr>
                                        <p:cTn id="4185" dur="1" fill="hold">
                                          <p:stCondLst>
                                            <p:cond delay="0"/>
                                          </p:stCondLst>
                                        </p:cTn>
                                        <p:tgtEl>
                                          <p:spTgt spid="1522"/>
                                        </p:tgtEl>
                                        <p:attrNameLst>
                                          <p:attrName>style.visibility</p:attrName>
                                        </p:attrNameLst>
                                      </p:cBhvr>
                                      <p:to>
                                        <p:strVal val="visible"/>
                                      </p:to>
                                    </p:set>
                                    <p:anim calcmode="discrete" valueType="clr">
                                      <p:cBhvr additive="repl">
                                        <p:cTn id="4186" dur="80"/>
                                        <p:tgtEl>
                                          <p:spTgt spid="1522"/>
                                        </p:tgtEl>
                                        <p:attrNameLst>
                                          <p:attrName>style.color</p:attrName>
                                        </p:attrNameLst>
                                      </p:cBhvr>
                                      <p:tavLst>
                                        <p:tav tm="0">
                                          <p:val>
                                            <p:strVal val="rgb(-103,51,51)"/>
                                          </p:val>
                                        </p:tav>
                                        <p:tav tm="50000">
                                          <p:val>
                                            <p:strVal val="rgb(-103,-103,0)"/>
                                          </p:val>
                                        </p:tav>
                                      </p:tavLst>
                                    </p:anim>
                                    <p:anim calcmode="discrete" valueType="clr">
                                      <p:cBhvr additive="repl">
                                        <p:cTn id="4187" dur="80"/>
                                        <p:tgtEl>
                                          <p:spTgt spid="1522"/>
                                        </p:tgtEl>
                                        <p:attrNameLst>
                                          <p:attrName>fillcolor</p:attrName>
                                        </p:attrNameLst>
                                      </p:cBhvr>
                                      <p:tavLst>
                                        <p:tav tm="0">
                                          <p:val>
                                            <p:strVal val="rgb(-103,51,51)"/>
                                          </p:val>
                                        </p:tav>
                                        <p:tav tm="50000">
                                          <p:val>
                                            <p:strVal val="rgb(-103,-103,0)"/>
                                          </p:val>
                                        </p:tav>
                                      </p:tavLst>
                                    </p:anim>
                                    <p:set>
                                      <p:cBhvr>
                                        <p:cTn id="4188" dur="80"/>
                                        <p:tgtEl>
                                          <p:spTgt spid="1522"/>
                                        </p:tgtEl>
                                        <p:attrNameLst>
                                          <p:attrName>fill.type</p:attrName>
                                        </p:attrNameLst>
                                      </p:cBhvr>
                                      <p:to>
                                        <p:strVal val="solid"/>
                                      </p:to>
                                    </p:set>
                                  </p:childTnLst>
                                </p:cTn>
                              </p:par>
                            </p:childTnLst>
                          </p:cTn>
                        </p:par>
                        <p:par>
                          <p:cTn id="4189" fill="hold">
                            <p:stCondLst>
                              <p:cond delay="10280"/>
                            </p:stCondLst>
                            <p:childTnLst>
                              <p:par>
                                <p:cTn id="4190" nodeType="afterEffect" fill="hold" presetClass="entr" presetID="27">
                                  <p:stCondLst>
                                    <p:cond delay="1500"/>
                                  </p:stCondLst>
                                  <p:iterate type="lt">
                                    <p:tmAbs val="40"/>
                                  </p:iterate>
                                  <p:childTnLst>
                                    <p:set>
                                      <p:cBhvr>
                                        <p:cTn id="4191" dur="1" fill="hold">
                                          <p:stCondLst>
                                            <p:cond delay="0"/>
                                          </p:stCondLst>
                                        </p:cTn>
                                        <p:tgtEl>
                                          <p:spTgt spid="1523"/>
                                        </p:tgtEl>
                                        <p:attrNameLst>
                                          <p:attrName>style.visibility</p:attrName>
                                        </p:attrNameLst>
                                      </p:cBhvr>
                                      <p:to>
                                        <p:strVal val="visible"/>
                                      </p:to>
                                    </p:set>
                                    <p:anim calcmode="discrete" valueType="clr">
                                      <p:cBhvr additive="repl">
                                        <p:cTn id="4192" dur="80"/>
                                        <p:tgtEl>
                                          <p:spTgt spid="1523"/>
                                        </p:tgtEl>
                                        <p:attrNameLst>
                                          <p:attrName>style.color</p:attrName>
                                        </p:attrNameLst>
                                      </p:cBhvr>
                                      <p:tavLst>
                                        <p:tav tm="0">
                                          <p:val>
                                            <p:strVal val="rgb(-103,51,51)"/>
                                          </p:val>
                                        </p:tav>
                                        <p:tav tm="50000">
                                          <p:val>
                                            <p:strVal val="rgb(-103,-103,0)"/>
                                          </p:val>
                                        </p:tav>
                                      </p:tavLst>
                                    </p:anim>
                                    <p:anim calcmode="discrete" valueType="clr">
                                      <p:cBhvr additive="repl">
                                        <p:cTn id="4193" dur="80"/>
                                        <p:tgtEl>
                                          <p:spTgt spid="1523"/>
                                        </p:tgtEl>
                                        <p:attrNameLst>
                                          <p:attrName>fillcolor</p:attrName>
                                        </p:attrNameLst>
                                      </p:cBhvr>
                                      <p:tavLst>
                                        <p:tav tm="0">
                                          <p:val>
                                            <p:strVal val="rgb(-103,51,51)"/>
                                          </p:val>
                                        </p:tav>
                                        <p:tav tm="50000">
                                          <p:val>
                                            <p:strVal val="rgb(-103,-103,0)"/>
                                          </p:val>
                                        </p:tav>
                                      </p:tavLst>
                                    </p:anim>
                                    <p:set>
                                      <p:cBhvr>
                                        <p:cTn id="4194" dur="80"/>
                                        <p:tgtEl>
                                          <p:spTgt spid="1523"/>
                                        </p:tgtEl>
                                        <p:attrNameLst>
                                          <p:attrName>fill.type</p:attrName>
                                        </p:attrNameLst>
                                      </p:cBhvr>
                                      <p:to>
                                        <p:strVal val="solid"/>
                                      </p:to>
                                    </p:set>
                                  </p:childTnLst>
                                </p:cTn>
                              </p:par>
                            </p:childTnLst>
                          </p:cTn>
                        </p:par>
                        <p:par>
                          <p:cTn id="4195" fill="hold">
                            <p:stCondLst>
                              <p:cond delay="14220"/>
                            </p:stCondLst>
                            <p:childTnLst>
                              <p:par>
                                <p:cTn id="4196" nodeType="afterEffect" fill="hold" presetClass="entr" presetID="27">
                                  <p:stCondLst>
                                    <p:cond delay="1500"/>
                                  </p:stCondLst>
                                  <p:iterate type="lt">
                                    <p:tmAbs val="40"/>
                                  </p:iterate>
                                  <p:childTnLst>
                                    <p:set>
                                      <p:cBhvr>
                                        <p:cTn id="4197" dur="1" fill="hold">
                                          <p:stCondLst>
                                            <p:cond delay="0"/>
                                          </p:stCondLst>
                                        </p:cTn>
                                        <p:tgtEl>
                                          <p:spTgt spid="1524"/>
                                        </p:tgtEl>
                                        <p:attrNameLst>
                                          <p:attrName>style.visibility</p:attrName>
                                        </p:attrNameLst>
                                      </p:cBhvr>
                                      <p:to>
                                        <p:strVal val="visible"/>
                                      </p:to>
                                    </p:set>
                                    <p:anim calcmode="discrete" valueType="clr">
                                      <p:cBhvr additive="repl">
                                        <p:cTn id="4198" dur="80"/>
                                        <p:tgtEl>
                                          <p:spTgt spid="1524"/>
                                        </p:tgtEl>
                                        <p:attrNameLst>
                                          <p:attrName>style.color</p:attrName>
                                        </p:attrNameLst>
                                      </p:cBhvr>
                                      <p:tavLst>
                                        <p:tav tm="0">
                                          <p:val>
                                            <p:strVal val="rgb(-103,51,51)"/>
                                          </p:val>
                                        </p:tav>
                                        <p:tav tm="50000">
                                          <p:val>
                                            <p:strVal val="rgb(-103,-103,0)"/>
                                          </p:val>
                                        </p:tav>
                                      </p:tavLst>
                                    </p:anim>
                                    <p:anim calcmode="discrete" valueType="clr">
                                      <p:cBhvr additive="repl">
                                        <p:cTn id="4199" dur="80"/>
                                        <p:tgtEl>
                                          <p:spTgt spid="1524"/>
                                        </p:tgtEl>
                                        <p:attrNameLst>
                                          <p:attrName>fillcolor</p:attrName>
                                        </p:attrNameLst>
                                      </p:cBhvr>
                                      <p:tavLst>
                                        <p:tav tm="0">
                                          <p:val>
                                            <p:strVal val="rgb(-103,51,51)"/>
                                          </p:val>
                                        </p:tav>
                                        <p:tav tm="50000">
                                          <p:val>
                                            <p:strVal val="rgb(-103,-103,0)"/>
                                          </p:val>
                                        </p:tav>
                                      </p:tavLst>
                                    </p:anim>
                                    <p:set>
                                      <p:cBhvr>
                                        <p:cTn id="4200" dur="80"/>
                                        <p:tgtEl>
                                          <p:spTgt spid="1524"/>
                                        </p:tgtEl>
                                        <p:attrNameLst>
                                          <p:attrName>fill.type</p:attrName>
                                        </p:attrNameLst>
                                      </p:cBhvr>
                                      <p:to>
                                        <p:strVal val="solid"/>
                                      </p:to>
                                    </p:set>
                                  </p:childTnLst>
                                </p:cTn>
                              </p:par>
                            </p:childTnLst>
                          </p:cTn>
                        </p:par>
                        <p:par>
                          <p:cTn id="4201" fill="hold">
                            <p:stCondLst>
                              <p:cond delay="17000"/>
                            </p:stCondLst>
                            <p:childTnLst>
                              <p:par>
                                <p:cTn id="4202" nodeType="afterEffect" fill="hold" presetClass="entr" presetID="27">
                                  <p:stCondLst>
                                    <p:cond delay="1500"/>
                                  </p:stCondLst>
                                  <p:iterate type="lt">
                                    <p:tmAbs val="40"/>
                                  </p:iterate>
                                  <p:childTnLst>
                                    <p:set>
                                      <p:cBhvr>
                                        <p:cTn id="4203" dur="1" fill="hold">
                                          <p:stCondLst>
                                            <p:cond delay="0"/>
                                          </p:stCondLst>
                                        </p:cTn>
                                        <p:tgtEl>
                                          <p:spTgt spid="1525"/>
                                        </p:tgtEl>
                                        <p:attrNameLst>
                                          <p:attrName>style.visibility</p:attrName>
                                        </p:attrNameLst>
                                      </p:cBhvr>
                                      <p:to>
                                        <p:strVal val="visible"/>
                                      </p:to>
                                    </p:set>
                                    <p:anim calcmode="discrete" valueType="clr">
                                      <p:cBhvr additive="repl">
                                        <p:cTn id="4204" dur="80"/>
                                        <p:tgtEl>
                                          <p:spTgt spid="1525"/>
                                        </p:tgtEl>
                                        <p:attrNameLst>
                                          <p:attrName>style.color</p:attrName>
                                        </p:attrNameLst>
                                      </p:cBhvr>
                                      <p:tavLst>
                                        <p:tav tm="0">
                                          <p:val>
                                            <p:strVal val="rgb(-103,51,51)"/>
                                          </p:val>
                                        </p:tav>
                                        <p:tav tm="50000">
                                          <p:val>
                                            <p:strVal val="rgb(-103,-103,0)"/>
                                          </p:val>
                                        </p:tav>
                                      </p:tavLst>
                                    </p:anim>
                                    <p:anim calcmode="discrete" valueType="clr">
                                      <p:cBhvr additive="repl">
                                        <p:cTn id="4205" dur="80"/>
                                        <p:tgtEl>
                                          <p:spTgt spid="1525"/>
                                        </p:tgtEl>
                                        <p:attrNameLst>
                                          <p:attrName>fillcolor</p:attrName>
                                        </p:attrNameLst>
                                      </p:cBhvr>
                                      <p:tavLst>
                                        <p:tav tm="0">
                                          <p:val>
                                            <p:strVal val="rgb(-103,51,51)"/>
                                          </p:val>
                                        </p:tav>
                                        <p:tav tm="50000">
                                          <p:val>
                                            <p:strVal val="rgb(-103,-103,0)"/>
                                          </p:val>
                                        </p:tav>
                                      </p:tavLst>
                                    </p:anim>
                                    <p:set>
                                      <p:cBhvr>
                                        <p:cTn id="4206" dur="80"/>
                                        <p:tgtEl>
                                          <p:spTgt spid="1525"/>
                                        </p:tgtEl>
                                        <p:attrNameLst>
                                          <p:attrName>fill.type</p:attrName>
                                        </p:attrNameLst>
                                      </p:cBhvr>
                                      <p:to>
                                        <p:strVal val="solid"/>
                                      </p:to>
                                    </p:set>
                                  </p:childTnLst>
                                </p:cTn>
                              </p:par>
                            </p:childTnLst>
                          </p:cTn>
                        </p:par>
                        <p:par>
                          <p:cTn id="4207" fill="hold">
                            <p:stCondLst>
                              <p:cond delay="20780"/>
                            </p:stCondLst>
                            <p:childTnLst>
                              <p:par>
                                <p:cTn id="4208" nodeType="afterEffect" fill="hold" presetClass="entr" presetID="27">
                                  <p:stCondLst>
                                    <p:cond delay="1500"/>
                                  </p:stCondLst>
                                  <p:iterate type="lt">
                                    <p:tmAbs val="40"/>
                                  </p:iterate>
                                  <p:childTnLst>
                                    <p:set>
                                      <p:cBhvr>
                                        <p:cTn id="4209" dur="1" fill="hold">
                                          <p:stCondLst>
                                            <p:cond delay="0"/>
                                          </p:stCondLst>
                                        </p:cTn>
                                        <p:tgtEl>
                                          <p:spTgt spid="1526"/>
                                        </p:tgtEl>
                                        <p:attrNameLst>
                                          <p:attrName>style.visibility</p:attrName>
                                        </p:attrNameLst>
                                      </p:cBhvr>
                                      <p:to>
                                        <p:strVal val="visible"/>
                                      </p:to>
                                    </p:set>
                                    <p:anim calcmode="discrete" valueType="clr">
                                      <p:cBhvr additive="repl">
                                        <p:cTn id="4210" dur="80"/>
                                        <p:tgtEl>
                                          <p:spTgt spid="1526"/>
                                        </p:tgtEl>
                                        <p:attrNameLst>
                                          <p:attrName>style.color</p:attrName>
                                        </p:attrNameLst>
                                      </p:cBhvr>
                                      <p:tavLst>
                                        <p:tav tm="0">
                                          <p:val>
                                            <p:strVal val="rgb(-103,51,51)"/>
                                          </p:val>
                                        </p:tav>
                                        <p:tav tm="50000">
                                          <p:val>
                                            <p:strVal val="rgb(-103,-103,0)"/>
                                          </p:val>
                                        </p:tav>
                                      </p:tavLst>
                                    </p:anim>
                                    <p:anim calcmode="discrete" valueType="clr">
                                      <p:cBhvr additive="repl">
                                        <p:cTn id="4211" dur="80"/>
                                        <p:tgtEl>
                                          <p:spTgt spid="1526"/>
                                        </p:tgtEl>
                                        <p:attrNameLst>
                                          <p:attrName>fillcolor</p:attrName>
                                        </p:attrNameLst>
                                      </p:cBhvr>
                                      <p:tavLst>
                                        <p:tav tm="0">
                                          <p:val>
                                            <p:strVal val="rgb(-103,51,51)"/>
                                          </p:val>
                                        </p:tav>
                                        <p:tav tm="50000">
                                          <p:val>
                                            <p:strVal val="rgb(-103,-103,0)"/>
                                          </p:val>
                                        </p:tav>
                                      </p:tavLst>
                                    </p:anim>
                                    <p:set>
                                      <p:cBhvr>
                                        <p:cTn id="4212" dur="80"/>
                                        <p:tgtEl>
                                          <p:spTgt spid="1526"/>
                                        </p:tgtEl>
                                        <p:attrNameLst>
                                          <p:attrName>fill.type</p:attrName>
                                        </p:attrNameLst>
                                      </p:cBhvr>
                                      <p:to>
                                        <p:strVal val="solid"/>
                                      </p:to>
                                    </p:set>
                                  </p:childTnLst>
                                </p:cTn>
                              </p:par>
                            </p:childTnLst>
                          </p:cTn>
                        </p:par>
                        <p:par>
                          <p:cTn id="4213" fill="hold">
                            <p:stCondLst>
                              <p:cond delay="25440"/>
                            </p:stCondLst>
                            <p:childTnLst>
                              <p:par>
                                <p:cTn id="4214" nodeType="afterEffect" fill="hold" presetClass="entr" presetID="27">
                                  <p:stCondLst>
                                    <p:cond delay="1500"/>
                                  </p:stCondLst>
                                  <p:iterate type="lt">
                                    <p:tmAbs val="40"/>
                                  </p:iterate>
                                  <p:childTnLst>
                                    <p:set>
                                      <p:cBhvr>
                                        <p:cTn id="4215" dur="1" fill="hold">
                                          <p:stCondLst>
                                            <p:cond delay="0"/>
                                          </p:stCondLst>
                                        </p:cTn>
                                        <p:tgtEl>
                                          <p:spTgt spid="1527"/>
                                        </p:tgtEl>
                                        <p:attrNameLst>
                                          <p:attrName>style.visibility</p:attrName>
                                        </p:attrNameLst>
                                      </p:cBhvr>
                                      <p:to>
                                        <p:strVal val="visible"/>
                                      </p:to>
                                    </p:set>
                                    <p:anim calcmode="discrete" valueType="clr">
                                      <p:cBhvr additive="repl">
                                        <p:cTn id="4216" dur="80"/>
                                        <p:tgtEl>
                                          <p:spTgt spid="1527"/>
                                        </p:tgtEl>
                                        <p:attrNameLst>
                                          <p:attrName>style.color</p:attrName>
                                        </p:attrNameLst>
                                      </p:cBhvr>
                                      <p:tavLst>
                                        <p:tav tm="0">
                                          <p:val>
                                            <p:strVal val="rgb(-103,51,51)"/>
                                          </p:val>
                                        </p:tav>
                                        <p:tav tm="50000">
                                          <p:val>
                                            <p:strVal val="rgb(-103,-103,0)"/>
                                          </p:val>
                                        </p:tav>
                                      </p:tavLst>
                                    </p:anim>
                                    <p:anim calcmode="discrete" valueType="clr">
                                      <p:cBhvr additive="repl">
                                        <p:cTn id="4217" dur="80"/>
                                        <p:tgtEl>
                                          <p:spTgt spid="1527"/>
                                        </p:tgtEl>
                                        <p:attrNameLst>
                                          <p:attrName>fillcolor</p:attrName>
                                        </p:attrNameLst>
                                      </p:cBhvr>
                                      <p:tavLst>
                                        <p:tav tm="0">
                                          <p:val>
                                            <p:strVal val="rgb(-103,51,51)"/>
                                          </p:val>
                                        </p:tav>
                                        <p:tav tm="50000">
                                          <p:val>
                                            <p:strVal val="rgb(-103,-103,0)"/>
                                          </p:val>
                                        </p:tav>
                                      </p:tavLst>
                                    </p:anim>
                                    <p:set>
                                      <p:cBhvr>
                                        <p:cTn id="4218" dur="80"/>
                                        <p:tgtEl>
                                          <p:spTgt spid="1527"/>
                                        </p:tgtEl>
                                        <p:attrNameLst>
                                          <p:attrName>fill.type</p:attrName>
                                        </p:attrNameLst>
                                      </p:cBhvr>
                                      <p:to>
                                        <p:strVal val="solid"/>
                                      </p:to>
                                    </p:set>
                                  </p:childTnLst>
                                </p:cTn>
                              </p:par>
                            </p:childTnLst>
                          </p:cTn>
                        </p:par>
                        <p:par>
                          <p:cTn id="4219" fill="hold">
                            <p:stCondLst>
                              <p:cond delay="27460"/>
                            </p:stCondLst>
                            <p:childTnLst>
                              <p:par>
                                <p:cTn id="4220" nodeType="afterEffect" fill="hold" presetClass="entr" presetID="27">
                                  <p:stCondLst>
                                    <p:cond delay="1500"/>
                                  </p:stCondLst>
                                  <p:iterate type="lt">
                                    <p:tmAbs val="40"/>
                                  </p:iterate>
                                  <p:childTnLst>
                                    <p:set>
                                      <p:cBhvr>
                                        <p:cTn id="4221" dur="1" fill="hold">
                                          <p:stCondLst>
                                            <p:cond delay="0"/>
                                          </p:stCondLst>
                                        </p:cTn>
                                        <p:tgtEl>
                                          <p:spTgt spid="1528"/>
                                        </p:tgtEl>
                                        <p:attrNameLst>
                                          <p:attrName>style.visibility</p:attrName>
                                        </p:attrNameLst>
                                      </p:cBhvr>
                                      <p:to>
                                        <p:strVal val="visible"/>
                                      </p:to>
                                    </p:set>
                                    <p:anim calcmode="discrete" valueType="clr">
                                      <p:cBhvr additive="repl">
                                        <p:cTn id="4222" dur="80"/>
                                        <p:tgtEl>
                                          <p:spTgt spid="1528"/>
                                        </p:tgtEl>
                                        <p:attrNameLst>
                                          <p:attrName>style.color</p:attrName>
                                        </p:attrNameLst>
                                      </p:cBhvr>
                                      <p:tavLst>
                                        <p:tav tm="0">
                                          <p:val>
                                            <p:strVal val="rgb(-103,51,51)"/>
                                          </p:val>
                                        </p:tav>
                                        <p:tav tm="50000">
                                          <p:val>
                                            <p:strVal val="rgb(-103,-103,0)"/>
                                          </p:val>
                                        </p:tav>
                                      </p:tavLst>
                                    </p:anim>
                                    <p:anim calcmode="discrete" valueType="clr">
                                      <p:cBhvr additive="repl">
                                        <p:cTn id="4223" dur="80"/>
                                        <p:tgtEl>
                                          <p:spTgt spid="1528"/>
                                        </p:tgtEl>
                                        <p:attrNameLst>
                                          <p:attrName>fillcolor</p:attrName>
                                        </p:attrNameLst>
                                      </p:cBhvr>
                                      <p:tavLst>
                                        <p:tav tm="0">
                                          <p:val>
                                            <p:strVal val="rgb(-103,51,51)"/>
                                          </p:val>
                                        </p:tav>
                                        <p:tav tm="50000">
                                          <p:val>
                                            <p:strVal val="rgb(-103,-103,0)"/>
                                          </p:val>
                                        </p:tav>
                                      </p:tavLst>
                                    </p:anim>
                                    <p:set>
                                      <p:cBhvr>
                                        <p:cTn id="4224" dur="80"/>
                                        <p:tgtEl>
                                          <p:spTgt spid="1528"/>
                                        </p:tgtEl>
                                        <p:attrNameLst>
                                          <p:attrName>fill.type</p:attrName>
                                        </p:attrNameLst>
                                      </p:cBhvr>
                                      <p:to>
                                        <p:strVal val="solid"/>
                                      </p:to>
                                    </p:set>
                                  </p:childTnLst>
                                </p:cTn>
                              </p:par>
                            </p:childTnLst>
                          </p:cTn>
                        </p:par>
                        <p:par>
                          <p:cTn id="4225" fill="hold">
                            <p:stCondLst>
                              <p:cond delay="31000"/>
                            </p:stCondLst>
                            <p:childTnLst>
                              <p:par>
                                <p:cTn id="4226" nodeType="afterEffect" fill="hold" presetClass="entr" presetID="1">
                                  <p:stCondLst>
                                    <p:cond delay="1500"/>
                                  </p:stCondLst>
                                  <p:childTnLst>
                                    <p:set>
                                      <p:cBhvr>
                                        <p:cTn id="4227" dur="1" fill="hold">
                                          <p:stCondLst>
                                            <p:cond delay="0"/>
                                          </p:stCondLst>
                                        </p:cTn>
                                        <p:tgtEl>
                                          <p:spTgt spid="1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30" name="" descr=""/>
          <p:cNvPicPr/>
          <p:nvPr/>
        </p:nvPicPr>
        <p:blipFill>
          <a:blip r:embed="rId1"/>
          <a:stretch/>
        </p:blipFill>
        <p:spPr>
          <a:xfrm>
            <a:off x="0" y="0"/>
            <a:ext cx="9144000" cy="6858000"/>
          </a:xfrm>
          <a:prstGeom prst="rect">
            <a:avLst/>
          </a:prstGeom>
          <a:ln w="0">
            <a:noFill/>
          </a:ln>
        </p:spPr>
      </p:pic>
      <p:pic>
        <p:nvPicPr>
          <p:cNvPr id="1531" name="" descr=""/>
          <p:cNvPicPr/>
          <p:nvPr/>
        </p:nvPicPr>
        <p:blipFill>
          <a:blip r:embed="rId2"/>
          <a:stretch/>
        </p:blipFill>
        <p:spPr>
          <a:xfrm>
            <a:off x="6019920" y="5334120"/>
            <a:ext cx="3124080" cy="1523880"/>
          </a:xfrm>
          <a:prstGeom prst="rect">
            <a:avLst/>
          </a:prstGeom>
          <a:ln w="0">
            <a:noFill/>
          </a:ln>
        </p:spPr>
      </p:pic>
      <p:pic>
        <p:nvPicPr>
          <p:cNvPr id="1532" name="" descr=""/>
          <p:cNvPicPr/>
          <p:nvPr/>
        </p:nvPicPr>
        <p:blipFill>
          <a:blip r:embed="rId3"/>
          <a:stretch/>
        </p:blipFill>
        <p:spPr>
          <a:xfrm>
            <a:off x="0" y="4648320"/>
            <a:ext cx="3124080" cy="1550880"/>
          </a:xfrm>
          <a:prstGeom prst="rect">
            <a:avLst/>
          </a:prstGeom>
          <a:ln w="0">
            <a:noFill/>
          </a:ln>
        </p:spPr>
      </p:pic>
      <p:sp>
        <p:nvSpPr>
          <p:cNvPr id="1533" name=""/>
          <p:cNvSpPr/>
          <p:nvPr/>
        </p:nvSpPr>
        <p:spPr>
          <a:xfrm>
            <a:off x="228600" y="502920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okay…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keep in touch and still be friends, right?</a:t>
            </a:r>
            <a:endParaRPr b="0" lang="en-US" sz="1200" spc="-1" strike="noStrike">
              <a:solidFill>
                <a:srgbClr val="000000"/>
              </a:solidFill>
              <a:latin typeface="Arial"/>
            </a:endParaRPr>
          </a:p>
        </p:txBody>
      </p:sp>
      <p:sp>
        <p:nvSpPr>
          <p:cNvPr id="1534" name=""/>
          <p:cNvSpPr/>
          <p:nvPr/>
        </p:nvSpPr>
        <p:spPr>
          <a:xfrm>
            <a:off x="6172200" y="5791320"/>
            <a:ext cx="251460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Yes, I do.</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535" name=""/>
          <p:cNvSpPr/>
          <p:nvPr/>
        </p:nvSpPr>
        <p:spPr>
          <a:xfrm>
            <a:off x="6172200" y="5791320"/>
            <a:ext cx="25146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Of course.</a:t>
            </a:r>
            <a:endParaRPr b="0" lang="en-US" sz="1200" spc="-1" strike="noStrike">
              <a:solidFill>
                <a:srgbClr val="000000"/>
              </a:solidFill>
              <a:latin typeface="Arial"/>
            </a:endParaRPr>
          </a:p>
        </p:txBody>
      </p:sp>
    </p:spTree>
  </p:cSld>
  <p:timing>
    <p:tnLst>
      <p:par>
        <p:cTn id="4228" dur="indefinite" restart="never" nodeType="tmRoot">
          <p:childTnLst>
            <p:seq>
              <p:cTn id="4229" dur="indefinite" nodeType="mainSeq">
                <p:childTnLst>
                  <p:par>
                    <p:cTn id="4230" fill="hold">
                      <p:stCondLst>
                        <p:cond delay="0"/>
                      </p:stCondLst>
                      <p:childTnLst>
                        <p:par>
                          <p:cTn id="4231" fill="hold">
                            <p:stCondLst>
                              <p:cond delay="0"/>
                            </p:stCondLst>
                            <p:childTnLst>
                              <p:par>
                                <p:cTn id="4232" nodeType="afterEffect" fill="hold" presetClass="entr" presetID="27">
                                  <p:stCondLst>
                                    <p:cond delay="500"/>
                                  </p:stCondLst>
                                  <p:iterate type="lt">
                                    <p:tmAbs val="40"/>
                                  </p:iterate>
                                  <p:childTnLst>
                                    <p:set>
                                      <p:cBhvr>
                                        <p:cTn id="4233" dur="1" fill="hold">
                                          <p:stCondLst>
                                            <p:cond delay="0"/>
                                          </p:stCondLst>
                                        </p:cTn>
                                        <p:tgtEl>
                                          <p:spTgt spid="1535"/>
                                        </p:tgtEl>
                                        <p:attrNameLst>
                                          <p:attrName>style.visibility</p:attrName>
                                        </p:attrNameLst>
                                      </p:cBhvr>
                                      <p:to>
                                        <p:strVal val="visible"/>
                                      </p:to>
                                    </p:set>
                                    <p:anim calcmode="discrete" valueType="clr">
                                      <p:cBhvr additive="repl">
                                        <p:cTn id="4234" dur="80"/>
                                        <p:tgtEl>
                                          <p:spTgt spid="1535"/>
                                        </p:tgtEl>
                                        <p:attrNameLst>
                                          <p:attrName>style.color</p:attrName>
                                        </p:attrNameLst>
                                      </p:cBhvr>
                                      <p:tavLst>
                                        <p:tav tm="0">
                                          <p:val>
                                            <p:strVal val="rgb(-103,51,51)"/>
                                          </p:val>
                                        </p:tav>
                                        <p:tav tm="50000">
                                          <p:val>
                                            <p:strVal val="rgb(-103,-103,0)"/>
                                          </p:val>
                                        </p:tav>
                                      </p:tavLst>
                                    </p:anim>
                                    <p:anim calcmode="discrete" valueType="clr">
                                      <p:cBhvr additive="repl">
                                        <p:cTn id="4235" dur="80"/>
                                        <p:tgtEl>
                                          <p:spTgt spid="1535"/>
                                        </p:tgtEl>
                                        <p:attrNameLst>
                                          <p:attrName>fillcolor</p:attrName>
                                        </p:attrNameLst>
                                      </p:cBhvr>
                                      <p:tavLst>
                                        <p:tav tm="0">
                                          <p:val>
                                            <p:strVal val="rgb(-103,51,51)"/>
                                          </p:val>
                                        </p:tav>
                                        <p:tav tm="50000">
                                          <p:val>
                                            <p:strVal val="rgb(-103,-103,0)"/>
                                          </p:val>
                                        </p:tav>
                                      </p:tavLst>
                                    </p:anim>
                                    <p:set>
                                      <p:cBhvr>
                                        <p:cTn id="4236" dur="80"/>
                                        <p:tgtEl>
                                          <p:spTgt spid="153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36" name="" descr=""/>
          <p:cNvPicPr/>
          <p:nvPr/>
        </p:nvPicPr>
        <p:blipFill>
          <a:blip r:embed="rId1"/>
          <a:stretch/>
        </p:blipFill>
        <p:spPr>
          <a:xfrm>
            <a:off x="0" y="0"/>
            <a:ext cx="9144000" cy="6858000"/>
          </a:xfrm>
          <a:prstGeom prst="rect">
            <a:avLst/>
          </a:prstGeom>
          <a:ln w="0">
            <a:noFill/>
          </a:ln>
        </p:spPr>
      </p:pic>
      <p:pic>
        <p:nvPicPr>
          <p:cNvPr id="1537" name="" descr=""/>
          <p:cNvPicPr/>
          <p:nvPr/>
        </p:nvPicPr>
        <p:blipFill>
          <a:blip r:embed="rId2"/>
          <a:stretch/>
        </p:blipFill>
        <p:spPr>
          <a:xfrm>
            <a:off x="0" y="4648320"/>
            <a:ext cx="3124080" cy="1550880"/>
          </a:xfrm>
          <a:prstGeom prst="rect">
            <a:avLst/>
          </a:prstGeom>
          <a:ln w="0">
            <a:noFill/>
          </a:ln>
        </p:spPr>
      </p:pic>
      <p:pic>
        <p:nvPicPr>
          <p:cNvPr id="1538" name="" descr=""/>
          <p:cNvPicPr/>
          <p:nvPr/>
        </p:nvPicPr>
        <p:blipFill>
          <a:blip r:embed="rId3"/>
          <a:stretch/>
        </p:blipFill>
        <p:spPr>
          <a:xfrm>
            <a:off x="6019920" y="5334120"/>
            <a:ext cx="3124080" cy="1523880"/>
          </a:xfrm>
          <a:prstGeom prst="rect">
            <a:avLst/>
          </a:prstGeom>
          <a:ln w="0">
            <a:noFill/>
          </a:ln>
        </p:spPr>
      </p:pic>
      <p:sp>
        <p:nvSpPr>
          <p:cNvPr id="1539" name=""/>
          <p:cNvSpPr/>
          <p:nvPr/>
        </p:nvSpPr>
        <p:spPr>
          <a:xfrm>
            <a:off x="228600" y="502920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Your arm… I never noticed it before…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always wore a glove over it…</a:t>
            </a:r>
            <a:endParaRPr b="0" lang="en-US" sz="1200" spc="-1" strike="noStrike">
              <a:solidFill>
                <a:srgbClr val="000000"/>
              </a:solidFill>
              <a:latin typeface="Arial"/>
            </a:endParaRPr>
          </a:p>
        </p:txBody>
      </p:sp>
      <p:sp>
        <p:nvSpPr>
          <p:cNvPr id="1540" name=""/>
          <p:cNvSpPr/>
          <p:nvPr/>
        </p:nvSpPr>
        <p:spPr>
          <a:xfrm>
            <a:off x="6172200" y="5791320"/>
            <a:ext cx="25146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Of course.</a:t>
            </a:r>
            <a:endParaRPr b="0" lang="en-US" sz="1200" spc="-1" strike="noStrike">
              <a:solidFill>
                <a:srgbClr val="000000"/>
              </a:solidFill>
              <a:latin typeface="Arial"/>
            </a:endParaRPr>
          </a:p>
        </p:txBody>
      </p:sp>
      <p:sp>
        <p:nvSpPr>
          <p:cNvPr id="1541" name=""/>
          <p:cNvSpPr/>
          <p:nvPr/>
        </p:nvSpPr>
        <p:spPr>
          <a:xfrm>
            <a:off x="-1371600" y="2819520"/>
            <a:ext cx="990720" cy="9144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237" dur="indefinite" restart="never" nodeType="tmRoot">
          <p:childTnLst>
            <p:seq>
              <p:cTn id="4238" dur="indefinite" nodeType="mainSeq">
                <p:childTnLst>
                  <p:par>
                    <p:cTn id="4239" fill="hold">
                      <p:stCondLst>
                        <p:cond delay="0"/>
                      </p:stCondLst>
                      <p:childTnLst>
                        <p:par>
                          <p:cTn id="4240" fill="hold">
                            <p:stCondLst>
                              <p:cond delay="0"/>
                            </p:stCondLst>
                            <p:childTnLst>
                              <p:par>
                                <p:cTn id="4241" nodeType="afterEffect" fill="hold" presetClass="entr" presetID="27">
                                  <p:stCondLst>
                                    <p:cond delay="0"/>
                                  </p:stCondLst>
                                  <p:iterate type="lt">
                                    <p:tmAbs val="40"/>
                                  </p:iterate>
                                  <p:childTnLst>
                                    <p:set>
                                      <p:cBhvr>
                                        <p:cTn id="4242" dur="1" fill="hold">
                                          <p:stCondLst>
                                            <p:cond delay="0"/>
                                          </p:stCondLst>
                                        </p:cTn>
                                        <p:tgtEl>
                                          <p:spTgt spid="1539"/>
                                        </p:tgtEl>
                                        <p:attrNameLst>
                                          <p:attrName>style.visibility</p:attrName>
                                        </p:attrNameLst>
                                      </p:cBhvr>
                                      <p:to>
                                        <p:strVal val="visible"/>
                                      </p:to>
                                    </p:set>
                                    <p:anim calcmode="discrete" valueType="clr">
                                      <p:cBhvr additive="repl">
                                        <p:cTn id="4243" dur="80"/>
                                        <p:tgtEl>
                                          <p:spTgt spid="1539"/>
                                        </p:tgtEl>
                                        <p:attrNameLst>
                                          <p:attrName>style.color</p:attrName>
                                        </p:attrNameLst>
                                      </p:cBhvr>
                                      <p:tavLst>
                                        <p:tav tm="0">
                                          <p:val>
                                            <p:strVal val="rgb(-103,51,51)"/>
                                          </p:val>
                                        </p:tav>
                                        <p:tav tm="50000">
                                          <p:val>
                                            <p:strVal val="rgb(-103,-103,0)"/>
                                          </p:val>
                                        </p:tav>
                                      </p:tavLst>
                                    </p:anim>
                                    <p:anim calcmode="discrete" valueType="clr">
                                      <p:cBhvr additive="repl">
                                        <p:cTn id="4244" dur="80"/>
                                        <p:tgtEl>
                                          <p:spTgt spid="1539"/>
                                        </p:tgtEl>
                                        <p:attrNameLst>
                                          <p:attrName>fillcolor</p:attrName>
                                        </p:attrNameLst>
                                      </p:cBhvr>
                                      <p:tavLst>
                                        <p:tav tm="0">
                                          <p:val>
                                            <p:strVal val="rgb(-103,51,51)"/>
                                          </p:val>
                                        </p:tav>
                                        <p:tav tm="50000">
                                          <p:val>
                                            <p:strVal val="rgb(-103,-103,0)"/>
                                          </p:val>
                                        </p:tav>
                                      </p:tavLst>
                                    </p:anim>
                                    <p:set>
                                      <p:cBhvr>
                                        <p:cTn id="4245" dur="80"/>
                                        <p:tgtEl>
                                          <p:spTgt spid="1539"/>
                                        </p:tgtEl>
                                        <p:attrNameLst>
                                          <p:attrName>fill.type</p:attrName>
                                        </p:attrNameLst>
                                      </p:cBhvr>
                                      <p:to>
                                        <p:strVal val="solid"/>
                                      </p:to>
                                    </p:set>
                                  </p:childTnLst>
                                </p:cTn>
                              </p:par>
                            </p:childTnLst>
                          </p:cTn>
                        </p:par>
                        <p:par>
                          <p:cTn id="4246" fill="hold">
                            <p:stCondLst>
                              <p:cond delay="2280"/>
                            </p:stCondLst>
                            <p:childTnLst>
                              <p:par>
                                <p:cTn id="4247" nodeType="afterEffect" fill="hold" presetClass="entr" presetID="1">
                                  <p:stCondLst>
                                    <p:cond delay="1000"/>
                                  </p:stCondLst>
                                  <p:childTnLst>
                                    <p:set>
                                      <p:cBhvr>
                                        <p:cTn id="4248" dur="1" fill="hold">
                                          <p:stCondLst>
                                            <p:cond delay="0"/>
                                          </p:stCondLst>
                                        </p:cTn>
                                        <p:tgtEl>
                                          <p:spTgt spid="15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42" name="" descr=""/>
          <p:cNvPicPr/>
          <p:nvPr/>
        </p:nvPicPr>
        <p:blipFill>
          <a:blip r:embed="rId1"/>
          <a:stretch/>
        </p:blipFill>
        <p:spPr>
          <a:xfrm>
            <a:off x="0" y="0"/>
            <a:ext cx="9144000" cy="6858000"/>
          </a:xfrm>
          <a:prstGeom prst="rect">
            <a:avLst/>
          </a:prstGeom>
          <a:ln w="0">
            <a:noFill/>
          </a:ln>
        </p:spPr>
      </p:pic>
      <p:pic>
        <p:nvPicPr>
          <p:cNvPr id="1543" name="" descr=""/>
          <p:cNvPicPr/>
          <p:nvPr/>
        </p:nvPicPr>
        <p:blipFill>
          <a:blip r:embed="rId2"/>
          <a:stretch/>
        </p:blipFill>
        <p:spPr>
          <a:xfrm>
            <a:off x="6019920" y="5334120"/>
            <a:ext cx="3124080" cy="1523880"/>
          </a:xfrm>
          <a:prstGeom prst="rect">
            <a:avLst/>
          </a:prstGeom>
          <a:ln w="0">
            <a:noFill/>
          </a:ln>
        </p:spPr>
      </p:pic>
      <p:pic>
        <p:nvPicPr>
          <p:cNvPr id="1544" name="" descr=""/>
          <p:cNvPicPr/>
          <p:nvPr/>
        </p:nvPicPr>
        <p:blipFill>
          <a:blip r:embed="rId3"/>
          <a:stretch/>
        </p:blipFill>
        <p:spPr>
          <a:xfrm>
            <a:off x="0" y="4648320"/>
            <a:ext cx="3124080" cy="1550880"/>
          </a:xfrm>
          <a:prstGeom prst="rect">
            <a:avLst/>
          </a:prstGeom>
          <a:ln w="0">
            <a:noFill/>
          </a:ln>
        </p:spPr>
      </p:pic>
      <p:sp>
        <p:nvSpPr>
          <p:cNvPr id="1545" name=""/>
          <p:cNvSpPr/>
          <p:nvPr/>
        </p:nvSpPr>
        <p:spPr>
          <a:xfrm>
            <a:off x="228600" y="502920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Your arm… I never noticed it before…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always wore a glove over it…</a:t>
            </a:r>
            <a:endParaRPr b="0" lang="en-US" sz="1200" spc="-1" strike="noStrike">
              <a:solidFill>
                <a:srgbClr val="000000"/>
              </a:solidFill>
              <a:latin typeface="Arial"/>
            </a:endParaRPr>
          </a:p>
        </p:txBody>
      </p:sp>
      <p:sp>
        <p:nvSpPr>
          <p:cNvPr id="1546" name=""/>
          <p:cNvSpPr/>
          <p:nvPr/>
        </p:nvSpPr>
        <p:spPr>
          <a:xfrm>
            <a:off x="6172200" y="5791320"/>
            <a:ext cx="25146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My arm… you mean this?</a:t>
            </a:r>
            <a:endParaRPr b="0" lang="en-US" sz="1200" spc="-1" strike="noStrike">
              <a:solidFill>
                <a:srgbClr val="000000"/>
              </a:solidFill>
              <a:latin typeface="Arial"/>
            </a:endParaRPr>
          </a:p>
        </p:txBody>
      </p:sp>
      <p:sp>
        <p:nvSpPr>
          <p:cNvPr id="1547" name=""/>
          <p:cNvSpPr/>
          <p:nvPr/>
        </p:nvSpPr>
        <p:spPr>
          <a:xfrm>
            <a:off x="304920" y="5029200"/>
            <a:ext cx="251460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Yah…</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548" name=""/>
          <p:cNvSpPr/>
          <p:nvPr/>
        </p:nvSpPr>
        <p:spPr>
          <a:xfrm>
            <a:off x="6248520" y="5791320"/>
            <a:ext cx="251460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And you’re wondering how I got it?</a:t>
            </a:r>
            <a:endParaRPr b="0" lang="en-US" sz="1200" spc="-1" strike="noStrike">
              <a:solidFill>
                <a:srgbClr val="000000"/>
              </a:solidFill>
              <a:latin typeface="Arial"/>
            </a:endParaRPr>
          </a:p>
        </p:txBody>
      </p:sp>
      <p:sp>
        <p:nvSpPr>
          <p:cNvPr id="1549" name=""/>
          <p:cNvSpPr/>
          <p:nvPr/>
        </p:nvSpPr>
        <p:spPr>
          <a:xfrm>
            <a:off x="6248520" y="5791320"/>
            <a:ext cx="25146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from a long time ago…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 It doesn’t matter now.</a:t>
            </a:r>
            <a:endParaRPr b="0" lang="en-US" sz="1200" spc="-1" strike="noStrike">
              <a:solidFill>
                <a:srgbClr val="000000"/>
              </a:solidFill>
              <a:latin typeface="Arial"/>
            </a:endParaRPr>
          </a:p>
        </p:txBody>
      </p:sp>
      <p:sp>
        <p:nvSpPr>
          <p:cNvPr id="1550" name=""/>
          <p:cNvSpPr/>
          <p:nvPr/>
        </p:nvSpPr>
        <p:spPr>
          <a:xfrm>
            <a:off x="6248520" y="5867280"/>
            <a:ext cx="251460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know what..? I’m not really hungry. I’m finished, lets go.</a:t>
            </a:r>
            <a:endParaRPr b="0" lang="en-US" sz="1200" spc="-1" strike="noStrike">
              <a:solidFill>
                <a:srgbClr val="000000"/>
              </a:solidFill>
              <a:latin typeface="Arial"/>
            </a:endParaRPr>
          </a:p>
        </p:txBody>
      </p:sp>
      <p:sp>
        <p:nvSpPr>
          <p:cNvPr id="1551" name=""/>
          <p:cNvSpPr/>
          <p:nvPr/>
        </p:nvSpPr>
        <p:spPr>
          <a:xfrm>
            <a:off x="-762120" y="3200400"/>
            <a:ext cx="762120" cy="83808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552" name=""/>
          <p:cNvSpPr/>
          <p:nvPr/>
        </p:nvSpPr>
        <p:spPr>
          <a:xfrm>
            <a:off x="152280" y="5029200"/>
            <a:ext cx="25146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All right…</a:t>
            </a:r>
            <a:endParaRPr b="0" lang="en-US" sz="1200" spc="-1" strike="noStrike">
              <a:solidFill>
                <a:srgbClr val="000000"/>
              </a:solidFill>
              <a:latin typeface="Arial"/>
            </a:endParaRPr>
          </a:p>
        </p:txBody>
      </p:sp>
    </p:spTree>
  </p:cSld>
  <p:timing>
    <p:tnLst>
      <p:par>
        <p:cTn id="4249" dur="indefinite" restart="never" nodeType="tmRoot">
          <p:childTnLst>
            <p:seq>
              <p:cTn id="4250" dur="indefinite" nodeType="mainSeq">
                <p:childTnLst>
                  <p:par>
                    <p:cTn id="4251" fill="hold">
                      <p:stCondLst>
                        <p:cond delay="0"/>
                      </p:stCondLst>
                      <p:childTnLst>
                        <p:par>
                          <p:cTn id="4252" fill="hold">
                            <p:stCondLst>
                              <p:cond delay="0"/>
                            </p:stCondLst>
                            <p:childTnLst>
                              <p:par>
                                <p:cTn id="4253" nodeType="afterEffect" fill="hold" presetClass="entr" presetID="27">
                                  <p:stCondLst>
                                    <p:cond delay="0"/>
                                  </p:stCondLst>
                                  <p:iterate type="lt">
                                    <p:tmAbs val="40"/>
                                  </p:iterate>
                                  <p:childTnLst>
                                    <p:set>
                                      <p:cBhvr>
                                        <p:cTn id="4254" dur="1" fill="hold">
                                          <p:stCondLst>
                                            <p:cond delay="0"/>
                                          </p:stCondLst>
                                        </p:cTn>
                                        <p:tgtEl>
                                          <p:spTgt spid="1546"/>
                                        </p:tgtEl>
                                        <p:attrNameLst>
                                          <p:attrName>style.visibility</p:attrName>
                                        </p:attrNameLst>
                                      </p:cBhvr>
                                      <p:to>
                                        <p:strVal val="visible"/>
                                      </p:to>
                                    </p:set>
                                    <p:anim calcmode="discrete" valueType="clr">
                                      <p:cBhvr additive="repl">
                                        <p:cTn id="4255" dur="80"/>
                                        <p:tgtEl>
                                          <p:spTgt spid="1546"/>
                                        </p:tgtEl>
                                        <p:attrNameLst>
                                          <p:attrName>style.color</p:attrName>
                                        </p:attrNameLst>
                                      </p:cBhvr>
                                      <p:tavLst>
                                        <p:tav tm="0">
                                          <p:val>
                                            <p:strVal val="rgb(-103,51,51)"/>
                                          </p:val>
                                        </p:tav>
                                        <p:tav tm="50000">
                                          <p:val>
                                            <p:strVal val="rgb(-103,-103,0)"/>
                                          </p:val>
                                        </p:tav>
                                      </p:tavLst>
                                    </p:anim>
                                    <p:anim calcmode="discrete" valueType="clr">
                                      <p:cBhvr additive="repl">
                                        <p:cTn id="4256" dur="80"/>
                                        <p:tgtEl>
                                          <p:spTgt spid="1546"/>
                                        </p:tgtEl>
                                        <p:attrNameLst>
                                          <p:attrName>fillcolor</p:attrName>
                                        </p:attrNameLst>
                                      </p:cBhvr>
                                      <p:tavLst>
                                        <p:tav tm="0">
                                          <p:val>
                                            <p:strVal val="rgb(-103,51,51)"/>
                                          </p:val>
                                        </p:tav>
                                        <p:tav tm="50000">
                                          <p:val>
                                            <p:strVal val="rgb(-103,-103,0)"/>
                                          </p:val>
                                        </p:tav>
                                      </p:tavLst>
                                    </p:anim>
                                    <p:set>
                                      <p:cBhvr>
                                        <p:cTn id="4257" dur="80"/>
                                        <p:tgtEl>
                                          <p:spTgt spid="1546"/>
                                        </p:tgtEl>
                                        <p:attrNameLst>
                                          <p:attrName>fill.type</p:attrName>
                                        </p:attrNameLst>
                                      </p:cBhvr>
                                      <p:to>
                                        <p:strVal val="solid"/>
                                      </p:to>
                                    </p:set>
                                  </p:childTnLst>
                                </p:cTn>
                              </p:par>
                            </p:childTnLst>
                          </p:cTn>
                        </p:par>
                        <p:par>
                          <p:cTn id="4258" fill="hold">
                            <p:stCondLst>
                              <p:cond delay="760"/>
                            </p:stCondLst>
                            <p:childTnLst>
                              <p:par>
                                <p:cTn id="4259" nodeType="afterEffect" fill="hold" presetClass="entr" presetID="27">
                                  <p:stCondLst>
                                    <p:cond delay="500"/>
                                  </p:stCondLst>
                                  <p:iterate type="lt">
                                    <p:tmAbs val="40"/>
                                  </p:iterate>
                                  <p:childTnLst>
                                    <p:set>
                                      <p:cBhvr>
                                        <p:cTn id="4260" dur="1" fill="hold">
                                          <p:stCondLst>
                                            <p:cond delay="0"/>
                                          </p:stCondLst>
                                        </p:cTn>
                                        <p:tgtEl>
                                          <p:spTgt spid="1547"/>
                                        </p:tgtEl>
                                        <p:attrNameLst>
                                          <p:attrName>style.visibility</p:attrName>
                                        </p:attrNameLst>
                                      </p:cBhvr>
                                      <p:to>
                                        <p:strVal val="visible"/>
                                      </p:to>
                                    </p:set>
                                    <p:anim calcmode="discrete" valueType="clr">
                                      <p:cBhvr additive="repl">
                                        <p:cTn id="4261" dur="80"/>
                                        <p:tgtEl>
                                          <p:spTgt spid="1547"/>
                                        </p:tgtEl>
                                        <p:attrNameLst>
                                          <p:attrName>style.color</p:attrName>
                                        </p:attrNameLst>
                                      </p:cBhvr>
                                      <p:tavLst>
                                        <p:tav tm="0">
                                          <p:val>
                                            <p:strVal val="rgb(-103,51,51)"/>
                                          </p:val>
                                        </p:tav>
                                        <p:tav tm="50000">
                                          <p:val>
                                            <p:strVal val="rgb(-103,-103,0)"/>
                                          </p:val>
                                        </p:tav>
                                      </p:tavLst>
                                    </p:anim>
                                    <p:anim calcmode="discrete" valueType="clr">
                                      <p:cBhvr additive="repl">
                                        <p:cTn id="4262" dur="80"/>
                                        <p:tgtEl>
                                          <p:spTgt spid="1547"/>
                                        </p:tgtEl>
                                        <p:attrNameLst>
                                          <p:attrName>fillcolor</p:attrName>
                                        </p:attrNameLst>
                                      </p:cBhvr>
                                      <p:tavLst>
                                        <p:tav tm="0">
                                          <p:val>
                                            <p:strVal val="rgb(-103,51,51)"/>
                                          </p:val>
                                        </p:tav>
                                        <p:tav tm="50000">
                                          <p:val>
                                            <p:strVal val="rgb(-103,-103,0)"/>
                                          </p:val>
                                        </p:tav>
                                      </p:tavLst>
                                    </p:anim>
                                    <p:set>
                                      <p:cBhvr>
                                        <p:cTn id="4263" dur="80"/>
                                        <p:tgtEl>
                                          <p:spTgt spid="1547"/>
                                        </p:tgtEl>
                                        <p:attrNameLst>
                                          <p:attrName>fill.type</p:attrName>
                                        </p:attrNameLst>
                                      </p:cBhvr>
                                      <p:to>
                                        <p:strVal val="solid"/>
                                      </p:to>
                                    </p:set>
                                  </p:childTnLst>
                                </p:cTn>
                              </p:par>
                            </p:childTnLst>
                          </p:cTn>
                        </p:par>
                        <p:par>
                          <p:cTn id="4264" fill="hold">
                            <p:stCondLst>
                              <p:cond delay="1500"/>
                            </p:stCondLst>
                            <p:childTnLst>
                              <p:par>
                                <p:cTn id="4265" nodeType="afterEffect" fill="hold" presetClass="entr" presetID="27">
                                  <p:stCondLst>
                                    <p:cond delay="1500"/>
                                  </p:stCondLst>
                                  <p:iterate type="lt">
                                    <p:tmAbs val="40"/>
                                  </p:iterate>
                                  <p:childTnLst>
                                    <p:set>
                                      <p:cBhvr>
                                        <p:cTn id="4266" dur="1" fill="hold">
                                          <p:stCondLst>
                                            <p:cond delay="0"/>
                                          </p:stCondLst>
                                        </p:cTn>
                                        <p:tgtEl>
                                          <p:spTgt spid="1548"/>
                                        </p:tgtEl>
                                        <p:attrNameLst>
                                          <p:attrName>style.visibility</p:attrName>
                                        </p:attrNameLst>
                                      </p:cBhvr>
                                      <p:to>
                                        <p:strVal val="visible"/>
                                      </p:to>
                                    </p:set>
                                    <p:anim calcmode="discrete" valueType="clr">
                                      <p:cBhvr additive="repl">
                                        <p:cTn id="4267" dur="80"/>
                                        <p:tgtEl>
                                          <p:spTgt spid="1548"/>
                                        </p:tgtEl>
                                        <p:attrNameLst>
                                          <p:attrName>style.color</p:attrName>
                                        </p:attrNameLst>
                                      </p:cBhvr>
                                      <p:tavLst>
                                        <p:tav tm="0">
                                          <p:val>
                                            <p:strVal val="rgb(-103,51,51)"/>
                                          </p:val>
                                        </p:tav>
                                        <p:tav tm="50000">
                                          <p:val>
                                            <p:strVal val="rgb(-103,-103,0)"/>
                                          </p:val>
                                        </p:tav>
                                      </p:tavLst>
                                    </p:anim>
                                    <p:anim calcmode="discrete" valueType="clr">
                                      <p:cBhvr additive="repl">
                                        <p:cTn id="4268" dur="80"/>
                                        <p:tgtEl>
                                          <p:spTgt spid="1548"/>
                                        </p:tgtEl>
                                        <p:attrNameLst>
                                          <p:attrName>fillcolor</p:attrName>
                                        </p:attrNameLst>
                                      </p:cBhvr>
                                      <p:tavLst>
                                        <p:tav tm="0">
                                          <p:val>
                                            <p:strVal val="rgb(-103,51,51)"/>
                                          </p:val>
                                        </p:tav>
                                        <p:tav tm="50000">
                                          <p:val>
                                            <p:strVal val="rgb(-103,-103,0)"/>
                                          </p:val>
                                        </p:tav>
                                      </p:tavLst>
                                    </p:anim>
                                    <p:set>
                                      <p:cBhvr>
                                        <p:cTn id="4269" dur="80"/>
                                        <p:tgtEl>
                                          <p:spTgt spid="1548"/>
                                        </p:tgtEl>
                                        <p:attrNameLst>
                                          <p:attrName>fill.type</p:attrName>
                                        </p:attrNameLst>
                                      </p:cBhvr>
                                      <p:to>
                                        <p:strVal val="solid"/>
                                      </p:to>
                                    </p:set>
                                  </p:childTnLst>
                                </p:cTn>
                              </p:par>
                            </p:childTnLst>
                          </p:cTn>
                        </p:par>
                        <p:par>
                          <p:cTn id="4270" fill="hold">
                            <p:stCondLst>
                              <p:cond delay="4160"/>
                            </p:stCondLst>
                            <p:childTnLst>
                              <p:par>
                                <p:cTn id="4271" nodeType="afterEffect" fill="hold" presetClass="entr" presetID="27">
                                  <p:stCondLst>
                                    <p:cond delay="1500"/>
                                  </p:stCondLst>
                                  <p:iterate type="lt">
                                    <p:tmAbs val="40"/>
                                  </p:iterate>
                                  <p:childTnLst>
                                    <p:set>
                                      <p:cBhvr>
                                        <p:cTn id="4272" dur="1" fill="hold">
                                          <p:stCondLst>
                                            <p:cond delay="0"/>
                                          </p:stCondLst>
                                        </p:cTn>
                                        <p:tgtEl>
                                          <p:spTgt spid="1549"/>
                                        </p:tgtEl>
                                        <p:attrNameLst>
                                          <p:attrName>style.visibility</p:attrName>
                                        </p:attrNameLst>
                                      </p:cBhvr>
                                      <p:to>
                                        <p:strVal val="visible"/>
                                      </p:to>
                                    </p:set>
                                    <p:anim calcmode="discrete" valueType="clr">
                                      <p:cBhvr additive="repl">
                                        <p:cTn id="4273" dur="80"/>
                                        <p:tgtEl>
                                          <p:spTgt spid="1549"/>
                                        </p:tgtEl>
                                        <p:attrNameLst>
                                          <p:attrName>style.color</p:attrName>
                                        </p:attrNameLst>
                                      </p:cBhvr>
                                      <p:tavLst>
                                        <p:tav tm="0">
                                          <p:val>
                                            <p:strVal val="rgb(-103,51,51)"/>
                                          </p:val>
                                        </p:tav>
                                        <p:tav tm="50000">
                                          <p:val>
                                            <p:strVal val="rgb(-103,-103,0)"/>
                                          </p:val>
                                        </p:tav>
                                      </p:tavLst>
                                    </p:anim>
                                    <p:anim calcmode="discrete" valueType="clr">
                                      <p:cBhvr additive="repl">
                                        <p:cTn id="4274" dur="80"/>
                                        <p:tgtEl>
                                          <p:spTgt spid="1549"/>
                                        </p:tgtEl>
                                        <p:attrNameLst>
                                          <p:attrName>fillcolor</p:attrName>
                                        </p:attrNameLst>
                                      </p:cBhvr>
                                      <p:tavLst>
                                        <p:tav tm="0">
                                          <p:val>
                                            <p:strVal val="rgb(-103,51,51)"/>
                                          </p:val>
                                        </p:tav>
                                        <p:tav tm="50000">
                                          <p:val>
                                            <p:strVal val="rgb(-103,-103,0)"/>
                                          </p:val>
                                        </p:tav>
                                      </p:tavLst>
                                    </p:anim>
                                    <p:set>
                                      <p:cBhvr>
                                        <p:cTn id="4275" dur="80"/>
                                        <p:tgtEl>
                                          <p:spTgt spid="1549"/>
                                        </p:tgtEl>
                                        <p:attrNameLst>
                                          <p:attrName>fill.type</p:attrName>
                                        </p:attrNameLst>
                                      </p:cBhvr>
                                      <p:to>
                                        <p:strVal val="solid"/>
                                      </p:to>
                                    </p:set>
                                  </p:childTnLst>
                                </p:cTn>
                              </p:par>
                            </p:childTnLst>
                          </p:cTn>
                        </p:par>
                        <p:par>
                          <p:cTn id="4276" fill="hold">
                            <p:stCondLst>
                              <p:cond delay="7420"/>
                            </p:stCondLst>
                            <p:childTnLst>
                              <p:par>
                                <p:cTn id="4277" nodeType="afterEffect" fill="hold" presetClass="entr" presetID="27">
                                  <p:stCondLst>
                                    <p:cond delay="500"/>
                                  </p:stCondLst>
                                  <p:iterate type="lt">
                                    <p:tmAbs val="40"/>
                                  </p:iterate>
                                  <p:childTnLst>
                                    <p:set>
                                      <p:cBhvr>
                                        <p:cTn id="4278" dur="1" fill="hold">
                                          <p:stCondLst>
                                            <p:cond delay="0"/>
                                          </p:stCondLst>
                                        </p:cTn>
                                        <p:tgtEl>
                                          <p:spTgt spid="1550"/>
                                        </p:tgtEl>
                                        <p:attrNameLst>
                                          <p:attrName>style.visibility</p:attrName>
                                        </p:attrNameLst>
                                      </p:cBhvr>
                                      <p:to>
                                        <p:strVal val="visible"/>
                                      </p:to>
                                    </p:set>
                                    <p:anim calcmode="discrete" valueType="clr">
                                      <p:cBhvr additive="repl">
                                        <p:cTn id="4279" dur="80"/>
                                        <p:tgtEl>
                                          <p:spTgt spid="1550"/>
                                        </p:tgtEl>
                                        <p:attrNameLst>
                                          <p:attrName>style.color</p:attrName>
                                        </p:attrNameLst>
                                      </p:cBhvr>
                                      <p:tavLst>
                                        <p:tav tm="0">
                                          <p:val>
                                            <p:strVal val="rgb(-103,51,51)"/>
                                          </p:val>
                                        </p:tav>
                                        <p:tav tm="50000">
                                          <p:val>
                                            <p:strVal val="rgb(-103,-103,0)"/>
                                          </p:val>
                                        </p:tav>
                                      </p:tavLst>
                                    </p:anim>
                                    <p:anim calcmode="discrete" valueType="clr">
                                      <p:cBhvr additive="repl">
                                        <p:cTn id="4280" dur="80"/>
                                        <p:tgtEl>
                                          <p:spTgt spid="1550"/>
                                        </p:tgtEl>
                                        <p:attrNameLst>
                                          <p:attrName>fillcolor</p:attrName>
                                        </p:attrNameLst>
                                      </p:cBhvr>
                                      <p:tavLst>
                                        <p:tav tm="0">
                                          <p:val>
                                            <p:strVal val="rgb(-103,51,51)"/>
                                          </p:val>
                                        </p:tav>
                                        <p:tav tm="50000">
                                          <p:val>
                                            <p:strVal val="rgb(-103,-103,0)"/>
                                          </p:val>
                                        </p:tav>
                                      </p:tavLst>
                                    </p:anim>
                                    <p:set>
                                      <p:cBhvr>
                                        <p:cTn id="4281" dur="80"/>
                                        <p:tgtEl>
                                          <p:spTgt spid="1550"/>
                                        </p:tgtEl>
                                        <p:attrNameLst>
                                          <p:attrName>fill.type</p:attrName>
                                        </p:attrNameLst>
                                      </p:cBhvr>
                                      <p:to>
                                        <p:strVal val="solid"/>
                                      </p:to>
                                    </p:set>
                                  </p:childTnLst>
                                </p:cTn>
                              </p:par>
                            </p:childTnLst>
                          </p:cTn>
                        </p:par>
                        <p:par>
                          <p:cTn id="4282" fill="hold">
                            <p:stCondLst>
                              <p:cond delay="10040"/>
                            </p:stCondLst>
                            <p:childTnLst>
                              <p:par>
                                <p:cTn id="4283" nodeType="afterEffect" fill="hold" presetClass="entr" presetID="27">
                                  <p:stCondLst>
                                    <p:cond delay="500"/>
                                  </p:stCondLst>
                                  <p:iterate type="lt">
                                    <p:tmAbs val="40"/>
                                  </p:iterate>
                                  <p:childTnLst>
                                    <p:set>
                                      <p:cBhvr>
                                        <p:cTn id="4284" dur="1" fill="hold">
                                          <p:stCondLst>
                                            <p:cond delay="0"/>
                                          </p:stCondLst>
                                        </p:cTn>
                                        <p:tgtEl>
                                          <p:spTgt spid="1552"/>
                                        </p:tgtEl>
                                        <p:attrNameLst>
                                          <p:attrName>style.visibility</p:attrName>
                                        </p:attrNameLst>
                                      </p:cBhvr>
                                      <p:to>
                                        <p:strVal val="visible"/>
                                      </p:to>
                                    </p:set>
                                    <p:anim calcmode="discrete" valueType="clr">
                                      <p:cBhvr additive="repl">
                                        <p:cTn id="4285" dur="80"/>
                                        <p:tgtEl>
                                          <p:spTgt spid="1552"/>
                                        </p:tgtEl>
                                        <p:attrNameLst>
                                          <p:attrName>style.color</p:attrName>
                                        </p:attrNameLst>
                                      </p:cBhvr>
                                      <p:tavLst>
                                        <p:tav tm="0">
                                          <p:val>
                                            <p:strVal val="rgb(-103,51,51)"/>
                                          </p:val>
                                        </p:tav>
                                        <p:tav tm="50000">
                                          <p:val>
                                            <p:strVal val="rgb(-103,-103,0)"/>
                                          </p:val>
                                        </p:tav>
                                      </p:tavLst>
                                    </p:anim>
                                    <p:anim calcmode="discrete" valueType="clr">
                                      <p:cBhvr additive="repl">
                                        <p:cTn id="4286" dur="80"/>
                                        <p:tgtEl>
                                          <p:spTgt spid="1552"/>
                                        </p:tgtEl>
                                        <p:attrNameLst>
                                          <p:attrName>fillcolor</p:attrName>
                                        </p:attrNameLst>
                                      </p:cBhvr>
                                      <p:tavLst>
                                        <p:tav tm="0">
                                          <p:val>
                                            <p:strVal val="rgb(-103,51,51)"/>
                                          </p:val>
                                        </p:tav>
                                        <p:tav tm="50000">
                                          <p:val>
                                            <p:strVal val="rgb(-103,-103,0)"/>
                                          </p:val>
                                        </p:tav>
                                      </p:tavLst>
                                    </p:anim>
                                    <p:set>
                                      <p:cBhvr>
                                        <p:cTn id="4287" dur="80"/>
                                        <p:tgtEl>
                                          <p:spTgt spid="1552"/>
                                        </p:tgtEl>
                                        <p:attrNameLst>
                                          <p:attrName>fill.type</p:attrName>
                                        </p:attrNameLst>
                                      </p:cBhvr>
                                      <p:to>
                                        <p:strVal val="solid"/>
                                      </p:to>
                                    </p:set>
                                  </p:childTnLst>
                                </p:cTn>
                              </p:par>
                            </p:childTnLst>
                          </p:cTn>
                        </p:par>
                        <p:par>
                          <p:cTn id="4288" fill="hold">
                            <p:stCondLst>
                              <p:cond delay="10940"/>
                            </p:stCondLst>
                            <p:childTnLst>
                              <p:par>
                                <p:cTn id="4289" nodeType="afterEffect" fill="hold" presetClass="entr" presetID="1">
                                  <p:stCondLst>
                                    <p:cond delay="2500"/>
                                  </p:stCondLst>
                                  <p:childTnLst>
                                    <p:set>
                                      <p:cBhvr>
                                        <p:cTn id="4290" dur="1" fill="hold">
                                          <p:stCondLst>
                                            <p:cond delay="0"/>
                                          </p:stCondLst>
                                        </p:cTn>
                                        <p:tgtEl>
                                          <p:spTgt spid="15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53" name="" descr=""/>
          <p:cNvPicPr/>
          <p:nvPr/>
        </p:nvPicPr>
        <p:blipFill>
          <a:blip r:embed="rId1"/>
          <a:stretch/>
        </p:blipFill>
        <p:spPr>
          <a:xfrm>
            <a:off x="0" y="0"/>
            <a:ext cx="9144000" cy="6845400"/>
          </a:xfrm>
          <a:prstGeom prst="rect">
            <a:avLst/>
          </a:prstGeom>
          <a:ln w="0">
            <a:noFill/>
          </a:ln>
        </p:spPr>
      </p:pic>
      <p:sp>
        <p:nvSpPr>
          <p:cNvPr id="1554" name=""/>
          <p:cNvSpPr/>
          <p:nvPr/>
        </p:nvSpPr>
        <p:spPr>
          <a:xfrm>
            <a:off x="2743200" y="0"/>
            <a:ext cx="3352680" cy="8380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555" name="" descr=""/>
          <p:cNvPicPr/>
          <p:nvPr/>
        </p:nvPicPr>
        <p:blipFill>
          <a:blip r:embed="rId2"/>
          <a:stretch/>
        </p:blipFill>
        <p:spPr>
          <a:xfrm>
            <a:off x="6019920" y="5334120"/>
            <a:ext cx="3124080" cy="1523880"/>
          </a:xfrm>
          <a:prstGeom prst="rect">
            <a:avLst/>
          </a:prstGeom>
          <a:ln w="0">
            <a:noFill/>
          </a:ln>
        </p:spPr>
      </p:pic>
      <p:sp>
        <p:nvSpPr>
          <p:cNvPr id="1556" name=""/>
          <p:cNvSpPr/>
          <p:nvPr/>
        </p:nvSpPr>
        <p:spPr>
          <a:xfrm>
            <a:off x="6248520" y="5867280"/>
            <a:ext cx="25146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Come on… we’re leaving.</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Don’t worry about the trash… They’ll clean it up.</a:t>
            </a:r>
            <a:endParaRPr b="0" lang="en-US" sz="1200" spc="-1" strike="noStrike">
              <a:solidFill>
                <a:srgbClr val="000000"/>
              </a:solidFill>
              <a:latin typeface="Arial"/>
            </a:endParaRPr>
          </a:p>
        </p:txBody>
      </p:sp>
      <p:sp>
        <p:nvSpPr>
          <p:cNvPr id="1557" name=""/>
          <p:cNvSpPr/>
          <p:nvPr/>
        </p:nvSpPr>
        <p:spPr>
          <a:xfrm>
            <a:off x="838080" y="-457200"/>
            <a:ext cx="17528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Yu-gi-oh!!</a:t>
            </a:r>
            <a:endParaRPr b="0" lang="en-US" sz="1200" spc="-1" strike="noStrike">
              <a:solidFill>
                <a:srgbClr val="000000"/>
              </a:solidFill>
              <a:latin typeface="Arial"/>
            </a:endParaRPr>
          </a:p>
        </p:txBody>
      </p:sp>
    </p:spTree>
  </p:cSld>
  <p:timing>
    <p:tnLst>
      <p:par>
        <p:cTn id="4291" dur="indefinite" restart="never" nodeType="tmRoot">
          <p:childTnLst>
            <p:seq>
              <p:cTn id="4292" dur="indefinite" nodeType="mainSeq">
                <p:childTnLst>
                  <p:par>
                    <p:cTn id="4293" fill="hold">
                      <p:stCondLst>
                        <p:cond delay="0"/>
                      </p:stCondLst>
                      <p:childTnLst>
                        <p:par>
                          <p:cTn id="4294" fill="hold">
                            <p:stCondLst>
                              <p:cond delay="0"/>
                            </p:stCondLst>
                            <p:childTnLst>
                              <p:par>
                                <p:cTn id="4295" nodeType="afterEffect" fill="hold" presetClass="entr" presetID="9">
                                  <p:stCondLst>
                                    <p:cond delay="0"/>
                                  </p:stCondLst>
                                  <p:childTnLst>
                                    <p:set>
                                      <p:cBhvr>
                                        <p:cTn id="4296" dur="1" fill="hold">
                                          <p:stCondLst>
                                            <p:cond delay="0"/>
                                          </p:stCondLst>
                                        </p:cTn>
                                        <p:tgtEl>
                                          <p:spTgt spid="1555"/>
                                        </p:tgtEl>
                                        <p:attrNameLst>
                                          <p:attrName>style.visibility</p:attrName>
                                        </p:attrNameLst>
                                      </p:cBhvr>
                                      <p:to>
                                        <p:strVal val="visible"/>
                                      </p:to>
                                    </p:set>
                                    <p:animEffect filter="dissolve" transition="in">
                                      <p:cBhvr additive="repl">
                                        <p:cTn id="4297" dur="500"/>
                                        <p:tgtEl>
                                          <p:spTgt spid="1555"/>
                                        </p:tgtEl>
                                      </p:cBhvr>
                                    </p:animEffect>
                                  </p:childTnLst>
                                </p:cTn>
                              </p:par>
                            </p:childTnLst>
                          </p:cTn>
                        </p:par>
                        <p:par>
                          <p:cTn id="4298" fill="hold">
                            <p:stCondLst>
                              <p:cond delay="500"/>
                            </p:stCondLst>
                            <p:childTnLst>
                              <p:par>
                                <p:cTn id="4299" nodeType="afterEffect" fill="hold" presetClass="entr" presetID="27">
                                  <p:stCondLst>
                                    <p:cond delay="0"/>
                                  </p:stCondLst>
                                  <p:iterate type="lt">
                                    <p:tmAbs val="40"/>
                                  </p:iterate>
                                  <p:childTnLst>
                                    <p:set>
                                      <p:cBhvr>
                                        <p:cTn id="4300" dur="1" fill="hold">
                                          <p:stCondLst>
                                            <p:cond delay="0"/>
                                          </p:stCondLst>
                                        </p:cTn>
                                        <p:tgtEl>
                                          <p:spTgt spid="1556"/>
                                        </p:tgtEl>
                                        <p:attrNameLst>
                                          <p:attrName>style.visibility</p:attrName>
                                        </p:attrNameLst>
                                      </p:cBhvr>
                                      <p:to>
                                        <p:strVal val="visible"/>
                                      </p:to>
                                    </p:set>
                                    <p:anim calcmode="discrete" valueType="clr">
                                      <p:cBhvr additive="repl">
                                        <p:cTn id="4301" dur="80"/>
                                        <p:tgtEl>
                                          <p:spTgt spid="1556"/>
                                        </p:tgtEl>
                                        <p:attrNameLst>
                                          <p:attrName>style.color</p:attrName>
                                        </p:attrNameLst>
                                      </p:cBhvr>
                                      <p:tavLst>
                                        <p:tav tm="0">
                                          <p:val>
                                            <p:strVal val="rgb(-103,51,51)"/>
                                          </p:val>
                                        </p:tav>
                                        <p:tav tm="50000">
                                          <p:val>
                                            <p:strVal val="rgb(-103,-103,0)"/>
                                          </p:val>
                                        </p:tav>
                                      </p:tavLst>
                                    </p:anim>
                                    <p:anim calcmode="discrete" valueType="clr">
                                      <p:cBhvr additive="repl">
                                        <p:cTn id="4302" dur="80"/>
                                        <p:tgtEl>
                                          <p:spTgt spid="1556"/>
                                        </p:tgtEl>
                                        <p:attrNameLst>
                                          <p:attrName>fillcolor</p:attrName>
                                        </p:attrNameLst>
                                      </p:cBhvr>
                                      <p:tavLst>
                                        <p:tav tm="0">
                                          <p:val>
                                            <p:strVal val="rgb(-103,51,51)"/>
                                          </p:val>
                                        </p:tav>
                                        <p:tav tm="50000">
                                          <p:val>
                                            <p:strVal val="rgb(-103,-103,0)"/>
                                          </p:val>
                                        </p:tav>
                                      </p:tavLst>
                                    </p:anim>
                                    <p:set>
                                      <p:cBhvr>
                                        <p:cTn id="4303" dur="80"/>
                                        <p:tgtEl>
                                          <p:spTgt spid="1556"/>
                                        </p:tgtEl>
                                        <p:attrNameLst>
                                          <p:attrName>fill.type</p:attrName>
                                        </p:attrNameLst>
                                      </p:cBhvr>
                                      <p:to>
                                        <p:strVal val="solid"/>
                                      </p:to>
                                    </p:set>
                                  </p:childTnLst>
                                </p:cTn>
                              </p:par>
                            </p:childTnLst>
                          </p:cTn>
                        </p:par>
                        <p:par>
                          <p:cTn id="4304" fill="hold">
                            <p:stCondLst>
                              <p:cond delay="2980"/>
                            </p:stCondLst>
                            <p:childTnLst>
                              <p:par>
                                <p:cTn id="4305" nodeType="afterEffect" fill="hold" presetClass="entr" presetID="1">
                                  <p:stCondLst>
                                    <p:cond delay="0"/>
                                  </p:stCondLst>
                                  <p:childTnLst>
                                    <p:set>
                                      <p:cBhvr>
                                        <p:cTn id="4306" dur="1" fill="hold">
                                          <p:stCondLst>
                                            <p:cond delay="0"/>
                                          </p:stCondLst>
                                        </p:cTn>
                                        <p:tgtEl>
                                          <p:spTgt spid="15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58" name="" descr=""/>
          <p:cNvPicPr/>
          <p:nvPr/>
        </p:nvPicPr>
        <p:blipFill>
          <a:blip r:embed="rId1"/>
          <a:stretch/>
        </p:blipFill>
        <p:spPr>
          <a:xfrm>
            <a:off x="0" y="0"/>
            <a:ext cx="9144000" cy="6858000"/>
          </a:xfrm>
          <a:prstGeom prst="rect">
            <a:avLst/>
          </a:prstGeom>
          <a:ln w="0">
            <a:noFill/>
          </a:ln>
        </p:spPr>
      </p:pic>
      <p:sp>
        <p:nvSpPr>
          <p:cNvPr id="1559" name=""/>
          <p:cNvSpPr/>
          <p:nvPr/>
        </p:nvSpPr>
        <p:spPr>
          <a:xfrm>
            <a:off x="2209680" y="-457200"/>
            <a:ext cx="22860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Look familiar?</a:t>
            </a:r>
            <a:endParaRPr b="0" lang="en-US" sz="1200" spc="-1" strike="noStrike">
              <a:solidFill>
                <a:srgbClr val="000000"/>
              </a:solidFill>
              <a:latin typeface="Arial"/>
            </a:endParaRPr>
          </a:p>
        </p:txBody>
      </p:sp>
    </p:spTree>
  </p:cSld>
</p:sld>
</file>

<file path=ppt/slides/slide2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60" name="" descr=""/>
          <p:cNvPicPr/>
          <p:nvPr/>
        </p:nvPicPr>
        <p:blipFill>
          <a:blip r:embed="rId1"/>
          <a:stretch/>
        </p:blipFill>
        <p:spPr>
          <a:xfrm>
            <a:off x="0" y="0"/>
            <a:ext cx="9144000" cy="6858000"/>
          </a:xfrm>
          <a:prstGeom prst="rect">
            <a:avLst/>
          </a:prstGeom>
          <a:ln w="0">
            <a:noFill/>
          </a:ln>
        </p:spPr>
      </p:pic>
      <p:pic>
        <p:nvPicPr>
          <p:cNvPr id="1561" name="" descr=""/>
          <p:cNvPicPr/>
          <p:nvPr/>
        </p:nvPicPr>
        <p:blipFill>
          <a:blip r:embed="rId2"/>
          <a:stretch/>
        </p:blipFill>
        <p:spPr>
          <a:xfrm>
            <a:off x="4724280" y="1371600"/>
            <a:ext cx="3124440" cy="1523880"/>
          </a:xfrm>
          <a:prstGeom prst="rect">
            <a:avLst/>
          </a:prstGeom>
          <a:ln w="0">
            <a:noFill/>
          </a:ln>
        </p:spPr>
      </p:pic>
      <p:sp>
        <p:nvSpPr>
          <p:cNvPr id="1562" name=""/>
          <p:cNvSpPr/>
          <p:nvPr/>
        </p:nvSpPr>
        <p:spPr>
          <a:xfrm>
            <a:off x="4952880" y="1905120"/>
            <a:ext cx="25146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don’t know where I live, right?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Then follow me.</a:t>
            </a:r>
            <a:endParaRPr b="0" lang="en-US" sz="1200" spc="-1" strike="noStrike">
              <a:solidFill>
                <a:srgbClr val="000000"/>
              </a:solidFill>
              <a:latin typeface="Arial"/>
            </a:endParaRPr>
          </a:p>
        </p:txBody>
      </p:sp>
    </p:spTree>
  </p:cSld>
  <p:transition advTm="5000">
    <p:fade/>
  </p:transition>
  <p:timing>
    <p:tnLst>
      <p:par>
        <p:cTn id="4307" dur="indefinite" restart="never" nodeType="tmRoot">
          <p:childTnLst>
            <p:seq>
              <p:cTn id="4308" dur="indefinite" nodeType="mainSeq">
                <p:childTnLst>
                  <p:par>
                    <p:cTn id="4309" fill="hold">
                      <p:stCondLst>
                        <p:cond delay="0"/>
                      </p:stCondLst>
                      <p:childTnLst>
                        <p:par>
                          <p:cTn id="4310" fill="hold">
                            <p:stCondLst>
                              <p:cond delay="0"/>
                            </p:stCondLst>
                            <p:childTnLst>
                              <p:par>
                                <p:cTn id="4311" nodeType="afterEffect" fill="hold" presetClass="entr" presetID="9">
                                  <p:stCondLst>
                                    <p:cond delay="0"/>
                                  </p:stCondLst>
                                  <p:childTnLst>
                                    <p:set>
                                      <p:cBhvr>
                                        <p:cTn id="4312" dur="1" fill="hold">
                                          <p:stCondLst>
                                            <p:cond delay="0"/>
                                          </p:stCondLst>
                                        </p:cTn>
                                        <p:tgtEl>
                                          <p:spTgt spid="1561"/>
                                        </p:tgtEl>
                                        <p:attrNameLst>
                                          <p:attrName>style.visibility</p:attrName>
                                        </p:attrNameLst>
                                      </p:cBhvr>
                                      <p:to>
                                        <p:strVal val="visible"/>
                                      </p:to>
                                    </p:set>
                                    <p:animEffect filter="dissolve" transition="in">
                                      <p:cBhvr additive="repl">
                                        <p:cTn id="4313" dur="500"/>
                                        <p:tgtEl>
                                          <p:spTgt spid="1561"/>
                                        </p:tgtEl>
                                      </p:cBhvr>
                                    </p:animEffect>
                                  </p:childTnLst>
                                </p:cTn>
                              </p:par>
                            </p:childTnLst>
                          </p:cTn>
                        </p:par>
                        <p:par>
                          <p:cTn id="4314" fill="hold">
                            <p:stCondLst>
                              <p:cond delay="500"/>
                            </p:stCondLst>
                            <p:childTnLst>
                              <p:par>
                                <p:cTn id="4315" nodeType="afterEffect" fill="hold" presetClass="entr" presetID="27">
                                  <p:stCondLst>
                                    <p:cond delay="0"/>
                                  </p:stCondLst>
                                  <p:iterate type="lt">
                                    <p:tmAbs val="40"/>
                                  </p:iterate>
                                  <p:childTnLst>
                                    <p:set>
                                      <p:cBhvr>
                                        <p:cTn id="4316" dur="1" fill="hold">
                                          <p:stCondLst>
                                            <p:cond delay="0"/>
                                          </p:stCondLst>
                                        </p:cTn>
                                        <p:tgtEl>
                                          <p:spTgt spid="1562"/>
                                        </p:tgtEl>
                                        <p:attrNameLst>
                                          <p:attrName>style.visibility</p:attrName>
                                        </p:attrNameLst>
                                      </p:cBhvr>
                                      <p:to>
                                        <p:strVal val="visible"/>
                                      </p:to>
                                    </p:set>
                                    <p:anim calcmode="discrete" valueType="clr">
                                      <p:cBhvr additive="repl">
                                        <p:cTn id="4317" dur="80"/>
                                        <p:tgtEl>
                                          <p:spTgt spid="1562"/>
                                        </p:tgtEl>
                                        <p:attrNameLst>
                                          <p:attrName>style.color</p:attrName>
                                        </p:attrNameLst>
                                      </p:cBhvr>
                                      <p:tavLst>
                                        <p:tav tm="0">
                                          <p:val>
                                            <p:strVal val="rgb(-103,51,51)"/>
                                          </p:val>
                                        </p:tav>
                                        <p:tav tm="50000">
                                          <p:val>
                                            <p:strVal val="rgb(-103,-103,0)"/>
                                          </p:val>
                                        </p:tav>
                                      </p:tavLst>
                                    </p:anim>
                                    <p:anim calcmode="discrete" valueType="clr">
                                      <p:cBhvr additive="repl">
                                        <p:cTn id="4318" dur="80"/>
                                        <p:tgtEl>
                                          <p:spTgt spid="1562"/>
                                        </p:tgtEl>
                                        <p:attrNameLst>
                                          <p:attrName>fillcolor</p:attrName>
                                        </p:attrNameLst>
                                      </p:cBhvr>
                                      <p:tavLst>
                                        <p:tav tm="0">
                                          <p:val>
                                            <p:strVal val="rgb(-103,51,51)"/>
                                          </p:val>
                                        </p:tav>
                                        <p:tav tm="50000">
                                          <p:val>
                                            <p:strVal val="rgb(-103,-103,0)"/>
                                          </p:val>
                                        </p:tav>
                                      </p:tavLst>
                                    </p:anim>
                                    <p:set>
                                      <p:cBhvr>
                                        <p:cTn id="4319" dur="80"/>
                                        <p:tgtEl>
                                          <p:spTgt spid="1562"/>
                                        </p:tgtEl>
                                        <p:attrNameLst>
                                          <p:attrName>fill.type</p:attrName>
                                        </p:attrNameLst>
                                      </p:cBhvr>
                                      <p:to>
                                        <p:strVal val="solid"/>
                                      </p:to>
                                    </p:set>
                                  </p:childTnLst>
                                </p:cTn>
                              </p:par>
                            </p:childTnLst>
                          </p:cTn>
                        </p:par>
                        <p:par>
                          <p:cTn id="4320" fill="hold">
                            <p:stCondLst>
                              <p:cond delay="2220"/>
                            </p:stCondLst>
                            <p:childTnLst>
                              <p:par>
                                <p:cTn id="4321" nodeType="afterEffect" fill="hold" presetClass="exit" presetID="9">
                                  <p:stCondLst>
                                    <p:cond delay="3500"/>
                                  </p:stCondLst>
                                  <p:childTnLst>
                                    <p:animEffect filter="dissolve" transition="out">
                                      <p:cBhvr additive="repl">
                                        <p:cTn id="4322" dur="500"/>
                                        <p:tgtEl>
                                          <p:spTgt spid="1561"/>
                                        </p:tgtEl>
                                      </p:cBhvr>
                                    </p:animEffect>
                                    <p:set>
                                      <p:cBhvr>
                                        <p:cTn id="4323" dur="1" fill="hold">
                                          <p:stCondLst>
                                            <p:cond delay="499"/>
                                          </p:stCondLst>
                                        </p:cTn>
                                        <p:tgtEl>
                                          <p:spTgt spid="1561"/>
                                        </p:tgtEl>
                                        <p:attrNameLst>
                                          <p:attrName>style.visibility</p:attrName>
                                        </p:attrNameLst>
                                      </p:cBhvr>
                                      <p:to>
                                        <p:strVal val="hidden"/>
                                      </p:to>
                                    </p:set>
                                  </p:childTnLst>
                                </p:cTn>
                              </p:par>
                              <p:par>
                                <p:cTn id="4324" nodeType="withEffect" fill="hold" presetClass="exit" presetID="1">
                                  <p:stCondLst>
                                    <p:cond delay="3500"/>
                                  </p:stCondLst>
                                  <p:iterate type="lt">
                                    <p:tmAbs val="0"/>
                                  </p:iterate>
                                  <p:childTnLst>
                                    <p:set>
                                      <p:cBhvr>
                                        <p:cTn id="4325" dur="1" fill="hold">
                                          <p:stCondLst>
                                            <p:cond delay="0"/>
                                          </p:stCondLst>
                                        </p:cTn>
                                        <p:tgtEl>
                                          <p:spTgt spid="156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63" name="" descr=""/>
          <p:cNvPicPr/>
          <p:nvPr/>
        </p:nvPicPr>
        <p:blipFill>
          <a:blip r:embed="rId1"/>
          <a:stretch/>
        </p:blipFill>
        <p:spPr>
          <a:xfrm>
            <a:off x="0" y="0"/>
            <a:ext cx="9144000" cy="6858000"/>
          </a:xfrm>
          <a:prstGeom prst="rect">
            <a:avLst/>
          </a:prstGeom>
          <a:ln w="0">
            <a:noFill/>
          </a:ln>
        </p:spPr>
      </p:pic>
      <p:sp>
        <p:nvSpPr>
          <p:cNvPr id="1564" name=""/>
          <p:cNvSpPr/>
          <p:nvPr/>
        </p:nvSpPr>
        <p:spPr>
          <a:xfrm rot="1090800">
            <a:off x="380880" y="1752480"/>
            <a:ext cx="2057400" cy="914400"/>
          </a:xfrm>
          <a:prstGeom prst="leftArrow">
            <a:avLst>
              <a:gd name="adj1" fmla="val 50000"/>
              <a:gd name="adj2" fmla="val 56250"/>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565" name=""/>
          <p:cNvSpPr/>
          <p:nvPr/>
        </p:nvSpPr>
        <p:spPr>
          <a:xfrm>
            <a:off x="228600" y="0"/>
            <a:ext cx="2133720" cy="46483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p:fade/>
  </p:transition>
  <p:timing>
    <p:tnLst>
      <p:par>
        <p:cTn id="4326" dur="indefinite" restart="never" nodeType="tmRoot">
          <p:childTnLst>
            <p:seq>
              <p:cTn id="4327" dur="indefinite" nodeType="mainSeq">
                <p:childTnLst>
                  <p:par>
                    <p:cTn id="4328" fill="hold">
                      <p:stCondLst>
                        <p:cond delay="0"/>
                      </p:stCondLst>
                      <p:childTnLst>
                        <p:par>
                          <p:cTn id="4329" fill="hold">
                            <p:stCondLst>
                              <p:cond delay="0"/>
                            </p:stCondLst>
                            <p:childTnLst>
                              <p:par>
                                <p:cTn id="4330" nodeType="afterEffect" fill="hold" presetClass="entr" presetID="9">
                                  <p:stCondLst>
                                    <p:cond delay="0"/>
                                  </p:stCondLst>
                                  <p:childTnLst>
                                    <p:set>
                                      <p:cBhvr>
                                        <p:cTn id="4331" dur="1" fill="hold">
                                          <p:stCondLst>
                                            <p:cond delay="0"/>
                                          </p:stCondLst>
                                        </p:cTn>
                                        <p:tgtEl>
                                          <p:spTgt spid="1564"/>
                                        </p:tgtEl>
                                        <p:attrNameLst>
                                          <p:attrName>style.visibility</p:attrName>
                                        </p:attrNameLst>
                                      </p:cBhvr>
                                      <p:to>
                                        <p:strVal val="visible"/>
                                      </p:to>
                                    </p:set>
                                    <p:animEffect filter="dissolve" transition="in">
                                      <p:cBhvr additive="repl">
                                        <p:cTn id="4332" dur="500"/>
                                        <p:tgtEl>
                                          <p:spTgt spid="1564"/>
                                        </p:tgtEl>
                                      </p:cBhvr>
                                    </p:animEffect>
                                  </p:childTnLst>
                                </p:cTn>
                              </p:par>
                            </p:childTnLst>
                          </p:cTn>
                        </p:par>
                        <p:par>
                          <p:cTn id="4333" fill="hold">
                            <p:stCondLst>
                              <p:cond delay="500"/>
                            </p:stCondLst>
                            <p:childTnLst>
                              <p:par>
                                <p:cTn id="4334" nodeType="afterEffect" fill="hold" presetClass="entr" presetID="1">
                                  <p:stCondLst>
                                    <p:cond delay="0"/>
                                  </p:stCondLst>
                                  <p:childTnLst>
                                    <p:set>
                                      <p:cBhvr>
                                        <p:cTn id="4335" dur="1" fill="hold">
                                          <p:stCondLst>
                                            <p:cond delay="0"/>
                                          </p:stCondLst>
                                        </p:cTn>
                                        <p:tgtEl>
                                          <p:spTgt spid="15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66" name="" descr=""/>
          <p:cNvPicPr/>
          <p:nvPr/>
        </p:nvPicPr>
        <p:blipFill>
          <a:blip r:embed="rId1"/>
          <a:stretch/>
        </p:blipFill>
        <p:spPr>
          <a:xfrm>
            <a:off x="0" y="0"/>
            <a:ext cx="9144000" cy="6858000"/>
          </a:xfrm>
          <a:prstGeom prst="rect">
            <a:avLst/>
          </a:prstGeom>
          <a:ln w="0">
            <a:noFill/>
          </a:ln>
        </p:spPr>
      </p:pic>
      <p:sp>
        <p:nvSpPr>
          <p:cNvPr id="1567" name=""/>
          <p:cNvSpPr/>
          <p:nvPr/>
        </p:nvSpPr>
        <p:spPr>
          <a:xfrm>
            <a:off x="5791320" y="1143000"/>
            <a:ext cx="3352680" cy="12952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2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68" name="" descr=""/>
          <p:cNvPicPr/>
          <p:nvPr/>
        </p:nvPicPr>
        <p:blipFill>
          <a:blip r:embed="rId1"/>
          <a:stretch/>
        </p:blipFill>
        <p:spPr>
          <a:xfrm>
            <a:off x="0" y="0"/>
            <a:ext cx="9144000" cy="6858000"/>
          </a:xfrm>
          <a:prstGeom prst="rect">
            <a:avLst/>
          </a:prstGeom>
          <a:ln w="0">
            <a:noFill/>
          </a:ln>
        </p:spPr>
      </p:pic>
      <p:pic>
        <p:nvPicPr>
          <p:cNvPr id="1569" name="" descr=""/>
          <p:cNvPicPr/>
          <p:nvPr/>
        </p:nvPicPr>
        <p:blipFill>
          <a:blip r:embed="rId2"/>
          <a:stretch/>
        </p:blipFill>
        <p:spPr>
          <a:xfrm>
            <a:off x="6019920" y="5334120"/>
            <a:ext cx="3124080" cy="1523880"/>
          </a:xfrm>
          <a:prstGeom prst="rect">
            <a:avLst/>
          </a:prstGeom>
          <a:ln w="0">
            <a:noFill/>
          </a:ln>
        </p:spPr>
      </p:pic>
      <p:sp>
        <p:nvSpPr>
          <p:cNvPr id="1570" name=""/>
          <p:cNvSpPr/>
          <p:nvPr/>
        </p:nvSpPr>
        <p:spPr>
          <a:xfrm>
            <a:off x="6248520" y="5867280"/>
            <a:ext cx="25146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in here.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Come inside, You’re tired, right?</a:t>
            </a:r>
            <a:endParaRPr b="0" lang="en-US" sz="1200" spc="-1" strike="noStrike">
              <a:solidFill>
                <a:srgbClr val="000000"/>
              </a:solidFill>
              <a:latin typeface="Arial"/>
            </a:endParaRPr>
          </a:p>
        </p:txBody>
      </p:sp>
      <p:pic>
        <p:nvPicPr>
          <p:cNvPr id="1571" name="" descr=""/>
          <p:cNvPicPr/>
          <p:nvPr/>
        </p:nvPicPr>
        <p:blipFill>
          <a:blip r:embed="rId3"/>
          <a:stretch/>
        </p:blipFill>
        <p:spPr>
          <a:xfrm>
            <a:off x="0" y="5307120"/>
            <a:ext cx="3124080" cy="1550880"/>
          </a:xfrm>
          <a:prstGeom prst="rect">
            <a:avLst/>
          </a:prstGeom>
          <a:ln w="0">
            <a:noFill/>
          </a:ln>
        </p:spPr>
      </p:pic>
      <p:sp>
        <p:nvSpPr>
          <p:cNvPr id="1572" name=""/>
          <p:cNvSpPr/>
          <p:nvPr/>
        </p:nvSpPr>
        <p:spPr>
          <a:xfrm>
            <a:off x="228600" y="5715000"/>
            <a:ext cx="25146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I haven’t slept for days…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guess I am.</a:t>
            </a:r>
            <a:endParaRPr b="0" lang="en-US" sz="1200" spc="-1" strike="noStrike">
              <a:solidFill>
                <a:srgbClr val="000000"/>
              </a:solidFill>
              <a:latin typeface="Arial"/>
            </a:endParaRPr>
          </a:p>
        </p:txBody>
      </p:sp>
      <p:sp>
        <p:nvSpPr>
          <p:cNvPr id="1573" name=""/>
          <p:cNvSpPr/>
          <p:nvPr/>
        </p:nvSpPr>
        <p:spPr>
          <a:xfrm>
            <a:off x="6172200" y="5867280"/>
            <a:ext cx="25146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guess?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574" name=""/>
          <p:cNvSpPr/>
          <p:nvPr/>
        </p:nvSpPr>
        <p:spPr>
          <a:xfrm>
            <a:off x="228600" y="5715000"/>
            <a:ext cx="25146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I am.</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575" name=""/>
          <p:cNvSpPr/>
          <p:nvPr/>
        </p:nvSpPr>
        <p:spPr>
          <a:xfrm>
            <a:off x="6248520" y="5867280"/>
            <a:ext cx="25146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Allright, let’s go.</a:t>
            </a:r>
            <a:endParaRPr b="0" lang="en-US" sz="1200" spc="-1" strike="noStrike">
              <a:solidFill>
                <a:srgbClr val="000000"/>
              </a:solidFill>
              <a:latin typeface="Arial"/>
            </a:endParaRPr>
          </a:p>
        </p:txBody>
      </p:sp>
      <p:sp>
        <p:nvSpPr>
          <p:cNvPr id="1576" name=""/>
          <p:cNvSpPr/>
          <p:nvPr/>
        </p:nvSpPr>
        <p:spPr>
          <a:xfrm>
            <a:off x="-1219320" y="2438280"/>
            <a:ext cx="1219320" cy="1143000"/>
          </a:xfrm>
          <a:prstGeom prst="rect">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577" name=""/>
          <p:cNvSpPr/>
          <p:nvPr/>
        </p:nvSpPr>
        <p:spPr>
          <a:xfrm>
            <a:off x="2590920" y="-609480"/>
            <a:ext cx="213336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Lol… unnecessary character development!</a:t>
            </a:r>
            <a:endParaRPr b="0" lang="en-US" sz="1200" spc="-1" strike="noStrike">
              <a:solidFill>
                <a:srgbClr val="000000"/>
              </a:solidFill>
              <a:latin typeface="Arial"/>
            </a:endParaRPr>
          </a:p>
        </p:txBody>
      </p:sp>
    </p:spTree>
  </p:cSld>
  <p:timing>
    <p:tnLst>
      <p:par>
        <p:cTn id="4336" dur="indefinite" restart="never" nodeType="tmRoot">
          <p:childTnLst>
            <p:seq>
              <p:cTn id="4337" dur="indefinite" nodeType="mainSeq">
                <p:childTnLst>
                  <p:par>
                    <p:cTn id="4338" fill="hold">
                      <p:stCondLst>
                        <p:cond delay="0"/>
                      </p:stCondLst>
                      <p:childTnLst>
                        <p:par>
                          <p:cTn id="4339" fill="hold">
                            <p:stCondLst>
                              <p:cond delay="0"/>
                            </p:stCondLst>
                            <p:childTnLst>
                              <p:par>
                                <p:cTn id="4340" nodeType="afterEffect" fill="hold" presetClass="entr" presetID="9">
                                  <p:stCondLst>
                                    <p:cond delay="1000"/>
                                  </p:stCondLst>
                                  <p:childTnLst>
                                    <p:set>
                                      <p:cBhvr>
                                        <p:cTn id="4341" dur="1" fill="hold">
                                          <p:stCondLst>
                                            <p:cond delay="0"/>
                                          </p:stCondLst>
                                        </p:cTn>
                                        <p:tgtEl>
                                          <p:spTgt spid="1569"/>
                                        </p:tgtEl>
                                        <p:attrNameLst>
                                          <p:attrName>style.visibility</p:attrName>
                                        </p:attrNameLst>
                                      </p:cBhvr>
                                      <p:to>
                                        <p:strVal val="visible"/>
                                      </p:to>
                                    </p:set>
                                    <p:animEffect filter="dissolve" transition="in">
                                      <p:cBhvr additive="repl">
                                        <p:cTn id="4342" dur="500"/>
                                        <p:tgtEl>
                                          <p:spTgt spid="1569"/>
                                        </p:tgtEl>
                                      </p:cBhvr>
                                    </p:animEffect>
                                  </p:childTnLst>
                                </p:cTn>
                              </p:par>
                            </p:childTnLst>
                          </p:cTn>
                        </p:par>
                        <p:par>
                          <p:cTn id="4343" fill="hold">
                            <p:stCondLst>
                              <p:cond delay="1500"/>
                            </p:stCondLst>
                            <p:childTnLst>
                              <p:par>
                                <p:cTn id="4344" nodeType="afterEffect" fill="hold" presetClass="entr" presetID="27">
                                  <p:stCondLst>
                                    <p:cond delay="0"/>
                                  </p:stCondLst>
                                  <p:iterate type="lt">
                                    <p:tmAbs val="40"/>
                                  </p:iterate>
                                  <p:childTnLst>
                                    <p:set>
                                      <p:cBhvr>
                                        <p:cTn id="4345" dur="1" fill="hold">
                                          <p:stCondLst>
                                            <p:cond delay="0"/>
                                          </p:stCondLst>
                                        </p:cTn>
                                        <p:tgtEl>
                                          <p:spTgt spid="1570"/>
                                        </p:tgtEl>
                                        <p:attrNameLst>
                                          <p:attrName>style.visibility</p:attrName>
                                        </p:attrNameLst>
                                      </p:cBhvr>
                                      <p:to>
                                        <p:strVal val="visible"/>
                                      </p:to>
                                    </p:set>
                                    <p:anim calcmode="discrete" valueType="clr">
                                      <p:cBhvr additive="repl">
                                        <p:cTn id="4346" dur="80"/>
                                        <p:tgtEl>
                                          <p:spTgt spid="1570"/>
                                        </p:tgtEl>
                                        <p:attrNameLst>
                                          <p:attrName>style.color</p:attrName>
                                        </p:attrNameLst>
                                      </p:cBhvr>
                                      <p:tavLst>
                                        <p:tav tm="0">
                                          <p:val>
                                            <p:strVal val="rgb(-103,51,51)"/>
                                          </p:val>
                                        </p:tav>
                                        <p:tav tm="50000">
                                          <p:val>
                                            <p:strVal val="rgb(-103,-103,0)"/>
                                          </p:val>
                                        </p:tav>
                                      </p:tavLst>
                                    </p:anim>
                                    <p:anim calcmode="discrete" valueType="clr">
                                      <p:cBhvr additive="repl">
                                        <p:cTn id="4347" dur="80"/>
                                        <p:tgtEl>
                                          <p:spTgt spid="1570"/>
                                        </p:tgtEl>
                                        <p:attrNameLst>
                                          <p:attrName>fillcolor</p:attrName>
                                        </p:attrNameLst>
                                      </p:cBhvr>
                                      <p:tavLst>
                                        <p:tav tm="0">
                                          <p:val>
                                            <p:strVal val="rgb(-103,51,51)"/>
                                          </p:val>
                                        </p:tav>
                                        <p:tav tm="50000">
                                          <p:val>
                                            <p:strVal val="rgb(-103,-103,0)"/>
                                          </p:val>
                                        </p:tav>
                                      </p:tavLst>
                                    </p:anim>
                                    <p:set>
                                      <p:cBhvr>
                                        <p:cTn id="4348" dur="80"/>
                                        <p:tgtEl>
                                          <p:spTgt spid="1570"/>
                                        </p:tgtEl>
                                        <p:attrNameLst>
                                          <p:attrName>fill.type</p:attrName>
                                        </p:attrNameLst>
                                      </p:cBhvr>
                                      <p:to>
                                        <p:strVal val="solid"/>
                                      </p:to>
                                    </p:set>
                                  </p:childTnLst>
                                </p:cTn>
                              </p:par>
                            </p:childTnLst>
                          </p:cTn>
                        </p:par>
                        <p:par>
                          <p:cTn id="4349" fill="hold">
                            <p:stCondLst>
                              <p:cond delay="3140"/>
                            </p:stCondLst>
                            <p:childTnLst>
                              <p:par>
                                <p:cTn id="4350" nodeType="afterEffect" fill="hold" presetClass="entr" presetID="9">
                                  <p:stCondLst>
                                    <p:cond delay="1500"/>
                                  </p:stCondLst>
                                  <p:childTnLst>
                                    <p:set>
                                      <p:cBhvr>
                                        <p:cTn id="4351" dur="1" fill="hold">
                                          <p:stCondLst>
                                            <p:cond delay="0"/>
                                          </p:stCondLst>
                                        </p:cTn>
                                        <p:tgtEl>
                                          <p:spTgt spid="1571"/>
                                        </p:tgtEl>
                                        <p:attrNameLst>
                                          <p:attrName>style.visibility</p:attrName>
                                        </p:attrNameLst>
                                      </p:cBhvr>
                                      <p:to>
                                        <p:strVal val="visible"/>
                                      </p:to>
                                    </p:set>
                                    <p:animEffect filter="dissolve" transition="in">
                                      <p:cBhvr additive="repl">
                                        <p:cTn id="4352" dur="500"/>
                                        <p:tgtEl>
                                          <p:spTgt spid="1571"/>
                                        </p:tgtEl>
                                      </p:cBhvr>
                                    </p:animEffect>
                                  </p:childTnLst>
                                </p:cTn>
                              </p:par>
                            </p:childTnLst>
                          </p:cTn>
                        </p:par>
                        <p:par>
                          <p:cTn id="4353" fill="hold">
                            <p:stCondLst>
                              <p:cond delay="5140"/>
                            </p:stCondLst>
                            <p:childTnLst>
                              <p:par>
                                <p:cTn id="4354" nodeType="afterEffect" fill="hold" presetClass="entr" presetID="27">
                                  <p:stCondLst>
                                    <p:cond delay="0"/>
                                  </p:stCondLst>
                                  <p:iterate type="lt">
                                    <p:tmAbs val="40"/>
                                  </p:iterate>
                                  <p:childTnLst>
                                    <p:set>
                                      <p:cBhvr>
                                        <p:cTn id="4355" dur="1" fill="hold">
                                          <p:stCondLst>
                                            <p:cond delay="0"/>
                                          </p:stCondLst>
                                        </p:cTn>
                                        <p:tgtEl>
                                          <p:spTgt spid="1572"/>
                                        </p:tgtEl>
                                        <p:attrNameLst>
                                          <p:attrName>style.visibility</p:attrName>
                                        </p:attrNameLst>
                                      </p:cBhvr>
                                      <p:to>
                                        <p:strVal val="visible"/>
                                      </p:to>
                                    </p:set>
                                    <p:anim calcmode="discrete" valueType="clr">
                                      <p:cBhvr additive="repl">
                                        <p:cTn id="4356" dur="80"/>
                                        <p:tgtEl>
                                          <p:spTgt spid="1572"/>
                                        </p:tgtEl>
                                        <p:attrNameLst>
                                          <p:attrName>style.color</p:attrName>
                                        </p:attrNameLst>
                                      </p:cBhvr>
                                      <p:tavLst>
                                        <p:tav tm="0">
                                          <p:val>
                                            <p:strVal val="rgb(-103,51,51)"/>
                                          </p:val>
                                        </p:tav>
                                        <p:tav tm="50000">
                                          <p:val>
                                            <p:strVal val="rgb(-103,-103,0)"/>
                                          </p:val>
                                        </p:tav>
                                      </p:tavLst>
                                    </p:anim>
                                    <p:anim calcmode="discrete" valueType="clr">
                                      <p:cBhvr additive="repl">
                                        <p:cTn id="4357" dur="80"/>
                                        <p:tgtEl>
                                          <p:spTgt spid="1572"/>
                                        </p:tgtEl>
                                        <p:attrNameLst>
                                          <p:attrName>fillcolor</p:attrName>
                                        </p:attrNameLst>
                                      </p:cBhvr>
                                      <p:tavLst>
                                        <p:tav tm="0">
                                          <p:val>
                                            <p:strVal val="rgb(-103,51,51)"/>
                                          </p:val>
                                        </p:tav>
                                        <p:tav tm="50000">
                                          <p:val>
                                            <p:strVal val="rgb(-103,-103,0)"/>
                                          </p:val>
                                        </p:tav>
                                      </p:tavLst>
                                    </p:anim>
                                    <p:set>
                                      <p:cBhvr>
                                        <p:cTn id="4358" dur="80"/>
                                        <p:tgtEl>
                                          <p:spTgt spid="1572"/>
                                        </p:tgtEl>
                                        <p:attrNameLst>
                                          <p:attrName>fill.type</p:attrName>
                                        </p:attrNameLst>
                                      </p:cBhvr>
                                      <p:to>
                                        <p:strVal val="solid"/>
                                      </p:to>
                                    </p:set>
                                  </p:childTnLst>
                                </p:cTn>
                              </p:par>
                            </p:childTnLst>
                          </p:cTn>
                        </p:par>
                        <p:par>
                          <p:cTn id="4359" fill="hold">
                            <p:stCondLst>
                              <p:cond delay="6620"/>
                            </p:stCondLst>
                            <p:childTnLst>
                              <p:par>
                                <p:cTn id="4360" nodeType="afterEffect" fill="hold" presetClass="entr" presetID="27">
                                  <p:stCondLst>
                                    <p:cond delay="1500"/>
                                  </p:stCondLst>
                                  <p:iterate type="lt">
                                    <p:tmAbs val="40"/>
                                  </p:iterate>
                                  <p:childTnLst>
                                    <p:set>
                                      <p:cBhvr>
                                        <p:cTn id="4361" dur="1" fill="hold">
                                          <p:stCondLst>
                                            <p:cond delay="0"/>
                                          </p:stCondLst>
                                        </p:cTn>
                                        <p:tgtEl>
                                          <p:spTgt spid="1573"/>
                                        </p:tgtEl>
                                        <p:attrNameLst>
                                          <p:attrName>style.visibility</p:attrName>
                                        </p:attrNameLst>
                                      </p:cBhvr>
                                      <p:to>
                                        <p:strVal val="visible"/>
                                      </p:to>
                                    </p:set>
                                    <p:anim calcmode="discrete" valueType="clr">
                                      <p:cBhvr additive="repl">
                                        <p:cTn id="4362" dur="80"/>
                                        <p:tgtEl>
                                          <p:spTgt spid="1573"/>
                                        </p:tgtEl>
                                        <p:attrNameLst>
                                          <p:attrName>style.color</p:attrName>
                                        </p:attrNameLst>
                                      </p:cBhvr>
                                      <p:tavLst>
                                        <p:tav tm="0">
                                          <p:val>
                                            <p:strVal val="rgb(-103,51,51)"/>
                                          </p:val>
                                        </p:tav>
                                        <p:tav tm="50000">
                                          <p:val>
                                            <p:strVal val="rgb(-103,-103,0)"/>
                                          </p:val>
                                        </p:tav>
                                      </p:tavLst>
                                    </p:anim>
                                    <p:anim calcmode="discrete" valueType="clr">
                                      <p:cBhvr additive="repl">
                                        <p:cTn id="4363" dur="80"/>
                                        <p:tgtEl>
                                          <p:spTgt spid="1573"/>
                                        </p:tgtEl>
                                        <p:attrNameLst>
                                          <p:attrName>fillcolor</p:attrName>
                                        </p:attrNameLst>
                                      </p:cBhvr>
                                      <p:tavLst>
                                        <p:tav tm="0">
                                          <p:val>
                                            <p:strVal val="rgb(-103,51,51)"/>
                                          </p:val>
                                        </p:tav>
                                        <p:tav tm="50000">
                                          <p:val>
                                            <p:strVal val="rgb(-103,-103,0)"/>
                                          </p:val>
                                        </p:tav>
                                      </p:tavLst>
                                    </p:anim>
                                    <p:set>
                                      <p:cBhvr>
                                        <p:cTn id="4364" dur="80"/>
                                        <p:tgtEl>
                                          <p:spTgt spid="1573"/>
                                        </p:tgtEl>
                                        <p:attrNameLst>
                                          <p:attrName>fill.type</p:attrName>
                                        </p:attrNameLst>
                                      </p:cBhvr>
                                      <p:to>
                                        <p:strVal val="solid"/>
                                      </p:to>
                                    </p:set>
                                  </p:childTnLst>
                                </p:cTn>
                              </p:par>
                            </p:childTnLst>
                          </p:cTn>
                        </p:par>
                        <p:par>
                          <p:cTn id="4365" fill="hold">
                            <p:stCondLst>
                              <p:cond delay="8520"/>
                            </p:stCondLst>
                            <p:childTnLst>
                              <p:par>
                                <p:cTn id="4366" nodeType="afterEffect" fill="hold" presetClass="entr" presetID="27">
                                  <p:stCondLst>
                                    <p:cond delay="1500"/>
                                  </p:stCondLst>
                                  <p:iterate type="lt">
                                    <p:tmAbs val="40"/>
                                  </p:iterate>
                                  <p:childTnLst>
                                    <p:set>
                                      <p:cBhvr>
                                        <p:cTn id="4367" dur="1" fill="hold">
                                          <p:stCondLst>
                                            <p:cond delay="0"/>
                                          </p:stCondLst>
                                        </p:cTn>
                                        <p:tgtEl>
                                          <p:spTgt spid="1574"/>
                                        </p:tgtEl>
                                        <p:attrNameLst>
                                          <p:attrName>style.visibility</p:attrName>
                                        </p:attrNameLst>
                                      </p:cBhvr>
                                      <p:to>
                                        <p:strVal val="visible"/>
                                      </p:to>
                                    </p:set>
                                    <p:anim calcmode="discrete" valueType="clr">
                                      <p:cBhvr additive="repl">
                                        <p:cTn id="4368" dur="80"/>
                                        <p:tgtEl>
                                          <p:spTgt spid="1574"/>
                                        </p:tgtEl>
                                        <p:attrNameLst>
                                          <p:attrName>style.color</p:attrName>
                                        </p:attrNameLst>
                                      </p:cBhvr>
                                      <p:tavLst>
                                        <p:tav tm="0">
                                          <p:val>
                                            <p:strVal val="rgb(-103,51,51)"/>
                                          </p:val>
                                        </p:tav>
                                        <p:tav tm="50000">
                                          <p:val>
                                            <p:strVal val="rgb(-103,-103,0)"/>
                                          </p:val>
                                        </p:tav>
                                      </p:tavLst>
                                    </p:anim>
                                    <p:anim calcmode="discrete" valueType="clr">
                                      <p:cBhvr additive="repl">
                                        <p:cTn id="4369" dur="80"/>
                                        <p:tgtEl>
                                          <p:spTgt spid="1574"/>
                                        </p:tgtEl>
                                        <p:attrNameLst>
                                          <p:attrName>fillcolor</p:attrName>
                                        </p:attrNameLst>
                                      </p:cBhvr>
                                      <p:tavLst>
                                        <p:tav tm="0">
                                          <p:val>
                                            <p:strVal val="rgb(-103,51,51)"/>
                                          </p:val>
                                        </p:tav>
                                        <p:tav tm="50000">
                                          <p:val>
                                            <p:strVal val="rgb(-103,-103,0)"/>
                                          </p:val>
                                        </p:tav>
                                      </p:tavLst>
                                    </p:anim>
                                    <p:set>
                                      <p:cBhvr>
                                        <p:cTn id="4370" dur="80"/>
                                        <p:tgtEl>
                                          <p:spTgt spid="1574"/>
                                        </p:tgtEl>
                                        <p:attrNameLst>
                                          <p:attrName>fill.type</p:attrName>
                                        </p:attrNameLst>
                                      </p:cBhvr>
                                      <p:to>
                                        <p:strVal val="solid"/>
                                      </p:to>
                                    </p:set>
                                  </p:childTnLst>
                                </p:cTn>
                              </p:par>
                            </p:childTnLst>
                          </p:cTn>
                        </p:par>
                        <p:par>
                          <p:cTn id="4371" fill="hold">
                            <p:stCondLst>
                              <p:cond delay="10420"/>
                            </p:stCondLst>
                            <p:childTnLst>
                              <p:par>
                                <p:cTn id="4372" nodeType="afterEffect" fill="hold" presetClass="entr" presetID="27">
                                  <p:stCondLst>
                                    <p:cond delay="1500"/>
                                  </p:stCondLst>
                                  <p:iterate type="lt">
                                    <p:tmAbs val="40"/>
                                  </p:iterate>
                                  <p:childTnLst>
                                    <p:set>
                                      <p:cBhvr>
                                        <p:cTn id="4373" dur="1" fill="hold">
                                          <p:stCondLst>
                                            <p:cond delay="0"/>
                                          </p:stCondLst>
                                        </p:cTn>
                                        <p:tgtEl>
                                          <p:spTgt spid="1575"/>
                                        </p:tgtEl>
                                        <p:attrNameLst>
                                          <p:attrName>style.visibility</p:attrName>
                                        </p:attrNameLst>
                                      </p:cBhvr>
                                      <p:to>
                                        <p:strVal val="visible"/>
                                      </p:to>
                                    </p:set>
                                    <p:anim calcmode="discrete" valueType="clr">
                                      <p:cBhvr additive="repl">
                                        <p:cTn id="4374" dur="80"/>
                                        <p:tgtEl>
                                          <p:spTgt spid="1575"/>
                                        </p:tgtEl>
                                        <p:attrNameLst>
                                          <p:attrName>style.color</p:attrName>
                                        </p:attrNameLst>
                                      </p:cBhvr>
                                      <p:tavLst>
                                        <p:tav tm="0">
                                          <p:val>
                                            <p:strVal val="rgb(-103,51,51)"/>
                                          </p:val>
                                        </p:tav>
                                        <p:tav tm="50000">
                                          <p:val>
                                            <p:strVal val="rgb(-103,-103,0)"/>
                                          </p:val>
                                        </p:tav>
                                      </p:tavLst>
                                    </p:anim>
                                    <p:anim calcmode="discrete" valueType="clr">
                                      <p:cBhvr additive="repl">
                                        <p:cTn id="4375" dur="80"/>
                                        <p:tgtEl>
                                          <p:spTgt spid="1575"/>
                                        </p:tgtEl>
                                        <p:attrNameLst>
                                          <p:attrName>fillcolor</p:attrName>
                                        </p:attrNameLst>
                                      </p:cBhvr>
                                      <p:tavLst>
                                        <p:tav tm="0">
                                          <p:val>
                                            <p:strVal val="rgb(-103,51,51)"/>
                                          </p:val>
                                        </p:tav>
                                        <p:tav tm="50000">
                                          <p:val>
                                            <p:strVal val="rgb(-103,-103,0)"/>
                                          </p:val>
                                        </p:tav>
                                      </p:tavLst>
                                    </p:anim>
                                    <p:set>
                                      <p:cBhvr>
                                        <p:cTn id="4376" dur="80"/>
                                        <p:tgtEl>
                                          <p:spTgt spid="1575"/>
                                        </p:tgtEl>
                                        <p:attrNameLst>
                                          <p:attrName>fill.type</p:attrName>
                                        </p:attrNameLst>
                                      </p:cBhvr>
                                      <p:to>
                                        <p:strVal val="solid"/>
                                      </p:to>
                                    </p:set>
                                  </p:childTnLst>
                                </p:cTn>
                              </p:par>
                            </p:childTnLst>
                          </p:cTn>
                        </p:par>
                        <p:par>
                          <p:cTn id="4377" fill="hold">
                            <p:stCondLst>
                              <p:cond delay="12640"/>
                            </p:stCondLst>
                            <p:childTnLst>
                              <p:par>
                                <p:cTn id="4378" nodeType="afterEffect" fill="hold" presetClass="entr" presetID="1">
                                  <p:stCondLst>
                                    <p:cond delay="2500"/>
                                  </p:stCondLst>
                                  <p:childTnLst>
                                    <p:set>
                                      <p:cBhvr>
                                        <p:cTn id="4379" dur="1" fill="hold">
                                          <p:stCondLst>
                                            <p:cond delay="0"/>
                                          </p:stCondLst>
                                        </p:cTn>
                                        <p:tgtEl>
                                          <p:spTgt spid="15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78" name="" descr=""/>
          <p:cNvPicPr/>
          <p:nvPr/>
        </p:nvPicPr>
        <p:blipFill>
          <a:blip r:embed="rId1"/>
          <a:stretch/>
        </p:blipFill>
        <p:spPr>
          <a:xfrm>
            <a:off x="0" y="0"/>
            <a:ext cx="9144000" cy="6858000"/>
          </a:xfrm>
          <a:prstGeom prst="rect">
            <a:avLst/>
          </a:prstGeom>
          <a:ln w="0">
            <a:noFill/>
          </a:ln>
        </p:spPr>
      </p:pic>
    </p:spTree>
  </p:cSld>
</p:sld>
</file>

<file path=ppt/slides/slide2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1579" name=""/>
          <p:cNvGraphicFramePr/>
          <p:nvPr/>
        </p:nvGraphicFramePr>
        <p:xfrm>
          <a:off x="0" y="0"/>
          <a:ext cx="9144000" cy="6858000"/>
        </p:xfrm>
        <a:graphic>
          <a:graphicData uri="http://schemas.openxmlformats.org/presentationml/2006/ole">
            <p:oleObj r:id="rId1" spid="">
              <p:embed/>
            </p:oleObj>
          </a:graphicData>
        </a:graphic>
      </p:graphicFrame>
      <p:pic>
        <p:nvPicPr>
          <p:cNvPr id="1580" name="" descr=""/>
          <p:cNvPicPr/>
          <p:nvPr/>
        </p:nvPicPr>
        <p:blipFill>
          <a:blip r:embed="rId2"/>
          <a:stretch/>
        </p:blipFill>
        <p:spPr>
          <a:xfrm>
            <a:off x="6019920" y="5334120"/>
            <a:ext cx="3124080" cy="1523880"/>
          </a:xfrm>
          <a:prstGeom prst="rect">
            <a:avLst/>
          </a:prstGeom>
          <a:ln w="0">
            <a:noFill/>
          </a:ln>
        </p:spPr>
      </p:pic>
      <p:sp>
        <p:nvSpPr>
          <p:cNvPr id="1581" name=""/>
          <p:cNvSpPr/>
          <p:nvPr/>
        </p:nvSpPr>
        <p:spPr>
          <a:xfrm>
            <a:off x="6248520" y="5867280"/>
            <a:ext cx="25146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Over here!</a:t>
            </a:r>
            <a:endParaRPr b="0" lang="en-US" sz="1200" spc="-1" strike="noStrike">
              <a:solidFill>
                <a:srgbClr val="000000"/>
              </a:solidFill>
              <a:latin typeface="Arial"/>
            </a:endParaRPr>
          </a:p>
        </p:txBody>
      </p:sp>
      <p:sp>
        <p:nvSpPr>
          <p:cNvPr id="1582" name=""/>
          <p:cNvSpPr/>
          <p:nvPr/>
        </p:nvSpPr>
        <p:spPr>
          <a:xfrm>
            <a:off x="-762120" y="5410080"/>
            <a:ext cx="533520" cy="4572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fade/>
  </p:transition>
  <p:timing>
    <p:tnLst>
      <p:par>
        <p:cTn id="4380" dur="indefinite" restart="never" nodeType="tmRoot">
          <p:childTnLst>
            <p:seq>
              <p:cTn id="4381" dur="indefinite" nodeType="mainSeq">
                <p:childTnLst>
                  <p:par>
                    <p:cTn id="4382" fill="hold">
                      <p:stCondLst>
                        <p:cond delay="0"/>
                      </p:stCondLst>
                      <p:childTnLst>
                        <p:par>
                          <p:cTn id="4383" fill="hold">
                            <p:stCondLst>
                              <p:cond delay="0"/>
                            </p:stCondLst>
                            <p:childTnLst>
                              <p:par>
                                <p:cTn id="4384" nodeType="afterEffect" fill="hold" presetClass="entr" presetID="9">
                                  <p:stCondLst>
                                    <p:cond delay="0"/>
                                  </p:stCondLst>
                                  <p:childTnLst>
                                    <p:set>
                                      <p:cBhvr>
                                        <p:cTn id="4385" dur="1" fill="hold">
                                          <p:stCondLst>
                                            <p:cond delay="0"/>
                                          </p:stCondLst>
                                        </p:cTn>
                                        <p:tgtEl>
                                          <p:spTgt spid="1580"/>
                                        </p:tgtEl>
                                        <p:attrNameLst>
                                          <p:attrName>style.visibility</p:attrName>
                                        </p:attrNameLst>
                                      </p:cBhvr>
                                      <p:to>
                                        <p:strVal val="visible"/>
                                      </p:to>
                                    </p:set>
                                    <p:animEffect filter="dissolve" transition="in">
                                      <p:cBhvr additive="repl">
                                        <p:cTn id="4386" dur="500"/>
                                        <p:tgtEl>
                                          <p:spTgt spid="1580"/>
                                        </p:tgtEl>
                                      </p:cBhvr>
                                    </p:animEffect>
                                  </p:childTnLst>
                                </p:cTn>
                              </p:par>
                            </p:childTnLst>
                          </p:cTn>
                        </p:par>
                        <p:par>
                          <p:cTn id="4387" fill="hold">
                            <p:stCondLst>
                              <p:cond delay="500"/>
                            </p:stCondLst>
                            <p:childTnLst>
                              <p:par>
                                <p:cTn id="4388" nodeType="afterEffect" fill="hold" presetClass="entr" presetID="27">
                                  <p:stCondLst>
                                    <p:cond delay="0"/>
                                  </p:stCondLst>
                                  <p:iterate type="lt">
                                    <p:tmAbs val="40"/>
                                  </p:iterate>
                                  <p:childTnLst>
                                    <p:set>
                                      <p:cBhvr>
                                        <p:cTn id="4389" dur="1" fill="hold">
                                          <p:stCondLst>
                                            <p:cond delay="0"/>
                                          </p:stCondLst>
                                        </p:cTn>
                                        <p:tgtEl>
                                          <p:spTgt spid="1581"/>
                                        </p:tgtEl>
                                        <p:attrNameLst>
                                          <p:attrName>style.visibility</p:attrName>
                                        </p:attrNameLst>
                                      </p:cBhvr>
                                      <p:to>
                                        <p:strVal val="visible"/>
                                      </p:to>
                                    </p:set>
                                    <p:anim calcmode="discrete" valueType="clr">
                                      <p:cBhvr additive="repl">
                                        <p:cTn id="4390" dur="80"/>
                                        <p:tgtEl>
                                          <p:spTgt spid="1581"/>
                                        </p:tgtEl>
                                        <p:attrNameLst>
                                          <p:attrName>style.color</p:attrName>
                                        </p:attrNameLst>
                                      </p:cBhvr>
                                      <p:tavLst>
                                        <p:tav tm="0">
                                          <p:val>
                                            <p:strVal val="rgb(-103,51,51)"/>
                                          </p:val>
                                        </p:tav>
                                        <p:tav tm="50000">
                                          <p:val>
                                            <p:strVal val="rgb(-103,-103,0)"/>
                                          </p:val>
                                        </p:tav>
                                      </p:tavLst>
                                    </p:anim>
                                    <p:anim calcmode="discrete" valueType="clr">
                                      <p:cBhvr additive="repl">
                                        <p:cTn id="4391" dur="80"/>
                                        <p:tgtEl>
                                          <p:spTgt spid="1581"/>
                                        </p:tgtEl>
                                        <p:attrNameLst>
                                          <p:attrName>fillcolor</p:attrName>
                                        </p:attrNameLst>
                                      </p:cBhvr>
                                      <p:tavLst>
                                        <p:tav tm="0">
                                          <p:val>
                                            <p:strVal val="rgb(-103,51,51)"/>
                                          </p:val>
                                        </p:tav>
                                        <p:tav tm="50000">
                                          <p:val>
                                            <p:strVal val="rgb(-103,-103,0)"/>
                                          </p:val>
                                        </p:tav>
                                      </p:tavLst>
                                    </p:anim>
                                    <p:set>
                                      <p:cBhvr>
                                        <p:cTn id="4392" dur="80"/>
                                        <p:tgtEl>
                                          <p:spTgt spid="1581"/>
                                        </p:tgtEl>
                                        <p:attrNameLst>
                                          <p:attrName>fill.type</p:attrName>
                                        </p:attrNameLst>
                                      </p:cBhvr>
                                      <p:to>
                                        <p:strVal val="solid"/>
                                      </p:to>
                                    </p:set>
                                  </p:childTnLst>
                                </p:cTn>
                              </p:par>
                            </p:childTnLst>
                          </p:cTn>
                        </p:par>
                        <p:par>
                          <p:cTn id="4393" fill="hold">
                            <p:stCondLst>
                              <p:cond delay="900"/>
                            </p:stCondLst>
                            <p:childTnLst>
                              <p:par>
                                <p:cTn id="4394" nodeType="afterEffect" fill="hold" presetClass="entr" presetID="1">
                                  <p:stCondLst>
                                    <p:cond delay="2500"/>
                                  </p:stCondLst>
                                  <p:childTnLst>
                                    <p:set>
                                      <p:cBhvr>
                                        <p:cTn id="4395" dur="1" fill="hold">
                                          <p:stCondLst>
                                            <p:cond delay="0"/>
                                          </p:stCondLst>
                                        </p:cTn>
                                        <p:tgtEl>
                                          <p:spTgt spid="15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83" name="" descr=""/>
          <p:cNvPicPr/>
          <p:nvPr/>
        </p:nvPicPr>
        <p:blipFill>
          <a:blip r:embed="rId1"/>
          <a:stretch/>
        </p:blipFill>
        <p:spPr>
          <a:xfrm>
            <a:off x="0" y="0"/>
            <a:ext cx="9144000" cy="6858000"/>
          </a:xfrm>
          <a:prstGeom prst="rect">
            <a:avLst/>
          </a:prstGeom>
          <a:ln w="0">
            <a:noFill/>
          </a:ln>
        </p:spPr>
      </p:pic>
      <p:pic>
        <p:nvPicPr>
          <p:cNvPr id="1584" name="" descr=""/>
          <p:cNvPicPr/>
          <p:nvPr/>
        </p:nvPicPr>
        <p:blipFill>
          <a:blip r:embed="rId2"/>
          <a:stretch/>
        </p:blipFill>
        <p:spPr>
          <a:xfrm>
            <a:off x="6019920" y="5334120"/>
            <a:ext cx="3124080" cy="1523880"/>
          </a:xfrm>
          <a:prstGeom prst="rect">
            <a:avLst/>
          </a:prstGeom>
          <a:ln w="0">
            <a:noFill/>
          </a:ln>
        </p:spPr>
      </p:pic>
      <p:sp>
        <p:nvSpPr>
          <p:cNvPr id="1585" name=""/>
          <p:cNvSpPr/>
          <p:nvPr/>
        </p:nvSpPr>
        <p:spPr>
          <a:xfrm>
            <a:off x="6248520" y="5867280"/>
            <a:ext cx="25146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Over here!</a:t>
            </a:r>
            <a:endParaRPr b="0" lang="en-US" sz="1200" spc="-1" strike="noStrike">
              <a:solidFill>
                <a:srgbClr val="000000"/>
              </a:solidFill>
              <a:latin typeface="Arial"/>
            </a:endParaRPr>
          </a:p>
        </p:txBody>
      </p:sp>
    </p:spTree>
  </p:cSld>
  <p:transition advTm="1000">
    <p:fade/>
  </p:transition>
</p:sld>
</file>

<file path=ppt/slides/slide2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86" name="" descr=""/>
          <p:cNvPicPr/>
          <p:nvPr/>
        </p:nvPicPr>
        <p:blipFill>
          <a:blip r:embed="rId1"/>
          <a:stretch/>
        </p:blipFill>
        <p:spPr>
          <a:xfrm>
            <a:off x="0" y="0"/>
            <a:ext cx="9144000" cy="6858000"/>
          </a:xfrm>
          <a:prstGeom prst="rect">
            <a:avLst/>
          </a:prstGeom>
          <a:ln w="0">
            <a:noFill/>
          </a:ln>
        </p:spPr>
      </p:pic>
      <p:pic>
        <p:nvPicPr>
          <p:cNvPr id="1587" name="" descr=""/>
          <p:cNvPicPr/>
          <p:nvPr/>
        </p:nvPicPr>
        <p:blipFill>
          <a:blip r:embed="rId2"/>
          <a:stretch/>
        </p:blipFill>
        <p:spPr>
          <a:xfrm>
            <a:off x="6019920" y="5334120"/>
            <a:ext cx="3124080" cy="1523880"/>
          </a:xfrm>
          <a:prstGeom prst="rect">
            <a:avLst/>
          </a:prstGeom>
          <a:ln w="0">
            <a:noFill/>
          </a:ln>
        </p:spPr>
      </p:pic>
      <p:sp>
        <p:nvSpPr>
          <p:cNvPr id="1588" name=""/>
          <p:cNvSpPr/>
          <p:nvPr/>
        </p:nvSpPr>
        <p:spPr>
          <a:xfrm>
            <a:off x="6248520" y="5867280"/>
            <a:ext cx="25146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Over here!</a:t>
            </a:r>
            <a:endParaRPr b="0" lang="en-US" sz="1200" spc="-1" strike="noStrike">
              <a:solidFill>
                <a:srgbClr val="000000"/>
              </a:solidFill>
              <a:latin typeface="Arial"/>
            </a:endParaRPr>
          </a:p>
        </p:txBody>
      </p:sp>
    </p:spTree>
  </p:cSld>
  <p:transition advTm="1000">
    <p:fade/>
  </p:transition>
</p:sld>
</file>

<file path=ppt/slides/slide2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1589" name=""/>
          <p:cNvGraphicFramePr/>
          <p:nvPr/>
        </p:nvGraphicFramePr>
        <p:xfrm>
          <a:off x="0" y="0"/>
          <a:ext cx="9144000" cy="6858000"/>
        </p:xfrm>
        <a:graphic>
          <a:graphicData uri="http://schemas.openxmlformats.org/presentationml/2006/ole">
            <p:oleObj r:id="rId1" spid="">
              <p:embed/>
            </p:oleObj>
          </a:graphicData>
        </a:graphic>
      </p:graphicFrame>
      <p:pic>
        <p:nvPicPr>
          <p:cNvPr id="1590" name="" descr=""/>
          <p:cNvPicPr/>
          <p:nvPr/>
        </p:nvPicPr>
        <p:blipFill>
          <a:blip r:embed="rId2"/>
          <a:stretch/>
        </p:blipFill>
        <p:spPr>
          <a:xfrm>
            <a:off x="6019920" y="5334120"/>
            <a:ext cx="3124080" cy="1523880"/>
          </a:xfrm>
          <a:prstGeom prst="rect">
            <a:avLst/>
          </a:prstGeom>
          <a:ln w="0">
            <a:noFill/>
          </a:ln>
        </p:spPr>
      </p:pic>
      <p:sp>
        <p:nvSpPr>
          <p:cNvPr id="1591" name=""/>
          <p:cNvSpPr/>
          <p:nvPr/>
        </p:nvSpPr>
        <p:spPr>
          <a:xfrm>
            <a:off x="6324480" y="5867280"/>
            <a:ext cx="25146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Over here!</a:t>
            </a:r>
            <a:endParaRPr b="0" lang="en-US" sz="1200" spc="-1" strike="noStrike">
              <a:solidFill>
                <a:srgbClr val="000000"/>
              </a:solidFill>
              <a:latin typeface="Arial"/>
            </a:endParaRPr>
          </a:p>
        </p:txBody>
      </p:sp>
      <p:sp>
        <p:nvSpPr>
          <p:cNvPr id="1592" name=""/>
          <p:cNvSpPr/>
          <p:nvPr/>
        </p:nvSpPr>
        <p:spPr>
          <a:xfrm>
            <a:off x="6248520" y="5867280"/>
            <a:ext cx="25146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Come on, hurry up!</a:t>
            </a:r>
            <a:endParaRPr b="0" lang="en-US" sz="1200" spc="-1" strike="noStrike">
              <a:solidFill>
                <a:srgbClr val="000000"/>
              </a:solidFill>
              <a:latin typeface="Arial"/>
            </a:endParaRPr>
          </a:p>
        </p:txBody>
      </p:sp>
      <p:sp>
        <p:nvSpPr>
          <p:cNvPr id="1593" name=""/>
          <p:cNvSpPr/>
          <p:nvPr/>
        </p:nvSpPr>
        <p:spPr>
          <a:xfrm>
            <a:off x="6629400" y="762120"/>
            <a:ext cx="1600200" cy="26668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594" name=""/>
          <p:cNvSpPr/>
          <p:nvPr/>
        </p:nvSpPr>
        <p:spPr>
          <a:xfrm>
            <a:off x="6248520" y="5867280"/>
            <a:ext cx="1752480" cy="457200"/>
          </a:xfrm>
          <a:prstGeom prst="rect">
            <a:avLst/>
          </a:prstGeom>
          <a:solidFill>
            <a:srgbClr val="c0c0c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595" name=""/>
          <p:cNvSpPr/>
          <p:nvPr/>
        </p:nvSpPr>
        <p:spPr>
          <a:xfrm>
            <a:off x="6324480" y="5867280"/>
            <a:ext cx="251460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Admiring my beautiful form, are you?</a:t>
            </a:r>
            <a:endParaRPr b="0" lang="en-US" sz="1200" spc="-1" strike="noStrike">
              <a:solidFill>
                <a:srgbClr val="000000"/>
              </a:solidFill>
              <a:latin typeface="Arial"/>
            </a:endParaRPr>
          </a:p>
        </p:txBody>
      </p:sp>
    </p:spTree>
  </p:cSld>
  <p:transition>
    <p:fade/>
  </p:transition>
  <p:timing>
    <p:tnLst>
      <p:par>
        <p:cTn id="4396" dur="indefinite" restart="never" nodeType="tmRoot">
          <p:childTnLst>
            <p:seq>
              <p:cTn id="4397" dur="indefinite" nodeType="mainSeq">
                <p:childTnLst>
                  <p:par>
                    <p:cTn id="4398" fill="hold">
                      <p:stCondLst>
                        <p:cond delay="0"/>
                      </p:stCondLst>
                      <p:childTnLst>
                        <p:par>
                          <p:cTn id="4399" fill="hold">
                            <p:stCondLst>
                              <p:cond delay="0"/>
                            </p:stCondLst>
                            <p:childTnLst>
                              <p:par>
                                <p:cTn id="4400" nodeType="afterEffect" fill="hold" presetClass="entr" presetID="27">
                                  <p:stCondLst>
                                    <p:cond delay="0"/>
                                  </p:stCondLst>
                                  <p:iterate type="lt">
                                    <p:tmAbs val="40"/>
                                  </p:iterate>
                                  <p:childTnLst>
                                    <p:set>
                                      <p:cBhvr>
                                        <p:cTn id="4401" dur="1" fill="hold">
                                          <p:stCondLst>
                                            <p:cond delay="0"/>
                                          </p:stCondLst>
                                        </p:cTn>
                                        <p:tgtEl>
                                          <p:spTgt spid="1592"/>
                                        </p:tgtEl>
                                        <p:attrNameLst>
                                          <p:attrName>style.visibility</p:attrName>
                                        </p:attrNameLst>
                                      </p:cBhvr>
                                      <p:to>
                                        <p:strVal val="visible"/>
                                      </p:to>
                                    </p:set>
                                    <p:anim calcmode="discrete" valueType="clr">
                                      <p:cBhvr additive="repl">
                                        <p:cTn id="4402" dur="80"/>
                                        <p:tgtEl>
                                          <p:spTgt spid="1592"/>
                                        </p:tgtEl>
                                        <p:attrNameLst>
                                          <p:attrName>style.color</p:attrName>
                                        </p:attrNameLst>
                                      </p:cBhvr>
                                      <p:tavLst>
                                        <p:tav tm="0">
                                          <p:val>
                                            <p:strVal val="rgb(-103,51,51)"/>
                                          </p:val>
                                        </p:tav>
                                        <p:tav tm="50000">
                                          <p:val>
                                            <p:strVal val="rgb(-103,-103,0)"/>
                                          </p:val>
                                        </p:tav>
                                      </p:tavLst>
                                    </p:anim>
                                    <p:anim calcmode="discrete" valueType="clr">
                                      <p:cBhvr additive="repl">
                                        <p:cTn id="4403" dur="80"/>
                                        <p:tgtEl>
                                          <p:spTgt spid="1592"/>
                                        </p:tgtEl>
                                        <p:attrNameLst>
                                          <p:attrName>fillcolor</p:attrName>
                                        </p:attrNameLst>
                                      </p:cBhvr>
                                      <p:tavLst>
                                        <p:tav tm="0">
                                          <p:val>
                                            <p:strVal val="rgb(-103,51,51)"/>
                                          </p:val>
                                        </p:tav>
                                        <p:tav tm="50000">
                                          <p:val>
                                            <p:strVal val="rgb(-103,-103,0)"/>
                                          </p:val>
                                        </p:tav>
                                      </p:tavLst>
                                    </p:anim>
                                    <p:set>
                                      <p:cBhvr>
                                        <p:cTn id="4404" dur="80"/>
                                        <p:tgtEl>
                                          <p:spTgt spid="1592"/>
                                        </p:tgtEl>
                                        <p:attrNameLst>
                                          <p:attrName>fill.type</p:attrName>
                                        </p:attrNameLst>
                                      </p:cBhvr>
                                      <p:to>
                                        <p:strVal val="solid"/>
                                      </p:to>
                                    </p:set>
                                  </p:childTnLst>
                                </p:cTn>
                              </p:par>
                            </p:childTnLst>
                          </p:cTn>
                        </p:par>
                        <p:par>
                          <p:cTn id="4405" fill="hold">
                            <p:stCondLst>
                              <p:cond delay="640"/>
                            </p:stCondLst>
                            <p:childTnLst>
                              <p:par>
                                <p:cTn id="4406" nodeType="afterEffect" fill="hold" presetClass="entr" presetID="1">
                                  <p:stCondLst>
                                    <p:cond delay="0"/>
                                  </p:stCondLst>
                                  <p:childTnLst>
                                    <p:set>
                                      <p:cBhvr>
                                        <p:cTn id="4407" dur="1" fill="hold">
                                          <p:stCondLst>
                                            <p:cond delay="0"/>
                                          </p:stCondLst>
                                        </p:cTn>
                                        <p:tgtEl>
                                          <p:spTgt spid="1593"/>
                                        </p:tgtEl>
                                        <p:attrNameLst>
                                          <p:attrName>style.visibility</p:attrName>
                                        </p:attrNameLst>
                                      </p:cBhvr>
                                      <p:to>
                                        <p:strVal val="visible"/>
                                      </p:to>
                                    </p:set>
                                  </p:childTnLst>
                                </p:cTn>
                              </p:par>
                            </p:childTnLst>
                          </p:cTn>
                        </p:par>
                        <p:par>
                          <p:cTn id="4408" fill="hold">
                            <p:stCondLst>
                              <p:cond delay="640"/>
                            </p:stCondLst>
                            <p:childTnLst>
                              <p:par>
                                <p:cTn id="4409" nodeType="afterEffect" fill="hold" presetClass="entr" presetID="1">
                                  <p:stCondLst>
                                    <p:cond delay="7500"/>
                                  </p:stCondLst>
                                  <p:childTnLst>
                                    <p:set>
                                      <p:cBhvr>
                                        <p:cTn id="4410" dur="1" fill="hold">
                                          <p:stCondLst>
                                            <p:cond delay="0"/>
                                          </p:stCondLst>
                                        </p:cTn>
                                        <p:tgtEl>
                                          <p:spTgt spid="1594"/>
                                        </p:tgtEl>
                                        <p:attrNameLst>
                                          <p:attrName>style.visibility</p:attrName>
                                        </p:attrNameLst>
                                      </p:cBhvr>
                                      <p:to>
                                        <p:strVal val="visible"/>
                                      </p:to>
                                    </p:set>
                                  </p:childTnLst>
                                </p:cTn>
                              </p:par>
                            </p:childTnLst>
                          </p:cTn>
                        </p:par>
                        <p:par>
                          <p:cTn id="4411" fill="hold">
                            <p:stCondLst>
                              <p:cond delay="8140"/>
                            </p:stCondLst>
                            <p:childTnLst>
                              <p:par>
                                <p:cTn id="4412" nodeType="afterEffect" fill="hold" presetClass="entr" presetID="27">
                                  <p:stCondLst>
                                    <p:cond delay="0"/>
                                  </p:stCondLst>
                                  <p:iterate type="lt">
                                    <p:tmAbs val="40"/>
                                  </p:iterate>
                                  <p:childTnLst>
                                    <p:set>
                                      <p:cBhvr>
                                        <p:cTn id="4413" dur="1" fill="hold">
                                          <p:stCondLst>
                                            <p:cond delay="0"/>
                                          </p:stCondLst>
                                        </p:cTn>
                                        <p:tgtEl>
                                          <p:spTgt spid="1595"/>
                                        </p:tgtEl>
                                        <p:attrNameLst>
                                          <p:attrName>style.visibility</p:attrName>
                                        </p:attrNameLst>
                                      </p:cBhvr>
                                      <p:to>
                                        <p:strVal val="visible"/>
                                      </p:to>
                                    </p:set>
                                    <p:anim calcmode="discrete" valueType="clr">
                                      <p:cBhvr additive="repl">
                                        <p:cTn id="4414" dur="80"/>
                                        <p:tgtEl>
                                          <p:spTgt spid="1595"/>
                                        </p:tgtEl>
                                        <p:attrNameLst>
                                          <p:attrName>style.color</p:attrName>
                                        </p:attrNameLst>
                                      </p:cBhvr>
                                      <p:tavLst>
                                        <p:tav tm="0">
                                          <p:val>
                                            <p:strVal val="rgb(-103,51,51)"/>
                                          </p:val>
                                        </p:tav>
                                        <p:tav tm="50000">
                                          <p:val>
                                            <p:strVal val="rgb(-103,-103,0)"/>
                                          </p:val>
                                        </p:tav>
                                      </p:tavLst>
                                    </p:anim>
                                    <p:anim calcmode="discrete" valueType="clr">
                                      <p:cBhvr additive="repl">
                                        <p:cTn id="4415" dur="80"/>
                                        <p:tgtEl>
                                          <p:spTgt spid="1595"/>
                                        </p:tgtEl>
                                        <p:attrNameLst>
                                          <p:attrName>fillcolor</p:attrName>
                                        </p:attrNameLst>
                                      </p:cBhvr>
                                      <p:tavLst>
                                        <p:tav tm="0">
                                          <p:val>
                                            <p:strVal val="rgb(-103,51,51)"/>
                                          </p:val>
                                        </p:tav>
                                        <p:tav tm="50000">
                                          <p:val>
                                            <p:strVal val="rgb(-103,-103,0)"/>
                                          </p:val>
                                        </p:tav>
                                      </p:tavLst>
                                    </p:anim>
                                    <p:set>
                                      <p:cBhvr>
                                        <p:cTn id="4416" dur="80"/>
                                        <p:tgtEl>
                                          <p:spTgt spid="159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96" name="" descr=""/>
          <p:cNvPicPr/>
          <p:nvPr/>
        </p:nvPicPr>
        <p:blipFill>
          <a:blip r:embed="rId1"/>
          <a:stretch/>
        </p:blipFill>
        <p:spPr>
          <a:xfrm>
            <a:off x="0" y="0"/>
            <a:ext cx="9144000" cy="6858000"/>
          </a:xfrm>
          <a:prstGeom prst="rect">
            <a:avLst/>
          </a:prstGeom>
          <a:ln w="0">
            <a:noFill/>
          </a:ln>
        </p:spPr>
      </p:pic>
    </p:spTree>
  </p:cSld>
</p:sld>
</file>

<file path=ppt/slides/slide2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597" name="" descr=""/>
          <p:cNvPicPr/>
          <p:nvPr/>
        </p:nvPicPr>
        <p:blipFill>
          <a:blip r:embed="rId1"/>
          <a:stretch/>
        </p:blipFill>
        <p:spPr>
          <a:xfrm>
            <a:off x="0" y="0"/>
            <a:ext cx="9144000" cy="6858000"/>
          </a:xfrm>
          <a:prstGeom prst="rect">
            <a:avLst/>
          </a:prstGeom>
          <a:ln w="0">
            <a:noFill/>
          </a:ln>
        </p:spPr>
      </p:pic>
    </p:spTree>
  </p:cSld>
  <p:transition spd="med" advTm="0">
    <p:fade/>
  </p:transition>
  <p:timing>
    <p:tnLst>
      <p:par>
        <p:cTn id="4417" dur="indefinite" restart="never" nodeType="tmRoot">
          <p:childTnLst>
            <p:seq>
              <p:cTn id="4418" dur="indefinite" nodeType="mainSeq">
                <p:childTnLst>
                  <p:par>
                    <p:cTn id="4419" fill="hold">
                      <p:stCondLst>
                        <p:cond delay="0"/>
                      </p:stCondLst>
                      <p:childTnLst>
                        <p:par>
                          <p:cTn id="4420" fill="hold">
                            <p:stCondLst>
                              <p:cond delay="0"/>
                            </p:stCondLst>
                            <p:childTnLst>
                              <p:par>
                                <p:cTn id="4421" nodeType="afterEffect" fill="hold" presetClass="path" presetID="0">
                                  <p:stCondLst>
                                    <p:cond delay="2000"/>
                                  </p:stCondLst>
                                  <p:childTnLst>
                                    <p:animMotion origin="layout" path="M 3.33333E-006 -2.22222E-006 L 3.33333E-006 -3.33333 E">
                                      <p:cBhvr>
                                        <p:cTn id="4422" dur="3000" fill="hold"/>
                                        <p:tgtEl>
                                          <p:spTgt spid="1597"/>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598" name="" descr=""/>
          <p:cNvPicPr/>
          <p:nvPr/>
        </p:nvPicPr>
        <p:blipFill>
          <a:blip r:embed="rId1"/>
          <a:stretch/>
        </p:blipFill>
        <p:spPr>
          <a:xfrm>
            <a:off x="0" y="6858000"/>
            <a:ext cx="9144000" cy="6858000"/>
          </a:xfrm>
          <a:prstGeom prst="rect">
            <a:avLst/>
          </a:prstGeom>
          <a:ln w="0">
            <a:noFill/>
          </a:ln>
        </p:spPr>
      </p:pic>
      <p:sp>
        <p:nvSpPr>
          <p:cNvPr id="1599" name=""/>
          <p:cNvSpPr/>
          <p:nvPr/>
        </p:nvSpPr>
        <p:spPr>
          <a:xfrm>
            <a:off x="3962520" y="2895480"/>
            <a:ext cx="22860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ffffff"/>
                </a:solidFill>
                <a:latin typeface="Arial"/>
              </a:rPr>
              <a:t>PURE AWESOMENESS!</a:t>
            </a:r>
            <a:endParaRPr b="0" lang="en-US" sz="1200" spc="-1" strike="noStrike">
              <a:solidFill>
                <a:srgbClr val="000000"/>
              </a:solidFill>
              <a:latin typeface="Arial"/>
            </a:endParaRPr>
          </a:p>
        </p:txBody>
      </p:sp>
    </p:spTree>
  </p:cSld>
  <p:timing>
    <p:tnLst>
      <p:par>
        <p:cTn id="4423" dur="indefinite" restart="never" nodeType="tmRoot">
          <p:childTnLst>
            <p:seq>
              <p:cTn id="4424" dur="indefinite" nodeType="mainSeq">
                <p:childTnLst>
                  <p:par>
                    <p:cTn id="4425" fill="hold">
                      <p:stCondLst>
                        <p:cond delay="0"/>
                      </p:stCondLst>
                      <p:childTnLst>
                        <p:par>
                          <p:cTn id="4426" fill="hold">
                            <p:stCondLst>
                              <p:cond delay="0"/>
                            </p:stCondLst>
                            <p:childTnLst>
                              <p:par>
                                <p:cTn id="4427" nodeType="afterEffect" fill="hold" presetClass="entr" presetID="1">
                                  <p:stCondLst>
                                    <p:cond delay="0"/>
                                  </p:stCondLst>
                                  <p:childTnLst>
                                    <p:set>
                                      <p:cBhvr>
                                        <p:cTn id="4428" dur="1" fill="hold">
                                          <p:stCondLst>
                                            <p:cond delay="0"/>
                                          </p:stCondLst>
                                        </p:cTn>
                                        <p:tgtEl>
                                          <p:spTgt spid="1599"/>
                                        </p:tgtEl>
                                        <p:attrNameLst>
                                          <p:attrName>style.visibility</p:attrName>
                                        </p:attrNameLst>
                                      </p:cBhvr>
                                      <p:to>
                                        <p:strVal val="visible"/>
                                      </p:to>
                                    </p:set>
                                  </p:childTnLst>
                                </p:cTn>
                              </p:par>
                            </p:childTnLst>
                          </p:cTn>
                        </p:par>
                        <p:par>
                          <p:cTn id="4429" fill="hold">
                            <p:stCondLst>
                              <p:cond delay="0"/>
                            </p:stCondLst>
                            <p:childTnLst>
                              <p:par>
                                <p:cTn id="4430" nodeType="afterEffect" fill="hold" presetClass="exit" presetID="1">
                                  <p:stCondLst>
                                    <p:cond delay="500"/>
                                  </p:stCondLst>
                                  <p:childTnLst>
                                    <p:set>
                                      <p:cBhvr>
                                        <p:cTn id="4431" dur="1" fill="hold">
                                          <p:stCondLst>
                                            <p:cond delay="0"/>
                                          </p:stCondLst>
                                        </p:cTn>
                                        <p:tgtEl>
                                          <p:spTgt spid="1599"/>
                                        </p:tgtEl>
                                        <p:attrNameLst>
                                          <p:attrName>style.visibility</p:attrName>
                                        </p:attrNameLst>
                                      </p:cBhvr>
                                      <p:to>
                                        <p:strVal val="hidden"/>
                                      </p:to>
                                    </p:set>
                                  </p:childTnLst>
                                </p:cTn>
                              </p:par>
                            </p:childTnLst>
                          </p:cTn>
                        </p:par>
                        <p:par>
                          <p:cTn id="4432" fill="hold">
                            <p:stCondLst>
                              <p:cond delay="500"/>
                            </p:stCondLst>
                            <p:childTnLst>
                              <p:par>
                                <p:cTn id="4433" nodeType="afterEffect" fill="hold" presetClass="path" presetID="0">
                                  <p:stCondLst>
                                    <p:cond delay="0"/>
                                  </p:stCondLst>
                                  <p:childTnLst>
                                    <p:animMotion origin="layout" path="M 0 0 L 0 -1.01111 E">
                                      <p:cBhvr>
                                        <p:cTn id="4434" dur="2000" fill="hold"/>
                                        <p:tgtEl>
                                          <p:spTgt spid="1598"/>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00" name="" descr=""/>
          <p:cNvPicPr/>
          <p:nvPr/>
        </p:nvPicPr>
        <p:blipFill>
          <a:blip r:embed="rId1"/>
          <a:stretch/>
        </p:blipFill>
        <p:spPr>
          <a:xfrm>
            <a:off x="0" y="0"/>
            <a:ext cx="9144000" cy="6858000"/>
          </a:xfrm>
          <a:prstGeom prst="rect">
            <a:avLst/>
          </a:prstGeom>
          <a:ln w="0">
            <a:noFill/>
          </a:ln>
        </p:spPr>
      </p:pic>
    </p:spTree>
  </p:cSld>
</p:sld>
</file>

<file path=ppt/slides/slide2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01" name="" descr=""/>
          <p:cNvPicPr/>
          <p:nvPr/>
        </p:nvPicPr>
        <p:blipFill>
          <a:blip r:embed="rId1"/>
          <a:stretch/>
        </p:blipFill>
        <p:spPr>
          <a:xfrm>
            <a:off x="0" y="0"/>
            <a:ext cx="9144000" cy="6858000"/>
          </a:xfrm>
          <a:prstGeom prst="rect">
            <a:avLst/>
          </a:prstGeom>
          <a:ln w="0">
            <a:noFill/>
          </a:ln>
        </p:spPr>
      </p:pic>
    </p:spTree>
  </p:cSld>
  <p:transition spd="med" advTm="1000">
    <p:fade/>
  </p:transition>
</p:sld>
</file>

<file path=ppt/slides/slide2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02" name="" descr=""/>
          <p:cNvPicPr/>
          <p:nvPr/>
        </p:nvPicPr>
        <p:blipFill>
          <a:blip r:embed="rId1"/>
          <a:stretch/>
        </p:blipFill>
        <p:spPr>
          <a:xfrm>
            <a:off x="0" y="0"/>
            <a:ext cx="9144000" cy="6858000"/>
          </a:xfrm>
          <a:prstGeom prst="rect">
            <a:avLst/>
          </a:prstGeom>
          <a:ln w="0">
            <a:noFill/>
          </a:ln>
        </p:spPr>
      </p:pic>
      <p:pic>
        <p:nvPicPr>
          <p:cNvPr id="1603" name="" descr=""/>
          <p:cNvPicPr/>
          <p:nvPr/>
        </p:nvPicPr>
        <p:blipFill>
          <a:blip r:embed="rId2"/>
          <a:stretch/>
        </p:blipFill>
        <p:spPr>
          <a:xfrm>
            <a:off x="6019920" y="5334120"/>
            <a:ext cx="3124080" cy="1523880"/>
          </a:xfrm>
          <a:prstGeom prst="rect">
            <a:avLst/>
          </a:prstGeom>
          <a:ln w="0">
            <a:noFill/>
          </a:ln>
        </p:spPr>
      </p:pic>
      <p:sp>
        <p:nvSpPr>
          <p:cNvPr id="1604" name=""/>
          <p:cNvSpPr/>
          <p:nvPr/>
        </p:nvSpPr>
        <p:spPr>
          <a:xfrm>
            <a:off x="6324480" y="5791320"/>
            <a:ext cx="25146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Over here.</a:t>
            </a:r>
            <a:endParaRPr b="0" lang="en-US" sz="1200" spc="-1" strike="noStrike">
              <a:solidFill>
                <a:srgbClr val="000000"/>
              </a:solidFill>
              <a:latin typeface="Arial"/>
            </a:endParaRPr>
          </a:p>
        </p:txBody>
      </p:sp>
      <p:sp>
        <p:nvSpPr>
          <p:cNvPr id="1605" name=""/>
          <p:cNvSpPr/>
          <p:nvPr/>
        </p:nvSpPr>
        <p:spPr>
          <a:xfrm>
            <a:off x="-838080" y="3962520"/>
            <a:ext cx="838080" cy="4572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435" dur="indefinite" restart="never" nodeType="tmRoot">
          <p:childTnLst>
            <p:seq>
              <p:cTn id="4436" dur="indefinite" nodeType="mainSeq">
                <p:childTnLst>
                  <p:par>
                    <p:cTn id="4437" fill="hold">
                      <p:stCondLst>
                        <p:cond delay="0"/>
                      </p:stCondLst>
                      <p:childTnLst>
                        <p:par>
                          <p:cTn id="4438" fill="hold">
                            <p:stCondLst>
                              <p:cond delay="0"/>
                            </p:stCondLst>
                            <p:childTnLst>
                              <p:par>
                                <p:cTn id="4439" nodeType="afterEffect" fill="hold" presetClass="entr" presetID="9">
                                  <p:stCondLst>
                                    <p:cond delay="0"/>
                                  </p:stCondLst>
                                  <p:childTnLst>
                                    <p:set>
                                      <p:cBhvr>
                                        <p:cTn id="4440" dur="1" fill="hold">
                                          <p:stCondLst>
                                            <p:cond delay="0"/>
                                          </p:stCondLst>
                                        </p:cTn>
                                        <p:tgtEl>
                                          <p:spTgt spid="1603"/>
                                        </p:tgtEl>
                                        <p:attrNameLst>
                                          <p:attrName>style.visibility</p:attrName>
                                        </p:attrNameLst>
                                      </p:cBhvr>
                                      <p:to>
                                        <p:strVal val="visible"/>
                                      </p:to>
                                    </p:set>
                                    <p:animEffect filter="dissolve" transition="in">
                                      <p:cBhvr additive="repl">
                                        <p:cTn id="4441" dur="500"/>
                                        <p:tgtEl>
                                          <p:spTgt spid="1603"/>
                                        </p:tgtEl>
                                      </p:cBhvr>
                                    </p:animEffect>
                                  </p:childTnLst>
                                </p:cTn>
                              </p:par>
                            </p:childTnLst>
                          </p:cTn>
                        </p:par>
                        <p:par>
                          <p:cTn id="4442" fill="hold">
                            <p:stCondLst>
                              <p:cond delay="500"/>
                            </p:stCondLst>
                            <p:childTnLst>
                              <p:par>
                                <p:cTn id="4443" nodeType="afterEffect" fill="hold" presetClass="entr" presetID="27">
                                  <p:stCondLst>
                                    <p:cond delay="0"/>
                                  </p:stCondLst>
                                  <p:iterate type="lt">
                                    <p:tmAbs val="40"/>
                                  </p:iterate>
                                  <p:childTnLst>
                                    <p:set>
                                      <p:cBhvr>
                                        <p:cTn id="4444" dur="1" fill="hold">
                                          <p:stCondLst>
                                            <p:cond delay="0"/>
                                          </p:stCondLst>
                                        </p:cTn>
                                        <p:tgtEl>
                                          <p:spTgt spid="1604"/>
                                        </p:tgtEl>
                                        <p:attrNameLst>
                                          <p:attrName>style.visibility</p:attrName>
                                        </p:attrNameLst>
                                      </p:cBhvr>
                                      <p:to>
                                        <p:strVal val="visible"/>
                                      </p:to>
                                    </p:set>
                                    <p:anim calcmode="discrete" valueType="clr">
                                      <p:cBhvr additive="repl">
                                        <p:cTn id="4445" dur="80"/>
                                        <p:tgtEl>
                                          <p:spTgt spid="1604"/>
                                        </p:tgtEl>
                                        <p:attrNameLst>
                                          <p:attrName>style.color</p:attrName>
                                        </p:attrNameLst>
                                      </p:cBhvr>
                                      <p:tavLst>
                                        <p:tav tm="0">
                                          <p:val>
                                            <p:strVal val="rgb(-103,51,51)"/>
                                          </p:val>
                                        </p:tav>
                                        <p:tav tm="50000">
                                          <p:val>
                                            <p:strVal val="rgb(-103,-103,0)"/>
                                          </p:val>
                                        </p:tav>
                                      </p:tavLst>
                                    </p:anim>
                                    <p:anim calcmode="discrete" valueType="clr">
                                      <p:cBhvr additive="repl">
                                        <p:cTn id="4446" dur="80"/>
                                        <p:tgtEl>
                                          <p:spTgt spid="1604"/>
                                        </p:tgtEl>
                                        <p:attrNameLst>
                                          <p:attrName>fillcolor</p:attrName>
                                        </p:attrNameLst>
                                      </p:cBhvr>
                                      <p:tavLst>
                                        <p:tav tm="0">
                                          <p:val>
                                            <p:strVal val="rgb(-103,51,51)"/>
                                          </p:val>
                                        </p:tav>
                                        <p:tav tm="50000">
                                          <p:val>
                                            <p:strVal val="rgb(-103,-103,0)"/>
                                          </p:val>
                                        </p:tav>
                                      </p:tavLst>
                                    </p:anim>
                                    <p:set>
                                      <p:cBhvr>
                                        <p:cTn id="4447" dur="80"/>
                                        <p:tgtEl>
                                          <p:spTgt spid="1604"/>
                                        </p:tgtEl>
                                        <p:attrNameLst>
                                          <p:attrName>fill.type</p:attrName>
                                        </p:attrNameLst>
                                      </p:cBhvr>
                                      <p:to>
                                        <p:strVal val="solid"/>
                                      </p:to>
                                    </p:set>
                                  </p:childTnLst>
                                </p:cTn>
                              </p:par>
                            </p:childTnLst>
                          </p:cTn>
                        </p:par>
                        <p:par>
                          <p:cTn id="4448" fill="hold">
                            <p:stCondLst>
                              <p:cond delay="900"/>
                            </p:stCondLst>
                            <p:childTnLst>
                              <p:par>
                                <p:cTn id="4449" nodeType="afterEffect" fill="hold" presetClass="entr" presetID="1">
                                  <p:stCondLst>
                                    <p:cond delay="2500"/>
                                  </p:stCondLst>
                                  <p:childTnLst>
                                    <p:set>
                                      <p:cBhvr>
                                        <p:cTn id="4450" dur="1" fill="hold">
                                          <p:stCondLst>
                                            <p:cond delay="0"/>
                                          </p:stCondLst>
                                        </p:cTn>
                                        <p:tgtEl>
                                          <p:spTgt spid="16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06" name="" descr=""/>
          <p:cNvPicPr/>
          <p:nvPr/>
        </p:nvPicPr>
        <p:blipFill>
          <a:blip r:embed="rId1"/>
          <a:stretch/>
        </p:blipFill>
        <p:spPr>
          <a:xfrm>
            <a:off x="0" y="0"/>
            <a:ext cx="9144000" cy="6858000"/>
          </a:xfrm>
          <a:prstGeom prst="rect">
            <a:avLst/>
          </a:prstGeom>
          <a:ln w="0">
            <a:noFill/>
          </a:ln>
        </p:spPr>
      </p:pic>
      <p:pic>
        <p:nvPicPr>
          <p:cNvPr id="1607" name="" descr=""/>
          <p:cNvPicPr/>
          <p:nvPr/>
        </p:nvPicPr>
        <p:blipFill>
          <a:blip r:embed="rId2"/>
          <a:stretch/>
        </p:blipFill>
        <p:spPr>
          <a:xfrm>
            <a:off x="6019920" y="5334120"/>
            <a:ext cx="3124080" cy="1523880"/>
          </a:xfrm>
          <a:prstGeom prst="rect">
            <a:avLst/>
          </a:prstGeom>
          <a:ln w="0">
            <a:noFill/>
          </a:ln>
        </p:spPr>
      </p:pic>
      <p:sp>
        <p:nvSpPr>
          <p:cNvPr id="1608" name=""/>
          <p:cNvSpPr/>
          <p:nvPr/>
        </p:nvSpPr>
        <p:spPr>
          <a:xfrm>
            <a:off x="6324480" y="5791320"/>
            <a:ext cx="25146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Over here.</a:t>
            </a:r>
            <a:endParaRPr b="0" lang="en-US" sz="1200" spc="-1" strike="noStrike">
              <a:solidFill>
                <a:srgbClr val="000000"/>
              </a:solidFill>
              <a:latin typeface="Arial"/>
            </a:endParaRPr>
          </a:p>
        </p:txBody>
      </p:sp>
      <p:sp>
        <p:nvSpPr>
          <p:cNvPr id="1609" name=""/>
          <p:cNvSpPr/>
          <p:nvPr/>
        </p:nvSpPr>
        <p:spPr>
          <a:xfrm rot="945600">
            <a:off x="9000" y="1983960"/>
            <a:ext cx="2286000" cy="990720"/>
          </a:xfrm>
          <a:prstGeom prst="leftArrow">
            <a:avLst>
              <a:gd name="adj1" fmla="val 50000"/>
              <a:gd name="adj2" fmla="val 57685"/>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10" name=""/>
          <p:cNvSpPr/>
          <p:nvPr/>
        </p:nvSpPr>
        <p:spPr>
          <a:xfrm>
            <a:off x="4114800" y="1981080"/>
            <a:ext cx="304920" cy="6858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p:fade/>
  </p:transition>
  <p:timing>
    <p:tnLst>
      <p:par>
        <p:cTn id="4451" dur="indefinite" restart="never" nodeType="tmRoot">
          <p:childTnLst>
            <p:seq>
              <p:cTn id="4452" dur="indefinite" nodeType="mainSeq">
                <p:childTnLst>
                  <p:par>
                    <p:cTn id="4453" fill="hold">
                      <p:stCondLst>
                        <p:cond delay="0"/>
                      </p:stCondLst>
                      <p:childTnLst>
                        <p:par>
                          <p:cTn id="4454" fill="hold">
                            <p:stCondLst>
                              <p:cond delay="0"/>
                            </p:stCondLst>
                            <p:childTnLst>
                              <p:par>
                                <p:cTn id="4455" nodeType="afterEffect" fill="hold" presetClass="entr" presetID="9">
                                  <p:stCondLst>
                                    <p:cond delay="0"/>
                                  </p:stCondLst>
                                  <p:childTnLst>
                                    <p:set>
                                      <p:cBhvr>
                                        <p:cTn id="4456" dur="1" fill="hold">
                                          <p:stCondLst>
                                            <p:cond delay="0"/>
                                          </p:stCondLst>
                                        </p:cTn>
                                        <p:tgtEl>
                                          <p:spTgt spid="1609"/>
                                        </p:tgtEl>
                                        <p:attrNameLst>
                                          <p:attrName>style.visibility</p:attrName>
                                        </p:attrNameLst>
                                      </p:cBhvr>
                                      <p:to>
                                        <p:strVal val="visible"/>
                                      </p:to>
                                    </p:set>
                                    <p:animEffect filter="dissolve" transition="in">
                                      <p:cBhvr additive="repl">
                                        <p:cTn id="4457" dur="500"/>
                                        <p:tgtEl>
                                          <p:spTgt spid="1609"/>
                                        </p:tgtEl>
                                      </p:cBhvr>
                                    </p:animEffect>
                                  </p:childTnLst>
                                </p:cTn>
                              </p:par>
                            </p:childTnLst>
                          </p:cTn>
                        </p:par>
                        <p:par>
                          <p:cTn id="4458" fill="hold">
                            <p:stCondLst>
                              <p:cond delay="500"/>
                            </p:stCondLst>
                            <p:childTnLst>
                              <p:par>
                                <p:cTn id="4459" nodeType="afterEffect" fill="hold" presetClass="entr" presetID="1">
                                  <p:stCondLst>
                                    <p:cond delay="0"/>
                                  </p:stCondLst>
                                  <p:childTnLst>
                                    <p:set>
                                      <p:cBhvr>
                                        <p:cTn id="4460" dur="1" fill="hold">
                                          <p:stCondLst>
                                            <p:cond delay="0"/>
                                          </p:stCondLst>
                                        </p:cTn>
                                        <p:tgtEl>
                                          <p:spTgt spid="1610"/>
                                        </p:tgtEl>
                                        <p:attrNameLst>
                                          <p:attrName>style.visibility</p:attrName>
                                        </p:attrNameLst>
                                      </p:cBhvr>
                                      <p:to>
                                        <p:strVal val="visible"/>
                                      </p:to>
                                    </p:set>
                                  </p:childTnLst>
                                </p:cTn>
                              </p:par>
                            </p:childTnLst>
                          </p:cTn>
                        </p:par>
                        <p:par>
                          <p:cTn id="4461" fill="hold">
                            <p:stCondLst>
                              <p:cond delay="500"/>
                            </p:stCondLst>
                            <p:childTnLst>
                              <p:par>
                                <p:cTn id="4462" nodeType="afterEffect" fill="hold" presetClass="exit" presetID="9">
                                  <p:stCondLst>
                                    <p:cond delay="2500"/>
                                  </p:stCondLst>
                                  <p:childTnLst>
                                    <p:animEffect filter="dissolve" transition="out">
                                      <p:cBhvr additive="repl">
                                        <p:cTn id="4463" dur="500"/>
                                        <p:tgtEl>
                                          <p:spTgt spid="1607"/>
                                        </p:tgtEl>
                                      </p:cBhvr>
                                    </p:animEffect>
                                    <p:set>
                                      <p:cBhvr>
                                        <p:cTn id="4464" dur="1" fill="hold">
                                          <p:stCondLst>
                                            <p:cond delay="499"/>
                                          </p:stCondLst>
                                        </p:cTn>
                                        <p:tgtEl>
                                          <p:spTgt spid="1607"/>
                                        </p:tgtEl>
                                        <p:attrNameLst>
                                          <p:attrName>style.visibility</p:attrName>
                                        </p:attrNameLst>
                                      </p:cBhvr>
                                      <p:to>
                                        <p:strVal val="hidden"/>
                                      </p:to>
                                    </p:set>
                                  </p:childTnLst>
                                </p:cTn>
                              </p:par>
                              <p:par>
                                <p:cTn id="4465" nodeType="withEffect" fill="hold" presetClass="exit" presetID="9">
                                  <p:stCondLst>
                                    <p:cond delay="2500"/>
                                  </p:stCondLst>
                                  <p:childTnLst>
                                    <p:animEffect filter="dissolve" transition="out">
                                      <p:cBhvr additive="repl">
                                        <p:cTn id="4466" dur="500"/>
                                        <p:tgtEl>
                                          <p:spTgt spid="1608"/>
                                        </p:tgtEl>
                                      </p:cBhvr>
                                    </p:animEffect>
                                    <p:set>
                                      <p:cBhvr>
                                        <p:cTn id="4467" dur="1" fill="hold">
                                          <p:stCondLst>
                                            <p:cond delay="499"/>
                                          </p:stCondLst>
                                        </p:cTn>
                                        <p:tgtEl>
                                          <p:spTgt spid="160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11" name="" descr=""/>
          <p:cNvPicPr/>
          <p:nvPr/>
        </p:nvPicPr>
        <p:blipFill>
          <a:blip r:embed="rId1"/>
          <a:stretch/>
        </p:blipFill>
        <p:spPr>
          <a:xfrm>
            <a:off x="0" y="0"/>
            <a:ext cx="9144000" cy="6858000"/>
          </a:xfrm>
          <a:prstGeom prst="rect">
            <a:avLst/>
          </a:prstGeom>
          <a:ln w="0">
            <a:noFill/>
          </a:ln>
        </p:spPr>
      </p:pic>
      <p:pic>
        <p:nvPicPr>
          <p:cNvPr id="1612" name="" descr=""/>
          <p:cNvPicPr/>
          <p:nvPr/>
        </p:nvPicPr>
        <p:blipFill>
          <a:blip r:embed="rId2"/>
          <a:stretch/>
        </p:blipFill>
        <p:spPr>
          <a:xfrm>
            <a:off x="9144000" y="0"/>
            <a:ext cx="601560" cy="704880"/>
          </a:xfrm>
          <a:prstGeom prst="rect">
            <a:avLst/>
          </a:prstGeom>
          <a:ln w="0">
            <a:noFill/>
          </a:ln>
        </p:spPr>
      </p:pic>
      <p:sp>
        <p:nvSpPr>
          <p:cNvPr id="1613" name=""/>
          <p:cNvSpPr/>
          <p:nvPr/>
        </p:nvSpPr>
        <p:spPr>
          <a:xfrm>
            <a:off x="5257800" y="6172200"/>
            <a:ext cx="1981080" cy="1447920"/>
          </a:xfrm>
          <a:prstGeom prst="irregularSeal1">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14" name=""/>
          <p:cNvSpPr/>
          <p:nvPr/>
        </p:nvSpPr>
        <p:spPr>
          <a:xfrm rot="945600">
            <a:off x="9000" y="1983960"/>
            <a:ext cx="2286000" cy="990720"/>
          </a:xfrm>
          <a:prstGeom prst="leftArrow">
            <a:avLst>
              <a:gd name="adj1" fmla="val 50000"/>
              <a:gd name="adj2" fmla="val 57685"/>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468" dur="indefinite" restart="never" nodeType="tmRoot">
          <p:childTnLst>
            <p:seq>
              <p:cTn id="4469" dur="indefinite" nodeType="mainSeq">
                <p:childTnLst>
                  <p:par>
                    <p:cTn id="4470" fill="hold">
                      <p:stCondLst>
                        <p:cond delay="0"/>
                      </p:stCondLst>
                      <p:childTnLst>
                        <p:par>
                          <p:cTn id="4471" fill="hold">
                            <p:stCondLst>
                              <p:cond delay="0"/>
                            </p:stCondLst>
                            <p:childTnLst>
                              <p:par>
                                <p:cTn id="4472" nodeType="afterEffect" fill="hold" presetClass="path" presetID="0">
                                  <p:stCondLst>
                                    <p:cond delay="1500"/>
                                  </p:stCondLst>
                                  <p:childTnLst>
                                    <p:animMotion origin="layout" path="M 0.00278 0.03121 C -0.01111 0.03353 -0.02309 0.04046 -0.0368 0.04393 C -0.04149 0.04694 -0.04653 0.04879 -0.05104 0.05225 C -0.05503 0.05526 -0.05816 0.05965 -0.06215 0.06289 C -0.08038 0.09503 -0.05139 0.04624 -0.075 0.07769 C -0.07864 0.08254 -0.08073 0.08971 -0.08437 0.09457 C -0.09514 0.1089 -0.10295 0.12439 -0.11146 0.14104 C -0.1158 0.14959 -0.11944 0.16069 -0.12413 0.16855 C -0.12691 0.17318 -0.13368 0.18127 -0.13368 0.1815 C -0.14271 0.20601 -0.15312 0.22983 -0.16389 0.25318 C -0.16684 0.26936 -0.17257 0.28485 -0.17812 0.29965 C -0.18003 0.31514 -0.18229 0.33133 -0.18611 0.34613 C -0.19236 0.3704 -0.1868 0.3422 -0.1908 0.36092 C -0.19288 0.37064 -0.19323 0.37942 -0.19878 0.38636 C -0.1993 0.38913 -0.19826 0.39399 -0.20034 0.39491 C -0.20225 0.39584 -0.20295 0.39098 -0.20347 0.38844 C -0.20625 0.37341 -0.20538 0.36231 -0.20989 0.34821 C -0.21215 0.34127 -0.21614 0.32717 -0.21614 0.3274 C -0.21788 0.3126 -0.22239 0.30266 -0.22569 0.28902 C -0.2283 0.27792 -0.23003 0.26659 -0.23212 0.25526 C -0.23784 0.2252 -0.24913 0.19538 -0.25746 0.16647 C -0.25989 0.15815 -0.2625 0.14983 -0.26389 0.14104 C -0.26441 0.13757 -0.26458 0.13387 -0.26545 0.13064 C -0.26771 0.12208 -0.27014 0.11329 -0.27326 0.1052 C -0.27482 0.10104 -0.27691 0.09688 -0.27812 0.09249 C -0.28784 0.05919 -0.27916 0.07584 -0.28923 0.05873 C -0.29149 0.0467 -0.29635 0.03491 -0.30191 0.02497 C -0.30451 0.0141 -0.31059 0.0037 -0.31771 -0.00254 C -0.32187 -0.01318 -0.32274 -0.01919 -0.33055 -0.0259 C -0.33385 -0.03237 -0.33802 -0.03491 -0.34166 -0.04069 C -0.34375 -0.04416 -0.34548 -0.05133 -0.34948 -0.05133 E">
                                      <p:cBhvr>
                                        <p:cTn id="4473" dur="2000" fill="hold"/>
                                        <p:tgtEl>
                                          <p:spTgt spid="1612"/>
                                        </p:tgtEl>
                                      </p:cBhvr>
                                    </p:animMotion>
                                  </p:childTnLst>
                                </p:cTn>
                              </p:par>
                            </p:childTnLst>
                          </p:cTn>
                        </p:par>
                        <p:par>
                          <p:cTn id="4474" fill="hold">
                            <p:stCondLst>
                              <p:cond delay="3500"/>
                            </p:stCondLst>
                            <p:childTnLst>
                              <p:par>
                                <p:cTn id="4475" nodeType="afterEffect" fill="hold" presetClass="emph" presetID="8">
                                  <p:stCondLst>
                                    <p:cond delay="1000"/>
                                  </p:stCondLst>
                                  <p:childTnLst>
                                    <p:animRot by="10800000">
                                      <p:cBhvr>
                                        <p:cTn id="4476" dur="2000" fill="hold"/>
                                        <p:tgtEl>
                                          <p:spTgt spid="1612"/>
                                        </p:tgtEl>
                                        <p:attrNameLst>
                                          <p:attrName>r</p:attrName>
                                        </p:attrNameLst>
                                      </p:cBhvr>
                                    </p:animRot>
                                  </p:childTnLst>
                                </p:cTn>
                              </p:par>
                            </p:childTnLst>
                          </p:cTn>
                        </p:par>
                        <p:par>
                          <p:cTn id="4477" fill="hold">
                            <p:stCondLst>
                              <p:cond delay="6500"/>
                            </p:stCondLst>
                            <p:childTnLst>
                              <p:par>
                                <p:cTn id="4478" nodeType="afterEffect" fill="hold" presetClass="path" presetID="0">
                                  <p:stCondLst>
                                    <p:cond delay="3000"/>
                                  </p:stCondLst>
                                  <p:childTnLst>
                                    <p:animMotion origin="layout" path="M -0.34947 -0.05133 L -0.34947 1.18058 E">
                                      <p:cBhvr>
                                        <p:cTn id="4479" dur="500" fill="hold"/>
                                        <p:tgtEl>
                                          <p:spTgt spid="1612"/>
                                        </p:tgtEl>
                                      </p:cBhvr>
                                    </p:animMotion>
                                  </p:childTnLst>
                                </p:cTn>
                              </p:par>
                            </p:childTnLst>
                          </p:cTn>
                        </p:par>
                        <p:par>
                          <p:cTn id="4480" fill="hold">
                            <p:stCondLst>
                              <p:cond delay="10000"/>
                            </p:stCondLst>
                            <p:childTnLst>
                              <p:par>
                                <p:cTn id="4481" nodeType="afterEffect" fill="hold" presetClass="entr" presetID="1">
                                  <p:stCondLst>
                                    <p:cond delay="0"/>
                                  </p:stCondLst>
                                  <p:childTnLst>
                                    <p:set>
                                      <p:cBhvr>
                                        <p:cTn id="4482" dur="1" fill="hold">
                                          <p:stCondLst>
                                            <p:cond delay="0"/>
                                          </p:stCondLst>
                                        </p:cTn>
                                        <p:tgtEl>
                                          <p:spTgt spid="1613"/>
                                        </p:tgtEl>
                                        <p:attrNameLst>
                                          <p:attrName>style.visibility</p:attrName>
                                        </p:attrNameLst>
                                      </p:cBhvr>
                                      <p:to>
                                        <p:strVal val="visible"/>
                                      </p:to>
                                    </p:set>
                                  </p:childTnLst>
                                </p:cTn>
                              </p:par>
                            </p:childTnLst>
                          </p:cTn>
                        </p:par>
                        <p:par>
                          <p:cTn id="4483" fill="hold">
                            <p:stCondLst>
                              <p:cond delay="10000"/>
                            </p:stCondLst>
                            <p:childTnLst>
                              <p:par>
                                <p:cTn id="4484" nodeType="afterEffect" fill="hold" presetClass="exit" presetID="9">
                                  <p:stCondLst>
                                    <p:cond delay="0"/>
                                  </p:stCondLst>
                                  <p:childTnLst>
                                    <p:animEffect filter="dissolve" transition="out">
                                      <p:cBhvr additive="repl">
                                        <p:cTn id="4485" dur="500"/>
                                        <p:tgtEl>
                                          <p:spTgt spid="1613"/>
                                        </p:tgtEl>
                                      </p:cBhvr>
                                    </p:animEffect>
                                    <p:set>
                                      <p:cBhvr>
                                        <p:cTn id="4486" dur="1" fill="hold">
                                          <p:stCondLst>
                                            <p:cond delay="499"/>
                                          </p:stCondLst>
                                        </p:cTn>
                                        <p:tgtEl>
                                          <p:spTgt spid="161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15" name="" descr=""/>
          <p:cNvPicPr/>
          <p:nvPr/>
        </p:nvPicPr>
        <p:blipFill>
          <a:blip r:embed="rId1"/>
          <a:stretch/>
        </p:blipFill>
        <p:spPr>
          <a:xfrm>
            <a:off x="0" y="0"/>
            <a:ext cx="9144000" cy="6858000"/>
          </a:xfrm>
          <a:prstGeom prst="rect">
            <a:avLst/>
          </a:prstGeom>
          <a:ln w="0">
            <a:noFill/>
          </a:ln>
        </p:spPr>
      </p:pic>
      <p:sp>
        <p:nvSpPr>
          <p:cNvPr id="1616" name=""/>
          <p:cNvSpPr/>
          <p:nvPr/>
        </p:nvSpPr>
        <p:spPr>
          <a:xfrm>
            <a:off x="4343400" y="0"/>
            <a:ext cx="1828800" cy="441972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2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17" name="" descr=""/>
          <p:cNvPicPr/>
          <p:nvPr/>
        </p:nvPicPr>
        <p:blipFill>
          <a:blip r:embed="rId1"/>
          <a:stretch/>
        </p:blipFill>
        <p:spPr>
          <a:xfrm>
            <a:off x="0" y="0"/>
            <a:ext cx="9144000" cy="6858000"/>
          </a:xfrm>
          <a:prstGeom prst="rect">
            <a:avLst/>
          </a:prstGeom>
          <a:ln w="0">
            <a:noFill/>
          </a:ln>
        </p:spPr>
      </p:pic>
    </p:spTree>
  </p:cSld>
</p:sld>
</file>

<file path=ppt/slides/slide2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18" name="" descr=""/>
          <p:cNvPicPr/>
          <p:nvPr/>
        </p:nvPicPr>
        <p:blipFill>
          <a:blip r:embed="rId1"/>
          <a:stretch/>
        </p:blipFill>
        <p:spPr>
          <a:xfrm>
            <a:off x="0" y="0"/>
            <a:ext cx="9144000" cy="6858000"/>
          </a:xfrm>
          <a:prstGeom prst="rect">
            <a:avLst/>
          </a:prstGeom>
          <a:ln w="0">
            <a:noFill/>
          </a:ln>
        </p:spPr>
      </p:pic>
      <p:pic>
        <p:nvPicPr>
          <p:cNvPr id="1619" name="" descr=""/>
          <p:cNvPicPr/>
          <p:nvPr/>
        </p:nvPicPr>
        <p:blipFill>
          <a:blip r:embed="rId2"/>
          <a:stretch/>
        </p:blipFill>
        <p:spPr>
          <a:xfrm>
            <a:off x="0" y="5307120"/>
            <a:ext cx="3124080" cy="1550880"/>
          </a:xfrm>
          <a:prstGeom prst="rect">
            <a:avLst/>
          </a:prstGeom>
          <a:ln w="0">
            <a:noFill/>
          </a:ln>
        </p:spPr>
      </p:pic>
      <p:sp>
        <p:nvSpPr>
          <p:cNvPr id="1620" name=""/>
          <p:cNvSpPr/>
          <p:nvPr/>
        </p:nvSpPr>
        <p:spPr>
          <a:xfrm>
            <a:off x="228600" y="5715000"/>
            <a:ext cx="25146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this is your apartment…?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Not really what I expected…</a:t>
            </a:r>
            <a:endParaRPr b="0" lang="en-US" sz="1200" spc="-1" strike="noStrike">
              <a:solidFill>
                <a:srgbClr val="000000"/>
              </a:solidFill>
              <a:latin typeface="Arial"/>
            </a:endParaRPr>
          </a:p>
        </p:txBody>
      </p:sp>
      <p:pic>
        <p:nvPicPr>
          <p:cNvPr id="1621" name="" descr=""/>
          <p:cNvPicPr/>
          <p:nvPr/>
        </p:nvPicPr>
        <p:blipFill>
          <a:blip r:embed="rId3"/>
          <a:stretch/>
        </p:blipFill>
        <p:spPr>
          <a:xfrm>
            <a:off x="6019920" y="5334120"/>
            <a:ext cx="3124080" cy="1523880"/>
          </a:xfrm>
          <a:prstGeom prst="rect">
            <a:avLst/>
          </a:prstGeom>
          <a:ln w="0">
            <a:noFill/>
          </a:ln>
        </p:spPr>
      </p:pic>
      <p:sp>
        <p:nvSpPr>
          <p:cNvPr id="1622" name=""/>
          <p:cNvSpPr/>
          <p:nvPr/>
        </p:nvSpPr>
        <p:spPr>
          <a:xfrm>
            <a:off x="6324480" y="5791320"/>
            <a:ext cx="25146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Not what you expected?</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Why? …Because It’s so messy?</a:t>
            </a:r>
            <a:endParaRPr b="0" lang="en-US" sz="1200" spc="-1" strike="noStrike">
              <a:solidFill>
                <a:srgbClr val="000000"/>
              </a:solidFill>
              <a:latin typeface="Arial"/>
            </a:endParaRPr>
          </a:p>
        </p:txBody>
      </p:sp>
      <p:sp>
        <p:nvSpPr>
          <p:cNvPr id="1623" name=""/>
          <p:cNvSpPr/>
          <p:nvPr/>
        </p:nvSpPr>
        <p:spPr>
          <a:xfrm>
            <a:off x="228600" y="5715000"/>
            <a:ext cx="251460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Yeah… That would be it…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624" name=""/>
          <p:cNvSpPr/>
          <p:nvPr/>
        </p:nvSpPr>
        <p:spPr>
          <a:xfrm>
            <a:off x="6095880" y="5715000"/>
            <a:ext cx="2819520" cy="110376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You can enjoy it to the fullest extent.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I’ve got to take a shower. If you really want, there’s some </a:t>
            </a:r>
            <a:r>
              <a:rPr b="0" lang="en-US" sz="1200" spc="-1" strike="noStrike">
                <a:solidFill>
                  <a:srgbClr val="cc3300"/>
                </a:solidFill>
                <a:latin typeface="Arial"/>
              </a:rPr>
              <a:t>magazines</a:t>
            </a:r>
            <a:r>
              <a:rPr b="0" lang="en-US" sz="1200" spc="-1" strike="noStrike">
                <a:solidFill>
                  <a:srgbClr val="000000"/>
                </a:solidFill>
                <a:latin typeface="Arial"/>
              </a:rPr>
              <a:t> lying around… read those.</a:t>
            </a:r>
            <a:endParaRPr b="0" lang="en-US" sz="1200" spc="-1" strike="noStrike">
              <a:solidFill>
                <a:srgbClr val="000000"/>
              </a:solidFill>
              <a:latin typeface="Arial"/>
            </a:endParaRPr>
          </a:p>
        </p:txBody>
      </p:sp>
      <p:sp>
        <p:nvSpPr>
          <p:cNvPr id="1625" name=""/>
          <p:cNvSpPr/>
          <p:nvPr/>
        </p:nvSpPr>
        <p:spPr>
          <a:xfrm>
            <a:off x="228600" y="5715000"/>
            <a:ext cx="274320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 ha… wait around while you take a shower?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I’m pretty good at that…</a:t>
            </a:r>
            <a:endParaRPr b="0" lang="en-US" sz="1200" spc="-1" strike="noStrike">
              <a:solidFill>
                <a:srgbClr val="000000"/>
              </a:solidFill>
              <a:latin typeface="Arial"/>
            </a:endParaRPr>
          </a:p>
        </p:txBody>
      </p:sp>
      <p:sp>
        <p:nvSpPr>
          <p:cNvPr id="1626" name=""/>
          <p:cNvSpPr/>
          <p:nvPr/>
        </p:nvSpPr>
        <p:spPr>
          <a:xfrm>
            <a:off x="6095880" y="5715000"/>
            <a:ext cx="2895840" cy="11116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And you’re implying that….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627" name=""/>
          <p:cNvSpPr/>
          <p:nvPr/>
        </p:nvSpPr>
        <p:spPr>
          <a:xfrm>
            <a:off x="152280" y="5791320"/>
            <a:ext cx="281952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Nothing… Never mind…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Forget I said it…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628" name=""/>
          <p:cNvSpPr/>
          <p:nvPr/>
        </p:nvSpPr>
        <p:spPr>
          <a:xfrm>
            <a:off x="-990720" y="4267080"/>
            <a:ext cx="762120" cy="76212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fade/>
  </p:transition>
  <p:timing>
    <p:tnLst>
      <p:par>
        <p:cTn id="4487" dur="indefinite" restart="never" nodeType="tmRoot">
          <p:childTnLst>
            <p:seq>
              <p:cTn id="4488" dur="indefinite" nodeType="mainSeq">
                <p:childTnLst>
                  <p:par>
                    <p:cTn id="4489" fill="hold">
                      <p:stCondLst>
                        <p:cond delay="0"/>
                      </p:stCondLst>
                      <p:childTnLst>
                        <p:par>
                          <p:cTn id="4490" fill="hold">
                            <p:stCondLst>
                              <p:cond delay="0"/>
                            </p:stCondLst>
                            <p:childTnLst>
                              <p:par>
                                <p:cTn id="4491" nodeType="afterEffect" fill="hold" presetClass="entr" presetID="9">
                                  <p:stCondLst>
                                    <p:cond delay="1000"/>
                                  </p:stCondLst>
                                  <p:childTnLst>
                                    <p:set>
                                      <p:cBhvr>
                                        <p:cTn id="4492" dur="1" fill="hold">
                                          <p:stCondLst>
                                            <p:cond delay="0"/>
                                          </p:stCondLst>
                                        </p:cTn>
                                        <p:tgtEl>
                                          <p:spTgt spid="1619"/>
                                        </p:tgtEl>
                                        <p:attrNameLst>
                                          <p:attrName>style.visibility</p:attrName>
                                        </p:attrNameLst>
                                      </p:cBhvr>
                                      <p:to>
                                        <p:strVal val="visible"/>
                                      </p:to>
                                    </p:set>
                                    <p:animEffect filter="dissolve" transition="in">
                                      <p:cBhvr additive="repl">
                                        <p:cTn id="4493" dur="500"/>
                                        <p:tgtEl>
                                          <p:spTgt spid="1619"/>
                                        </p:tgtEl>
                                      </p:cBhvr>
                                    </p:animEffect>
                                  </p:childTnLst>
                                </p:cTn>
                              </p:par>
                            </p:childTnLst>
                          </p:cTn>
                        </p:par>
                        <p:par>
                          <p:cTn id="4494" fill="hold">
                            <p:stCondLst>
                              <p:cond delay="1500"/>
                            </p:stCondLst>
                            <p:childTnLst>
                              <p:par>
                                <p:cTn id="4495" nodeType="afterEffect" fill="hold" presetClass="entr" presetID="27">
                                  <p:stCondLst>
                                    <p:cond delay="0"/>
                                  </p:stCondLst>
                                  <p:iterate type="lt">
                                    <p:tmAbs val="40"/>
                                  </p:iterate>
                                  <p:childTnLst>
                                    <p:set>
                                      <p:cBhvr>
                                        <p:cTn id="4496" dur="1" fill="hold">
                                          <p:stCondLst>
                                            <p:cond delay="0"/>
                                          </p:stCondLst>
                                        </p:cTn>
                                        <p:tgtEl>
                                          <p:spTgt spid="1620"/>
                                        </p:tgtEl>
                                        <p:attrNameLst>
                                          <p:attrName>style.visibility</p:attrName>
                                        </p:attrNameLst>
                                      </p:cBhvr>
                                      <p:to>
                                        <p:strVal val="visible"/>
                                      </p:to>
                                    </p:set>
                                    <p:anim calcmode="discrete" valueType="clr">
                                      <p:cBhvr additive="repl">
                                        <p:cTn id="4497" dur="80"/>
                                        <p:tgtEl>
                                          <p:spTgt spid="1620"/>
                                        </p:tgtEl>
                                        <p:attrNameLst>
                                          <p:attrName>style.color</p:attrName>
                                        </p:attrNameLst>
                                      </p:cBhvr>
                                      <p:tavLst>
                                        <p:tav tm="0">
                                          <p:val>
                                            <p:strVal val="rgb(-103,51,51)"/>
                                          </p:val>
                                        </p:tav>
                                        <p:tav tm="50000">
                                          <p:val>
                                            <p:strVal val="rgb(-103,-103,0)"/>
                                          </p:val>
                                        </p:tav>
                                      </p:tavLst>
                                    </p:anim>
                                    <p:anim calcmode="discrete" valueType="clr">
                                      <p:cBhvr additive="repl">
                                        <p:cTn id="4498" dur="80"/>
                                        <p:tgtEl>
                                          <p:spTgt spid="1620"/>
                                        </p:tgtEl>
                                        <p:attrNameLst>
                                          <p:attrName>fillcolor</p:attrName>
                                        </p:attrNameLst>
                                      </p:cBhvr>
                                      <p:tavLst>
                                        <p:tav tm="0">
                                          <p:val>
                                            <p:strVal val="rgb(-103,51,51)"/>
                                          </p:val>
                                        </p:tav>
                                        <p:tav tm="50000">
                                          <p:val>
                                            <p:strVal val="rgb(-103,-103,0)"/>
                                          </p:val>
                                        </p:tav>
                                      </p:tavLst>
                                    </p:anim>
                                    <p:set>
                                      <p:cBhvr>
                                        <p:cTn id="4499" dur="80"/>
                                        <p:tgtEl>
                                          <p:spTgt spid="1620"/>
                                        </p:tgtEl>
                                        <p:attrNameLst>
                                          <p:attrName>fill.type</p:attrName>
                                        </p:attrNameLst>
                                      </p:cBhvr>
                                      <p:to>
                                        <p:strVal val="solid"/>
                                      </p:to>
                                    </p:set>
                                  </p:childTnLst>
                                </p:cTn>
                              </p:par>
                            </p:childTnLst>
                          </p:cTn>
                        </p:par>
                        <p:par>
                          <p:cTn id="4500" fill="hold">
                            <p:stCondLst>
                              <p:cond delay="3420"/>
                            </p:stCondLst>
                            <p:childTnLst>
                              <p:par>
                                <p:cTn id="4501" nodeType="afterEffect" fill="hold" presetClass="entr" presetID="9">
                                  <p:stCondLst>
                                    <p:cond delay="1500"/>
                                  </p:stCondLst>
                                  <p:childTnLst>
                                    <p:set>
                                      <p:cBhvr>
                                        <p:cTn id="4502" dur="1" fill="hold">
                                          <p:stCondLst>
                                            <p:cond delay="0"/>
                                          </p:stCondLst>
                                        </p:cTn>
                                        <p:tgtEl>
                                          <p:spTgt spid="1621"/>
                                        </p:tgtEl>
                                        <p:attrNameLst>
                                          <p:attrName>style.visibility</p:attrName>
                                        </p:attrNameLst>
                                      </p:cBhvr>
                                      <p:to>
                                        <p:strVal val="visible"/>
                                      </p:to>
                                    </p:set>
                                    <p:animEffect filter="dissolve" transition="in">
                                      <p:cBhvr additive="repl">
                                        <p:cTn id="4503" dur="500"/>
                                        <p:tgtEl>
                                          <p:spTgt spid="1621"/>
                                        </p:tgtEl>
                                      </p:cBhvr>
                                    </p:animEffect>
                                  </p:childTnLst>
                                </p:cTn>
                              </p:par>
                            </p:childTnLst>
                          </p:cTn>
                        </p:par>
                        <p:par>
                          <p:cTn id="4504" fill="hold">
                            <p:stCondLst>
                              <p:cond delay="5420"/>
                            </p:stCondLst>
                            <p:childTnLst>
                              <p:par>
                                <p:cTn id="4505" nodeType="afterEffect" fill="hold" presetClass="entr" presetID="27">
                                  <p:stCondLst>
                                    <p:cond delay="0"/>
                                  </p:stCondLst>
                                  <p:iterate type="lt">
                                    <p:tmAbs val="40"/>
                                  </p:iterate>
                                  <p:childTnLst>
                                    <p:set>
                                      <p:cBhvr>
                                        <p:cTn id="4506" dur="1" fill="hold">
                                          <p:stCondLst>
                                            <p:cond delay="0"/>
                                          </p:stCondLst>
                                        </p:cTn>
                                        <p:tgtEl>
                                          <p:spTgt spid="1622"/>
                                        </p:tgtEl>
                                        <p:attrNameLst>
                                          <p:attrName>style.visibility</p:attrName>
                                        </p:attrNameLst>
                                      </p:cBhvr>
                                      <p:to>
                                        <p:strVal val="visible"/>
                                      </p:to>
                                    </p:set>
                                    <p:anim calcmode="discrete" valueType="clr">
                                      <p:cBhvr additive="repl">
                                        <p:cTn id="4507" dur="80"/>
                                        <p:tgtEl>
                                          <p:spTgt spid="1622"/>
                                        </p:tgtEl>
                                        <p:attrNameLst>
                                          <p:attrName>style.color</p:attrName>
                                        </p:attrNameLst>
                                      </p:cBhvr>
                                      <p:tavLst>
                                        <p:tav tm="0">
                                          <p:val>
                                            <p:strVal val="rgb(-103,51,51)"/>
                                          </p:val>
                                        </p:tav>
                                        <p:tav tm="50000">
                                          <p:val>
                                            <p:strVal val="rgb(-103,-103,0)"/>
                                          </p:val>
                                        </p:tav>
                                      </p:tavLst>
                                    </p:anim>
                                    <p:anim calcmode="discrete" valueType="clr">
                                      <p:cBhvr additive="repl">
                                        <p:cTn id="4508" dur="80"/>
                                        <p:tgtEl>
                                          <p:spTgt spid="1622"/>
                                        </p:tgtEl>
                                        <p:attrNameLst>
                                          <p:attrName>fillcolor</p:attrName>
                                        </p:attrNameLst>
                                      </p:cBhvr>
                                      <p:tavLst>
                                        <p:tav tm="0">
                                          <p:val>
                                            <p:strVal val="rgb(-103,51,51)"/>
                                          </p:val>
                                        </p:tav>
                                        <p:tav tm="50000">
                                          <p:val>
                                            <p:strVal val="rgb(-103,-103,0)"/>
                                          </p:val>
                                        </p:tav>
                                      </p:tavLst>
                                    </p:anim>
                                    <p:set>
                                      <p:cBhvr>
                                        <p:cTn id="4509" dur="80"/>
                                        <p:tgtEl>
                                          <p:spTgt spid="1622"/>
                                        </p:tgtEl>
                                        <p:attrNameLst>
                                          <p:attrName>fill.type</p:attrName>
                                        </p:attrNameLst>
                                      </p:cBhvr>
                                      <p:to>
                                        <p:strVal val="solid"/>
                                      </p:to>
                                    </p:set>
                                  </p:childTnLst>
                                </p:cTn>
                              </p:par>
                            </p:childTnLst>
                          </p:cTn>
                        </p:par>
                        <p:par>
                          <p:cTn id="4510" fill="hold">
                            <p:stCondLst>
                              <p:cond delay="7180"/>
                            </p:stCondLst>
                            <p:childTnLst>
                              <p:par>
                                <p:cTn id="4511" nodeType="afterEffect" fill="hold" presetClass="entr" presetID="27">
                                  <p:stCondLst>
                                    <p:cond delay="2000"/>
                                  </p:stCondLst>
                                  <p:iterate type="lt">
                                    <p:tmAbs val="40"/>
                                  </p:iterate>
                                  <p:childTnLst>
                                    <p:set>
                                      <p:cBhvr>
                                        <p:cTn id="4512" dur="1" fill="hold">
                                          <p:stCondLst>
                                            <p:cond delay="0"/>
                                          </p:stCondLst>
                                        </p:cTn>
                                        <p:tgtEl>
                                          <p:spTgt spid="1623"/>
                                        </p:tgtEl>
                                        <p:attrNameLst>
                                          <p:attrName>style.visibility</p:attrName>
                                        </p:attrNameLst>
                                      </p:cBhvr>
                                      <p:to>
                                        <p:strVal val="visible"/>
                                      </p:to>
                                    </p:set>
                                    <p:anim calcmode="discrete" valueType="clr">
                                      <p:cBhvr additive="repl">
                                        <p:cTn id="4513" dur="80"/>
                                        <p:tgtEl>
                                          <p:spTgt spid="1623"/>
                                        </p:tgtEl>
                                        <p:attrNameLst>
                                          <p:attrName>style.color</p:attrName>
                                        </p:attrNameLst>
                                      </p:cBhvr>
                                      <p:tavLst>
                                        <p:tav tm="0">
                                          <p:val>
                                            <p:strVal val="rgb(-103,51,51)"/>
                                          </p:val>
                                        </p:tav>
                                        <p:tav tm="50000">
                                          <p:val>
                                            <p:strVal val="rgb(-103,-103,0)"/>
                                          </p:val>
                                        </p:tav>
                                      </p:tavLst>
                                    </p:anim>
                                    <p:anim calcmode="discrete" valueType="clr">
                                      <p:cBhvr additive="repl">
                                        <p:cTn id="4514" dur="80"/>
                                        <p:tgtEl>
                                          <p:spTgt spid="1623"/>
                                        </p:tgtEl>
                                        <p:attrNameLst>
                                          <p:attrName>fillcolor</p:attrName>
                                        </p:attrNameLst>
                                      </p:cBhvr>
                                      <p:tavLst>
                                        <p:tav tm="0">
                                          <p:val>
                                            <p:strVal val="rgb(-103,51,51)"/>
                                          </p:val>
                                        </p:tav>
                                        <p:tav tm="50000">
                                          <p:val>
                                            <p:strVal val="rgb(-103,-103,0)"/>
                                          </p:val>
                                        </p:tav>
                                      </p:tavLst>
                                    </p:anim>
                                    <p:set>
                                      <p:cBhvr>
                                        <p:cTn id="4515" dur="80"/>
                                        <p:tgtEl>
                                          <p:spTgt spid="1623"/>
                                        </p:tgtEl>
                                        <p:attrNameLst>
                                          <p:attrName>fill.type</p:attrName>
                                        </p:attrNameLst>
                                      </p:cBhvr>
                                      <p:to>
                                        <p:strVal val="solid"/>
                                      </p:to>
                                    </p:set>
                                  </p:childTnLst>
                                </p:cTn>
                              </p:par>
                            </p:childTnLst>
                          </p:cTn>
                        </p:par>
                        <p:par>
                          <p:cTn id="4516" fill="hold">
                            <p:stCondLst>
                              <p:cond delay="9980"/>
                            </p:stCondLst>
                            <p:childTnLst>
                              <p:par>
                                <p:cTn id="4517" nodeType="afterEffect" fill="hold" presetClass="entr" presetID="27">
                                  <p:stCondLst>
                                    <p:cond delay="1500"/>
                                  </p:stCondLst>
                                  <p:iterate type="lt">
                                    <p:tmAbs val="40"/>
                                  </p:iterate>
                                  <p:childTnLst>
                                    <p:set>
                                      <p:cBhvr>
                                        <p:cTn id="4518" dur="1" fill="hold">
                                          <p:stCondLst>
                                            <p:cond delay="0"/>
                                          </p:stCondLst>
                                        </p:cTn>
                                        <p:tgtEl>
                                          <p:spTgt spid="1624"/>
                                        </p:tgtEl>
                                        <p:attrNameLst>
                                          <p:attrName>style.visibility</p:attrName>
                                        </p:attrNameLst>
                                      </p:cBhvr>
                                      <p:to>
                                        <p:strVal val="visible"/>
                                      </p:to>
                                    </p:set>
                                    <p:anim calcmode="discrete" valueType="clr">
                                      <p:cBhvr additive="repl">
                                        <p:cTn id="4519" dur="80"/>
                                        <p:tgtEl>
                                          <p:spTgt spid="1624"/>
                                        </p:tgtEl>
                                        <p:attrNameLst>
                                          <p:attrName>style.color</p:attrName>
                                        </p:attrNameLst>
                                      </p:cBhvr>
                                      <p:tavLst>
                                        <p:tav tm="0">
                                          <p:val>
                                            <p:strVal val="rgb(-103,51,51)"/>
                                          </p:val>
                                        </p:tav>
                                        <p:tav tm="50000">
                                          <p:val>
                                            <p:strVal val="rgb(-103,-103,0)"/>
                                          </p:val>
                                        </p:tav>
                                      </p:tavLst>
                                    </p:anim>
                                    <p:anim calcmode="discrete" valueType="clr">
                                      <p:cBhvr additive="repl">
                                        <p:cTn id="4520" dur="80"/>
                                        <p:tgtEl>
                                          <p:spTgt spid="1624"/>
                                        </p:tgtEl>
                                        <p:attrNameLst>
                                          <p:attrName>fillcolor</p:attrName>
                                        </p:attrNameLst>
                                      </p:cBhvr>
                                      <p:tavLst>
                                        <p:tav tm="0">
                                          <p:val>
                                            <p:strVal val="rgb(-103,51,51)"/>
                                          </p:val>
                                        </p:tav>
                                        <p:tav tm="50000">
                                          <p:val>
                                            <p:strVal val="rgb(-103,-103,0)"/>
                                          </p:val>
                                        </p:tav>
                                      </p:tavLst>
                                    </p:anim>
                                    <p:set>
                                      <p:cBhvr>
                                        <p:cTn id="4521" dur="80"/>
                                        <p:tgtEl>
                                          <p:spTgt spid="1624"/>
                                        </p:tgtEl>
                                        <p:attrNameLst>
                                          <p:attrName>fill.type</p:attrName>
                                        </p:attrNameLst>
                                      </p:cBhvr>
                                      <p:to>
                                        <p:strVal val="solid"/>
                                      </p:to>
                                    </p:set>
                                  </p:childTnLst>
                                </p:cTn>
                              </p:par>
                            </p:childTnLst>
                          </p:cTn>
                        </p:par>
                        <p:par>
                          <p:cTn id="4522" fill="hold">
                            <p:stCondLst>
                              <p:cond delay="16160"/>
                            </p:stCondLst>
                            <p:childTnLst>
                              <p:par>
                                <p:cTn id="4523" nodeType="afterEffect" fill="hold" presetClass="entr" presetID="27">
                                  <p:stCondLst>
                                    <p:cond delay="3500"/>
                                  </p:stCondLst>
                                  <p:iterate type="lt">
                                    <p:tmAbs val="40"/>
                                  </p:iterate>
                                  <p:childTnLst>
                                    <p:set>
                                      <p:cBhvr>
                                        <p:cTn id="4524" dur="1" fill="hold">
                                          <p:stCondLst>
                                            <p:cond delay="0"/>
                                          </p:stCondLst>
                                        </p:cTn>
                                        <p:tgtEl>
                                          <p:spTgt spid="1625"/>
                                        </p:tgtEl>
                                        <p:attrNameLst>
                                          <p:attrName>style.visibility</p:attrName>
                                        </p:attrNameLst>
                                      </p:cBhvr>
                                      <p:to>
                                        <p:strVal val="visible"/>
                                      </p:to>
                                    </p:set>
                                    <p:anim calcmode="discrete" valueType="clr">
                                      <p:cBhvr additive="repl">
                                        <p:cTn id="4525" dur="80"/>
                                        <p:tgtEl>
                                          <p:spTgt spid="1625"/>
                                        </p:tgtEl>
                                        <p:attrNameLst>
                                          <p:attrName>style.color</p:attrName>
                                        </p:attrNameLst>
                                      </p:cBhvr>
                                      <p:tavLst>
                                        <p:tav tm="0">
                                          <p:val>
                                            <p:strVal val="rgb(-103,51,51)"/>
                                          </p:val>
                                        </p:tav>
                                        <p:tav tm="50000">
                                          <p:val>
                                            <p:strVal val="rgb(-103,-103,0)"/>
                                          </p:val>
                                        </p:tav>
                                      </p:tavLst>
                                    </p:anim>
                                    <p:anim calcmode="discrete" valueType="clr">
                                      <p:cBhvr additive="repl">
                                        <p:cTn id="4526" dur="80"/>
                                        <p:tgtEl>
                                          <p:spTgt spid="1625"/>
                                        </p:tgtEl>
                                        <p:attrNameLst>
                                          <p:attrName>fillcolor</p:attrName>
                                        </p:attrNameLst>
                                      </p:cBhvr>
                                      <p:tavLst>
                                        <p:tav tm="0">
                                          <p:val>
                                            <p:strVal val="rgb(-103,51,51)"/>
                                          </p:val>
                                        </p:tav>
                                        <p:tav tm="50000">
                                          <p:val>
                                            <p:strVal val="rgb(-103,-103,0)"/>
                                          </p:val>
                                        </p:tav>
                                      </p:tavLst>
                                    </p:anim>
                                    <p:set>
                                      <p:cBhvr>
                                        <p:cTn id="4527" dur="80"/>
                                        <p:tgtEl>
                                          <p:spTgt spid="1625"/>
                                        </p:tgtEl>
                                        <p:attrNameLst>
                                          <p:attrName>fill.type</p:attrName>
                                        </p:attrNameLst>
                                      </p:cBhvr>
                                      <p:to>
                                        <p:strVal val="solid"/>
                                      </p:to>
                                    </p:set>
                                  </p:childTnLst>
                                </p:cTn>
                              </p:par>
                            </p:childTnLst>
                          </p:cTn>
                        </p:par>
                        <p:par>
                          <p:cTn id="4528" fill="hold">
                            <p:stCondLst>
                              <p:cond delay="21900"/>
                            </p:stCondLst>
                            <p:childTnLst>
                              <p:par>
                                <p:cTn id="4529" nodeType="afterEffect" fill="hold" presetClass="entr" presetID="27">
                                  <p:stCondLst>
                                    <p:cond delay="1000"/>
                                  </p:stCondLst>
                                  <p:iterate type="lt">
                                    <p:tmAbs val="40"/>
                                  </p:iterate>
                                  <p:childTnLst>
                                    <p:set>
                                      <p:cBhvr>
                                        <p:cTn id="4530" dur="1" fill="hold">
                                          <p:stCondLst>
                                            <p:cond delay="0"/>
                                          </p:stCondLst>
                                        </p:cTn>
                                        <p:tgtEl>
                                          <p:spTgt spid="1626"/>
                                        </p:tgtEl>
                                        <p:attrNameLst>
                                          <p:attrName>style.visibility</p:attrName>
                                        </p:attrNameLst>
                                      </p:cBhvr>
                                      <p:to>
                                        <p:strVal val="visible"/>
                                      </p:to>
                                    </p:set>
                                    <p:anim calcmode="discrete" valueType="clr">
                                      <p:cBhvr additive="repl">
                                        <p:cTn id="4531" dur="80"/>
                                        <p:tgtEl>
                                          <p:spTgt spid="1626"/>
                                        </p:tgtEl>
                                        <p:attrNameLst>
                                          <p:attrName>style.color</p:attrName>
                                        </p:attrNameLst>
                                      </p:cBhvr>
                                      <p:tavLst>
                                        <p:tav tm="0">
                                          <p:val>
                                            <p:strVal val="rgb(-103,51,51)"/>
                                          </p:val>
                                        </p:tav>
                                        <p:tav tm="50000">
                                          <p:val>
                                            <p:strVal val="rgb(-103,-103,0)"/>
                                          </p:val>
                                        </p:tav>
                                      </p:tavLst>
                                    </p:anim>
                                    <p:anim calcmode="discrete" valueType="clr">
                                      <p:cBhvr additive="repl">
                                        <p:cTn id="4532" dur="80"/>
                                        <p:tgtEl>
                                          <p:spTgt spid="1626"/>
                                        </p:tgtEl>
                                        <p:attrNameLst>
                                          <p:attrName>fillcolor</p:attrName>
                                        </p:attrNameLst>
                                      </p:cBhvr>
                                      <p:tavLst>
                                        <p:tav tm="0">
                                          <p:val>
                                            <p:strVal val="rgb(-103,51,51)"/>
                                          </p:val>
                                        </p:tav>
                                        <p:tav tm="50000">
                                          <p:val>
                                            <p:strVal val="rgb(-103,-103,0)"/>
                                          </p:val>
                                        </p:tav>
                                      </p:tavLst>
                                    </p:anim>
                                    <p:set>
                                      <p:cBhvr>
                                        <p:cTn id="4533" dur="80"/>
                                        <p:tgtEl>
                                          <p:spTgt spid="1626"/>
                                        </p:tgtEl>
                                        <p:attrNameLst>
                                          <p:attrName>fill.type</p:attrName>
                                        </p:attrNameLst>
                                      </p:cBhvr>
                                      <p:to>
                                        <p:strVal val="solid"/>
                                      </p:to>
                                    </p:set>
                                  </p:childTnLst>
                                </p:cTn>
                              </p:par>
                            </p:childTnLst>
                          </p:cTn>
                        </p:par>
                        <p:par>
                          <p:cTn id="4534" fill="hold">
                            <p:stCondLst>
                              <p:cond delay="23860"/>
                            </p:stCondLst>
                            <p:childTnLst>
                              <p:par>
                                <p:cTn id="4535" nodeType="afterEffect" fill="hold" presetClass="entr" presetID="27">
                                  <p:stCondLst>
                                    <p:cond delay="1000"/>
                                  </p:stCondLst>
                                  <p:iterate type="lt">
                                    <p:tmAbs val="40"/>
                                  </p:iterate>
                                  <p:childTnLst>
                                    <p:set>
                                      <p:cBhvr>
                                        <p:cTn id="4536" dur="1" fill="hold">
                                          <p:stCondLst>
                                            <p:cond delay="0"/>
                                          </p:stCondLst>
                                        </p:cTn>
                                        <p:tgtEl>
                                          <p:spTgt spid="1627"/>
                                        </p:tgtEl>
                                        <p:attrNameLst>
                                          <p:attrName>style.visibility</p:attrName>
                                        </p:attrNameLst>
                                      </p:cBhvr>
                                      <p:to>
                                        <p:strVal val="visible"/>
                                      </p:to>
                                    </p:set>
                                    <p:anim calcmode="discrete" valueType="clr">
                                      <p:cBhvr additive="repl">
                                        <p:cTn id="4537" dur="80"/>
                                        <p:tgtEl>
                                          <p:spTgt spid="1627"/>
                                        </p:tgtEl>
                                        <p:attrNameLst>
                                          <p:attrName>style.color</p:attrName>
                                        </p:attrNameLst>
                                      </p:cBhvr>
                                      <p:tavLst>
                                        <p:tav tm="0">
                                          <p:val>
                                            <p:strVal val="rgb(-103,51,51)"/>
                                          </p:val>
                                        </p:tav>
                                        <p:tav tm="50000">
                                          <p:val>
                                            <p:strVal val="rgb(-103,-103,0)"/>
                                          </p:val>
                                        </p:tav>
                                      </p:tavLst>
                                    </p:anim>
                                    <p:anim calcmode="discrete" valueType="clr">
                                      <p:cBhvr additive="repl">
                                        <p:cTn id="4538" dur="80"/>
                                        <p:tgtEl>
                                          <p:spTgt spid="1627"/>
                                        </p:tgtEl>
                                        <p:attrNameLst>
                                          <p:attrName>fillcolor</p:attrName>
                                        </p:attrNameLst>
                                      </p:cBhvr>
                                      <p:tavLst>
                                        <p:tav tm="0">
                                          <p:val>
                                            <p:strVal val="rgb(-103,51,51)"/>
                                          </p:val>
                                        </p:tav>
                                        <p:tav tm="50000">
                                          <p:val>
                                            <p:strVal val="rgb(-103,-103,0)"/>
                                          </p:val>
                                        </p:tav>
                                      </p:tavLst>
                                    </p:anim>
                                    <p:set>
                                      <p:cBhvr>
                                        <p:cTn id="4539" dur="80"/>
                                        <p:tgtEl>
                                          <p:spTgt spid="1627"/>
                                        </p:tgtEl>
                                        <p:attrNameLst>
                                          <p:attrName>fill.type</p:attrName>
                                        </p:attrNameLst>
                                      </p:cBhvr>
                                      <p:to>
                                        <p:strVal val="solid"/>
                                      </p:to>
                                    </p:set>
                                  </p:childTnLst>
                                </p:cTn>
                              </p:par>
                            </p:childTnLst>
                          </p:cTn>
                        </p:par>
                        <p:par>
                          <p:cTn id="4540" fill="hold">
                            <p:stCondLst>
                              <p:cond delay="26180"/>
                            </p:stCondLst>
                            <p:childTnLst>
                              <p:par>
                                <p:cTn id="4541" nodeType="afterEffect" fill="hold" presetClass="entr" presetID="1">
                                  <p:stCondLst>
                                    <p:cond delay="2000"/>
                                  </p:stCondLst>
                                  <p:childTnLst>
                                    <p:set>
                                      <p:cBhvr>
                                        <p:cTn id="4542" dur="1" fill="hold">
                                          <p:stCondLst>
                                            <p:cond delay="0"/>
                                          </p:stCondLst>
                                        </p:cTn>
                                        <p:tgtEl>
                                          <p:spTgt spid="16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29" name="" descr=""/>
          <p:cNvPicPr/>
          <p:nvPr/>
        </p:nvPicPr>
        <p:blipFill>
          <a:blip r:embed="rId1"/>
          <a:stretch/>
        </p:blipFill>
        <p:spPr>
          <a:xfrm>
            <a:off x="0" y="0"/>
            <a:ext cx="9144000" cy="6858000"/>
          </a:xfrm>
          <a:prstGeom prst="rect">
            <a:avLst/>
          </a:prstGeom>
          <a:ln w="0">
            <a:noFill/>
          </a:ln>
        </p:spPr>
      </p:pic>
    </p:spTree>
  </p:cSld>
</p:sld>
</file>

<file path=ppt/slides/slide2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30" name="" descr=""/>
          <p:cNvPicPr/>
          <p:nvPr/>
        </p:nvPicPr>
        <p:blipFill>
          <a:blip r:embed="rId1"/>
          <a:stretch/>
        </p:blipFill>
        <p:spPr>
          <a:xfrm>
            <a:off x="0" y="0"/>
            <a:ext cx="9144000" cy="6858000"/>
          </a:xfrm>
          <a:prstGeom prst="rect">
            <a:avLst/>
          </a:prstGeom>
          <a:ln w="0">
            <a:noFill/>
          </a:ln>
        </p:spPr>
      </p:pic>
      <p:sp>
        <p:nvSpPr>
          <p:cNvPr id="1631" name=""/>
          <p:cNvSpPr/>
          <p:nvPr/>
        </p:nvSpPr>
        <p:spPr>
          <a:xfrm>
            <a:off x="1600200" y="0"/>
            <a:ext cx="3733920" cy="1752480"/>
          </a:xfrm>
          <a:prstGeom prst="wedgeRoundRectCallout">
            <a:avLst>
              <a:gd name="adj1" fmla="val -70069"/>
              <a:gd name="adj2" fmla="val 44476"/>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632" name="" descr=""/>
          <p:cNvPicPr/>
          <p:nvPr/>
        </p:nvPicPr>
        <p:blipFill>
          <a:blip r:embed="rId2"/>
          <a:stretch/>
        </p:blipFill>
        <p:spPr>
          <a:xfrm>
            <a:off x="1905120" y="152280"/>
            <a:ext cx="3124080" cy="1524240"/>
          </a:xfrm>
          <a:prstGeom prst="rect">
            <a:avLst/>
          </a:prstGeom>
          <a:ln w="0">
            <a:noFill/>
          </a:ln>
        </p:spPr>
      </p:pic>
      <p:sp>
        <p:nvSpPr>
          <p:cNvPr id="1633" name=""/>
          <p:cNvSpPr/>
          <p:nvPr/>
        </p:nvSpPr>
        <p:spPr>
          <a:xfrm>
            <a:off x="2133720" y="533520"/>
            <a:ext cx="2743200" cy="110376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I’m gonna take a shower… don’t try anything messed up, okay?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If you really want something to do, read some of the </a:t>
            </a:r>
            <a:r>
              <a:rPr b="0" lang="en-US" sz="1200" spc="-1" strike="noStrike">
                <a:solidFill>
                  <a:srgbClr val="cc3300"/>
                </a:solidFill>
                <a:latin typeface="Arial"/>
              </a:rPr>
              <a:t>magazines</a:t>
            </a:r>
            <a:r>
              <a:rPr b="0" lang="en-US" sz="1200" spc="-1" strike="noStrike">
                <a:solidFill>
                  <a:srgbClr val="000000"/>
                </a:solidFill>
                <a:latin typeface="Arial"/>
              </a:rPr>
              <a:t> lying around.</a:t>
            </a:r>
            <a:endParaRPr b="0" lang="en-US" sz="1200" spc="-1" strike="noStrike">
              <a:solidFill>
                <a:srgbClr val="000000"/>
              </a:solidFill>
              <a:latin typeface="Arial"/>
            </a:endParaRPr>
          </a:p>
        </p:txBody>
      </p:sp>
      <p:sp>
        <p:nvSpPr>
          <p:cNvPr id="1634" name=""/>
          <p:cNvSpPr/>
          <p:nvPr/>
        </p:nvSpPr>
        <p:spPr>
          <a:xfrm>
            <a:off x="262080" y="152280"/>
            <a:ext cx="1414440" cy="3581640"/>
          </a:xfrm>
          <a:custGeom>
            <a:avLst/>
            <a:gdLst/>
            <a:ahLst/>
            <a:rect l="l" t="t" r="r" b="b"/>
            <a:pathLst>
              <a:path w="891" h="2256">
                <a:moveTo>
                  <a:pt x="0" y="78"/>
                </a:moveTo>
                <a:cubicBezTo>
                  <a:pt x="54" y="40"/>
                  <a:pt x="80" y="48"/>
                  <a:pt x="155" y="41"/>
                </a:cubicBezTo>
                <a:cubicBezTo>
                  <a:pt x="271" y="13"/>
                  <a:pt x="136" y="43"/>
                  <a:pt x="411" y="23"/>
                </a:cubicBezTo>
                <a:cubicBezTo>
                  <a:pt x="548" y="13"/>
                  <a:pt x="391" y="14"/>
                  <a:pt x="448" y="14"/>
                </a:cubicBezTo>
                <a:lnTo>
                  <a:pt x="795" y="0"/>
                </a:lnTo>
                <a:lnTo>
                  <a:pt x="891" y="1968"/>
                </a:lnTo>
                <a:lnTo>
                  <a:pt x="75" y="2256"/>
                </a:lnTo>
                <a:lnTo>
                  <a:pt x="27" y="2112"/>
                </a:lnTo>
                <a:lnTo>
                  <a:pt x="0" y="78"/>
                </a:lnTo>
                <a:close/>
              </a:path>
            </a:pathLst>
          </a:cu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635" name=""/>
          <p:cNvSpPr/>
          <p:nvPr/>
        </p:nvSpPr>
        <p:spPr>
          <a:xfrm>
            <a:off x="6629400" y="2133720"/>
            <a:ext cx="990720" cy="6094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36" name=""/>
          <p:cNvSpPr/>
          <p:nvPr/>
        </p:nvSpPr>
        <p:spPr>
          <a:xfrm>
            <a:off x="2209680" y="2743200"/>
            <a:ext cx="533520" cy="4572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37" name=""/>
          <p:cNvSpPr/>
          <p:nvPr/>
        </p:nvSpPr>
        <p:spPr>
          <a:xfrm>
            <a:off x="5715000" y="2895480"/>
            <a:ext cx="762120" cy="4572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p:fade/>
  </p:transition>
  <p:timing>
    <p:tnLst>
      <p:par>
        <p:cTn id="4543" dur="indefinite" restart="never" nodeType="tmRoot">
          <p:childTnLst>
            <p:seq>
              <p:cTn id="4544" dur="indefinite" nodeType="mainSeq">
                <p:childTnLst>
                  <p:par>
                    <p:cTn id="4545" fill="hold">
                      <p:stCondLst>
                        <p:cond delay="0"/>
                      </p:stCondLst>
                      <p:childTnLst>
                        <p:par>
                          <p:cTn id="4546" fill="hold">
                            <p:stCondLst>
                              <p:cond delay="0"/>
                            </p:stCondLst>
                            <p:childTnLst>
                              <p:par>
                                <p:cTn id="4547" nodeType="afterEffect" fill="hold" presetClass="entr" presetID="9">
                                  <p:stCondLst>
                                    <p:cond delay="0"/>
                                  </p:stCondLst>
                                  <p:childTnLst>
                                    <p:set>
                                      <p:cBhvr>
                                        <p:cTn id="4548" dur="1" fill="hold">
                                          <p:stCondLst>
                                            <p:cond delay="0"/>
                                          </p:stCondLst>
                                        </p:cTn>
                                        <p:tgtEl>
                                          <p:spTgt spid="1631"/>
                                        </p:tgtEl>
                                        <p:attrNameLst>
                                          <p:attrName>style.visibility</p:attrName>
                                        </p:attrNameLst>
                                      </p:cBhvr>
                                      <p:to>
                                        <p:strVal val="visible"/>
                                      </p:to>
                                    </p:set>
                                    <p:animEffect filter="dissolve" transition="in">
                                      <p:cBhvr additive="repl">
                                        <p:cTn id="4549" dur="500"/>
                                        <p:tgtEl>
                                          <p:spTgt spid="1631"/>
                                        </p:tgtEl>
                                      </p:cBhvr>
                                    </p:animEffect>
                                  </p:childTnLst>
                                </p:cTn>
                              </p:par>
                              <p:par>
                                <p:cTn id="4550" nodeType="withEffect" fill="hold" presetClass="entr" presetID="9">
                                  <p:stCondLst>
                                    <p:cond delay="0"/>
                                  </p:stCondLst>
                                  <p:childTnLst>
                                    <p:set>
                                      <p:cBhvr>
                                        <p:cTn id="4551" dur="1" fill="hold">
                                          <p:stCondLst>
                                            <p:cond delay="0"/>
                                          </p:stCondLst>
                                        </p:cTn>
                                        <p:tgtEl>
                                          <p:spTgt spid="1632"/>
                                        </p:tgtEl>
                                        <p:attrNameLst>
                                          <p:attrName>style.visibility</p:attrName>
                                        </p:attrNameLst>
                                      </p:cBhvr>
                                      <p:to>
                                        <p:strVal val="visible"/>
                                      </p:to>
                                    </p:set>
                                    <p:animEffect filter="dissolve" transition="in">
                                      <p:cBhvr additive="repl">
                                        <p:cTn id="4552" dur="500"/>
                                        <p:tgtEl>
                                          <p:spTgt spid="1632"/>
                                        </p:tgtEl>
                                      </p:cBhvr>
                                    </p:animEffect>
                                  </p:childTnLst>
                                </p:cTn>
                              </p:par>
                            </p:childTnLst>
                          </p:cTn>
                        </p:par>
                        <p:par>
                          <p:cTn id="4553" fill="hold">
                            <p:stCondLst>
                              <p:cond delay="500"/>
                            </p:stCondLst>
                            <p:childTnLst>
                              <p:par>
                                <p:cTn id="4554" nodeType="afterEffect" fill="hold" presetClass="entr" presetID="27">
                                  <p:stCondLst>
                                    <p:cond delay="0"/>
                                  </p:stCondLst>
                                  <p:iterate type="lt">
                                    <p:tmAbs val="40"/>
                                  </p:iterate>
                                  <p:childTnLst>
                                    <p:set>
                                      <p:cBhvr>
                                        <p:cTn id="4555" dur="1" fill="hold">
                                          <p:stCondLst>
                                            <p:cond delay="0"/>
                                          </p:stCondLst>
                                        </p:cTn>
                                        <p:tgtEl>
                                          <p:spTgt spid="1633"/>
                                        </p:tgtEl>
                                        <p:attrNameLst>
                                          <p:attrName>style.visibility</p:attrName>
                                        </p:attrNameLst>
                                      </p:cBhvr>
                                      <p:to>
                                        <p:strVal val="visible"/>
                                      </p:to>
                                    </p:set>
                                    <p:anim calcmode="discrete" valueType="clr">
                                      <p:cBhvr additive="repl">
                                        <p:cTn id="4556" dur="80"/>
                                        <p:tgtEl>
                                          <p:spTgt spid="1633"/>
                                        </p:tgtEl>
                                        <p:attrNameLst>
                                          <p:attrName>style.color</p:attrName>
                                        </p:attrNameLst>
                                      </p:cBhvr>
                                      <p:tavLst>
                                        <p:tav tm="0">
                                          <p:val>
                                            <p:strVal val="rgb(-103,51,51)"/>
                                          </p:val>
                                        </p:tav>
                                        <p:tav tm="50000">
                                          <p:val>
                                            <p:strVal val="rgb(-103,-103,0)"/>
                                          </p:val>
                                        </p:tav>
                                      </p:tavLst>
                                    </p:anim>
                                    <p:anim calcmode="discrete" valueType="clr">
                                      <p:cBhvr additive="repl">
                                        <p:cTn id="4557" dur="80"/>
                                        <p:tgtEl>
                                          <p:spTgt spid="1633"/>
                                        </p:tgtEl>
                                        <p:attrNameLst>
                                          <p:attrName>fillcolor</p:attrName>
                                        </p:attrNameLst>
                                      </p:cBhvr>
                                      <p:tavLst>
                                        <p:tav tm="0">
                                          <p:val>
                                            <p:strVal val="rgb(-103,51,51)"/>
                                          </p:val>
                                        </p:tav>
                                        <p:tav tm="50000">
                                          <p:val>
                                            <p:strVal val="rgb(-103,-103,0)"/>
                                          </p:val>
                                        </p:tav>
                                      </p:tavLst>
                                    </p:anim>
                                    <p:set>
                                      <p:cBhvr>
                                        <p:cTn id="4558" dur="80"/>
                                        <p:tgtEl>
                                          <p:spTgt spid="1633"/>
                                        </p:tgtEl>
                                        <p:attrNameLst>
                                          <p:attrName>fill.type</p:attrName>
                                        </p:attrNameLst>
                                      </p:cBhvr>
                                      <p:to>
                                        <p:strVal val="solid"/>
                                      </p:to>
                                    </p:set>
                                  </p:childTnLst>
                                </p:cTn>
                              </p:par>
                            </p:childTnLst>
                          </p:cTn>
                        </p:par>
                        <p:par>
                          <p:cTn id="4559" fill="hold">
                            <p:stCondLst>
                              <p:cond delay="5060"/>
                            </p:stCondLst>
                            <p:childTnLst>
                              <p:par>
                                <p:cTn id="4560" nodeType="afterEffect" fill="hold" presetClass="entr" presetID="1">
                                  <p:stCondLst>
                                    <p:cond delay="0"/>
                                  </p:stCondLst>
                                  <p:childTnLst>
                                    <p:set>
                                      <p:cBhvr>
                                        <p:cTn id="4561" dur="1" fill="hold">
                                          <p:stCondLst>
                                            <p:cond delay="0"/>
                                          </p:stCondLst>
                                        </p:cTn>
                                        <p:tgtEl>
                                          <p:spTgt spid="1634"/>
                                        </p:tgtEl>
                                        <p:attrNameLst>
                                          <p:attrName>style.visibility</p:attrName>
                                        </p:attrNameLst>
                                      </p:cBhvr>
                                      <p:to>
                                        <p:strVal val="visible"/>
                                      </p:to>
                                    </p:set>
                                  </p:childTnLst>
                                </p:cTn>
                              </p:par>
                            </p:childTnLst>
                          </p:cTn>
                        </p:par>
                        <p:par>
                          <p:cTn id="4562" fill="hold">
                            <p:stCondLst>
                              <p:cond delay="5060"/>
                            </p:stCondLst>
                            <p:childTnLst>
                              <p:par>
                                <p:cTn id="4563" nodeType="afterEffect" fill="hold" presetClass="entr" presetID="1">
                                  <p:stCondLst>
                                    <p:cond delay="0"/>
                                  </p:stCondLst>
                                  <p:childTnLst>
                                    <p:set>
                                      <p:cBhvr>
                                        <p:cTn id="4564" dur="1" fill="hold">
                                          <p:stCondLst>
                                            <p:cond delay="0"/>
                                          </p:stCondLst>
                                        </p:cTn>
                                        <p:tgtEl>
                                          <p:spTgt spid="1635"/>
                                        </p:tgtEl>
                                        <p:attrNameLst>
                                          <p:attrName>style.visibility</p:attrName>
                                        </p:attrNameLst>
                                      </p:cBhvr>
                                      <p:to>
                                        <p:strVal val="visible"/>
                                      </p:to>
                                    </p:set>
                                  </p:childTnLst>
                                </p:cTn>
                              </p:par>
                            </p:childTnLst>
                          </p:cTn>
                        </p:par>
                        <p:par>
                          <p:cTn id="4565" fill="hold">
                            <p:stCondLst>
                              <p:cond delay="5060"/>
                            </p:stCondLst>
                            <p:childTnLst>
                              <p:par>
                                <p:cTn id="4566" nodeType="afterEffect" fill="hold" presetClass="entr" presetID="1">
                                  <p:stCondLst>
                                    <p:cond delay="0"/>
                                  </p:stCondLst>
                                  <p:childTnLst>
                                    <p:set>
                                      <p:cBhvr>
                                        <p:cTn id="4567" dur="1" fill="hold">
                                          <p:stCondLst>
                                            <p:cond delay="0"/>
                                          </p:stCondLst>
                                        </p:cTn>
                                        <p:tgtEl>
                                          <p:spTgt spid="1636"/>
                                        </p:tgtEl>
                                        <p:attrNameLst>
                                          <p:attrName>style.visibility</p:attrName>
                                        </p:attrNameLst>
                                      </p:cBhvr>
                                      <p:to>
                                        <p:strVal val="visible"/>
                                      </p:to>
                                    </p:set>
                                  </p:childTnLst>
                                </p:cTn>
                              </p:par>
                            </p:childTnLst>
                          </p:cTn>
                        </p:par>
                        <p:par>
                          <p:cTn id="4568" fill="hold">
                            <p:stCondLst>
                              <p:cond delay="5060"/>
                            </p:stCondLst>
                            <p:childTnLst>
                              <p:par>
                                <p:cTn id="4569" nodeType="afterEffect" fill="hold" presetClass="entr" presetID="1">
                                  <p:stCondLst>
                                    <p:cond delay="0"/>
                                  </p:stCondLst>
                                  <p:childTnLst>
                                    <p:set>
                                      <p:cBhvr>
                                        <p:cTn id="4570" dur="1" fill="hold">
                                          <p:stCondLst>
                                            <p:cond delay="0"/>
                                          </p:stCondLst>
                                        </p:cTn>
                                        <p:tgtEl>
                                          <p:spTgt spid="16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38" name="" descr=""/>
          <p:cNvPicPr/>
          <p:nvPr/>
        </p:nvPicPr>
        <p:blipFill>
          <a:blip r:embed="rId1"/>
          <a:stretch/>
        </p:blipFill>
        <p:spPr>
          <a:xfrm>
            <a:off x="0" y="0"/>
            <a:ext cx="9144000" cy="6858000"/>
          </a:xfrm>
          <a:prstGeom prst="rect">
            <a:avLst/>
          </a:prstGeom>
          <a:ln w="0">
            <a:noFill/>
          </a:ln>
        </p:spPr>
      </p:pic>
      <p:pic>
        <p:nvPicPr>
          <p:cNvPr id="1639" name="" descr=""/>
          <p:cNvPicPr/>
          <p:nvPr/>
        </p:nvPicPr>
        <p:blipFill>
          <a:blip r:embed="rId2"/>
          <a:stretch/>
        </p:blipFill>
        <p:spPr>
          <a:xfrm>
            <a:off x="6019920" y="5334120"/>
            <a:ext cx="3124080" cy="1523880"/>
          </a:xfrm>
          <a:prstGeom prst="rect">
            <a:avLst/>
          </a:prstGeom>
          <a:ln w="0">
            <a:noFill/>
          </a:ln>
        </p:spPr>
      </p:pic>
      <p:sp>
        <p:nvSpPr>
          <p:cNvPr id="1640" name=""/>
          <p:cNvSpPr/>
          <p:nvPr/>
        </p:nvSpPr>
        <p:spPr>
          <a:xfrm>
            <a:off x="6248520" y="5715000"/>
            <a:ext cx="27432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 was not funny.</a:t>
            </a:r>
            <a:endParaRPr b="0" lang="en-US" sz="1200" spc="-1" strike="noStrike">
              <a:solidFill>
                <a:srgbClr val="000000"/>
              </a:solidFill>
              <a:latin typeface="Arial"/>
            </a:endParaRPr>
          </a:p>
        </p:txBody>
      </p:sp>
      <p:pic>
        <p:nvPicPr>
          <p:cNvPr id="1641" name="" descr=""/>
          <p:cNvPicPr/>
          <p:nvPr/>
        </p:nvPicPr>
        <p:blipFill>
          <a:blip r:embed="rId3"/>
          <a:stretch/>
        </p:blipFill>
        <p:spPr>
          <a:xfrm>
            <a:off x="0" y="5307120"/>
            <a:ext cx="3124080" cy="1550880"/>
          </a:xfrm>
          <a:prstGeom prst="rect">
            <a:avLst/>
          </a:prstGeom>
          <a:ln w="0">
            <a:noFill/>
          </a:ln>
        </p:spPr>
      </p:pic>
      <p:sp>
        <p:nvSpPr>
          <p:cNvPr id="1642" name=""/>
          <p:cNvSpPr/>
          <p:nvPr/>
        </p:nvSpPr>
        <p:spPr>
          <a:xfrm>
            <a:off x="152280" y="5715000"/>
            <a:ext cx="27432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Yes it was.</a:t>
            </a:r>
            <a:endParaRPr b="0" lang="en-US" sz="1200" spc="-1" strike="noStrike">
              <a:solidFill>
                <a:srgbClr val="000000"/>
              </a:solidFill>
              <a:latin typeface="Arial"/>
            </a:endParaRPr>
          </a:p>
        </p:txBody>
      </p:sp>
      <p:sp>
        <p:nvSpPr>
          <p:cNvPr id="1643" name=""/>
          <p:cNvSpPr/>
          <p:nvPr/>
        </p:nvSpPr>
        <p:spPr>
          <a:xfrm>
            <a:off x="6172200" y="5715000"/>
            <a:ext cx="274320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Leave me alone.</a:t>
            </a:r>
            <a:endParaRPr b="0" lang="en-US" sz="1200" spc="-1" strike="noStrike">
              <a:solidFill>
                <a:srgbClr val="000000"/>
              </a:solidFill>
              <a:latin typeface="Arial"/>
            </a:endParaRPr>
          </a:p>
        </p:txBody>
      </p:sp>
      <p:sp>
        <p:nvSpPr>
          <p:cNvPr id="1644" name=""/>
          <p:cNvSpPr/>
          <p:nvPr/>
        </p:nvSpPr>
        <p:spPr>
          <a:xfrm>
            <a:off x="-762120" y="2895480"/>
            <a:ext cx="457200" cy="60984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571" dur="indefinite" restart="never" nodeType="tmRoot">
          <p:childTnLst>
            <p:seq>
              <p:cTn id="4572" dur="indefinite" nodeType="mainSeq">
                <p:childTnLst>
                  <p:par>
                    <p:cTn id="4573" fill="hold">
                      <p:stCondLst>
                        <p:cond delay="0"/>
                      </p:stCondLst>
                      <p:childTnLst>
                        <p:par>
                          <p:cTn id="4574" fill="hold">
                            <p:stCondLst>
                              <p:cond delay="0"/>
                            </p:stCondLst>
                            <p:childTnLst>
                              <p:par>
                                <p:cTn id="4575" nodeType="afterEffect" fill="hold" presetClass="entr" presetID="9">
                                  <p:stCondLst>
                                    <p:cond delay="0"/>
                                  </p:stCondLst>
                                  <p:childTnLst>
                                    <p:set>
                                      <p:cBhvr>
                                        <p:cTn id="4576" dur="1" fill="hold">
                                          <p:stCondLst>
                                            <p:cond delay="0"/>
                                          </p:stCondLst>
                                        </p:cTn>
                                        <p:tgtEl>
                                          <p:spTgt spid="1639"/>
                                        </p:tgtEl>
                                        <p:attrNameLst>
                                          <p:attrName>style.visibility</p:attrName>
                                        </p:attrNameLst>
                                      </p:cBhvr>
                                      <p:to>
                                        <p:strVal val="visible"/>
                                      </p:to>
                                    </p:set>
                                    <p:animEffect filter="dissolve" transition="in">
                                      <p:cBhvr additive="repl">
                                        <p:cTn id="4577" dur="500"/>
                                        <p:tgtEl>
                                          <p:spTgt spid="1639"/>
                                        </p:tgtEl>
                                      </p:cBhvr>
                                    </p:animEffect>
                                  </p:childTnLst>
                                </p:cTn>
                              </p:par>
                            </p:childTnLst>
                          </p:cTn>
                        </p:par>
                        <p:par>
                          <p:cTn id="4578" fill="hold">
                            <p:stCondLst>
                              <p:cond delay="500"/>
                            </p:stCondLst>
                            <p:childTnLst>
                              <p:par>
                                <p:cTn id="4579" nodeType="afterEffect" fill="hold" presetClass="entr" presetID="27">
                                  <p:stCondLst>
                                    <p:cond delay="0"/>
                                  </p:stCondLst>
                                  <p:iterate type="lt">
                                    <p:tmAbs val="40"/>
                                  </p:iterate>
                                  <p:childTnLst>
                                    <p:set>
                                      <p:cBhvr>
                                        <p:cTn id="4580" dur="1" fill="hold">
                                          <p:stCondLst>
                                            <p:cond delay="0"/>
                                          </p:stCondLst>
                                        </p:cTn>
                                        <p:tgtEl>
                                          <p:spTgt spid="1640"/>
                                        </p:tgtEl>
                                        <p:attrNameLst>
                                          <p:attrName>style.visibility</p:attrName>
                                        </p:attrNameLst>
                                      </p:cBhvr>
                                      <p:to>
                                        <p:strVal val="visible"/>
                                      </p:to>
                                    </p:set>
                                    <p:anim calcmode="discrete" valueType="clr">
                                      <p:cBhvr additive="repl">
                                        <p:cTn id="4581" dur="80"/>
                                        <p:tgtEl>
                                          <p:spTgt spid="1640"/>
                                        </p:tgtEl>
                                        <p:attrNameLst>
                                          <p:attrName>style.color</p:attrName>
                                        </p:attrNameLst>
                                      </p:cBhvr>
                                      <p:tavLst>
                                        <p:tav tm="0">
                                          <p:val>
                                            <p:strVal val="rgb(-103,51,51)"/>
                                          </p:val>
                                        </p:tav>
                                        <p:tav tm="50000">
                                          <p:val>
                                            <p:strVal val="rgb(-103,-103,0)"/>
                                          </p:val>
                                        </p:tav>
                                      </p:tavLst>
                                    </p:anim>
                                    <p:anim calcmode="discrete" valueType="clr">
                                      <p:cBhvr additive="repl">
                                        <p:cTn id="4582" dur="80"/>
                                        <p:tgtEl>
                                          <p:spTgt spid="1640"/>
                                        </p:tgtEl>
                                        <p:attrNameLst>
                                          <p:attrName>fillcolor</p:attrName>
                                        </p:attrNameLst>
                                      </p:cBhvr>
                                      <p:tavLst>
                                        <p:tav tm="0">
                                          <p:val>
                                            <p:strVal val="rgb(-103,51,51)"/>
                                          </p:val>
                                        </p:tav>
                                        <p:tav tm="50000">
                                          <p:val>
                                            <p:strVal val="rgb(-103,-103,0)"/>
                                          </p:val>
                                        </p:tav>
                                      </p:tavLst>
                                    </p:anim>
                                    <p:set>
                                      <p:cBhvr>
                                        <p:cTn id="4583" dur="80"/>
                                        <p:tgtEl>
                                          <p:spTgt spid="1640"/>
                                        </p:tgtEl>
                                        <p:attrNameLst>
                                          <p:attrName>fill.type</p:attrName>
                                        </p:attrNameLst>
                                      </p:cBhvr>
                                      <p:to>
                                        <p:strVal val="solid"/>
                                      </p:to>
                                    </p:set>
                                  </p:childTnLst>
                                </p:cTn>
                              </p:par>
                            </p:childTnLst>
                          </p:cTn>
                        </p:par>
                        <p:par>
                          <p:cTn id="4584" fill="hold">
                            <p:stCondLst>
                              <p:cond delay="1180"/>
                            </p:stCondLst>
                            <p:childTnLst>
                              <p:par>
                                <p:cTn id="4585" nodeType="afterEffect" fill="hold" presetClass="entr" presetID="9">
                                  <p:stCondLst>
                                    <p:cond delay="1000"/>
                                  </p:stCondLst>
                                  <p:childTnLst>
                                    <p:set>
                                      <p:cBhvr>
                                        <p:cTn id="4586" dur="1" fill="hold">
                                          <p:stCondLst>
                                            <p:cond delay="0"/>
                                          </p:stCondLst>
                                        </p:cTn>
                                        <p:tgtEl>
                                          <p:spTgt spid="1641"/>
                                        </p:tgtEl>
                                        <p:attrNameLst>
                                          <p:attrName>style.visibility</p:attrName>
                                        </p:attrNameLst>
                                      </p:cBhvr>
                                      <p:to>
                                        <p:strVal val="visible"/>
                                      </p:to>
                                    </p:set>
                                    <p:animEffect filter="dissolve" transition="in">
                                      <p:cBhvr additive="repl">
                                        <p:cTn id="4587" dur="500"/>
                                        <p:tgtEl>
                                          <p:spTgt spid="1641"/>
                                        </p:tgtEl>
                                      </p:cBhvr>
                                    </p:animEffect>
                                  </p:childTnLst>
                                </p:cTn>
                              </p:par>
                            </p:childTnLst>
                          </p:cTn>
                        </p:par>
                        <p:par>
                          <p:cTn id="4588" fill="hold">
                            <p:stCondLst>
                              <p:cond delay="2680"/>
                            </p:stCondLst>
                            <p:childTnLst>
                              <p:par>
                                <p:cTn id="4589" nodeType="afterEffect" fill="hold" presetClass="entr" presetID="27">
                                  <p:stCondLst>
                                    <p:cond delay="0"/>
                                  </p:stCondLst>
                                  <p:iterate type="lt">
                                    <p:tmAbs val="40"/>
                                  </p:iterate>
                                  <p:childTnLst>
                                    <p:set>
                                      <p:cBhvr>
                                        <p:cTn id="4590" dur="1" fill="hold">
                                          <p:stCondLst>
                                            <p:cond delay="0"/>
                                          </p:stCondLst>
                                        </p:cTn>
                                        <p:tgtEl>
                                          <p:spTgt spid="1642"/>
                                        </p:tgtEl>
                                        <p:attrNameLst>
                                          <p:attrName>style.visibility</p:attrName>
                                        </p:attrNameLst>
                                      </p:cBhvr>
                                      <p:to>
                                        <p:strVal val="visible"/>
                                      </p:to>
                                    </p:set>
                                    <p:anim calcmode="discrete" valueType="clr">
                                      <p:cBhvr additive="repl">
                                        <p:cTn id="4591" dur="80"/>
                                        <p:tgtEl>
                                          <p:spTgt spid="1642"/>
                                        </p:tgtEl>
                                        <p:attrNameLst>
                                          <p:attrName>style.color</p:attrName>
                                        </p:attrNameLst>
                                      </p:cBhvr>
                                      <p:tavLst>
                                        <p:tav tm="0">
                                          <p:val>
                                            <p:strVal val="rgb(-103,51,51)"/>
                                          </p:val>
                                        </p:tav>
                                        <p:tav tm="50000">
                                          <p:val>
                                            <p:strVal val="rgb(-103,-103,0)"/>
                                          </p:val>
                                        </p:tav>
                                      </p:tavLst>
                                    </p:anim>
                                    <p:anim calcmode="discrete" valueType="clr">
                                      <p:cBhvr additive="repl">
                                        <p:cTn id="4592" dur="80"/>
                                        <p:tgtEl>
                                          <p:spTgt spid="1642"/>
                                        </p:tgtEl>
                                        <p:attrNameLst>
                                          <p:attrName>fillcolor</p:attrName>
                                        </p:attrNameLst>
                                      </p:cBhvr>
                                      <p:tavLst>
                                        <p:tav tm="0">
                                          <p:val>
                                            <p:strVal val="rgb(-103,51,51)"/>
                                          </p:val>
                                        </p:tav>
                                        <p:tav tm="50000">
                                          <p:val>
                                            <p:strVal val="rgb(-103,-103,0)"/>
                                          </p:val>
                                        </p:tav>
                                      </p:tavLst>
                                    </p:anim>
                                    <p:set>
                                      <p:cBhvr>
                                        <p:cTn id="4593" dur="80"/>
                                        <p:tgtEl>
                                          <p:spTgt spid="1642"/>
                                        </p:tgtEl>
                                        <p:attrNameLst>
                                          <p:attrName>fill.type</p:attrName>
                                        </p:attrNameLst>
                                      </p:cBhvr>
                                      <p:to>
                                        <p:strVal val="solid"/>
                                      </p:to>
                                    </p:set>
                                  </p:childTnLst>
                                </p:cTn>
                              </p:par>
                            </p:childTnLst>
                          </p:cTn>
                        </p:par>
                        <p:par>
                          <p:cTn id="4594" fill="hold">
                            <p:stCondLst>
                              <p:cond delay="3080"/>
                            </p:stCondLst>
                            <p:childTnLst>
                              <p:par>
                                <p:cTn id="4595" nodeType="afterEffect" fill="hold" presetClass="entr" presetID="27">
                                  <p:stCondLst>
                                    <p:cond delay="1500"/>
                                  </p:stCondLst>
                                  <p:iterate type="lt">
                                    <p:tmAbs val="40"/>
                                  </p:iterate>
                                  <p:childTnLst>
                                    <p:set>
                                      <p:cBhvr>
                                        <p:cTn id="4596" dur="1" fill="hold">
                                          <p:stCondLst>
                                            <p:cond delay="0"/>
                                          </p:stCondLst>
                                        </p:cTn>
                                        <p:tgtEl>
                                          <p:spTgt spid="1643"/>
                                        </p:tgtEl>
                                        <p:attrNameLst>
                                          <p:attrName>style.visibility</p:attrName>
                                        </p:attrNameLst>
                                      </p:cBhvr>
                                      <p:to>
                                        <p:strVal val="visible"/>
                                      </p:to>
                                    </p:set>
                                    <p:anim calcmode="discrete" valueType="clr">
                                      <p:cBhvr additive="repl">
                                        <p:cTn id="4597" dur="80"/>
                                        <p:tgtEl>
                                          <p:spTgt spid="1643"/>
                                        </p:tgtEl>
                                        <p:attrNameLst>
                                          <p:attrName>style.color</p:attrName>
                                        </p:attrNameLst>
                                      </p:cBhvr>
                                      <p:tavLst>
                                        <p:tav tm="0">
                                          <p:val>
                                            <p:strVal val="rgb(-103,51,51)"/>
                                          </p:val>
                                        </p:tav>
                                        <p:tav tm="50000">
                                          <p:val>
                                            <p:strVal val="rgb(-103,-103,0)"/>
                                          </p:val>
                                        </p:tav>
                                      </p:tavLst>
                                    </p:anim>
                                    <p:anim calcmode="discrete" valueType="clr">
                                      <p:cBhvr additive="repl">
                                        <p:cTn id="4598" dur="80"/>
                                        <p:tgtEl>
                                          <p:spTgt spid="1643"/>
                                        </p:tgtEl>
                                        <p:attrNameLst>
                                          <p:attrName>fillcolor</p:attrName>
                                        </p:attrNameLst>
                                      </p:cBhvr>
                                      <p:tavLst>
                                        <p:tav tm="0">
                                          <p:val>
                                            <p:strVal val="rgb(-103,51,51)"/>
                                          </p:val>
                                        </p:tav>
                                        <p:tav tm="50000">
                                          <p:val>
                                            <p:strVal val="rgb(-103,-103,0)"/>
                                          </p:val>
                                        </p:tav>
                                      </p:tavLst>
                                    </p:anim>
                                    <p:set>
                                      <p:cBhvr>
                                        <p:cTn id="4599" dur="80"/>
                                        <p:tgtEl>
                                          <p:spTgt spid="1643"/>
                                        </p:tgtEl>
                                        <p:attrNameLst>
                                          <p:attrName>fill.type</p:attrName>
                                        </p:attrNameLst>
                                      </p:cBhvr>
                                      <p:to>
                                        <p:strVal val="solid"/>
                                      </p:to>
                                    </p:set>
                                  </p:childTnLst>
                                </p:cTn>
                              </p:par>
                            </p:childTnLst>
                          </p:cTn>
                        </p:par>
                        <p:par>
                          <p:cTn id="4600" fill="hold">
                            <p:stCondLst>
                              <p:cond delay="5140"/>
                            </p:stCondLst>
                            <p:childTnLst>
                              <p:par>
                                <p:cTn id="4601" nodeType="afterEffect" fill="hold" presetClass="entr" presetID="1">
                                  <p:stCondLst>
                                    <p:cond delay="1500"/>
                                  </p:stCondLst>
                                  <p:childTnLst>
                                    <p:set>
                                      <p:cBhvr>
                                        <p:cTn id="4602" dur="1" fill="hold">
                                          <p:stCondLst>
                                            <p:cond delay="0"/>
                                          </p:stCondLst>
                                        </p:cTn>
                                        <p:tgtEl>
                                          <p:spTgt spid="16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45" name="" descr=""/>
          <p:cNvPicPr/>
          <p:nvPr/>
        </p:nvPicPr>
        <p:blipFill>
          <a:blip r:embed="rId1"/>
          <a:stretch/>
        </p:blipFill>
        <p:spPr>
          <a:xfrm>
            <a:off x="0" y="0"/>
            <a:ext cx="9144000" cy="6858000"/>
          </a:xfrm>
          <a:prstGeom prst="rect">
            <a:avLst/>
          </a:prstGeom>
          <a:ln w="0">
            <a:noFill/>
          </a:ln>
        </p:spPr>
      </p:pic>
      <p:sp>
        <p:nvSpPr>
          <p:cNvPr id="1646" name=""/>
          <p:cNvSpPr/>
          <p:nvPr/>
        </p:nvSpPr>
        <p:spPr>
          <a:xfrm>
            <a:off x="1600200" y="0"/>
            <a:ext cx="3733920" cy="1752480"/>
          </a:xfrm>
          <a:prstGeom prst="wedgeRoundRectCallout">
            <a:avLst>
              <a:gd name="adj1" fmla="val -70069"/>
              <a:gd name="adj2" fmla="val 44476"/>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647" name="" descr=""/>
          <p:cNvPicPr/>
          <p:nvPr/>
        </p:nvPicPr>
        <p:blipFill>
          <a:blip r:embed="rId2"/>
          <a:stretch/>
        </p:blipFill>
        <p:spPr>
          <a:xfrm>
            <a:off x="1905120" y="152280"/>
            <a:ext cx="3124080" cy="1524240"/>
          </a:xfrm>
          <a:prstGeom prst="rect">
            <a:avLst/>
          </a:prstGeom>
          <a:ln w="0">
            <a:noFill/>
          </a:ln>
        </p:spPr>
      </p:pic>
      <p:sp>
        <p:nvSpPr>
          <p:cNvPr id="1648" name=""/>
          <p:cNvSpPr/>
          <p:nvPr/>
        </p:nvSpPr>
        <p:spPr>
          <a:xfrm>
            <a:off x="2133720" y="533520"/>
            <a:ext cx="2743200" cy="9208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If you really want something to do, read some of the </a:t>
            </a:r>
            <a:r>
              <a:rPr b="0" lang="en-US" sz="1200" spc="-1" strike="noStrike">
                <a:solidFill>
                  <a:srgbClr val="cc3300"/>
                </a:solidFill>
                <a:latin typeface="Arial"/>
              </a:rPr>
              <a:t>magazines</a:t>
            </a:r>
            <a:r>
              <a:rPr b="0" lang="en-US" sz="1200" spc="-1" strike="noStrike">
                <a:solidFill>
                  <a:srgbClr val="000000"/>
                </a:solidFill>
                <a:latin typeface="Arial"/>
              </a:rPr>
              <a:t> lying around.</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And leave me alone, seriously.</a:t>
            </a:r>
            <a:endParaRPr b="0" lang="en-US" sz="1200" spc="-1" strike="noStrike">
              <a:solidFill>
                <a:srgbClr val="000000"/>
              </a:solidFill>
              <a:latin typeface="Arial"/>
            </a:endParaRPr>
          </a:p>
        </p:txBody>
      </p:sp>
      <p:sp>
        <p:nvSpPr>
          <p:cNvPr id="1649" name=""/>
          <p:cNvSpPr/>
          <p:nvPr/>
        </p:nvSpPr>
        <p:spPr>
          <a:xfrm>
            <a:off x="2971800" y="-533520"/>
            <a:ext cx="41148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Lol aftertime</a:t>
            </a:r>
            <a:endParaRPr b="0" lang="en-US" sz="1200" spc="-1" strike="noStrike">
              <a:solidFill>
                <a:srgbClr val="000000"/>
              </a:solidFill>
              <a:latin typeface="Arial"/>
            </a:endParaRPr>
          </a:p>
        </p:txBody>
      </p:sp>
      <p:sp>
        <p:nvSpPr>
          <p:cNvPr id="1650" name=""/>
          <p:cNvSpPr/>
          <p:nvPr/>
        </p:nvSpPr>
        <p:spPr>
          <a:xfrm>
            <a:off x="304920" y="304920"/>
            <a:ext cx="1295280" cy="32004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51" name=""/>
          <p:cNvSpPr/>
          <p:nvPr/>
        </p:nvSpPr>
        <p:spPr>
          <a:xfrm>
            <a:off x="6629400" y="2133720"/>
            <a:ext cx="990720" cy="6094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52" name=""/>
          <p:cNvSpPr/>
          <p:nvPr/>
        </p:nvSpPr>
        <p:spPr>
          <a:xfrm>
            <a:off x="2209680" y="2743200"/>
            <a:ext cx="533520" cy="4572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53" name=""/>
          <p:cNvSpPr/>
          <p:nvPr/>
        </p:nvSpPr>
        <p:spPr>
          <a:xfrm>
            <a:off x="5715000" y="2895480"/>
            <a:ext cx="762120" cy="4572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603" dur="indefinite" restart="never" nodeType="tmRoot">
          <p:childTnLst>
            <p:seq>
              <p:cTn id="4604" dur="indefinite" nodeType="mainSeq">
                <p:childTnLst>
                  <p:par>
                    <p:cTn id="4605" fill="hold">
                      <p:stCondLst>
                        <p:cond delay="0"/>
                      </p:stCondLst>
                      <p:childTnLst>
                        <p:par>
                          <p:cTn id="4606" fill="hold">
                            <p:stCondLst>
                              <p:cond delay="0"/>
                            </p:stCondLst>
                            <p:childTnLst>
                              <p:par>
                                <p:cTn id="4607" nodeType="afterEffect" fill="hold" presetClass="entr" presetID="9">
                                  <p:stCondLst>
                                    <p:cond delay="0"/>
                                  </p:stCondLst>
                                  <p:childTnLst>
                                    <p:set>
                                      <p:cBhvr>
                                        <p:cTn id="4608" dur="1" fill="hold">
                                          <p:stCondLst>
                                            <p:cond delay="0"/>
                                          </p:stCondLst>
                                        </p:cTn>
                                        <p:tgtEl>
                                          <p:spTgt spid="1646"/>
                                        </p:tgtEl>
                                        <p:attrNameLst>
                                          <p:attrName>style.visibility</p:attrName>
                                        </p:attrNameLst>
                                      </p:cBhvr>
                                      <p:to>
                                        <p:strVal val="visible"/>
                                      </p:to>
                                    </p:set>
                                    <p:animEffect filter="dissolve" transition="in">
                                      <p:cBhvr additive="repl">
                                        <p:cTn id="4609" dur="500"/>
                                        <p:tgtEl>
                                          <p:spTgt spid="1646"/>
                                        </p:tgtEl>
                                      </p:cBhvr>
                                    </p:animEffect>
                                  </p:childTnLst>
                                </p:cTn>
                              </p:par>
                              <p:par>
                                <p:cTn id="4610" nodeType="withEffect" fill="hold" presetClass="entr" presetID="9">
                                  <p:stCondLst>
                                    <p:cond delay="0"/>
                                  </p:stCondLst>
                                  <p:childTnLst>
                                    <p:set>
                                      <p:cBhvr>
                                        <p:cTn id="4611" dur="1" fill="hold">
                                          <p:stCondLst>
                                            <p:cond delay="0"/>
                                          </p:stCondLst>
                                        </p:cTn>
                                        <p:tgtEl>
                                          <p:spTgt spid="1647"/>
                                        </p:tgtEl>
                                        <p:attrNameLst>
                                          <p:attrName>style.visibility</p:attrName>
                                        </p:attrNameLst>
                                      </p:cBhvr>
                                      <p:to>
                                        <p:strVal val="visible"/>
                                      </p:to>
                                    </p:set>
                                    <p:animEffect filter="dissolve" transition="in">
                                      <p:cBhvr additive="repl">
                                        <p:cTn id="4612" dur="500"/>
                                        <p:tgtEl>
                                          <p:spTgt spid="1647"/>
                                        </p:tgtEl>
                                      </p:cBhvr>
                                    </p:animEffect>
                                  </p:childTnLst>
                                </p:cTn>
                              </p:par>
                            </p:childTnLst>
                          </p:cTn>
                        </p:par>
                        <p:par>
                          <p:cTn id="4613" fill="hold">
                            <p:stCondLst>
                              <p:cond delay="500"/>
                            </p:stCondLst>
                            <p:childTnLst>
                              <p:par>
                                <p:cTn id="4614" nodeType="afterEffect" fill="hold" presetClass="entr" presetID="27">
                                  <p:stCondLst>
                                    <p:cond delay="0"/>
                                  </p:stCondLst>
                                  <p:iterate type="lt">
                                    <p:tmAbs val="40"/>
                                  </p:iterate>
                                  <p:childTnLst>
                                    <p:set>
                                      <p:cBhvr>
                                        <p:cTn id="4615" dur="1" fill="hold">
                                          <p:stCondLst>
                                            <p:cond delay="0"/>
                                          </p:stCondLst>
                                        </p:cTn>
                                        <p:tgtEl>
                                          <p:spTgt spid="1648"/>
                                        </p:tgtEl>
                                        <p:attrNameLst>
                                          <p:attrName>style.visibility</p:attrName>
                                        </p:attrNameLst>
                                      </p:cBhvr>
                                      <p:to>
                                        <p:strVal val="visible"/>
                                      </p:to>
                                    </p:set>
                                    <p:anim calcmode="discrete" valueType="clr">
                                      <p:cBhvr additive="repl">
                                        <p:cTn id="4616" dur="80"/>
                                        <p:tgtEl>
                                          <p:spTgt spid="1648"/>
                                        </p:tgtEl>
                                        <p:attrNameLst>
                                          <p:attrName>style.color</p:attrName>
                                        </p:attrNameLst>
                                      </p:cBhvr>
                                      <p:tavLst>
                                        <p:tav tm="0">
                                          <p:val>
                                            <p:strVal val="rgb(-103,51,51)"/>
                                          </p:val>
                                        </p:tav>
                                        <p:tav tm="50000">
                                          <p:val>
                                            <p:strVal val="rgb(-103,-103,0)"/>
                                          </p:val>
                                        </p:tav>
                                      </p:tavLst>
                                    </p:anim>
                                    <p:anim calcmode="discrete" valueType="clr">
                                      <p:cBhvr additive="repl">
                                        <p:cTn id="4617" dur="80"/>
                                        <p:tgtEl>
                                          <p:spTgt spid="1648"/>
                                        </p:tgtEl>
                                        <p:attrNameLst>
                                          <p:attrName>fillcolor</p:attrName>
                                        </p:attrNameLst>
                                      </p:cBhvr>
                                      <p:tavLst>
                                        <p:tav tm="0">
                                          <p:val>
                                            <p:strVal val="rgb(-103,51,51)"/>
                                          </p:val>
                                        </p:tav>
                                        <p:tav tm="50000">
                                          <p:val>
                                            <p:strVal val="rgb(-103,-103,0)"/>
                                          </p:val>
                                        </p:tav>
                                      </p:tavLst>
                                    </p:anim>
                                    <p:set>
                                      <p:cBhvr>
                                        <p:cTn id="4618" dur="80"/>
                                        <p:tgtEl>
                                          <p:spTgt spid="1648"/>
                                        </p:tgtEl>
                                        <p:attrNameLst>
                                          <p:attrName>fill.type</p:attrName>
                                        </p:attrNameLst>
                                      </p:cBhvr>
                                      <p:to>
                                        <p:strVal val="solid"/>
                                      </p:to>
                                    </p:set>
                                  </p:childTnLst>
                                </p:cTn>
                              </p:par>
                            </p:childTnLst>
                          </p:cTn>
                        </p:par>
                        <p:par>
                          <p:cTn id="4619" fill="hold">
                            <p:stCondLst>
                              <p:cond delay="4100"/>
                            </p:stCondLst>
                            <p:childTnLst>
                              <p:par>
                                <p:cTn id="4620" nodeType="afterEffect" fill="hold" presetClass="entr" presetID="1">
                                  <p:stCondLst>
                                    <p:cond delay="0"/>
                                  </p:stCondLst>
                                  <p:childTnLst>
                                    <p:set>
                                      <p:cBhvr>
                                        <p:cTn id="4621" dur="1" fill="hold">
                                          <p:stCondLst>
                                            <p:cond delay="0"/>
                                          </p:stCondLst>
                                        </p:cTn>
                                        <p:tgtEl>
                                          <p:spTgt spid="1651"/>
                                        </p:tgtEl>
                                        <p:attrNameLst>
                                          <p:attrName>style.visibility</p:attrName>
                                        </p:attrNameLst>
                                      </p:cBhvr>
                                      <p:to>
                                        <p:strVal val="visible"/>
                                      </p:to>
                                    </p:set>
                                  </p:childTnLst>
                                </p:cTn>
                              </p:par>
                            </p:childTnLst>
                          </p:cTn>
                        </p:par>
                        <p:par>
                          <p:cTn id="4622" fill="hold">
                            <p:stCondLst>
                              <p:cond delay="4100"/>
                            </p:stCondLst>
                            <p:childTnLst>
                              <p:par>
                                <p:cTn id="4623" nodeType="afterEffect" fill="hold" presetClass="entr" presetID="1">
                                  <p:stCondLst>
                                    <p:cond delay="0"/>
                                  </p:stCondLst>
                                  <p:childTnLst>
                                    <p:set>
                                      <p:cBhvr>
                                        <p:cTn id="4624" dur="1" fill="hold">
                                          <p:stCondLst>
                                            <p:cond delay="0"/>
                                          </p:stCondLst>
                                        </p:cTn>
                                        <p:tgtEl>
                                          <p:spTgt spid="1652"/>
                                        </p:tgtEl>
                                        <p:attrNameLst>
                                          <p:attrName>style.visibility</p:attrName>
                                        </p:attrNameLst>
                                      </p:cBhvr>
                                      <p:to>
                                        <p:strVal val="visible"/>
                                      </p:to>
                                    </p:set>
                                  </p:childTnLst>
                                </p:cTn>
                              </p:par>
                            </p:childTnLst>
                          </p:cTn>
                        </p:par>
                        <p:par>
                          <p:cTn id="4625" fill="hold">
                            <p:stCondLst>
                              <p:cond delay="4100"/>
                            </p:stCondLst>
                            <p:childTnLst>
                              <p:par>
                                <p:cTn id="4626" nodeType="afterEffect" fill="hold" presetClass="entr" presetID="1">
                                  <p:stCondLst>
                                    <p:cond delay="0"/>
                                  </p:stCondLst>
                                  <p:childTnLst>
                                    <p:set>
                                      <p:cBhvr>
                                        <p:cTn id="4627" dur="1" fill="hold">
                                          <p:stCondLst>
                                            <p:cond delay="0"/>
                                          </p:stCondLst>
                                        </p:cTn>
                                        <p:tgtEl>
                                          <p:spTgt spid="16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54" name="" descr=""/>
          <p:cNvPicPr/>
          <p:nvPr/>
        </p:nvPicPr>
        <p:blipFill>
          <a:blip r:embed="rId1"/>
          <a:stretch/>
        </p:blipFill>
        <p:spPr>
          <a:xfrm>
            <a:off x="0" y="0"/>
            <a:ext cx="9144000" cy="6858000"/>
          </a:xfrm>
          <a:prstGeom prst="rect">
            <a:avLst/>
          </a:prstGeom>
          <a:ln w="0">
            <a:noFill/>
          </a:ln>
        </p:spPr>
      </p:pic>
      <p:pic>
        <p:nvPicPr>
          <p:cNvPr id="1655" name="" descr=""/>
          <p:cNvPicPr/>
          <p:nvPr/>
        </p:nvPicPr>
        <p:blipFill>
          <a:blip r:embed="rId2"/>
          <a:stretch/>
        </p:blipFill>
        <p:spPr>
          <a:xfrm>
            <a:off x="6019920" y="5334120"/>
            <a:ext cx="3124080" cy="1523880"/>
          </a:xfrm>
          <a:prstGeom prst="rect">
            <a:avLst/>
          </a:prstGeom>
          <a:ln w="0">
            <a:noFill/>
          </a:ln>
        </p:spPr>
      </p:pic>
      <p:sp>
        <p:nvSpPr>
          <p:cNvPr id="1656" name=""/>
          <p:cNvSpPr/>
          <p:nvPr/>
        </p:nvSpPr>
        <p:spPr>
          <a:xfrm>
            <a:off x="6248520" y="5715000"/>
            <a:ext cx="2743200" cy="10742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Do you want me to friggin’ rip your head off?? </a:t>
            </a:r>
            <a:endParaRPr b="0" lang="en-US" sz="1200" spc="-1" strike="noStrike">
              <a:solidFill>
                <a:srgbClr val="000000"/>
              </a:solidFill>
              <a:latin typeface="Arial"/>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cc3300"/>
                </a:solidFill>
                <a:latin typeface="Arial"/>
              </a:rPr>
              <a:t>LEAVE ME THE HECK ALONE!!</a:t>
            </a:r>
            <a:endParaRPr b="0" lang="en-US" sz="1600" spc="-1" strike="noStrike">
              <a:solidFill>
                <a:srgbClr val="000000"/>
              </a:solidFill>
              <a:latin typeface="Arial"/>
            </a:endParaRPr>
          </a:p>
        </p:txBody>
      </p:sp>
      <p:sp>
        <p:nvSpPr>
          <p:cNvPr id="1657" name=""/>
          <p:cNvSpPr/>
          <p:nvPr/>
        </p:nvSpPr>
        <p:spPr>
          <a:xfrm>
            <a:off x="-762120" y="2895480"/>
            <a:ext cx="457200" cy="60984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628" dur="indefinite" restart="never" nodeType="tmRoot">
          <p:childTnLst>
            <p:seq>
              <p:cTn id="4629" dur="indefinite" nodeType="mainSeq">
                <p:childTnLst>
                  <p:par>
                    <p:cTn id="4630" fill="hold">
                      <p:stCondLst>
                        <p:cond delay="0"/>
                      </p:stCondLst>
                      <p:childTnLst>
                        <p:par>
                          <p:cTn id="4631" fill="hold">
                            <p:stCondLst>
                              <p:cond delay="0"/>
                            </p:stCondLst>
                            <p:childTnLst>
                              <p:par>
                                <p:cTn id="4632" nodeType="afterEffect" fill="hold" presetClass="entr" presetID="9">
                                  <p:stCondLst>
                                    <p:cond delay="0"/>
                                  </p:stCondLst>
                                  <p:childTnLst>
                                    <p:set>
                                      <p:cBhvr>
                                        <p:cTn id="4633" dur="1" fill="hold">
                                          <p:stCondLst>
                                            <p:cond delay="0"/>
                                          </p:stCondLst>
                                        </p:cTn>
                                        <p:tgtEl>
                                          <p:spTgt spid="1655"/>
                                        </p:tgtEl>
                                        <p:attrNameLst>
                                          <p:attrName>style.visibility</p:attrName>
                                        </p:attrNameLst>
                                      </p:cBhvr>
                                      <p:to>
                                        <p:strVal val="visible"/>
                                      </p:to>
                                    </p:set>
                                    <p:animEffect filter="dissolve" transition="in">
                                      <p:cBhvr additive="repl">
                                        <p:cTn id="4634" dur="500"/>
                                        <p:tgtEl>
                                          <p:spTgt spid="1655"/>
                                        </p:tgtEl>
                                      </p:cBhvr>
                                    </p:animEffect>
                                  </p:childTnLst>
                                </p:cTn>
                              </p:par>
                            </p:childTnLst>
                          </p:cTn>
                        </p:par>
                        <p:par>
                          <p:cTn id="4635" fill="hold">
                            <p:stCondLst>
                              <p:cond delay="500"/>
                            </p:stCondLst>
                            <p:childTnLst>
                              <p:par>
                                <p:cTn id="4636" nodeType="afterEffect" fill="hold" presetClass="entr" presetID="27">
                                  <p:stCondLst>
                                    <p:cond delay="0"/>
                                  </p:stCondLst>
                                  <p:iterate type="lt">
                                    <p:tmAbs val="40"/>
                                  </p:iterate>
                                  <p:childTnLst>
                                    <p:set>
                                      <p:cBhvr>
                                        <p:cTn id="4637" dur="1" fill="hold">
                                          <p:stCondLst>
                                            <p:cond delay="0"/>
                                          </p:stCondLst>
                                        </p:cTn>
                                        <p:tgtEl>
                                          <p:spTgt spid="1656"/>
                                        </p:tgtEl>
                                        <p:attrNameLst>
                                          <p:attrName>style.visibility</p:attrName>
                                        </p:attrNameLst>
                                      </p:cBhvr>
                                      <p:to>
                                        <p:strVal val="visible"/>
                                      </p:to>
                                    </p:set>
                                    <p:anim calcmode="discrete" valueType="clr">
                                      <p:cBhvr additive="repl">
                                        <p:cTn id="4638" dur="80"/>
                                        <p:tgtEl>
                                          <p:spTgt spid="1656"/>
                                        </p:tgtEl>
                                        <p:attrNameLst>
                                          <p:attrName>style.color</p:attrName>
                                        </p:attrNameLst>
                                      </p:cBhvr>
                                      <p:tavLst>
                                        <p:tav tm="0">
                                          <p:val>
                                            <p:strVal val="rgb(-103,51,51)"/>
                                          </p:val>
                                        </p:tav>
                                        <p:tav tm="50000">
                                          <p:val>
                                            <p:strVal val="rgb(-103,-103,0)"/>
                                          </p:val>
                                        </p:tav>
                                      </p:tavLst>
                                    </p:anim>
                                    <p:anim calcmode="discrete" valueType="clr">
                                      <p:cBhvr additive="repl">
                                        <p:cTn id="4639" dur="80"/>
                                        <p:tgtEl>
                                          <p:spTgt spid="1656"/>
                                        </p:tgtEl>
                                        <p:attrNameLst>
                                          <p:attrName>fillcolor</p:attrName>
                                        </p:attrNameLst>
                                      </p:cBhvr>
                                      <p:tavLst>
                                        <p:tav tm="0">
                                          <p:val>
                                            <p:strVal val="rgb(-103,51,51)"/>
                                          </p:val>
                                        </p:tav>
                                        <p:tav tm="50000">
                                          <p:val>
                                            <p:strVal val="rgb(-103,-103,0)"/>
                                          </p:val>
                                        </p:tav>
                                      </p:tavLst>
                                    </p:anim>
                                    <p:set>
                                      <p:cBhvr>
                                        <p:cTn id="4640" dur="80"/>
                                        <p:tgtEl>
                                          <p:spTgt spid="1656"/>
                                        </p:tgtEl>
                                        <p:attrNameLst>
                                          <p:attrName>fill.type</p:attrName>
                                        </p:attrNameLst>
                                      </p:cBhvr>
                                      <p:to>
                                        <p:strVal val="solid"/>
                                      </p:to>
                                    </p:set>
                                  </p:childTnLst>
                                </p:cTn>
                              </p:par>
                            </p:childTnLst>
                          </p:cTn>
                        </p:par>
                        <p:par>
                          <p:cTn id="4641" fill="hold">
                            <p:stCondLst>
                              <p:cond delay="2860"/>
                            </p:stCondLst>
                            <p:childTnLst>
                              <p:par>
                                <p:cTn id="4642" nodeType="afterEffect" fill="hold" presetClass="entr" presetID="1">
                                  <p:stCondLst>
                                    <p:cond delay="2500"/>
                                  </p:stCondLst>
                                  <p:childTnLst>
                                    <p:set>
                                      <p:cBhvr>
                                        <p:cTn id="4643" dur="1" fill="hold">
                                          <p:stCondLst>
                                            <p:cond delay="0"/>
                                          </p:stCondLst>
                                        </p:cTn>
                                        <p:tgtEl>
                                          <p:spTgt spid="16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58" name="" descr=""/>
          <p:cNvPicPr/>
          <p:nvPr/>
        </p:nvPicPr>
        <p:blipFill>
          <a:blip r:embed="rId1"/>
          <a:stretch/>
        </p:blipFill>
        <p:spPr>
          <a:xfrm>
            <a:off x="0" y="0"/>
            <a:ext cx="9144000" cy="6858000"/>
          </a:xfrm>
          <a:prstGeom prst="rect">
            <a:avLst/>
          </a:prstGeom>
          <a:ln w="0">
            <a:noFill/>
          </a:ln>
        </p:spPr>
      </p:pic>
      <p:sp>
        <p:nvSpPr>
          <p:cNvPr id="1659" name=""/>
          <p:cNvSpPr/>
          <p:nvPr/>
        </p:nvSpPr>
        <p:spPr>
          <a:xfrm>
            <a:off x="1600200" y="0"/>
            <a:ext cx="3733920" cy="1752480"/>
          </a:xfrm>
          <a:prstGeom prst="wedgeRoundRectCallout">
            <a:avLst>
              <a:gd name="adj1" fmla="val -70069"/>
              <a:gd name="adj2" fmla="val 44476"/>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660" name="" descr=""/>
          <p:cNvPicPr/>
          <p:nvPr/>
        </p:nvPicPr>
        <p:blipFill>
          <a:blip r:embed="rId2"/>
          <a:stretch/>
        </p:blipFill>
        <p:spPr>
          <a:xfrm>
            <a:off x="1905120" y="152280"/>
            <a:ext cx="3124080" cy="1524240"/>
          </a:xfrm>
          <a:prstGeom prst="rect">
            <a:avLst/>
          </a:prstGeom>
          <a:ln w="0">
            <a:noFill/>
          </a:ln>
        </p:spPr>
      </p:pic>
      <p:sp>
        <p:nvSpPr>
          <p:cNvPr id="1661" name=""/>
          <p:cNvSpPr/>
          <p:nvPr/>
        </p:nvSpPr>
        <p:spPr>
          <a:xfrm>
            <a:off x="2133720" y="533520"/>
            <a:ext cx="2743200" cy="9208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If you really want something to do, read some of the </a:t>
            </a:r>
            <a:r>
              <a:rPr b="0" lang="en-US" sz="1200" spc="-1" strike="noStrike">
                <a:solidFill>
                  <a:srgbClr val="cc3300"/>
                </a:solidFill>
                <a:latin typeface="Arial"/>
              </a:rPr>
              <a:t>magazines</a:t>
            </a:r>
            <a:r>
              <a:rPr b="0" lang="en-US" sz="1200" spc="-1" strike="noStrike">
                <a:solidFill>
                  <a:srgbClr val="000000"/>
                </a:solidFill>
                <a:latin typeface="Arial"/>
              </a:rPr>
              <a:t> lying around.</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And leave me alone, seriously.</a:t>
            </a:r>
            <a:endParaRPr b="0" lang="en-US" sz="1200" spc="-1" strike="noStrike">
              <a:solidFill>
                <a:srgbClr val="000000"/>
              </a:solidFill>
              <a:latin typeface="Arial"/>
            </a:endParaRPr>
          </a:p>
        </p:txBody>
      </p:sp>
      <p:sp>
        <p:nvSpPr>
          <p:cNvPr id="1662" name=""/>
          <p:cNvSpPr/>
          <p:nvPr/>
        </p:nvSpPr>
        <p:spPr>
          <a:xfrm>
            <a:off x="228600" y="304920"/>
            <a:ext cx="1447920" cy="33526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63" name=""/>
          <p:cNvSpPr/>
          <p:nvPr/>
        </p:nvSpPr>
        <p:spPr>
          <a:xfrm>
            <a:off x="6629400" y="2133720"/>
            <a:ext cx="990720" cy="6094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64" name=""/>
          <p:cNvSpPr/>
          <p:nvPr/>
        </p:nvSpPr>
        <p:spPr>
          <a:xfrm>
            <a:off x="2209680" y="2743200"/>
            <a:ext cx="533520" cy="4572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65" name=""/>
          <p:cNvSpPr/>
          <p:nvPr/>
        </p:nvSpPr>
        <p:spPr>
          <a:xfrm>
            <a:off x="5715000" y="2895480"/>
            <a:ext cx="762120" cy="4572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2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66" name="" descr=""/>
          <p:cNvPicPr/>
          <p:nvPr/>
        </p:nvPicPr>
        <p:blipFill>
          <a:blip r:embed="rId1"/>
          <a:stretch/>
        </p:blipFill>
        <p:spPr>
          <a:xfrm>
            <a:off x="0" y="0"/>
            <a:ext cx="9144000" cy="6858000"/>
          </a:xfrm>
          <a:prstGeom prst="rect">
            <a:avLst/>
          </a:prstGeom>
          <a:ln w="0">
            <a:noFill/>
          </a:ln>
        </p:spPr>
      </p:pic>
      <p:pic>
        <p:nvPicPr>
          <p:cNvPr id="1667" name="" descr=""/>
          <p:cNvPicPr/>
          <p:nvPr/>
        </p:nvPicPr>
        <p:blipFill>
          <a:blip r:embed="rId2"/>
          <a:stretch/>
        </p:blipFill>
        <p:spPr>
          <a:xfrm>
            <a:off x="4114800" y="5264280"/>
            <a:ext cx="5029200" cy="1593720"/>
          </a:xfrm>
          <a:prstGeom prst="rect">
            <a:avLst/>
          </a:prstGeom>
          <a:ln w="0">
            <a:noFill/>
          </a:ln>
        </p:spPr>
      </p:pic>
      <p:sp>
        <p:nvSpPr>
          <p:cNvPr id="1668" name=""/>
          <p:cNvSpPr/>
          <p:nvPr/>
        </p:nvSpPr>
        <p:spPr>
          <a:xfrm>
            <a:off x="1600200" y="0"/>
            <a:ext cx="3733920" cy="1752480"/>
          </a:xfrm>
          <a:prstGeom prst="wedgeRoundRectCallout">
            <a:avLst>
              <a:gd name="adj1" fmla="val -70069"/>
              <a:gd name="adj2" fmla="val 44476"/>
              <a:gd name="adj3" fmla="val 16667"/>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669" name="" descr=""/>
          <p:cNvPicPr/>
          <p:nvPr/>
        </p:nvPicPr>
        <p:blipFill>
          <a:blip r:embed="rId3"/>
          <a:stretch/>
        </p:blipFill>
        <p:spPr>
          <a:xfrm>
            <a:off x="1905120" y="152280"/>
            <a:ext cx="3124080" cy="1524240"/>
          </a:xfrm>
          <a:prstGeom prst="rect">
            <a:avLst/>
          </a:prstGeom>
          <a:ln w="0">
            <a:noFill/>
          </a:ln>
        </p:spPr>
      </p:pic>
      <p:sp>
        <p:nvSpPr>
          <p:cNvPr id="1670" name=""/>
          <p:cNvSpPr/>
          <p:nvPr/>
        </p:nvSpPr>
        <p:spPr>
          <a:xfrm>
            <a:off x="2133720" y="533520"/>
            <a:ext cx="2743200" cy="9208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If you really want something to do, read some of the </a:t>
            </a:r>
            <a:r>
              <a:rPr b="0" lang="en-US" sz="1200" spc="-1" strike="noStrike">
                <a:solidFill>
                  <a:srgbClr val="cc3300"/>
                </a:solidFill>
                <a:latin typeface="Arial"/>
              </a:rPr>
              <a:t>magazines</a:t>
            </a:r>
            <a:r>
              <a:rPr b="0" lang="en-US" sz="1200" spc="-1" strike="noStrike">
                <a:solidFill>
                  <a:srgbClr val="000000"/>
                </a:solidFill>
                <a:latin typeface="Arial"/>
              </a:rPr>
              <a:t> lying around.</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And leave me alone, seriously.</a:t>
            </a:r>
            <a:endParaRPr b="0" lang="en-US" sz="1200" spc="-1" strike="noStrike">
              <a:solidFill>
                <a:srgbClr val="000000"/>
              </a:solidFill>
              <a:latin typeface="Arial"/>
            </a:endParaRPr>
          </a:p>
        </p:txBody>
      </p:sp>
      <p:sp>
        <p:nvSpPr>
          <p:cNvPr id="1671" name=""/>
          <p:cNvSpPr/>
          <p:nvPr/>
        </p:nvSpPr>
        <p:spPr>
          <a:xfrm>
            <a:off x="6095880" y="5715000"/>
            <a:ext cx="274320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I’d rather not… She’ll probably take up that threat.</a:t>
            </a:r>
            <a:endParaRPr b="0" lang="en-US" sz="1200" spc="-1" strike="noStrike">
              <a:solidFill>
                <a:srgbClr val="000000"/>
              </a:solidFill>
              <a:latin typeface="Arial"/>
            </a:endParaRPr>
          </a:p>
        </p:txBody>
      </p:sp>
      <p:sp>
        <p:nvSpPr>
          <p:cNvPr id="1672" name=""/>
          <p:cNvSpPr/>
          <p:nvPr/>
        </p:nvSpPr>
        <p:spPr>
          <a:xfrm>
            <a:off x="6629400" y="2133720"/>
            <a:ext cx="990720" cy="6094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73" name=""/>
          <p:cNvSpPr/>
          <p:nvPr/>
        </p:nvSpPr>
        <p:spPr>
          <a:xfrm>
            <a:off x="2209680" y="2743200"/>
            <a:ext cx="533520" cy="4572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74" name=""/>
          <p:cNvSpPr/>
          <p:nvPr/>
        </p:nvSpPr>
        <p:spPr>
          <a:xfrm>
            <a:off x="5715000" y="2895480"/>
            <a:ext cx="762120" cy="45720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644" dur="indefinite" restart="never" nodeType="tmRoot">
          <p:childTnLst>
            <p:seq>
              <p:cTn id="4645" dur="indefinite" nodeType="mainSeq">
                <p:childTnLst>
                  <p:par>
                    <p:cTn id="4646" fill="hold">
                      <p:stCondLst>
                        <p:cond delay="0"/>
                      </p:stCondLst>
                      <p:childTnLst>
                        <p:par>
                          <p:cTn id="4647" fill="hold">
                            <p:stCondLst>
                              <p:cond delay="0"/>
                            </p:stCondLst>
                            <p:childTnLst>
                              <p:par>
                                <p:cTn id="4648" nodeType="afterEffect" fill="hold" presetClass="entr" presetID="9">
                                  <p:stCondLst>
                                    <p:cond delay="0"/>
                                  </p:stCondLst>
                                  <p:childTnLst>
                                    <p:set>
                                      <p:cBhvr>
                                        <p:cTn id="4649" dur="1" fill="hold">
                                          <p:stCondLst>
                                            <p:cond delay="0"/>
                                          </p:stCondLst>
                                        </p:cTn>
                                        <p:tgtEl>
                                          <p:spTgt spid="1667"/>
                                        </p:tgtEl>
                                        <p:attrNameLst>
                                          <p:attrName>style.visibility</p:attrName>
                                        </p:attrNameLst>
                                      </p:cBhvr>
                                      <p:to>
                                        <p:strVal val="visible"/>
                                      </p:to>
                                    </p:set>
                                    <p:animEffect filter="dissolve" transition="in">
                                      <p:cBhvr additive="repl">
                                        <p:cTn id="4650" dur="500"/>
                                        <p:tgtEl>
                                          <p:spTgt spid="1667"/>
                                        </p:tgtEl>
                                      </p:cBhvr>
                                    </p:animEffect>
                                  </p:childTnLst>
                                </p:cTn>
                              </p:par>
                            </p:childTnLst>
                          </p:cTn>
                        </p:par>
                        <p:par>
                          <p:cTn id="4651" fill="hold">
                            <p:stCondLst>
                              <p:cond delay="500"/>
                            </p:stCondLst>
                            <p:childTnLst>
                              <p:par>
                                <p:cTn id="4652" nodeType="afterEffect" fill="hold" presetClass="entr" presetID="27">
                                  <p:stCondLst>
                                    <p:cond delay="0"/>
                                  </p:stCondLst>
                                  <p:iterate type="lt">
                                    <p:tmAbs val="40"/>
                                  </p:iterate>
                                  <p:childTnLst>
                                    <p:set>
                                      <p:cBhvr>
                                        <p:cTn id="4653" dur="1" fill="hold">
                                          <p:stCondLst>
                                            <p:cond delay="0"/>
                                          </p:stCondLst>
                                        </p:cTn>
                                        <p:tgtEl>
                                          <p:spTgt spid="1671"/>
                                        </p:tgtEl>
                                        <p:attrNameLst>
                                          <p:attrName>style.visibility</p:attrName>
                                        </p:attrNameLst>
                                      </p:cBhvr>
                                      <p:to>
                                        <p:strVal val="visible"/>
                                      </p:to>
                                    </p:set>
                                    <p:anim calcmode="discrete" valueType="clr">
                                      <p:cBhvr additive="repl">
                                        <p:cTn id="4654" dur="80"/>
                                        <p:tgtEl>
                                          <p:spTgt spid="1671"/>
                                        </p:tgtEl>
                                        <p:attrNameLst>
                                          <p:attrName>style.color</p:attrName>
                                        </p:attrNameLst>
                                      </p:cBhvr>
                                      <p:tavLst>
                                        <p:tav tm="0">
                                          <p:val>
                                            <p:strVal val="rgb(-103,51,51)"/>
                                          </p:val>
                                        </p:tav>
                                        <p:tav tm="50000">
                                          <p:val>
                                            <p:strVal val="rgb(-103,-103,0)"/>
                                          </p:val>
                                        </p:tav>
                                      </p:tavLst>
                                    </p:anim>
                                    <p:anim calcmode="discrete" valueType="clr">
                                      <p:cBhvr additive="repl">
                                        <p:cTn id="4655" dur="80"/>
                                        <p:tgtEl>
                                          <p:spTgt spid="1671"/>
                                        </p:tgtEl>
                                        <p:attrNameLst>
                                          <p:attrName>fillcolor</p:attrName>
                                        </p:attrNameLst>
                                      </p:cBhvr>
                                      <p:tavLst>
                                        <p:tav tm="0">
                                          <p:val>
                                            <p:strVal val="rgb(-103,51,51)"/>
                                          </p:val>
                                        </p:tav>
                                        <p:tav tm="50000">
                                          <p:val>
                                            <p:strVal val="rgb(-103,-103,0)"/>
                                          </p:val>
                                        </p:tav>
                                      </p:tavLst>
                                    </p:anim>
                                    <p:set>
                                      <p:cBhvr>
                                        <p:cTn id="4656" dur="80"/>
                                        <p:tgtEl>
                                          <p:spTgt spid="1671"/>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75" name="" descr=""/>
          <p:cNvPicPr/>
          <p:nvPr/>
        </p:nvPicPr>
        <p:blipFill>
          <a:blip r:embed="rId1"/>
          <a:stretch/>
        </p:blipFill>
        <p:spPr>
          <a:xfrm>
            <a:off x="0" y="0"/>
            <a:ext cx="9144000" cy="6858000"/>
          </a:xfrm>
          <a:prstGeom prst="rect">
            <a:avLst/>
          </a:prstGeom>
          <a:ln w="0">
            <a:noFill/>
          </a:ln>
        </p:spPr>
      </p:pic>
    </p:spTree>
  </p:cSld>
  <p:transition advTm="2000">
    <p:fade/>
  </p:transition>
</p:sld>
</file>

<file path=ppt/slides/slide2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76" name=""/>
          <p:cNvSpPr/>
          <p:nvPr/>
        </p:nvSpPr>
        <p:spPr>
          <a:xfrm>
            <a:off x="0" y="0"/>
            <a:ext cx="9144000" cy="68580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77" name=""/>
          <p:cNvSpPr/>
          <p:nvPr/>
        </p:nvSpPr>
        <p:spPr>
          <a:xfrm flipV="1">
            <a:off x="4495680" y="0"/>
            <a:ext cx="1800" cy="68580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678" name=""/>
          <p:cNvSpPr/>
          <p:nvPr/>
        </p:nvSpPr>
        <p:spPr>
          <a:xfrm>
            <a:off x="304920" y="457200"/>
            <a:ext cx="3657600" cy="106524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HEADLINE!! Studies Show you should exercise.</a:t>
            </a:r>
            <a:endParaRPr b="0" lang="en-US" sz="16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Darn strait, it’s true! Well, this is filler space so I have to make up some sort filler for the headline and articles. And here’s some random Picture!!1!</a:t>
            </a:r>
            <a:endParaRPr b="0" lang="en-US" sz="900" spc="-1" strike="noStrike">
              <a:solidFill>
                <a:srgbClr val="000000"/>
              </a:solidFill>
              <a:latin typeface="Arial"/>
            </a:endParaRPr>
          </a:p>
        </p:txBody>
      </p:sp>
      <p:pic>
        <p:nvPicPr>
          <p:cNvPr id="1679" name="" descr=""/>
          <p:cNvPicPr/>
          <p:nvPr/>
        </p:nvPicPr>
        <p:blipFill>
          <a:blip r:embed="rId1"/>
          <a:stretch/>
        </p:blipFill>
        <p:spPr>
          <a:xfrm>
            <a:off x="1600200" y="1523880"/>
            <a:ext cx="2666880" cy="1809720"/>
          </a:xfrm>
          <a:prstGeom prst="rect">
            <a:avLst/>
          </a:prstGeom>
          <a:ln w="0">
            <a:noFill/>
          </a:ln>
        </p:spPr>
      </p:pic>
      <p:sp>
        <p:nvSpPr>
          <p:cNvPr id="1680" name=""/>
          <p:cNvSpPr/>
          <p:nvPr/>
        </p:nvSpPr>
        <p:spPr>
          <a:xfrm>
            <a:off x="304920" y="1523880"/>
            <a:ext cx="1143000" cy="182052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Yah…. Lots of filler mnn hnn.</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This is gonna take me a while.</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Well you should exercise.  Mr. T agrees, right?</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He’s cool. For some reason I keep putting him in the game.</a:t>
            </a:r>
            <a:endParaRPr b="0" lang="en-US" sz="900" spc="-1" strike="noStrike">
              <a:solidFill>
                <a:srgbClr val="000000"/>
              </a:solidFill>
              <a:latin typeface="Arial"/>
            </a:endParaRPr>
          </a:p>
        </p:txBody>
      </p:sp>
      <p:pic>
        <p:nvPicPr>
          <p:cNvPr id="1681" name="" descr=""/>
          <p:cNvPicPr/>
          <p:nvPr/>
        </p:nvPicPr>
        <p:blipFill>
          <a:blip r:embed="rId2"/>
          <a:stretch/>
        </p:blipFill>
        <p:spPr>
          <a:xfrm>
            <a:off x="0" y="3962520"/>
            <a:ext cx="2438280" cy="2227320"/>
          </a:xfrm>
          <a:prstGeom prst="rect">
            <a:avLst/>
          </a:prstGeom>
          <a:ln w="0">
            <a:noFill/>
          </a:ln>
        </p:spPr>
      </p:pic>
      <p:sp>
        <p:nvSpPr>
          <p:cNvPr id="1682" name=""/>
          <p:cNvSpPr/>
          <p:nvPr/>
        </p:nvSpPr>
        <p:spPr>
          <a:xfrm>
            <a:off x="304920" y="3429000"/>
            <a:ext cx="3886200" cy="36900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Like ur mom sez, you should excersize somewhat every day until you die of starvation.</a:t>
            </a:r>
            <a:endParaRPr b="0" lang="en-US" sz="900" spc="-1" strike="noStrike">
              <a:solidFill>
                <a:srgbClr val="000000"/>
              </a:solidFill>
              <a:latin typeface="Arial"/>
            </a:endParaRPr>
          </a:p>
        </p:txBody>
      </p:sp>
      <p:sp>
        <p:nvSpPr>
          <p:cNvPr id="1683" name=""/>
          <p:cNvSpPr/>
          <p:nvPr/>
        </p:nvSpPr>
        <p:spPr>
          <a:xfrm>
            <a:off x="2743200" y="3962520"/>
            <a:ext cx="1143000" cy="210060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Oh rly you sez? </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Yah rly I sez bak.</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Why don’t you just ignore all this pointless filler and continue with ur life?</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I already lost mine…</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*Peace Out*</a:t>
            </a:r>
            <a:endParaRPr b="0" lang="en-US" sz="900" spc="-1" strike="noStrike">
              <a:solidFill>
                <a:srgbClr val="000000"/>
              </a:solidFill>
              <a:latin typeface="Arial"/>
            </a:endParaRPr>
          </a:p>
        </p:txBody>
      </p:sp>
      <p:sp>
        <p:nvSpPr>
          <p:cNvPr id="1684" name=""/>
          <p:cNvSpPr/>
          <p:nvPr/>
        </p:nvSpPr>
        <p:spPr>
          <a:xfrm>
            <a:off x="4800600" y="533520"/>
            <a:ext cx="335268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Don’t Run With Scissors!!!</a:t>
            </a:r>
            <a:endParaRPr b="0" lang="en-US" sz="1600" spc="-1" strike="noStrike">
              <a:solidFill>
                <a:srgbClr val="000000"/>
              </a:solidFill>
              <a:latin typeface="Arial"/>
            </a:endParaRPr>
          </a:p>
        </p:txBody>
      </p:sp>
      <p:sp>
        <p:nvSpPr>
          <p:cNvPr id="1685" name=""/>
          <p:cNvSpPr/>
          <p:nvPr/>
        </p:nvSpPr>
        <p:spPr>
          <a:xfrm>
            <a:off x="4800600" y="838080"/>
            <a:ext cx="3048120" cy="57780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Seriously. Dude if u fell, u would like die or something. Don’t do it. Seriously.</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For real.</a:t>
            </a:r>
            <a:endParaRPr b="0" lang="en-US" sz="900" spc="-1" strike="noStrike">
              <a:solidFill>
                <a:srgbClr val="000000"/>
              </a:solidFill>
              <a:latin typeface="Arial"/>
            </a:endParaRPr>
          </a:p>
        </p:txBody>
      </p:sp>
      <p:pic>
        <p:nvPicPr>
          <p:cNvPr id="1686" name="" descr=""/>
          <p:cNvPicPr/>
          <p:nvPr/>
        </p:nvPicPr>
        <p:blipFill>
          <a:blip r:embed="rId3"/>
          <a:stretch/>
        </p:blipFill>
        <p:spPr>
          <a:xfrm>
            <a:off x="6858000" y="1066680"/>
            <a:ext cx="2028960" cy="3048120"/>
          </a:xfrm>
          <a:prstGeom prst="rect">
            <a:avLst/>
          </a:prstGeom>
          <a:ln w="0">
            <a:noFill/>
          </a:ln>
        </p:spPr>
      </p:pic>
      <p:sp>
        <p:nvSpPr>
          <p:cNvPr id="1687" name=""/>
          <p:cNvSpPr/>
          <p:nvPr/>
        </p:nvSpPr>
        <p:spPr>
          <a:xfrm>
            <a:off x="4724280" y="1828800"/>
            <a:ext cx="2133720" cy="82512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Moms, Tell your Kids To stay away from this guy.</a:t>
            </a:r>
            <a:endParaRPr b="0" lang="en-US" sz="1600" spc="-1" strike="noStrike">
              <a:solidFill>
                <a:srgbClr val="000000"/>
              </a:solidFill>
              <a:latin typeface="Arial"/>
            </a:endParaRPr>
          </a:p>
        </p:txBody>
      </p:sp>
      <p:sp>
        <p:nvSpPr>
          <p:cNvPr id="1688" name=""/>
          <p:cNvSpPr/>
          <p:nvPr/>
        </p:nvSpPr>
        <p:spPr>
          <a:xfrm>
            <a:off x="4876920" y="2666880"/>
            <a:ext cx="1752480" cy="23148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Darn he is scary.</a:t>
            </a:r>
            <a:endParaRPr b="0" lang="en-US" sz="900" spc="-1" strike="noStrike">
              <a:solidFill>
                <a:srgbClr val="000000"/>
              </a:solidFill>
              <a:latin typeface="Arial"/>
            </a:endParaRPr>
          </a:p>
        </p:txBody>
      </p:sp>
      <p:sp>
        <p:nvSpPr>
          <p:cNvPr id="1689" name=""/>
          <p:cNvSpPr/>
          <p:nvPr/>
        </p:nvSpPr>
        <p:spPr>
          <a:xfrm>
            <a:off x="4648320" y="3581280"/>
            <a:ext cx="2133360" cy="58140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Can YOU help me make up this filler?</a:t>
            </a:r>
            <a:endParaRPr b="0" lang="en-US" sz="1600" spc="-1" strike="noStrike">
              <a:solidFill>
                <a:srgbClr val="000000"/>
              </a:solidFill>
              <a:latin typeface="Arial"/>
            </a:endParaRPr>
          </a:p>
        </p:txBody>
      </p:sp>
      <p:sp>
        <p:nvSpPr>
          <p:cNvPr id="1690" name=""/>
          <p:cNvSpPr/>
          <p:nvPr/>
        </p:nvSpPr>
        <p:spPr>
          <a:xfrm>
            <a:off x="4876920" y="4191120"/>
            <a:ext cx="3581280" cy="71532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Plz? This is taking too long and is boring.</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Well at least pretend you’re reading a real magazine, rright? Well only  a few more lines to go… auughhh so close yet so far. MUST CONTINUE… ON….. POWER…. LEAVING…. </a:t>
            </a:r>
            <a:endParaRPr b="0" lang="en-US" sz="900" spc="-1" strike="noStrike">
              <a:solidFill>
                <a:srgbClr val="000000"/>
              </a:solidFill>
              <a:latin typeface="Arial"/>
            </a:endParaRPr>
          </a:p>
        </p:txBody>
      </p:sp>
      <p:sp>
        <p:nvSpPr>
          <p:cNvPr id="1691" name=""/>
          <p:cNvSpPr/>
          <p:nvPr/>
        </p:nvSpPr>
        <p:spPr>
          <a:xfrm>
            <a:off x="4876920" y="5029200"/>
            <a:ext cx="213336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I r bored!</a:t>
            </a:r>
            <a:endParaRPr b="0" lang="en-US" sz="1600" spc="-1" strike="noStrike">
              <a:solidFill>
                <a:srgbClr val="000000"/>
              </a:solidFill>
              <a:latin typeface="Arial"/>
            </a:endParaRPr>
          </a:p>
        </p:txBody>
      </p:sp>
      <p:sp>
        <p:nvSpPr>
          <p:cNvPr id="1692" name=""/>
          <p:cNvSpPr/>
          <p:nvPr/>
        </p:nvSpPr>
        <p:spPr>
          <a:xfrm>
            <a:off x="4876920" y="5410080"/>
            <a:ext cx="3581280" cy="44028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Hey, well I am…</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Gimme a break.</a:t>
            </a:r>
            <a:endParaRPr b="0" lang="en-US" sz="900" spc="-1" strike="noStrike">
              <a:solidFill>
                <a:srgbClr val="000000"/>
              </a:solidFill>
              <a:latin typeface="Arial"/>
            </a:endParaRPr>
          </a:p>
        </p:txBody>
      </p:sp>
    </p:spTree>
  </p:cSld>
</p:sld>
</file>

<file path=ppt/slides/slide2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93" name="" descr=""/>
          <p:cNvPicPr/>
          <p:nvPr/>
        </p:nvPicPr>
        <p:blipFill>
          <a:blip r:embed="rId1"/>
          <a:stretch/>
        </p:blipFill>
        <p:spPr>
          <a:xfrm>
            <a:off x="0" y="0"/>
            <a:ext cx="9144000" cy="6858000"/>
          </a:xfrm>
          <a:prstGeom prst="rect">
            <a:avLst/>
          </a:prstGeom>
          <a:ln w="0">
            <a:noFill/>
          </a:ln>
        </p:spPr>
      </p:pic>
      <p:pic>
        <p:nvPicPr>
          <p:cNvPr id="1694" name="" descr=""/>
          <p:cNvPicPr/>
          <p:nvPr/>
        </p:nvPicPr>
        <p:blipFill>
          <a:blip r:embed="rId2"/>
          <a:stretch/>
        </p:blipFill>
        <p:spPr>
          <a:xfrm>
            <a:off x="6019920" y="5307120"/>
            <a:ext cx="3124080" cy="1550880"/>
          </a:xfrm>
          <a:prstGeom prst="rect">
            <a:avLst/>
          </a:prstGeom>
          <a:ln w="0">
            <a:noFill/>
          </a:ln>
        </p:spPr>
      </p:pic>
      <p:sp>
        <p:nvSpPr>
          <p:cNvPr id="1695" name=""/>
          <p:cNvSpPr/>
          <p:nvPr/>
        </p:nvSpPr>
        <p:spPr>
          <a:xfrm>
            <a:off x="6248520" y="5791320"/>
            <a:ext cx="236196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kind of crap magazine is this…?</a:t>
            </a:r>
            <a:endParaRPr b="0" lang="en-US" sz="1200" spc="-1" strike="noStrike">
              <a:solidFill>
                <a:srgbClr val="000000"/>
              </a:solidFill>
              <a:latin typeface="Arial"/>
            </a:endParaRPr>
          </a:p>
        </p:txBody>
      </p:sp>
    </p:spTree>
  </p:cSld>
  <p:timing>
    <p:tnLst>
      <p:par>
        <p:cTn id="4657" dur="indefinite" restart="never" nodeType="tmRoot">
          <p:childTnLst>
            <p:seq>
              <p:cTn id="4658" dur="indefinite" nodeType="mainSeq">
                <p:childTnLst>
                  <p:par>
                    <p:cTn id="4659" fill="hold">
                      <p:stCondLst>
                        <p:cond delay="0"/>
                      </p:stCondLst>
                      <p:childTnLst>
                        <p:par>
                          <p:cTn id="4660" fill="hold">
                            <p:stCondLst>
                              <p:cond delay="0"/>
                            </p:stCondLst>
                            <p:childTnLst>
                              <p:par>
                                <p:cTn id="4661" nodeType="afterEffect" fill="hold" presetClass="entr" presetID="9">
                                  <p:stCondLst>
                                    <p:cond delay="0"/>
                                  </p:stCondLst>
                                  <p:childTnLst>
                                    <p:set>
                                      <p:cBhvr>
                                        <p:cTn id="4662" dur="1" fill="hold">
                                          <p:stCondLst>
                                            <p:cond delay="0"/>
                                          </p:stCondLst>
                                        </p:cTn>
                                        <p:tgtEl>
                                          <p:spTgt spid="1694"/>
                                        </p:tgtEl>
                                        <p:attrNameLst>
                                          <p:attrName>style.visibility</p:attrName>
                                        </p:attrNameLst>
                                      </p:cBhvr>
                                      <p:to>
                                        <p:strVal val="visible"/>
                                      </p:to>
                                    </p:set>
                                    <p:animEffect filter="dissolve" transition="in">
                                      <p:cBhvr additive="repl">
                                        <p:cTn id="4663" dur="500"/>
                                        <p:tgtEl>
                                          <p:spTgt spid="1694"/>
                                        </p:tgtEl>
                                      </p:cBhvr>
                                    </p:animEffect>
                                  </p:childTnLst>
                                </p:cTn>
                              </p:par>
                            </p:childTnLst>
                          </p:cTn>
                        </p:par>
                        <p:par>
                          <p:cTn id="4664" fill="hold">
                            <p:stCondLst>
                              <p:cond delay="500"/>
                            </p:stCondLst>
                            <p:childTnLst>
                              <p:par>
                                <p:cTn id="4665" nodeType="afterEffect" fill="hold" presetClass="entr" presetID="27">
                                  <p:stCondLst>
                                    <p:cond delay="0"/>
                                  </p:stCondLst>
                                  <p:iterate type="lt">
                                    <p:tmAbs val="40"/>
                                  </p:iterate>
                                  <p:childTnLst>
                                    <p:set>
                                      <p:cBhvr>
                                        <p:cTn id="4666" dur="1" fill="hold">
                                          <p:stCondLst>
                                            <p:cond delay="0"/>
                                          </p:stCondLst>
                                        </p:cTn>
                                        <p:tgtEl>
                                          <p:spTgt spid="1695"/>
                                        </p:tgtEl>
                                        <p:attrNameLst>
                                          <p:attrName>style.visibility</p:attrName>
                                        </p:attrNameLst>
                                      </p:cBhvr>
                                      <p:to>
                                        <p:strVal val="visible"/>
                                      </p:to>
                                    </p:set>
                                    <p:anim calcmode="discrete" valueType="clr">
                                      <p:cBhvr additive="repl">
                                        <p:cTn id="4667" dur="80"/>
                                        <p:tgtEl>
                                          <p:spTgt spid="1695"/>
                                        </p:tgtEl>
                                        <p:attrNameLst>
                                          <p:attrName>style.color</p:attrName>
                                        </p:attrNameLst>
                                      </p:cBhvr>
                                      <p:tavLst>
                                        <p:tav tm="0">
                                          <p:val>
                                            <p:strVal val="rgb(-103,51,51)"/>
                                          </p:val>
                                        </p:tav>
                                        <p:tav tm="50000">
                                          <p:val>
                                            <p:strVal val="rgb(-103,-103,0)"/>
                                          </p:val>
                                        </p:tav>
                                      </p:tavLst>
                                    </p:anim>
                                    <p:anim calcmode="discrete" valueType="clr">
                                      <p:cBhvr additive="repl">
                                        <p:cTn id="4668" dur="80"/>
                                        <p:tgtEl>
                                          <p:spTgt spid="1695"/>
                                        </p:tgtEl>
                                        <p:attrNameLst>
                                          <p:attrName>fillcolor</p:attrName>
                                        </p:attrNameLst>
                                      </p:cBhvr>
                                      <p:tavLst>
                                        <p:tav tm="0">
                                          <p:val>
                                            <p:strVal val="rgb(-103,51,51)"/>
                                          </p:val>
                                        </p:tav>
                                        <p:tav tm="50000">
                                          <p:val>
                                            <p:strVal val="rgb(-103,-103,0)"/>
                                          </p:val>
                                        </p:tav>
                                      </p:tavLst>
                                    </p:anim>
                                    <p:set>
                                      <p:cBhvr>
                                        <p:cTn id="4669" dur="80"/>
                                        <p:tgtEl>
                                          <p:spTgt spid="169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96" name=""/>
          <p:cNvSpPr/>
          <p:nvPr/>
        </p:nvSpPr>
        <p:spPr>
          <a:xfrm>
            <a:off x="0" y="0"/>
            <a:ext cx="9144000" cy="68580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697" name=""/>
          <p:cNvSpPr/>
          <p:nvPr/>
        </p:nvSpPr>
        <p:spPr>
          <a:xfrm flipV="1">
            <a:off x="4495680" y="0"/>
            <a:ext cx="1800" cy="68580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698" name=""/>
          <p:cNvSpPr/>
          <p:nvPr/>
        </p:nvSpPr>
        <p:spPr>
          <a:xfrm>
            <a:off x="2819520" y="-533520"/>
            <a:ext cx="28954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(first page)</a:t>
            </a:r>
            <a:endParaRPr b="0" lang="en-US" sz="1200" spc="-1" strike="noStrike">
              <a:solidFill>
                <a:srgbClr val="000000"/>
              </a:solidFill>
              <a:latin typeface="Arial"/>
            </a:endParaRPr>
          </a:p>
        </p:txBody>
      </p:sp>
      <p:sp>
        <p:nvSpPr>
          <p:cNvPr id="1699" name=""/>
          <p:cNvSpPr/>
          <p:nvPr/>
        </p:nvSpPr>
        <p:spPr>
          <a:xfrm>
            <a:off x="304920" y="457200"/>
            <a:ext cx="3657600" cy="106524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HEADLINE!! Studies Show you should exercise.</a:t>
            </a:r>
            <a:endParaRPr b="0" lang="en-US" sz="16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Darn strait, it’s true! Well, this is filler space so I have to make up some sort filler for the headline and articles. And here’s some random Picture!!1!</a:t>
            </a:r>
            <a:endParaRPr b="0" lang="en-US" sz="900" spc="-1" strike="noStrike">
              <a:solidFill>
                <a:srgbClr val="000000"/>
              </a:solidFill>
              <a:latin typeface="Arial"/>
            </a:endParaRPr>
          </a:p>
        </p:txBody>
      </p:sp>
      <p:pic>
        <p:nvPicPr>
          <p:cNvPr id="1700" name="" descr=""/>
          <p:cNvPicPr/>
          <p:nvPr/>
        </p:nvPicPr>
        <p:blipFill>
          <a:blip r:embed="rId1"/>
          <a:stretch/>
        </p:blipFill>
        <p:spPr>
          <a:xfrm>
            <a:off x="1600200" y="1523880"/>
            <a:ext cx="2666880" cy="1809720"/>
          </a:xfrm>
          <a:prstGeom prst="rect">
            <a:avLst/>
          </a:prstGeom>
          <a:ln w="0">
            <a:noFill/>
          </a:ln>
        </p:spPr>
      </p:pic>
      <p:sp>
        <p:nvSpPr>
          <p:cNvPr id="1701" name=""/>
          <p:cNvSpPr/>
          <p:nvPr/>
        </p:nvSpPr>
        <p:spPr>
          <a:xfrm>
            <a:off x="304920" y="1523880"/>
            <a:ext cx="1143000" cy="182052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Yah…. Lots of filler mnn hnn.</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This is gonna take me a while.</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Well you should exercise.  Mr. T agrees, right?</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He’s cool. For some reason I keep putting him in the game.</a:t>
            </a:r>
            <a:endParaRPr b="0" lang="en-US" sz="900" spc="-1" strike="noStrike">
              <a:solidFill>
                <a:srgbClr val="000000"/>
              </a:solidFill>
              <a:latin typeface="Arial"/>
            </a:endParaRPr>
          </a:p>
        </p:txBody>
      </p:sp>
      <p:pic>
        <p:nvPicPr>
          <p:cNvPr id="1702" name="" descr=""/>
          <p:cNvPicPr/>
          <p:nvPr/>
        </p:nvPicPr>
        <p:blipFill>
          <a:blip r:embed="rId2"/>
          <a:stretch/>
        </p:blipFill>
        <p:spPr>
          <a:xfrm>
            <a:off x="0" y="3962520"/>
            <a:ext cx="2438280" cy="2227320"/>
          </a:xfrm>
          <a:prstGeom prst="rect">
            <a:avLst/>
          </a:prstGeom>
          <a:ln w="0">
            <a:noFill/>
          </a:ln>
        </p:spPr>
      </p:pic>
      <p:sp>
        <p:nvSpPr>
          <p:cNvPr id="1703" name=""/>
          <p:cNvSpPr/>
          <p:nvPr/>
        </p:nvSpPr>
        <p:spPr>
          <a:xfrm>
            <a:off x="304920" y="3429000"/>
            <a:ext cx="3886200" cy="36900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Like ur mom sez, you should excersize somewhat every day until you die of starvation.</a:t>
            </a:r>
            <a:endParaRPr b="0" lang="en-US" sz="900" spc="-1" strike="noStrike">
              <a:solidFill>
                <a:srgbClr val="000000"/>
              </a:solidFill>
              <a:latin typeface="Arial"/>
            </a:endParaRPr>
          </a:p>
        </p:txBody>
      </p:sp>
      <p:sp>
        <p:nvSpPr>
          <p:cNvPr id="1704" name=""/>
          <p:cNvSpPr/>
          <p:nvPr/>
        </p:nvSpPr>
        <p:spPr>
          <a:xfrm>
            <a:off x="2743200" y="3962520"/>
            <a:ext cx="1143000" cy="210060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Oh rly you sez? </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Yah rly I sez bak.</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Why don’t you just ignore all this pointless filler and continue with ur life?</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I already lost mine…</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*Peace Out*</a:t>
            </a:r>
            <a:endParaRPr b="0" lang="en-US" sz="900" spc="-1" strike="noStrike">
              <a:solidFill>
                <a:srgbClr val="000000"/>
              </a:solidFill>
              <a:latin typeface="Arial"/>
            </a:endParaRPr>
          </a:p>
        </p:txBody>
      </p:sp>
      <p:sp>
        <p:nvSpPr>
          <p:cNvPr id="1705" name=""/>
          <p:cNvSpPr/>
          <p:nvPr/>
        </p:nvSpPr>
        <p:spPr>
          <a:xfrm>
            <a:off x="4800600" y="533520"/>
            <a:ext cx="335268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Don’t Run With Scissors!!!</a:t>
            </a:r>
            <a:endParaRPr b="0" lang="en-US" sz="1600" spc="-1" strike="noStrike">
              <a:solidFill>
                <a:srgbClr val="000000"/>
              </a:solidFill>
              <a:latin typeface="Arial"/>
            </a:endParaRPr>
          </a:p>
        </p:txBody>
      </p:sp>
      <p:sp>
        <p:nvSpPr>
          <p:cNvPr id="1706" name=""/>
          <p:cNvSpPr/>
          <p:nvPr/>
        </p:nvSpPr>
        <p:spPr>
          <a:xfrm>
            <a:off x="4800600" y="838080"/>
            <a:ext cx="3048120" cy="57780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Seriously. Dude if u fell, u would like die or something. Don’t do it. Seriously.</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For real.</a:t>
            </a:r>
            <a:endParaRPr b="0" lang="en-US" sz="900" spc="-1" strike="noStrike">
              <a:solidFill>
                <a:srgbClr val="000000"/>
              </a:solidFill>
              <a:latin typeface="Arial"/>
            </a:endParaRPr>
          </a:p>
        </p:txBody>
      </p:sp>
      <p:pic>
        <p:nvPicPr>
          <p:cNvPr id="1707" name="" descr=""/>
          <p:cNvPicPr/>
          <p:nvPr/>
        </p:nvPicPr>
        <p:blipFill>
          <a:blip r:embed="rId3"/>
          <a:stretch/>
        </p:blipFill>
        <p:spPr>
          <a:xfrm>
            <a:off x="6858000" y="1066680"/>
            <a:ext cx="2028960" cy="3048120"/>
          </a:xfrm>
          <a:prstGeom prst="rect">
            <a:avLst/>
          </a:prstGeom>
          <a:ln w="0">
            <a:noFill/>
          </a:ln>
        </p:spPr>
      </p:pic>
      <p:sp>
        <p:nvSpPr>
          <p:cNvPr id="1708" name=""/>
          <p:cNvSpPr/>
          <p:nvPr/>
        </p:nvSpPr>
        <p:spPr>
          <a:xfrm>
            <a:off x="4724280" y="1828800"/>
            <a:ext cx="2133720" cy="82512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Moms, Tell your Kids To stay away from this guy.</a:t>
            </a:r>
            <a:endParaRPr b="0" lang="en-US" sz="1600" spc="-1" strike="noStrike">
              <a:solidFill>
                <a:srgbClr val="000000"/>
              </a:solidFill>
              <a:latin typeface="Arial"/>
            </a:endParaRPr>
          </a:p>
        </p:txBody>
      </p:sp>
      <p:sp>
        <p:nvSpPr>
          <p:cNvPr id="1709" name=""/>
          <p:cNvSpPr/>
          <p:nvPr/>
        </p:nvSpPr>
        <p:spPr>
          <a:xfrm>
            <a:off x="4876920" y="2666880"/>
            <a:ext cx="1752480" cy="23148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Darn he is scary.</a:t>
            </a:r>
            <a:endParaRPr b="0" lang="en-US" sz="900" spc="-1" strike="noStrike">
              <a:solidFill>
                <a:srgbClr val="000000"/>
              </a:solidFill>
              <a:latin typeface="Arial"/>
            </a:endParaRPr>
          </a:p>
        </p:txBody>
      </p:sp>
      <p:sp>
        <p:nvSpPr>
          <p:cNvPr id="1710" name=""/>
          <p:cNvSpPr/>
          <p:nvPr/>
        </p:nvSpPr>
        <p:spPr>
          <a:xfrm>
            <a:off x="4648320" y="3581280"/>
            <a:ext cx="2133360" cy="58140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Can YOU help me make up this filler?</a:t>
            </a:r>
            <a:endParaRPr b="0" lang="en-US" sz="1600" spc="-1" strike="noStrike">
              <a:solidFill>
                <a:srgbClr val="000000"/>
              </a:solidFill>
              <a:latin typeface="Arial"/>
            </a:endParaRPr>
          </a:p>
        </p:txBody>
      </p:sp>
      <p:sp>
        <p:nvSpPr>
          <p:cNvPr id="1711" name=""/>
          <p:cNvSpPr/>
          <p:nvPr/>
        </p:nvSpPr>
        <p:spPr>
          <a:xfrm>
            <a:off x="4876920" y="4191120"/>
            <a:ext cx="3581280" cy="71532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Plz? This is taking too long and is boring.</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Well at least pretend you’re reading a real magazine, rright? Well only  a few more lines to go… auughhh so close yet so far. MUST CONTINUE… ON….. POWER…. LEAVING…. </a:t>
            </a:r>
            <a:endParaRPr b="0" lang="en-US" sz="900" spc="-1" strike="noStrike">
              <a:solidFill>
                <a:srgbClr val="000000"/>
              </a:solidFill>
              <a:latin typeface="Arial"/>
            </a:endParaRPr>
          </a:p>
        </p:txBody>
      </p:sp>
      <p:sp>
        <p:nvSpPr>
          <p:cNvPr id="1712" name=""/>
          <p:cNvSpPr/>
          <p:nvPr/>
        </p:nvSpPr>
        <p:spPr>
          <a:xfrm>
            <a:off x="4876920" y="5029200"/>
            <a:ext cx="213336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I r bored!</a:t>
            </a:r>
            <a:endParaRPr b="0" lang="en-US" sz="1600" spc="-1" strike="noStrike">
              <a:solidFill>
                <a:srgbClr val="000000"/>
              </a:solidFill>
              <a:latin typeface="Arial"/>
            </a:endParaRPr>
          </a:p>
        </p:txBody>
      </p:sp>
      <p:sp>
        <p:nvSpPr>
          <p:cNvPr id="1713" name=""/>
          <p:cNvSpPr/>
          <p:nvPr/>
        </p:nvSpPr>
        <p:spPr>
          <a:xfrm>
            <a:off x="4876920" y="5410080"/>
            <a:ext cx="3581280" cy="44028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Hey, well I am…</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Gimme a break.</a:t>
            </a:r>
            <a:endParaRPr b="0" lang="en-US" sz="900" spc="-1" strike="noStrike">
              <a:solidFill>
                <a:srgbClr val="000000"/>
              </a:solidFill>
              <a:latin typeface="Arial"/>
            </a:endParaRPr>
          </a:p>
        </p:txBody>
      </p:sp>
      <p:sp>
        <p:nvSpPr>
          <p:cNvPr id="1714" name=""/>
          <p:cNvSpPr/>
          <p:nvPr/>
        </p:nvSpPr>
        <p:spPr>
          <a:xfrm>
            <a:off x="0" y="5715000"/>
            <a:ext cx="2971800" cy="1143000"/>
          </a:xfrm>
          <a:prstGeom prst="leftArrow">
            <a:avLst>
              <a:gd name="adj1" fmla="val 50000"/>
              <a:gd name="adj2" fmla="val 65000"/>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15" name=""/>
          <p:cNvSpPr/>
          <p:nvPr/>
        </p:nvSpPr>
        <p:spPr>
          <a:xfrm flipH="1">
            <a:off x="6171480" y="5715000"/>
            <a:ext cx="2971800" cy="1143000"/>
          </a:xfrm>
          <a:prstGeom prst="leftArrow">
            <a:avLst>
              <a:gd name="adj1" fmla="val 50000"/>
              <a:gd name="adj2" fmla="val 65000"/>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670" dur="indefinite" restart="never" nodeType="tmRoot">
          <p:childTnLst>
            <p:seq>
              <p:cTn id="4671" dur="indefinite" nodeType="mainSeq">
                <p:childTnLst>
                  <p:par>
                    <p:cTn id="4672" fill="hold">
                      <p:stCondLst>
                        <p:cond delay="0"/>
                      </p:stCondLst>
                      <p:childTnLst>
                        <p:par>
                          <p:cTn id="4673" fill="hold">
                            <p:stCondLst>
                              <p:cond delay="0"/>
                            </p:stCondLst>
                            <p:childTnLst>
                              <p:par>
                                <p:cTn id="4674" nodeType="afterEffect" fill="hold" presetClass="entr" presetID="9">
                                  <p:stCondLst>
                                    <p:cond delay="0"/>
                                  </p:stCondLst>
                                  <p:childTnLst>
                                    <p:set>
                                      <p:cBhvr>
                                        <p:cTn id="4675" dur="1" fill="hold">
                                          <p:stCondLst>
                                            <p:cond delay="0"/>
                                          </p:stCondLst>
                                        </p:cTn>
                                        <p:tgtEl>
                                          <p:spTgt spid="1714"/>
                                        </p:tgtEl>
                                        <p:attrNameLst>
                                          <p:attrName>style.visibility</p:attrName>
                                        </p:attrNameLst>
                                      </p:cBhvr>
                                      <p:to>
                                        <p:strVal val="visible"/>
                                      </p:to>
                                    </p:set>
                                    <p:animEffect filter="dissolve" transition="in">
                                      <p:cBhvr additive="repl">
                                        <p:cTn id="4676" dur="500"/>
                                        <p:tgtEl>
                                          <p:spTgt spid="1714"/>
                                        </p:tgtEl>
                                      </p:cBhvr>
                                    </p:animEffect>
                                  </p:childTnLst>
                                </p:cTn>
                              </p:par>
                            </p:childTnLst>
                          </p:cTn>
                        </p:par>
                        <p:par>
                          <p:cTn id="4677" fill="hold">
                            <p:stCondLst>
                              <p:cond delay="500"/>
                            </p:stCondLst>
                            <p:childTnLst>
                              <p:par>
                                <p:cTn id="4678" nodeType="afterEffect" fill="hold" presetClass="entr" presetID="9">
                                  <p:stCondLst>
                                    <p:cond delay="0"/>
                                  </p:stCondLst>
                                  <p:childTnLst>
                                    <p:set>
                                      <p:cBhvr>
                                        <p:cTn id="4679" dur="1" fill="hold">
                                          <p:stCondLst>
                                            <p:cond delay="0"/>
                                          </p:stCondLst>
                                        </p:cTn>
                                        <p:tgtEl>
                                          <p:spTgt spid="1715"/>
                                        </p:tgtEl>
                                        <p:attrNameLst>
                                          <p:attrName>style.visibility</p:attrName>
                                        </p:attrNameLst>
                                      </p:cBhvr>
                                      <p:to>
                                        <p:strVal val="visible"/>
                                      </p:to>
                                    </p:set>
                                    <p:animEffect filter="dissolve" transition="in">
                                      <p:cBhvr additive="repl">
                                        <p:cTn id="4680" dur="500"/>
                                        <p:tgtEl>
                                          <p:spTgt spid="17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716" name="" descr=""/>
          <p:cNvPicPr/>
          <p:nvPr/>
        </p:nvPicPr>
        <p:blipFill>
          <a:blip r:embed="rId1"/>
          <a:stretch/>
        </p:blipFill>
        <p:spPr>
          <a:xfrm>
            <a:off x="0" y="0"/>
            <a:ext cx="9144000" cy="6858000"/>
          </a:xfrm>
          <a:prstGeom prst="rect">
            <a:avLst/>
          </a:prstGeom>
          <a:ln w="0">
            <a:noFill/>
          </a:ln>
        </p:spPr>
      </p:pic>
      <p:sp>
        <p:nvSpPr>
          <p:cNvPr id="1717" name=""/>
          <p:cNvSpPr txBox="1"/>
          <p:nvPr/>
        </p:nvSpPr>
        <p:spPr>
          <a:xfrm>
            <a:off x="4800600" y="457200"/>
            <a:ext cx="3886200" cy="121932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000000"/>
                </a:solidFill>
                <a:latin typeface="Arial Black"/>
              </a:rPr>
              <a:t>SPOTCO</a:t>
            </a:r>
            <a:endParaRPr b="0" lang="en-US" sz="1800" spc="1" strike="noStrike">
              <a:ln w="9360">
                <a:solidFill>
                  <a:srgbClr val="000000"/>
                </a:solidFill>
                <a:miter/>
              </a:ln>
              <a:solidFill>
                <a:srgbClr val="000000"/>
              </a:solidFill>
              <a:latin typeface="Arial Black"/>
              <a:ea typeface="Arial Black"/>
            </a:endParaRPr>
          </a:p>
        </p:txBody>
      </p:sp>
      <p:sp>
        <p:nvSpPr>
          <p:cNvPr id="1718" name=""/>
          <p:cNvSpPr/>
          <p:nvPr/>
        </p:nvSpPr>
        <p:spPr>
          <a:xfrm>
            <a:off x="5791320" y="1752480"/>
            <a:ext cx="22860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-Weekly Magazine-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719" name=""/>
          <p:cNvSpPr/>
          <p:nvPr/>
        </p:nvSpPr>
        <p:spPr>
          <a:xfrm>
            <a:off x="4343400" y="0"/>
            <a:ext cx="1828800" cy="44028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000000"/>
                </a:solidFill>
                <a:latin typeface="Arial"/>
              </a:rPr>
              <a:t>Issue twenty-somethingth</a:t>
            </a:r>
            <a:endParaRPr b="0" lang="en-US" sz="900" spc="-1" strike="noStrike">
              <a:solidFill>
                <a:srgbClr val="000000"/>
              </a:solidFill>
              <a:latin typeface="Arial"/>
            </a:endParaRPr>
          </a:p>
        </p:txBody>
      </p:sp>
      <p:sp>
        <p:nvSpPr>
          <p:cNvPr id="1720" name=""/>
          <p:cNvSpPr/>
          <p:nvPr/>
        </p:nvSpPr>
        <p:spPr>
          <a:xfrm>
            <a:off x="7772400" y="3352680"/>
            <a:ext cx="1143000" cy="5518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This week, We Interview random people!</a:t>
            </a:r>
            <a:endParaRPr b="0" lang="en-US" sz="1000" spc="-1" strike="noStrike">
              <a:solidFill>
                <a:srgbClr val="000000"/>
              </a:solidFill>
              <a:latin typeface="Arial"/>
            </a:endParaRPr>
          </a:p>
        </p:txBody>
      </p:sp>
      <p:sp>
        <p:nvSpPr>
          <p:cNvPr id="1721" name=""/>
          <p:cNvSpPr/>
          <p:nvPr/>
        </p:nvSpPr>
        <p:spPr>
          <a:xfrm>
            <a:off x="4267080" y="4952880"/>
            <a:ext cx="1371600" cy="132084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And plus,</a:t>
            </a:r>
            <a:endParaRPr b="0" lang="en-US" sz="1000" spc="-1" strike="noStrike">
              <a:solidFill>
                <a:srgbClr val="000000"/>
              </a:solidFill>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Where do babies come from? Do you know? Do you really want to know?</a:t>
            </a:r>
            <a:endParaRPr b="0" lang="en-US" sz="1000" spc="-1" strike="noStrike">
              <a:solidFill>
                <a:srgbClr val="000000"/>
              </a:solidFill>
              <a:latin typeface="Arial"/>
            </a:endParaRPr>
          </a:p>
          <a:p>
            <a:pPr>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Find Out!</a:t>
            </a:r>
            <a:endParaRPr b="0" lang="en-US" sz="1000" spc="-1" strike="noStrike">
              <a:solidFill>
                <a:srgbClr val="000000"/>
              </a:solidFill>
              <a:latin typeface="Arial"/>
            </a:endParaRPr>
          </a:p>
        </p:txBody>
      </p:sp>
      <p:sp>
        <p:nvSpPr>
          <p:cNvPr id="1722" name=""/>
          <p:cNvSpPr/>
          <p:nvPr/>
        </p:nvSpPr>
        <p:spPr>
          <a:xfrm flipH="1">
            <a:off x="6171480" y="5715000"/>
            <a:ext cx="2971800" cy="1143000"/>
          </a:xfrm>
          <a:prstGeom prst="leftArrow">
            <a:avLst>
              <a:gd name="adj1" fmla="val 50000"/>
              <a:gd name="adj2" fmla="val 65000"/>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23" name=""/>
          <p:cNvSpPr/>
          <p:nvPr/>
        </p:nvSpPr>
        <p:spPr>
          <a:xfrm>
            <a:off x="2971800" y="-533520"/>
            <a:ext cx="24382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Cover. A little weak.</a:t>
            </a:r>
            <a:endParaRPr b="0" lang="en-US" sz="1200" spc="-1" strike="noStrike">
              <a:solidFill>
                <a:srgbClr val="000000"/>
              </a:solidFill>
              <a:latin typeface="Arial"/>
            </a:endParaRPr>
          </a:p>
        </p:txBody>
      </p:sp>
    </p:spTree>
  </p:cSld>
  <p:timing>
    <p:tnLst>
      <p:par>
        <p:cTn id="4681" dur="indefinite" restart="never" nodeType="tmRoot">
          <p:childTnLst>
            <p:seq>
              <p:cTn id="4682" dur="indefinite" nodeType="mainSeq">
                <p:childTnLst>
                  <p:par>
                    <p:cTn id="4683" fill="hold">
                      <p:stCondLst>
                        <p:cond delay="0"/>
                      </p:stCondLst>
                      <p:childTnLst>
                        <p:par>
                          <p:cTn id="4684" fill="hold">
                            <p:stCondLst>
                              <p:cond delay="0"/>
                            </p:stCondLst>
                            <p:childTnLst>
                              <p:par>
                                <p:cTn id="4685" nodeType="afterEffect" fill="hold" presetClass="entr" presetID="9">
                                  <p:stCondLst>
                                    <p:cond delay="0"/>
                                  </p:stCondLst>
                                  <p:childTnLst>
                                    <p:set>
                                      <p:cBhvr>
                                        <p:cTn id="4686" dur="1" fill="hold">
                                          <p:stCondLst>
                                            <p:cond delay="0"/>
                                          </p:stCondLst>
                                        </p:cTn>
                                        <p:tgtEl>
                                          <p:spTgt spid="1722"/>
                                        </p:tgtEl>
                                        <p:attrNameLst>
                                          <p:attrName>style.visibility</p:attrName>
                                        </p:attrNameLst>
                                      </p:cBhvr>
                                      <p:to>
                                        <p:strVal val="visible"/>
                                      </p:to>
                                    </p:set>
                                    <p:animEffect filter="dissolve" transition="in">
                                      <p:cBhvr additive="repl">
                                        <p:cTn id="4687" dur="500"/>
                                        <p:tgtEl>
                                          <p:spTgt spid="17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24" name=""/>
          <p:cNvSpPr/>
          <p:nvPr/>
        </p:nvSpPr>
        <p:spPr>
          <a:xfrm>
            <a:off x="0" y="0"/>
            <a:ext cx="9144000" cy="68580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25" name=""/>
          <p:cNvSpPr/>
          <p:nvPr/>
        </p:nvSpPr>
        <p:spPr>
          <a:xfrm>
            <a:off x="3962520" y="-533520"/>
            <a:ext cx="24382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a:t>
            </a:r>
            <a:r>
              <a:rPr b="1" lang="en-US" sz="1200" spc="-1" strike="noStrike" baseline="30000">
                <a:solidFill>
                  <a:srgbClr val="000000"/>
                </a:solidFill>
                <a:latin typeface="Arial"/>
              </a:rPr>
              <a:t>nd</a:t>
            </a:r>
            <a:r>
              <a:rPr b="1" lang="en-US" sz="1200" spc="-1" strike="noStrike">
                <a:solidFill>
                  <a:srgbClr val="000000"/>
                </a:solidFill>
                <a:latin typeface="Arial"/>
              </a:rPr>
              <a:t> page.</a:t>
            </a:r>
            <a:endParaRPr b="0" lang="en-US" sz="1200" spc="-1" strike="noStrike">
              <a:solidFill>
                <a:srgbClr val="000000"/>
              </a:solidFill>
              <a:latin typeface="Arial"/>
            </a:endParaRPr>
          </a:p>
        </p:txBody>
      </p:sp>
      <p:sp>
        <p:nvSpPr>
          <p:cNvPr id="1726" name=""/>
          <p:cNvSpPr/>
          <p:nvPr/>
        </p:nvSpPr>
        <p:spPr>
          <a:xfrm>
            <a:off x="304920" y="228600"/>
            <a:ext cx="4038480" cy="7552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Are you having fun?</a:t>
            </a:r>
            <a:endParaRPr b="0" lang="en-US" sz="16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Help me conquer my greatest insecurities and send me feedback at</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mootothemax@gmail.com. Plz or I will li3k die of shame.</a:t>
            </a:r>
            <a:endParaRPr b="0" lang="en-US" sz="900" spc="-1" strike="noStrike">
              <a:solidFill>
                <a:srgbClr val="000000"/>
              </a:solidFill>
              <a:latin typeface="Arial"/>
            </a:endParaRPr>
          </a:p>
        </p:txBody>
      </p:sp>
      <p:pic>
        <p:nvPicPr>
          <p:cNvPr id="1727" name="" descr=""/>
          <p:cNvPicPr/>
          <p:nvPr/>
        </p:nvPicPr>
        <p:blipFill>
          <a:blip r:embed="rId1"/>
          <a:stretch/>
        </p:blipFill>
        <p:spPr>
          <a:xfrm>
            <a:off x="304920" y="1066680"/>
            <a:ext cx="2660400" cy="3353040"/>
          </a:xfrm>
          <a:prstGeom prst="rect">
            <a:avLst/>
          </a:prstGeom>
          <a:ln w="0">
            <a:noFill/>
          </a:ln>
        </p:spPr>
      </p:pic>
      <p:sp>
        <p:nvSpPr>
          <p:cNvPr id="1728" name=""/>
          <p:cNvSpPr/>
          <p:nvPr/>
        </p:nvSpPr>
        <p:spPr>
          <a:xfrm>
            <a:off x="228600" y="4495680"/>
            <a:ext cx="3962520" cy="3376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Could you say “no” to a face like this?</a:t>
            </a:r>
            <a:endParaRPr b="0" lang="en-US" sz="1600" spc="-1" strike="noStrike">
              <a:solidFill>
                <a:srgbClr val="000000"/>
              </a:solidFill>
              <a:latin typeface="Arial"/>
            </a:endParaRPr>
          </a:p>
        </p:txBody>
      </p:sp>
      <p:sp>
        <p:nvSpPr>
          <p:cNvPr id="1729" name=""/>
          <p:cNvSpPr/>
          <p:nvPr/>
        </p:nvSpPr>
        <p:spPr>
          <a:xfrm>
            <a:off x="457200" y="4800600"/>
            <a:ext cx="2514600" cy="831960"/>
          </a:xfrm>
          <a:prstGeom prst="rect">
            <a:avLst/>
          </a:prstGeom>
          <a:noFill/>
          <a:ln w="0">
            <a:noFill/>
          </a:ln>
        </p:spPr>
        <p:style>
          <a:lnRef idx="0"/>
          <a:fillRef idx="0"/>
          <a:effectRef idx="0"/>
          <a:fontRef idx="minor"/>
        </p:style>
        <p:txBody>
          <a:bodyPr lIns="90000" rIns="90000" tIns="46800" bIns="46800" anchor="t">
            <a:spAutoFit/>
          </a:bodyPr>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We wanna know. For personal reasons. Enter in our latest poll</a:t>
            </a:r>
            <a:r>
              <a:rPr b="0" lang="en-US" sz="1200" spc="-1" strike="noStrike">
                <a:solidFill>
                  <a:srgbClr val="000000"/>
                </a:solidFill>
                <a:latin typeface="Arial"/>
              </a:rPr>
              <a:t> </a:t>
            </a:r>
            <a:r>
              <a:rPr b="0" lang="en-US" sz="900" spc="-1" strike="noStrike">
                <a:solidFill>
                  <a:srgbClr val="000000"/>
                </a:solidFill>
                <a:latin typeface="Arial"/>
              </a:rPr>
              <a:t>and let us see.</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P.S. Pugs PWN</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pc="-1" strike="noStrike">
              <a:solidFill>
                <a:srgbClr val="000000"/>
              </a:solidFill>
              <a:latin typeface="Arial"/>
            </a:endParaRPr>
          </a:p>
        </p:txBody>
      </p:sp>
      <p:sp>
        <p:nvSpPr>
          <p:cNvPr id="1730" name=""/>
          <p:cNvSpPr/>
          <p:nvPr/>
        </p:nvSpPr>
        <p:spPr>
          <a:xfrm>
            <a:off x="533520" y="5486400"/>
            <a:ext cx="304776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BILLY: PLEASE REPORT TO TEH OFFICE; UR MOM IS LOOKING FOR U.</a:t>
            </a:r>
            <a:endParaRPr b="0" lang="en-US" sz="1200" spc="-1" strike="noStrike">
              <a:solidFill>
                <a:srgbClr val="000000"/>
              </a:solidFill>
              <a:latin typeface="Arial"/>
            </a:endParaRPr>
          </a:p>
        </p:txBody>
      </p:sp>
      <p:sp>
        <p:nvSpPr>
          <p:cNvPr id="1731" name=""/>
          <p:cNvSpPr/>
          <p:nvPr/>
        </p:nvSpPr>
        <p:spPr>
          <a:xfrm>
            <a:off x="0" y="5715000"/>
            <a:ext cx="2971800" cy="1143000"/>
          </a:xfrm>
          <a:prstGeom prst="leftArrow">
            <a:avLst>
              <a:gd name="adj1" fmla="val 50000"/>
              <a:gd name="adj2" fmla="val 65000"/>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32" name=""/>
          <p:cNvSpPr txBox="1"/>
          <p:nvPr/>
        </p:nvSpPr>
        <p:spPr>
          <a:xfrm rot="598200">
            <a:off x="4876560" y="0"/>
            <a:ext cx="4038480" cy="1685880"/>
          </a:xfrm>
          <a:prstGeom prst="rect">
            <a:avLst/>
          </a:prstGeom>
        </p:spPr>
        <p:txBody>
          <a:bodyPr wrap="none" lIns="90000" rIns="90000" tIns="46800" bIns="46800" anchor="t" anchorCtr="1">
            <a:prstTxWarp prst="textSlantUp">
              <a:avLst>
                <a:gd name="adj" fmla="val 55556"/>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000000"/>
                </a:solidFill>
                <a:latin typeface="Arial Black"/>
              </a:rPr>
              <a:t>TOP STORY!</a:t>
            </a:r>
            <a:endParaRPr b="0" lang="en-US" sz="1800" spc="1" strike="noStrike">
              <a:ln w="9360">
                <a:solidFill>
                  <a:srgbClr val="000000"/>
                </a:solidFill>
                <a:miter/>
              </a:ln>
              <a:solidFill>
                <a:srgbClr val="000000"/>
              </a:solidFill>
              <a:latin typeface="Arial Black"/>
              <a:ea typeface="Arial Black"/>
            </a:endParaRPr>
          </a:p>
        </p:txBody>
      </p:sp>
      <p:pic>
        <p:nvPicPr>
          <p:cNvPr id="1733" name="" descr=""/>
          <p:cNvPicPr/>
          <p:nvPr/>
        </p:nvPicPr>
        <p:blipFill>
          <a:blip r:embed="rId2"/>
          <a:stretch/>
        </p:blipFill>
        <p:spPr>
          <a:xfrm>
            <a:off x="6999120" y="1219320"/>
            <a:ext cx="2144880" cy="2743200"/>
          </a:xfrm>
          <a:prstGeom prst="rect">
            <a:avLst/>
          </a:prstGeom>
          <a:ln w="0">
            <a:noFill/>
          </a:ln>
        </p:spPr>
      </p:pic>
      <p:sp>
        <p:nvSpPr>
          <p:cNvPr id="1734" name=""/>
          <p:cNvSpPr/>
          <p:nvPr/>
        </p:nvSpPr>
        <p:spPr>
          <a:xfrm>
            <a:off x="4876920" y="1523880"/>
            <a:ext cx="198108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As addressed in the cover,</a:t>
            </a:r>
            <a:endParaRPr b="0" lang="en-US" sz="1200" spc="-1" strike="noStrike">
              <a:solidFill>
                <a:srgbClr val="000000"/>
              </a:solidFill>
              <a:latin typeface="Arial"/>
            </a:endParaRPr>
          </a:p>
        </p:txBody>
      </p:sp>
      <p:sp>
        <p:nvSpPr>
          <p:cNvPr id="1735" name=""/>
          <p:cNvSpPr/>
          <p:nvPr/>
        </p:nvSpPr>
        <p:spPr>
          <a:xfrm>
            <a:off x="4876920" y="2057400"/>
            <a:ext cx="2057400" cy="2115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Where do Babies come from?</a:t>
            </a:r>
            <a:endParaRPr b="0" lang="en-US" sz="12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After doing headlong research (and we mean RESEARCH!!!) we still don’t really kown. Probably Mr. stork or something. If Disney sez so, then I KOWN IT BE TRUE!</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And that brings us to our deeper topic, why are there so many ff7 fanboys? I mean SERIOUSLY it wasn’t THAT good. Yah it was good but it was not TEH BEST GMAE EV3R!!!</a:t>
            </a:r>
            <a:endParaRPr b="0" lang="en-US" sz="900" spc="-1" strike="noStrike">
              <a:solidFill>
                <a:srgbClr val="000000"/>
              </a:solidFill>
              <a:latin typeface="Arial"/>
            </a:endParaRPr>
          </a:p>
        </p:txBody>
      </p:sp>
      <p:sp>
        <p:nvSpPr>
          <p:cNvPr id="1736" name=""/>
          <p:cNvSpPr/>
          <p:nvPr/>
        </p:nvSpPr>
        <p:spPr>
          <a:xfrm>
            <a:off x="7238880" y="3886200"/>
            <a:ext cx="1676520" cy="58068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Where do babies come from? Well, apparently for this one, the ghetto. The rich, white country club ghetto that is.</a:t>
            </a:r>
            <a:endParaRPr b="0" lang="en-US" sz="800" spc="-1" strike="noStrike">
              <a:solidFill>
                <a:srgbClr val="000000"/>
              </a:solidFill>
              <a:latin typeface="Arial"/>
            </a:endParaRPr>
          </a:p>
        </p:txBody>
      </p:sp>
      <p:pic>
        <p:nvPicPr>
          <p:cNvPr id="1737" name="" descr=""/>
          <p:cNvPicPr/>
          <p:nvPr/>
        </p:nvPicPr>
        <p:blipFill>
          <a:blip r:embed="rId3"/>
          <a:stretch/>
        </p:blipFill>
        <p:spPr>
          <a:xfrm>
            <a:off x="4495680" y="6248520"/>
            <a:ext cx="4648320" cy="609480"/>
          </a:xfrm>
          <a:prstGeom prst="rect">
            <a:avLst/>
          </a:prstGeom>
          <a:ln w="0">
            <a:noFill/>
          </a:ln>
        </p:spPr>
      </p:pic>
      <p:pic>
        <p:nvPicPr>
          <p:cNvPr id="1738" name="" descr=""/>
          <p:cNvPicPr/>
          <p:nvPr/>
        </p:nvPicPr>
        <p:blipFill>
          <a:blip r:embed="rId4"/>
          <a:stretch/>
        </p:blipFill>
        <p:spPr>
          <a:xfrm>
            <a:off x="4495680" y="5562720"/>
            <a:ext cx="4648320" cy="685800"/>
          </a:xfrm>
          <a:prstGeom prst="rect">
            <a:avLst/>
          </a:prstGeom>
          <a:ln w="0">
            <a:noFill/>
          </a:ln>
        </p:spPr>
      </p:pic>
      <p:pic>
        <p:nvPicPr>
          <p:cNvPr id="1739" name="" descr=""/>
          <p:cNvPicPr/>
          <p:nvPr/>
        </p:nvPicPr>
        <p:blipFill>
          <a:blip r:embed="rId5"/>
          <a:stretch/>
        </p:blipFill>
        <p:spPr>
          <a:xfrm>
            <a:off x="4495680" y="4876920"/>
            <a:ext cx="4648320" cy="685800"/>
          </a:xfrm>
          <a:prstGeom prst="rect">
            <a:avLst/>
          </a:prstGeom>
          <a:ln w="0">
            <a:noFill/>
          </a:ln>
        </p:spPr>
      </p:pic>
      <p:sp>
        <p:nvSpPr>
          <p:cNvPr id="1740" name=""/>
          <p:cNvSpPr/>
          <p:nvPr/>
        </p:nvSpPr>
        <p:spPr>
          <a:xfrm>
            <a:off x="6324480" y="4648320"/>
            <a:ext cx="1752840" cy="215640"/>
          </a:xfrm>
          <a:prstGeom prst="rect">
            <a:avLst/>
          </a:prstGeom>
          <a:noFill/>
          <a:ln w="0">
            <a:noFill/>
          </a:ln>
        </p:spPr>
        <p:style>
          <a:lnRef idx="0"/>
          <a:fillRef idx="0"/>
          <a:effectRef idx="0"/>
          <a:fontRef idx="minor"/>
        </p:style>
        <p:txBody>
          <a:bodyPr lIns="90000" rIns="90000" tIns="46800" bIns="46800" anchor="t">
            <a:spAutoFit/>
          </a:bodyPr>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800" spc="-1" strike="noStrike">
                <a:solidFill>
                  <a:srgbClr val="000000"/>
                </a:solidFill>
                <a:latin typeface="Arial"/>
              </a:rPr>
              <a:t>Advertissme</a:t>
            </a:r>
            <a:endParaRPr b="0" lang="en-US" sz="800" spc="-1" strike="noStrike">
              <a:solidFill>
                <a:srgbClr val="000000"/>
              </a:solidFill>
              <a:latin typeface="Arial"/>
            </a:endParaRPr>
          </a:p>
        </p:txBody>
      </p:sp>
      <p:sp>
        <p:nvSpPr>
          <p:cNvPr id="1741" name=""/>
          <p:cNvSpPr/>
          <p:nvPr/>
        </p:nvSpPr>
        <p:spPr>
          <a:xfrm flipV="1">
            <a:off x="4495680" y="0"/>
            <a:ext cx="1800" cy="68580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742" name=""/>
          <p:cNvSpPr/>
          <p:nvPr/>
        </p:nvSpPr>
        <p:spPr>
          <a:xfrm flipH="1">
            <a:off x="6171480" y="5715000"/>
            <a:ext cx="2971800" cy="1143000"/>
          </a:xfrm>
          <a:prstGeom prst="leftArrow">
            <a:avLst>
              <a:gd name="adj1" fmla="val 50000"/>
              <a:gd name="adj2" fmla="val 65000"/>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688" dur="indefinite" restart="never" nodeType="tmRoot">
          <p:childTnLst>
            <p:seq>
              <p:cTn id="4689" dur="indefinite" nodeType="mainSeq">
                <p:childTnLst>
                  <p:par>
                    <p:cTn id="4690" fill="hold">
                      <p:stCondLst>
                        <p:cond delay="0"/>
                      </p:stCondLst>
                      <p:childTnLst>
                        <p:par>
                          <p:cTn id="4691" fill="hold">
                            <p:stCondLst>
                              <p:cond delay="0"/>
                            </p:stCondLst>
                            <p:childTnLst>
                              <p:par>
                                <p:cTn id="4692" nodeType="afterEffect" fill="hold" presetClass="entr" presetID="9">
                                  <p:stCondLst>
                                    <p:cond delay="0"/>
                                  </p:stCondLst>
                                  <p:childTnLst>
                                    <p:set>
                                      <p:cBhvr>
                                        <p:cTn id="4693" dur="1" fill="hold">
                                          <p:stCondLst>
                                            <p:cond delay="0"/>
                                          </p:stCondLst>
                                        </p:cTn>
                                        <p:tgtEl>
                                          <p:spTgt spid="1731"/>
                                        </p:tgtEl>
                                        <p:attrNameLst>
                                          <p:attrName>style.visibility</p:attrName>
                                        </p:attrNameLst>
                                      </p:cBhvr>
                                      <p:to>
                                        <p:strVal val="visible"/>
                                      </p:to>
                                    </p:set>
                                    <p:animEffect filter="dissolve" transition="in">
                                      <p:cBhvr additive="repl">
                                        <p:cTn id="4694" dur="500"/>
                                        <p:tgtEl>
                                          <p:spTgt spid="1731"/>
                                        </p:tgtEl>
                                      </p:cBhvr>
                                    </p:animEffect>
                                  </p:childTnLst>
                                </p:cTn>
                              </p:par>
                            </p:childTnLst>
                          </p:cTn>
                        </p:par>
                        <p:par>
                          <p:cTn id="4695" fill="hold">
                            <p:stCondLst>
                              <p:cond delay="500"/>
                            </p:stCondLst>
                            <p:childTnLst>
                              <p:par>
                                <p:cTn id="4696" nodeType="afterEffect" fill="hold" presetClass="entr" presetID="9">
                                  <p:stCondLst>
                                    <p:cond delay="0"/>
                                  </p:stCondLst>
                                  <p:childTnLst>
                                    <p:set>
                                      <p:cBhvr>
                                        <p:cTn id="4697" dur="1" fill="hold">
                                          <p:stCondLst>
                                            <p:cond delay="0"/>
                                          </p:stCondLst>
                                        </p:cTn>
                                        <p:tgtEl>
                                          <p:spTgt spid="1742"/>
                                        </p:tgtEl>
                                        <p:attrNameLst>
                                          <p:attrName>style.visibility</p:attrName>
                                        </p:attrNameLst>
                                      </p:cBhvr>
                                      <p:to>
                                        <p:strVal val="visible"/>
                                      </p:to>
                                    </p:set>
                                    <p:animEffect filter="dissolve" transition="in">
                                      <p:cBhvr additive="repl">
                                        <p:cTn id="4698" dur="500"/>
                                        <p:tgtEl>
                                          <p:spTgt spid="1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43" name=""/>
          <p:cNvSpPr/>
          <p:nvPr/>
        </p:nvSpPr>
        <p:spPr>
          <a:xfrm>
            <a:off x="0" y="0"/>
            <a:ext cx="9144000" cy="68580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44" name=""/>
          <p:cNvSpPr/>
          <p:nvPr/>
        </p:nvSpPr>
        <p:spPr>
          <a:xfrm flipV="1">
            <a:off x="4495680" y="0"/>
            <a:ext cx="1800" cy="68580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745" name=""/>
          <p:cNvSpPr/>
          <p:nvPr/>
        </p:nvSpPr>
        <p:spPr>
          <a:xfrm>
            <a:off x="3962520" y="-533520"/>
            <a:ext cx="24382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Last actual page</a:t>
            </a:r>
            <a:endParaRPr b="0" lang="en-US" sz="1200" spc="-1" strike="noStrike">
              <a:solidFill>
                <a:srgbClr val="000000"/>
              </a:solidFill>
              <a:latin typeface="Arial"/>
            </a:endParaRPr>
          </a:p>
        </p:txBody>
      </p:sp>
      <p:sp>
        <p:nvSpPr>
          <p:cNvPr id="1746" name=""/>
          <p:cNvSpPr/>
          <p:nvPr/>
        </p:nvSpPr>
        <p:spPr>
          <a:xfrm>
            <a:off x="228600" y="228600"/>
            <a:ext cx="3886200" cy="256320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Them peoples won’t leave me alone!</a:t>
            </a:r>
            <a:endParaRPr b="0" lang="en-US" sz="16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Here we interview random people, as advertised in teh cover.</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cc3300"/>
                </a:solidFill>
                <a:latin typeface="Arial"/>
              </a:rPr>
              <a:t>(us): So how are you today?</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POO: What? Who are you?</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BUT: Yah seriously leave us alone.</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MOM: Would this happen to be one of them candid camera taped reviews?</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cc3300"/>
                </a:solidFill>
                <a:latin typeface="Arial"/>
              </a:rPr>
              <a:t>(us): Kinda… If u look at it that way…</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BUT: wait… are our names being made into hilarious acronyms?</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cc3300"/>
                </a:solidFill>
                <a:latin typeface="Arial"/>
              </a:rPr>
              <a:t>(us): Kinda…</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POO: Leave us the F&amp;%$ alone.</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So there you have it. – success!</a:t>
            </a:r>
            <a:endParaRPr b="0" lang="en-US" sz="900" spc="-1" strike="noStrike">
              <a:solidFill>
                <a:srgbClr val="000000"/>
              </a:solidFill>
              <a:latin typeface="Arial"/>
            </a:endParaRPr>
          </a:p>
        </p:txBody>
      </p:sp>
      <p:pic>
        <p:nvPicPr>
          <p:cNvPr id="1747" name="" descr=""/>
          <p:cNvPicPr/>
          <p:nvPr/>
        </p:nvPicPr>
        <p:blipFill>
          <a:blip r:embed="rId1"/>
          <a:stretch/>
        </p:blipFill>
        <p:spPr>
          <a:xfrm>
            <a:off x="304920" y="2819520"/>
            <a:ext cx="2361960" cy="1844640"/>
          </a:xfrm>
          <a:prstGeom prst="rect">
            <a:avLst/>
          </a:prstGeom>
          <a:ln w="0">
            <a:noFill/>
          </a:ln>
        </p:spPr>
      </p:pic>
      <p:sp>
        <p:nvSpPr>
          <p:cNvPr id="1748" name=""/>
          <p:cNvSpPr/>
          <p:nvPr/>
        </p:nvSpPr>
        <p:spPr>
          <a:xfrm>
            <a:off x="2666880" y="2895480"/>
            <a:ext cx="1143000" cy="45972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With Sweet Mercy!</a:t>
            </a:r>
            <a:endParaRPr b="0" lang="en-US" sz="1200" spc="-1" strike="noStrike">
              <a:solidFill>
                <a:srgbClr val="000000"/>
              </a:solidFill>
              <a:latin typeface="Arial"/>
            </a:endParaRPr>
          </a:p>
        </p:txBody>
      </p:sp>
      <p:sp>
        <p:nvSpPr>
          <p:cNvPr id="1749" name=""/>
          <p:cNvSpPr/>
          <p:nvPr/>
        </p:nvSpPr>
        <p:spPr>
          <a:xfrm>
            <a:off x="533520" y="5105520"/>
            <a:ext cx="350496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Will The Real Slim Shady Please Report To The Principal’s Office</a:t>
            </a:r>
            <a:endParaRPr b="0" lang="en-US" sz="1200" spc="-1" strike="noStrike">
              <a:solidFill>
                <a:srgbClr val="000000"/>
              </a:solidFill>
              <a:latin typeface="Arial"/>
            </a:endParaRPr>
          </a:p>
        </p:txBody>
      </p:sp>
      <p:sp>
        <p:nvSpPr>
          <p:cNvPr id="1750" name=""/>
          <p:cNvSpPr/>
          <p:nvPr/>
        </p:nvSpPr>
        <p:spPr>
          <a:xfrm>
            <a:off x="0" y="5715000"/>
            <a:ext cx="2971800" cy="1143000"/>
          </a:xfrm>
          <a:prstGeom prst="leftArrow">
            <a:avLst>
              <a:gd name="adj1" fmla="val 50000"/>
              <a:gd name="adj2" fmla="val 65000"/>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51" name=""/>
          <p:cNvSpPr/>
          <p:nvPr/>
        </p:nvSpPr>
        <p:spPr>
          <a:xfrm>
            <a:off x="4724280" y="304920"/>
            <a:ext cx="3810240" cy="106524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Yahoo! I’m-a almost done wit this magazine!</a:t>
            </a:r>
            <a:endParaRPr b="0" lang="en-US" sz="16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Darn you must agree making a magazine full of filler is hecka annoying, yet I somehow did it! I hope you enjoyed it more than I did! I doubt anyone actually read all the articles! Ah well!</a:t>
            </a:r>
            <a:endParaRPr b="0" lang="en-US" sz="900" spc="-1" strike="noStrike">
              <a:solidFill>
                <a:srgbClr val="000000"/>
              </a:solidFill>
              <a:latin typeface="Arial"/>
            </a:endParaRPr>
          </a:p>
        </p:txBody>
      </p:sp>
      <p:sp>
        <p:nvSpPr>
          <p:cNvPr id="1752" name=""/>
          <p:cNvSpPr/>
          <p:nvPr/>
        </p:nvSpPr>
        <p:spPr>
          <a:xfrm>
            <a:off x="7315200" y="1523880"/>
            <a:ext cx="1600200" cy="14479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53" name=""/>
          <p:cNvSpPr/>
          <p:nvPr/>
        </p:nvSpPr>
        <p:spPr>
          <a:xfrm>
            <a:off x="7315200" y="2438280"/>
            <a:ext cx="1600200" cy="533520"/>
          </a:xfrm>
          <a:prstGeom prst="rect">
            <a:avLst/>
          </a:prstGeom>
          <a:solidFill>
            <a:srgbClr val="99cc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54" name=""/>
          <p:cNvSpPr/>
          <p:nvPr/>
        </p:nvSpPr>
        <p:spPr>
          <a:xfrm>
            <a:off x="7315200" y="1523880"/>
            <a:ext cx="1600200" cy="914400"/>
          </a:xfrm>
          <a:prstGeom prst="rect">
            <a:avLst/>
          </a:prstGeom>
          <a:solidFill>
            <a:srgbClr val="0000ff"/>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55" name=""/>
          <p:cNvSpPr/>
          <p:nvPr/>
        </p:nvSpPr>
        <p:spPr>
          <a:xfrm>
            <a:off x="8686800" y="1600200"/>
            <a:ext cx="228600" cy="22860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56" name=""/>
          <p:cNvSpPr/>
          <p:nvPr/>
        </p:nvSpPr>
        <p:spPr>
          <a:xfrm>
            <a:off x="7543800" y="3048120"/>
            <a:ext cx="1295280" cy="45972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It’s like teh magicks!</a:t>
            </a:r>
            <a:endParaRPr b="0" lang="en-US" sz="1200" spc="-1" strike="noStrike">
              <a:solidFill>
                <a:srgbClr val="000000"/>
              </a:solidFill>
              <a:latin typeface="Arial"/>
            </a:endParaRPr>
          </a:p>
        </p:txBody>
      </p:sp>
      <p:sp>
        <p:nvSpPr>
          <p:cNvPr id="1757" name=""/>
          <p:cNvSpPr/>
          <p:nvPr/>
        </p:nvSpPr>
        <p:spPr>
          <a:xfrm>
            <a:off x="4800600" y="1600200"/>
            <a:ext cx="2209680" cy="16311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You think this is amazing for a PowerPoint gmae?</a:t>
            </a:r>
            <a:endParaRPr b="0" lang="en-US" sz="12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I have not yet even begun to even barely tap the whole power. See, there's gif’s like on the left… could do some cool stuff with that… and putting 3d backgrounds…I tried some of that and there’s adding movies. In theory one could like add fmv’s like in final fantasy! Wow im not that skilled.</a:t>
            </a:r>
            <a:endParaRPr b="0" lang="en-US" sz="900" spc="-1" strike="noStrike">
              <a:solidFill>
                <a:srgbClr val="000000"/>
              </a:solidFill>
              <a:latin typeface="Arial"/>
            </a:endParaRPr>
          </a:p>
        </p:txBody>
      </p:sp>
      <p:sp>
        <p:nvSpPr>
          <p:cNvPr id="1758" name=""/>
          <p:cNvSpPr/>
          <p:nvPr/>
        </p:nvSpPr>
        <p:spPr>
          <a:xfrm>
            <a:off x="7772400" y="2819520"/>
            <a:ext cx="304920" cy="152280"/>
          </a:xfrm>
          <a:prstGeom prst="ellipse">
            <a:avLst/>
          </a:prstGeom>
          <a:solidFill>
            <a:srgbClr val="5f5f5f"/>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59" name=""/>
          <p:cNvSpPr/>
          <p:nvPr/>
        </p:nvSpPr>
        <p:spPr>
          <a:xfrm>
            <a:off x="8077320" y="2819520"/>
            <a:ext cx="304560" cy="152280"/>
          </a:xfrm>
          <a:prstGeom prst="ellipse">
            <a:avLst/>
          </a:prstGeom>
          <a:solidFill>
            <a:srgbClr val="5f5f5f"/>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760" name="" descr=""/>
          <p:cNvPicPr/>
          <p:nvPr/>
        </p:nvPicPr>
        <p:blipFill>
          <a:blip r:embed="rId2"/>
          <a:stretch/>
        </p:blipFill>
        <p:spPr>
          <a:xfrm>
            <a:off x="6915240" y="1447920"/>
            <a:ext cx="2228760" cy="1485720"/>
          </a:xfrm>
          <a:prstGeom prst="rect">
            <a:avLst/>
          </a:prstGeom>
          <a:ln w="0">
            <a:noFill/>
          </a:ln>
        </p:spPr>
      </p:pic>
      <p:sp>
        <p:nvSpPr>
          <p:cNvPr id="1761" name=""/>
          <p:cNvSpPr/>
          <p:nvPr/>
        </p:nvSpPr>
        <p:spPr>
          <a:xfrm>
            <a:off x="4724280" y="3505320"/>
            <a:ext cx="4267440" cy="2175480"/>
          </a:xfrm>
          <a:prstGeom prst="rect">
            <a:avLst/>
          </a:prstGeom>
          <a:noFill/>
          <a:ln w="0">
            <a:noFill/>
          </a:ln>
        </p:spPr>
        <p:style>
          <a:lnRef idx="0"/>
          <a:fillRef idx="0"/>
          <a:effectRef idx="0"/>
          <a:fontRef idx="minor"/>
        </p:style>
        <p:txBody>
          <a:bodyPr lIns="90000" rIns="90000" tIns="46800" bIns="4680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And we have Just enuf time for VIEWER MALE!</a:t>
            </a:r>
            <a:endParaRPr b="0" lang="en-US" sz="16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Today;z viewer male is from Katie Q., a shemale from Renton, the land of heretics.</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Katie Q. asks: “Why is this magazine so darned mess-ed up-ed in the head-ed?”</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Well, Katie, you see, we have to be messed up and not make any sense because this is a </a:t>
            </a:r>
            <a:r>
              <a:rPr b="0" lang="en-US" sz="900" spc="-1" strike="noStrike">
                <a:solidFill>
                  <a:srgbClr val="cc3300"/>
                </a:solidFill>
                <a:latin typeface="Arial"/>
              </a:rPr>
              <a:t>FILLER MAGASIN </a:t>
            </a:r>
            <a:r>
              <a:rPr b="0" lang="en-US" sz="900" spc="-1" strike="noStrike">
                <a:solidFill>
                  <a:srgbClr val="000000"/>
                </a:solidFill>
                <a:latin typeface="Arial"/>
              </a:rPr>
              <a:t>for the game PROJECTSTAR. I just wanted to get this done fast so I can get to the kissy part. (not really)</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Allright, that make sense? Well, that’s all of SPOTCO weekly magazine for this week. </a:t>
            </a:r>
            <a:endParaRPr b="0" lang="en-US" sz="9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In truth, I might make another one if enuf people play this game I dunno.</a:t>
            </a:r>
            <a:endParaRPr b="0" lang="en-US" sz="900" spc="-1" strike="noStrike">
              <a:solidFill>
                <a:srgbClr val="000000"/>
              </a:solidFill>
              <a:latin typeface="Arial"/>
            </a:endParaRPr>
          </a:p>
        </p:txBody>
      </p:sp>
      <p:sp>
        <p:nvSpPr>
          <p:cNvPr id="1762" name=""/>
          <p:cNvSpPr/>
          <p:nvPr/>
        </p:nvSpPr>
        <p:spPr>
          <a:xfrm>
            <a:off x="9448920" y="4038480"/>
            <a:ext cx="28191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French</a:t>
            </a:r>
            <a:endParaRPr b="0" lang="en-US" sz="1200" spc="-1" strike="noStrike">
              <a:solidFill>
                <a:srgbClr val="000000"/>
              </a:solidFill>
              <a:latin typeface="Arial"/>
            </a:endParaRPr>
          </a:p>
        </p:txBody>
      </p:sp>
      <p:sp>
        <p:nvSpPr>
          <p:cNvPr id="1763" name=""/>
          <p:cNvSpPr/>
          <p:nvPr/>
        </p:nvSpPr>
        <p:spPr>
          <a:xfrm flipH="1">
            <a:off x="6171480" y="5715000"/>
            <a:ext cx="2971800" cy="1143000"/>
          </a:xfrm>
          <a:prstGeom prst="leftArrow">
            <a:avLst>
              <a:gd name="adj1" fmla="val 50000"/>
              <a:gd name="adj2" fmla="val 65000"/>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699" dur="indefinite" restart="never" nodeType="tmRoot">
          <p:childTnLst>
            <p:seq>
              <p:cTn id="4700" dur="indefinite" nodeType="mainSeq">
                <p:childTnLst>
                  <p:par>
                    <p:cTn id="4701" fill="hold">
                      <p:stCondLst>
                        <p:cond delay="0"/>
                      </p:stCondLst>
                      <p:childTnLst>
                        <p:par>
                          <p:cTn id="4702" fill="hold">
                            <p:stCondLst>
                              <p:cond delay="0"/>
                            </p:stCondLst>
                            <p:childTnLst>
                              <p:par>
                                <p:cTn id="4703" nodeType="afterEffect" fill="hold" presetClass="entr" presetID="9">
                                  <p:stCondLst>
                                    <p:cond delay="0"/>
                                  </p:stCondLst>
                                  <p:childTnLst>
                                    <p:set>
                                      <p:cBhvr>
                                        <p:cTn id="4704" dur="1" fill="hold">
                                          <p:stCondLst>
                                            <p:cond delay="0"/>
                                          </p:stCondLst>
                                        </p:cTn>
                                        <p:tgtEl>
                                          <p:spTgt spid="1750"/>
                                        </p:tgtEl>
                                        <p:attrNameLst>
                                          <p:attrName>style.visibility</p:attrName>
                                        </p:attrNameLst>
                                      </p:cBhvr>
                                      <p:to>
                                        <p:strVal val="visible"/>
                                      </p:to>
                                    </p:set>
                                    <p:animEffect filter="dissolve" transition="in">
                                      <p:cBhvr additive="repl">
                                        <p:cTn id="4705" dur="500"/>
                                        <p:tgtEl>
                                          <p:spTgt spid="1750"/>
                                        </p:tgtEl>
                                      </p:cBhvr>
                                    </p:animEffect>
                                  </p:childTnLst>
                                </p:cTn>
                              </p:par>
                            </p:childTnLst>
                          </p:cTn>
                        </p:par>
                        <p:par>
                          <p:cTn id="4706" fill="hold">
                            <p:stCondLst>
                              <p:cond delay="500"/>
                            </p:stCondLst>
                            <p:childTnLst>
                              <p:par>
                                <p:cTn id="4707" nodeType="afterEffect" fill="hold" presetClass="entr" presetID="9">
                                  <p:stCondLst>
                                    <p:cond delay="0"/>
                                  </p:stCondLst>
                                  <p:childTnLst>
                                    <p:set>
                                      <p:cBhvr>
                                        <p:cTn id="4708" dur="1" fill="hold">
                                          <p:stCondLst>
                                            <p:cond delay="0"/>
                                          </p:stCondLst>
                                        </p:cTn>
                                        <p:tgtEl>
                                          <p:spTgt spid="1763"/>
                                        </p:tgtEl>
                                        <p:attrNameLst>
                                          <p:attrName>style.visibility</p:attrName>
                                        </p:attrNameLst>
                                      </p:cBhvr>
                                      <p:to>
                                        <p:strVal val="visible"/>
                                      </p:to>
                                    </p:set>
                                    <p:animEffect filter="dissolve" transition="in">
                                      <p:cBhvr additive="repl">
                                        <p:cTn id="4709" dur="500"/>
                                        <p:tgtEl>
                                          <p:spTgt spid="17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4" name=""/>
          <p:cNvSpPr/>
          <p:nvPr/>
        </p:nvSpPr>
        <p:spPr>
          <a:xfrm>
            <a:off x="1905120" y="2286000"/>
            <a:ext cx="510516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pc="-1" strike="noStrike">
                <a:solidFill>
                  <a:srgbClr val="000000"/>
                </a:solidFill>
                <a:latin typeface="Arial"/>
              </a:rPr>
              <a:t>Back page. Puttin’ I an Advertissme later here, rright?</a:t>
            </a:r>
            <a:endParaRPr b="0" lang="en-US" sz="2400" spc="-1" strike="noStrike">
              <a:solidFill>
                <a:srgbClr val="000000"/>
              </a:solidFill>
              <a:latin typeface="Arial"/>
            </a:endParaRPr>
          </a:p>
        </p:txBody>
      </p:sp>
      <p:pic>
        <p:nvPicPr>
          <p:cNvPr id="1765" name="" descr=""/>
          <p:cNvPicPr/>
          <p:nvPr/>
        </p:nvPicPr>
        <p:blipFill>
          <a:blip r:embed="rId1"/>
          <a:stretch/>
        </p:blipFill>
        <p:spPr>
          <a:xfrm>
            <a:off x="0" y="0"/>
            <a:ext cx="9144000" cy="6858000"/>
          </a:xfrm>
          <a:prstGeom prst="rect">
            <a:avLst/>
          </a:prstGeom>
          <a:ln w="0">
            <a:noFill/>
          </a:ln>
        </p:spPr>
      </p:pic>
      <p:sp>
        <p:nvSpPr>
          <p:cNvPr id="1766" name=""/>
          <p:cNvSpPr/>
          <p:nvPr/>
        </p:nvSpPr>
        <p:spPr>
          <a:xfrm>
            <a:off x="1523880" y="228600"/>
            <a:ext cx="24386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(More ads)</a:t>
            </a:r>
            <a:endParaRPr b="0" lang="en-US" sz="1200" spc="-1" strike="noStrike">
              <a:solidFill>
                <a:srgbClr val="000000"/>
              </a:solidFill>
              <a:latin typeface="Arial"/>
            </a:endParaRPr>
          </a:p>
        </p:txBody>
      </p:sp>
      <p:pic>
        <p:nvPicPr>
          <p:cNvPr id="1767" name="" descr=""/>
          <p:cNvPicPr/>
          <p:nvPr/>
        </p:nvPicPr>
        <p:blipFill>
          <a:blip r:embed="rId2"/>
          <a:stretch/>
        </p:blipFill>
        <p:spPr>
          <a:xfrm>
            <a:off x="304920" y="533520"/>
            <a:ext cx="4724280" cy="555480"/>
          </a:xfrm>
          <a:prstGeom prst="rect">
            <a:avLst/>
          </a:prstGeom>
          <a:ln w="0">
            <a:noFill/>
          </a:ln>
        </p:spPr>
      </p:pic>
      <p:pic>
        <p:nvPicPr>
          <p:cNvPr id="1768" name="" descr=""/>
          <p:cNvPicPr/>
          <p:nvPr/>
        </p:nvPicPr>
        <p:blipFill>
          <a:blip r:embed="rId3"/>
          <a:stretch/>
        </p:blipFill>
        <p:spPr>
          <a:xfrm>
            <a:off x="304920" y="1066680"/>
            <a:ext cx="4647960" cy="559080"/>
          </a:xfrm>
          <a:prstGeom prst="rect">
            <a:avLst/>
          </a:prstGeom>
          <a:ln w="0">
            <a:noFill/>
          </a:ln>
        </p:spPr>
      </p:pic>
      <p:sp>
        <p:nvSpPr>
          <p:cNvPr id="1769" name=""/>
          <p:cNvSpPr/>
          <p:nvPr/>
        </p:nvSpPr>
        <p:spPr>
          <a:xfrm>
            <a:off x="304920" y="1066680"/>
            <a:ext cx="0" cy="6098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770" name=""/>
          <p:cNvSpPr/>
          <p:nvPr/>
        </p:nvSpPr>
        <p:spPr>
          <a:xfrm>
            <a:off x="304920" y="1676520"/>
            <a:ext cx="464796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771" name=""/>
          <p:cNvSpPr/>
          <p:nvPr/>
        </p:nvSpPr>
        <p:spPr>
          <a:xfrm flipV="1">
            <a:off x="4952880" y="1066680"/>
            <a:ext cx="0" cy="6098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772" name=""/>
          <p:cNvSpPr/>
          <p:nvPr/>
        </p:nvSpPr>
        <p:spPr>
          <a:xfrm>
            <a:off x="304920" y="1676520"/>
            <a:ext cx="4647960" cy="609480"/>
          </a:xfrm>
          <a:prstGeom prst="rect">
            <a:avLst/>
          </a:prstGeom>
          <a:solidFill>
            <a:srgbClr val="b2b2b2"/>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73" name=""/>
          <p:cNvSpPr/>
          <p:nvPr/>
        </p:nvSpPr>
        <p:spPr>
          <a:xfrm>
            <a:off x="380880" y="1752480"/>
            <a:ext cx="198144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Free Candy for little kids!</a:t>
            </a:r>
            <a:endParaRPr b="0" lang="en-US" sz="1200" spc="-1" strike="noStrike">
              <a:solidFill>
                <a:srgbClr val="000000"/>
              </a:solidFill>
              <a:latin typeface="Arial"/>
            </a:endParaRPr>
          </a:p>
        </p:txBody>
      </p:sp>
      <p:sp>
        <p:nvSpPr>
          <p:cNvPr id="1774" name=""/>
          <p:cNvSpPr/>
          <p:nvPr/>
        </p:nvSpPr>
        <p:spPr>
          <a:xfrm>
            <a:off x="914400" y="1981080"/>
            <a:ext cx="2743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Just step inside the van! </a:t>
            </a:r>
            <a:endParaRPr b="0" lang="en-US" sz="1200" spc="-1" strike="noStrike">
              <a:solidFill>
                <a:srgbClr val="000000"/>
              </a:solidFill>
              <a:latin typeface="Arial"/>
            </a:endParaRPr>
          </a:p>
        </p:txBody>
      </p:sp>
      <p:pic>
        <p:nvPicPr>
          <p:cNvPr id="1775" name="" descr=""/>
          <p:cNvPicPr/>
          <p:nvPr/>
        </p:nvPicPr>
        <p:blipFill>
          <a:blip r:embed="rId4"/>
          <a:stretch/>
        </p:blipFill>
        <p:spPr>
          <a:xfrm>
            <a:off x="3124080" y="1752480"/>
            <a:ext cx="533520" cy="517680"/>
          </a:xfrm>
          <a:prstGeom prst="rect">
            <a:avLst/>
          </a:prstGeom>
          <a:ln w="0">
            <a:noFill/>
          </a:ln>
        </p:spPr>
      </p:pic>
      <p:pic>
        <p:nvPicPr>
          <p:cNvPr id="1776" name="" descr=""/>
          <p:cNvPicPr/>
          <p:nvPr/>
        </p:nvPicPr>
        <p:blipFill>
          <a:blip r:embed="rId5"/>
          <a:stretch/>
        </p:blipFill>
        <p:spPr>
          <a:xfrm>
            <a:off x="304920" y="2286000"/>
            <a:ext cx="4647960" cy="685800"/>
          </a:xfrm>
          <a:prstGeom prst="rect">
            <a:avLst/>
          </a:prstGeom>
          <a:ln w="0">
            <a:noFill/>
          </a:ln>
        </p:spPr>
      </p:pic>
      <p:pic>
        <p:nvPicPr>
          <p:cNvPr id="1777" name="" descr=""/>
          <p:cNvPicPr/>
          <p:nvPr/>
        </p:nvPicPr>
        <p:blipFill>
          <a:blip r:embed="rId6"/>
          <a:stretch/>
        </p:blipFill>
        <p:spPr>
          <a:xfrm>
            <a:off x="304920" y="2971800"/>
            <a:ext cx="4647960" cy="685800"/>
          </a:xfrm>
          <a:prstGeom prst="rect">
            <a:avLst/>
          </a:prstGeom>
          <a:ln w="0">
            <a:noFill/>
          </a:ln>
        </p:spPr>
      </p:pic>
      <p:pic>
        <p:nvPicPr>
          <p:cNvPr id="1778" name="" descr=""/>
          <p:cNvPicPr/>
          <p:nvPr/>
        </p:nvPicPr>
        <p:blipFill>
          <a:blip r:embed="rId7"/>
          <a:stretch/>
        </p:blipFill>
        <p:spPr>
          <a:xfrm>
            <a:off x="304920" y="3657600"/>
            <a:ext cx="4647960" cy="609480"/>
          </a:xfrm>
          <a:prstGeom prst="rect">
            <a:avLst/>
          </a:prstGeom>
          <a:ln w="0">
            <a:noFill/>
          </a:ln>
        </p:spPr>
      </p:pic>
      <p:sp>
        <p:nvSpPr>
          <p:cNvPr id="1779" name=""/>
          <p:cNvSpPr/>
          <p:nvPr/>
        </p:nvSpPr>
        <p:spPr>
          <a:xfrm>
            <a:off x="304920" y="4267080"/>
            <a:ext cx="4647960" cy="609840"/>
          </a:xfrm>
          <a:prstGeom prst="rect">
            <a:avLst/>
          </a:prstGeom>
          <a:solidFill>
            <a:srgbClr val="b2b2b2"/>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80" name=""/>
          <p:cNvSpPr/>
          <p:nvPr/>
        </p:nvSpPr>
        <p:spPr>
          <a:xfrm>
            <a:off x="533520" y="4419720"/>
            <a:ext cx="23619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Do you like puppies?</a:t>
            </a:r>
            <a:endParaRPr b="0" lang="en-US" sz="1200" spc="-1" strike="noStrike">
              <a:solidFill>
                <a:srgbClr val="000000"/>
              </a:solidFill>
              <a:latin typeface="Arial"/>
            </a:endParaRPr>
          </a:p>
        </p:txBody>
      </p:sp>
      <p:sp>
        <p:nvSpPr>
          <p:cNvPr id="1781" name=""/>
          <p:cNvSpPr/>
          <p:nvPr/>
        </p:nvSpPr>
        <p:spPr>
          <a:xfrm>
            <a:off x="2286000" y="4572000"/>
            <a:ext cx="18288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Puppies are cute.</a:t>
            </a:r>
            <a:endParaRPr b="0" lang="en-US" sz="1200" spc="-1" strike="noStrike">
              <a:solidFill>
                <a:srgbClr val="000000"/>
              </a:solidFill>
              <a:latin typeface="Arial"/>
            </a:endParaRPr>
          </a:p>
        </p:txBody>
      </p:sp>
      <p:sp>
        <p:nvSpPr>
          <p:cNvPr id="1782" name=""/>
          <p:cNvSpPr/>
          <p:nvPr/>
        </p:nvSpPr>
        <p:spPr>
          <a:xfrm>
            <a:off x="304920" y="4876920"/>
            <a:ext cx="4647960" cy="6094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83" name=""/>
          <p:cNvSpPr/>
          <p:nvPr/>
        </p:nvSpPr>
        <p:spPr>
          <a:xfrm>
            <a:off x="609480" y="5029200"/>
            <a:ext cx="2133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0000"/>
                </a:solidFill>
                <a:latin typeface="Arial"/>
              </a:rPr>
              <a:t>Spotco Inc.</a:t>
            </a:r>
            <a:endParaRPr b="0" lang="en-US" sz="1800" spc="-1" strike="noStrike">
              <a:solidFill>
                <a:srgbClr val="000000"/>
              </a:solidFill>
              <a:latin typeface="Arial"/>
            </a:endParaRPr>
          </a:p>
        </p:txBody>
      </p:sp>
      <p:sp>
        <p:nvSpPr>
          <p:cNvPr id="1784" name=""/>
          <p:cNvSpPr/>
          <p:nvPr/>
        </p:nvSpPr>
        <p:spPr>
          <a:xfrm>
            <a:off x="1981080" y="5029200"/>
            <a:ext cx="2362320" cy="459000"/>
          </a:xfrm>
          <a:prstGeom prst="rect">
            <a:avLst/>
          </a:prstGeom>
          <a:noFill/>
          <a:ln w="0">
            <a:noFill/>
          </a:ln>
        </p:spPr>
        <p:style>
          <a:lnRef idx="0"/>
          <a:fillRef idx="0"/>
          <a:effectRef idx="0"/>
          <a:fontRef idx="minor"/>
        </p:style>
        <p:txBody>
          <a:bodyPr lIns="90000" rIns="90000" tIns="46800" bIns="46800" anchor="t">
            <a:spAutoFit/>
          </a:bodyPr>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800" spc="-1" strike="noStrike">
                <a:solidFill>
                  <a:srgbClr val="000000"/>
                </a:solidFill>
                <a:latin typeface="Arial"/>
              </a:rPr>
              <a:t>Leading teh way with groundbreaking, innovative software for the PowerPoint platform</a:t>
            </a:r>
            <a:endParaRPr b="0" lang="en-US" sz="800" spc="-1" strike="noStrike">
              <a:solidFill>
                <a:srgbClr val="000000"/>
              </a:solidFill>
              <a:latin typeface="Arial"/>
            </a:endParaRPr>
          </a:p>
        </p:txBody>
      </p:sp>
      <p:sp>
        <p:nvSpPr>
          <p:cNvPr id="1785" name=""/>
          <p:cNvSpPr/>
          <p:nvPr/>
        </p:nvSpPr>
        <p:spPr>
          <a:xfrm>
            <a:off x="609480" y="5791320"/>
            <a:ext cx="3962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Your Subscription has expired. Call ur mom </a:t>
            </a:r>
            <a:endParaRPr b="0" lang="en-US" sz="1200" spc="-1" strike="noStrike">
              <a:solidFill>
                <a:srgbClr val="000000"/>
              </a:solidFill>
              <a:latin typeface="Arial"/>
            </a:endParaRPr>
          </a:p>
        </p:txBody>
      </p:sp>
      <p:sp>
        <p:nvSpPr>
          <p:cNvPr id="1786" name=""/>
          <p:cNvSpPr/>
          <p:nvPr/>
        </p:nvSpPr>
        <p:spPr>
          <a:xfrm>
            <a:off x="0" y="5715000"/>
            <a:ext cx="2971800" cy="1143000"/>
          </a:xfrm>
          <a:prstGeom prst="leftArrow">
            <a:avLst>
              <a:gd name="adj1" fmla="val 50000"/>
              <a:gd name="adj2" fmla="val 65000"/>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787" name=""/>
          <p:cNvSpPr txBox="1"/>
          <p:nvPr/>
        </p:nvSpPr>
        <p:spPr>
          <a:xfrm>
            <a:off x="7162920" y="6019920"/>
            <a:ext cx="1981080" cy="83808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000000"/>
                </a:solidFill>
                <a:latin typeface="Arial Black"/>
              </a:rPr>
              <a:t>(Close)</a:t>
            </a:r>
            <a:endParaRPr b="0" lang="en-US" sz="1800" spc="1" strike="noStrike">
              <a:ln w="9360">
                <a:solidFill>
                  <a:srgbClr val="000000"/>
                </a:solidFill>
                <a:miter/>
              </a:ln>
              <a:solidFill>
                <a:srgbClr val="000000"/>
              </a:solidFill>
              <a:latin typeface="Arial Black"/>
              <a:ea typeface="Arial Black"/>
            </a:endParaRPr>
          </a:p>
        </p:txBody>
      </p:sp>
      <p:sp>
        <p:nvSpPr>
          <p:cNvPr id="1788" name=""/>
          <p:cNvSpPr/>
          <p:nvPr/>
        </p:nvSpPr>
        <p:spPr>
          <a:xfrm>
            <a:off x="304920" y="2286000"/>
            <a:ext cx="464796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timing>
    <p:tnLst>
      <p:par>
        <p:cTn id="4710" dur="indefinite" restart="never" nodeType="tmRoot">
          <p:childTnLst>
            <p:seq>
              <p:cTn id="4711" dur="indefinite" nodeType="mainSeq">
                <p:childTnLst>
                  <p:par>
                    <p:cTn id="4712" fill="hold">
                      <p:stCondLst>
                        <p:cond delay="0"/>
                      </p:stCondLst>
                      <p:childTnLst>
                        <p:par>
                          <p:cTn id="4713" fill="hold">
                            <p:stCondLst>
                              <p:cond delay="0"/>
                            </p:stCondLst>
                            <p:childTnLst>
                              <p:par>
                                <p:cTn id="4714" nodeType="afterEffect" fill="hold" presetClass="entr" presetID="9">
                                  <p:stCondLst>
                                    <p:cond delay="0"/>
                                  </p:stCondLst>
                                  <p:childTnLst>
                                    <p:set>
                                      <p:cBhvr>
                                        <p:cTn id="4715" dur="1" fill="hold">
                                          <p:stCondLst>
                                            <p:cond delay="0"/>
                                          </p:stCondLst>
                                        </p:cTn>
                                        <p:tgtEl>
                                          <p:spTgt spid="1786"/>
                                        </p:tgtEl>
                                        <p:attrNameLst>
                                          <p:attrName>style.visibility</p:attrName>
                                        </p:attrNameLst>
                                      </p:cBhvr>
                                      <p:to>
                                        <p:strVal val="visible"/>
                                      </p:to>
                                    </p:set>
                                    <p:animEffect filter="dissolve" transition="in">
                                      <p:cBhvr additive="repl">
                                        <p:cTn id="4716" dur="500"/>
                                        <p:tgtEl>
                                          <p:spTgt spid="1786"/>
                                        </p:tgtEl>
                                      </p:cBhvr>
                                    </p:animEffect>
                                  </p:childTnLst>
                                </p:cTn>
                              </p:par>
                              <p:par>
                                <p:cTn id="4717" nodeType="withEffect" fill="hold" presetClass="emph" presetID="27">
                                  <p:stCondLst>
                                    <p:cond delay="0"/>
                                  </p:stCondLst>
                                  <p:childTnLst>
                                    <p:animClr clrSpc="rgb">
                                      <p:cBhvr>
                                        <p:cTn id="4718" dur="1000" autoRev="1" fill="hold"/>
                                        <p:tgtEl>
                                          <p:spTgt spid="1787"/>
                                        </p:tgtEl>
                                        <p:attrNameLst>
                                          <p:attrName>style.color</p:attrName>
                                        </p:attrNameLst>
                                      </p:cBhvr>
                                      <p:to>
                                        <a:srgbClr val="ffff00"/>
                                      </p:to>
                                    </p:animClr>
                                    <p:animClr clrSpc="rgb">
                                      <p:cBhvr>
                                        <p:cTn id="4719" dur="1000" autoRev="1" fill="hold"/>
                                        <p:tgtEl>
                                          <p:spTgt spid="1787"/>
                                        </p:tgtEl>
                                        <p:attrNameLst>
                                          <p:attrName>fillcolor</p:attrName>
                                        </p:attrNameLst>
                                      </p:cBhvr>
                                      <p:to>
                                        <a:srgbClr val="ffff00"/>
                                      </p:to>
                                    </p:animClr>
                                    <p:set>
                                      <p:cBhvr>
                                        <p:cTn id="4720" dur="1000" autoRev="1" fill="hold"/>
                                        <p:tgtEl>
                                          <p:spTgt spid="1787"/>
                                        </p:tgtEl>
                                        <p:attrNameLst>
                                          <p:attrName>fill.type</p:attrName>
                                        </p:attrNameLst>
                                      </p:cBhvr>
                                      <p:to>
                                        <p:strVal val="solid"/>
                                      </p:to>
                                    </p:set>
                                  </p:childTnLst>
                                </p:cTn>
                              </p:par>
                            </p:childTnLst>
                          </p:cTn>
                        </p:par>
                        <p:par>
                          <p:cTn id="4721" fill="hold">
                            <p:stCondLst>
                              <p:cond delay="2000"/>
                            </p:stCondLst>
                            <p:childTnLst>
                              <p:par>
                                <p:cTn id="4722" nodeType="afterEffect" fill="hold" presetClass="emph" presetID="27">
                                  <p:stCondLst>
                                    <p:cond delay="0"/>
                                  </p:stCondLst>
                                  <p:childTnLst>
                                    <p:animClr clrSpc="rgb">
                                      <p:cBhvr>
                                        <p:cTn id="4723" dur="1000" autoRev="1" fill="hold"/>
                                        <p:tgtEl>
                                          <p:spTgt spid="1787"/>
                                        </p:tgtEl>
                                        <p:attrNameLst>
                                          <p:attrName>style.color</p:attrName>
                                        </p:attrNameLst>
                                      </p:cBhvr>
                                      <p:to>
                                        <a:srgbClr val="ffff00"/>
                                      </p:to>
                                    </p:animClr>
                                    <p:animClr clrSpc="rgb">
                                      <p:cBhvr>
                                        <p:cTn id="4724" dur="1000" autoRev="1" fill="hold"/>
                                        <p:tgtEl>
                                          <p:spTgt spid="1787"/>
                                        </p:tgtEl>
                                        <p:attrNameLst>
                                          <p:attrName>fillcolor</p:attrName>
                                        </p:attrNameLst>
                                      </p:cBhvr>
                                      <p:to>
                                        <a:srgbClr val="ffff00"/>
                                      </p:to>
                                    </p:animClr>
                                    <p:set>
                                      <p:cBhvr>
                                        <p:cTn id="4725" dur="1000" autoRev="1" fill="hold"/>
                                        <p:tgtEl>
                                          <p:spTgt spid="1787"/>
                                        </p:tgtEl>
                                        <p:attrNameLst>
                                          <p:attrName>fill.type</p:attrName>
                                        </p:attrNameLst>
                                      </p:cBhvr>
                                      <p:to>
                                        <p:strVal val="solid"/>
                                      </p:to>
                                    </p:set>
                                  </p:childTnLst>
                                </p:cTn>
                              </p:par>
                            </p:childTnLst>
                          </p:cTn>
                        </p:par>
                        <p:par>
                          <p:cTn id="4726" fill="hold">
                            <p:stCondLst>
                              <p:cond delay="4000"/>
                            </p:stCondLst>
                            <p:childTnLst>
                              <p:par>
                                <p:cTn id="4727" nodeType="afterEffect" fill="hold" presetClass="emph" presetID="27">
                                  <p:stCondLst>
                                    <p:cond delay="0"/>
                                  </p:stCondLst>
                                  <p:childTnLst>
                                    <p:animClr clrSpc="rgb">
                                      <p:cBhvr>
                                        <p:cTn id="4728" dur="1000" autoRev="1" fill="hold"/>
                                        <p:tgtEl>
                                          <p:spTgt spid="1787"/>
                                        </p:tgtEl>
                                        <p:attrNameLst>
                                          <p:attrName>style.color</p:attrName>
                                        </p:attrNameLst>
                                      </p:cBhvr>
                                      <p:to>
                                        <a:srgbClr val="ffff00"/>
                                      </p:to>
                                    </p:animClr>
                                    <p:animClr clrSpc="rgb">
                                      <p:cBhvr>
                                        <p:cTn id="4729" dur="1000" autoRev="1" fill="hold"/>
                                        <p:tgtEl>
                                          <p:spTgt spid="1787"/>
                                        </p:tgtEl>
                                        <p:attrNameLst>
                                          <p:attrName>fillcolor</p:attrName>
                                        </p:attrNameLst>
                                      </p:cBhvr>
                                      <p:to>
                                        <a:srgbClr val="ffff00"/>
                                      </p:to>
                                    </p:animClr>
                                    <p:set>
                                      <p:cBhvr>
                                        <p:cTn id="4730" dur="1000" autoRev="1" fill="hold"/>
                                        <p:tgtEl>
                                          <p:spTgt spid="1787"/>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789" name="" descr=""/>
          <p:cNvPicPr/>
          <p:nvPr/>
        </p:nvPicPr>
        <p:blipFill>
          <a:blip r:embed="rId1"/>
          <a:stretch/>
        </p:blipFill>
        <p:spPr>
          <a:xfrm>
            <a:off x="0" y="0"/>
            <a:ext cx="9144000" cy="6858000"/>
          </a:xfrm>
          <a:prstGeom prst="rect">
            <a:avLst/>
          </a:prstGeom>
          <a:ln w="0">
            <a:noFill/>
          </a:ln>
        </p:spPr>
      </p:pic>
      <p:sp>
        <p:nvSpPr>
          <p:cNvPr id="1790" name=""/>
          <p:cNvSpPr/>
          <p:nvPr/>
        </p:nvSpPr>
        <p:spPr>
          <a:xfrm>
            <a:off x="2666880" y="-533520"/>
            <a:ext cx="297180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Shameless waste of time eh? Ahahhahahahhahahahaha…. I dunno.</a:t>
            </a:r>
            <a:endParaRPr b="0" lang="en-US" sz="1200" spc="-1" strike="noStrike">
              <a:solidFill>
                <a:srgbClr val="000000"/>
              </a:solidFill>
              <a:latin typeface="Arial"/>
            </a:endParaRPr>
          </a:p>
        </p:txBody>
      </p:sp>
    </p:spTree>
  </p:cSld>
</p:sld>
</file>

<file path=ppt/slides/slide2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791" name="" descr=""/>
          <p:cNvPicPr/>
          <p:nvPr/>
        </p:nvPicPr>
        <p:blipFill>
          <a:blip r:embed="rId1"/>
          <a:stretch/>
        </p:blipFill>
        <p:spPr>
          <a:xfrm>
            <a:off x="0" y="0"/>
            <a:ext cx="9144000" cy="6858000"/>
          </a:xfrm>
          <a:prstGeom prst="rect">
            <a:avLst/>
          </a:prstGeom>
          <a:ln w="0">
            <a:noFill/>
          </a:ln>
        </p:spPr>
      </p:pic>
      <p:pic>
        <p:nvPicPr>
          <p:cNvPr id="1792" name="" descr=""/>
          <p:cNvPicPr/>
          <p:nvPr/>
        </p:nvPicPr>
        <p:blipFill>
          <a:blip r:embed="rId2"/>
          <a:stretch/>
        </p:blipFill>
        <p:spPr>
          <a:xfrm>
            <a:off x="6019920" y="5307120"/>
            <a:ext cx="3124080" cy="1550880"/>
          </a:xfrm>
          <a:prstGeom prst="rect">
            <a:avLst/>
          </a:prstGeom>
          <a:ln w="0">
            <a:noFill/>
          </a:ln>
        </p:spPr>
      </p:pic>
      <p:sp>
        <p:nvSpPr>
          <p:cNvPr id="1793" name=""/>
          <p:cNvSpPr/>
          <p:nvPr/>
        </p:nvSpPr>
        <p:spPr>
          <a:xfrm>
            <a:off x="6248520" y="5791320"/>
            <a:ext cx="23619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 was…dumb…</a:t>
            </a:r>
            <a:endParaRPr b="0" lang="en-US" sz="1200" spc="-1" strike="noStrike">
              <a:solidFill>
                <a:srgbClr val="000000"/>
              </a:solidFill>
              <a:latin typeface="Arial"/>
            </a:endParaRPr>
          </a:p>
        </p:txBody>
      </p:sp>
    </p:spTree>
  </p:cSld>
  <p:timing>
    <p:tnLst>
      <p:par>
        <p:cTn id="4731" dur="indefinite" restart="never" nodeType="tmRoot">
          <p:childTnLst>
            <p:seq>
              <p:cTn id="4732" dur="indefinite" nodeType="mainSeq">
                <p:childTnLst>
                  <p:par>
                    <p:cTn id="4733" fill="hold">
                      <p:stCondLst>
                        <p:cond delay="0"/>
                      </p:stCondLst>
                      <p:childTnLst>
                        <p:par>
                          <p:cTn id="4734" fill="hold">
                            <p:stCondLst>
                              <p:cond delay="0"/>
                            </p:stCondLst>
                            <p:childTnLst>
                              <p:par>
                                <p:cTn id="4735" nodeType="afterEffect" fill="hold" presetClass="entr" presetID="9">
                                  <p:stCondLst>
                                    <p:cond delay="0"/>
                                  </p:stCondLst>
                                  <p:childTnLst>
                                    <p:set>
                                      <p:cBhvr>
                                        <p:cTn id="4736" dur="1" fill="hold">
                                          <p:stCondLst>
                                            <p:cond delay="0"/>
                                          </p:stCondLst>
                                        </p:cTn>
                                        <p:tgtEl>
                                          <p:spTgt spid="1792"/>
                                        </p:tgtEl>
                                        <p:attrNameLst>
                                          <p:attrName>style.visibility</p:attrName>
                                        </p:attrNameLst>
                                      </p:cBhvr>
                                      <p:to>
                                        <p:strVal val="visible"/>
                                      </p:to>
                                    </p:set>
                                    <p:animEffect filter="dissolve" transition="in">
                                      <p:cBhvr additive="repl">
                                        <p:cTn id="4737" dur="500"/>
                                        <p:tgtEl>
                                          <p:spTgt spid="1792"/>
                                        </p:tgtEl>
                                      </p:cBhvr>
                                    </p:animEffect>
                                  </p:childTnLst>
                                </p:cTn>
                              </p:par>
                            </p:childTnLst>
                          </p:cTn>
                        </p:par>
                        <p:par>
                          <p:cTn id="4738" fill="hold">
                            <p:stCondLst>
                              <p:cond delay="500"/>
                            </p:stCondLst>
                            <p:childTnLst>
                              <p:par>
                                <p:cTn id="4739" nodeType="afterEffect" fill="hold" presetClass="entr" presetID="27">
                                  <p:stCondLst>
                                    <p:cond delay="0"/>
                                  </p:stCondLst>
                                  <p:iterate type="lt">
                                    <p:tmAbs val="40"/>
                                  </p:iterate>
                                  <p:childTnLst>
                                    <p:set>
                                      <p:cBhvr>
                                        <p:cTn id="4740" dur="1" fill="hold">
                                          <p:stCondLst>
                                            <p:cond delay="0"/>
                                          </p:stCondLst>
                                        </p:cTn>
                                        <p:tgtEl>
                                          <p:spTgt spid="1793"/>
                                        </p:tgtEl>
                                        <p:attrNameLst>
                                          <p:attrName>style.visibility</p:attrName>
                                        </p:attrNameLst>
                                      </p:cBhvr>
                                      <p:to>
                                        <p:strVal val="visible"/>
                                      </p:to>
                                    </p:set>
                                    <p:anim calcmode="discrete" valueType="clr">
                                      <p:cBhvr additive="repl">
                                        <p:cTn id="4741" dur="80"/>
                                        <p:tgtEl>
                                          <p:spTgt spid="1793"/>
                                        </p:tgtEl>
                                        <p:attrNameLst>
                                          <p:attrName>style.color</p:attrName>
                                        </p:attrNameLst>
                                      </p:cBhvr>
                                      <p:tavLst>
                                        <p:tav tm="0">
                                          <p:val>
                                            <p:strVal val="rgb(-103,51,51)"/>
                                          </p:val>
                                        </p:tav>
                                        <p:tav tm="50000">
                                          <p:val>
                                            <p:strVal val="rgb(-103,-103,0)"/>
                                          </p:val>
                                        </p:tav>
                                      </p:tavLst>
                                    </p:anim>
                                    <p:anim calcmode="discrete" valueType="clr">
                                      <p:cBhvr additive="repl">
                                        <p:cTn id="4742" dur="80"/>
                                        <p:tgtEl>
                                          <p:spTgt spid="1793"/>
                                        </p:tgtEl>
                                        <p:attrNameLst>
                                          <p:attrName>fillcolor</p:attrName>
                                        </p:attrNameLst>
                                      </p:cBhvr>
                                      <p:tavLst>
                                        <p:tav tm="0">
                                          <p:val>
                                            <p:strVal val="rgb(-103,51,51)"/>
                                          </p:val>
                                        </p:tav>
                                        <p:tav tm="50000">
                                          <p:val>
                                            <p:strVal val="rgb(-103,-103,0)"/>
                                          </p:val>
                                        </p:tav>
                                      </p:tavLst>
                                    </p:anim>
                                    <p:set>
                                      <p:cBhvr>
                                        <p:cTn id="4743" dur="80"/>
                                        <p:tgtEl>
                                          <p:spTgt spid="1793"/>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794" name="" descr=""/>
          <p:cNvPicPr/>
          <p:nvPr/>
        </p:nvPicPr>
        <p:blipFill>
          <a:blip r:embed="rId1"/>
          <a:stretch/>
        </p:blipFill>
        <p:spPr>
          <a:xfrm>
            <a:off x="0" y="0"/>
            <a:ext cx="9144000" cy="6858000"/>
          </a:xfrm>
          <a:prstGeom prst="rect">
            <a:avLst/>
          </a:prstGeom>
          <a:ln w="0">
            <a:noFill/>
          </a:ln>
        </p:spPr>
      </p:pic>
      <p:pic>
        <p:nvPicPr>
          <p:cNvPr id="1795" name="" descr=""/>
          <p:cNvPicPr/>
          <p:nvPr/>
        </p:nvPicPr>
        <p:blipFill>
          <a:blip r:embed="rId2"/>
          <a:stretch/>
        </p:blipFill>
        <p:spPr>
          <a:xfrm>
            <a:off x="6019920" y="5307120"/>
            <a:ext cx="3124080" cy="1550880"/>
          </a:xfrm>
          <a:prstGeom prst="rect">
            <a:avLst/>
          </a:prstGeom>
          <a:ln w="0">
            <a:noFill/>
          </a:ln>
        </p:spPr>
      </p:pic>
      <p:sp>
        <p:nvSpPr>
          <p:cNvPr id="1796" name=""/>
          <p:cNvSpPr/>
          <p:nvPr/>
        </p:nvSpPr>
        <p:spPr>
          <a:xfrm>
            <a:off x="6248520" y="5791320"/>
            <a:ext cx="23619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 was…dumb…</a:t>
            </a:r>
            <a:endParaRPr b="0" lang="en-US" sz="1200" spc="-1" strike="noStrike">
              <a:solidFill>
                <a:srgbClr val="000000"/>
              </a:solidFill>
              <a:latin typeface="Arial"/>
            </a:endParaRPr>
          </a:p>
        </p:txBody>
      </p:sp>
    </p:spTree>
  </p:cSld>
  <p:transition spd="med" advTm="2000">
    <p:fade/>
  </p:transition>
</p:sld>
</file>

<file path=ppt/slides/slide2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797" name="" descr=""/>
          <p:cNvPicPr/>
          <p:nvPr/>
        </p:nvPicPr>
        <p:blipFill>
          <a:blip r:embed="rId1"/>
          <a:stretch/>
        </p:blipFill>
        <p:spPr>
          <a:xfrm>
            <a:off x="0" y="0"/>
            <a:ext cx="9144000" cy="6858000"/>
          </a:xfrm>
          <a:prstGeom prst="rect">
            <a:avLst/>
          </a:prstGeom>
          <a:ln w="0">
            <a:noFill/>
          </a:ln>
        </p:spPr>
      </p:pic>
      <p:pic>
        <p:nvPicPr>
          <p:cNvPr id="1798" name="" descr=""/>
          <p:cNvPicPr/>
          <p:nvPr/>
        </p:nvPicPr>
        <p:blipFill>
          <a:blip r:embed="rId2"/>
          <a:stretch/>
        </p:blipFill>
        <p:spPr>
          <a:xfrm>
            <a:off x="6019920" y="5307120"/>
            <a:ext cx="3124080" cy="1550880"/>
          </a:xfrm>
          <a:prstGeom prst="rect">
            <a:avLst/>
          </a:prstGeom>
          <a:ln w="0">
            <a:noFill/>
          </a:ln>
        </p:spPr>
      </p:pic>
      <p:sp>
        <p:nvSpPr>
          <p:cNvPr id="1799" name=""/>
          <p:cNvSpPr/>
          <p:nvPr/>
        </p:nvSpPr>
        <p:spPr>
          <a:xfrm>
            <a:off x="6248520" y="5791320"/>
            <a:ext cx="23619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 was…dumb…</a:t>
            </a:r>
            <a:endParaRPr b="0" lang="en-US" sz="1200" spc="-1" strike="noStrike">
              <a:solidFill>
                <a:srgbClr val="000000"/>
              </a:solidFill>
              <a:latin typeface="Arial"/>
            </a:endParaRPr>
          </a:p>
        </p:txBody>
      </p:sp>
      <p:pic>
        <p:nvPicPr>
          <p:cNvPr id="1800" name="" descr=""/>
          <p:cNvPicPr/>
          <p:nvPr/>
        </p:nvPicPr>
        <p:blipFill>
          <a:blip r:embed="rId3"/>
          <a:stretch/>
        </p:blipFill>
        <p:spPr>
          <a:xfrm>
            <a:off x="0" y="5334120"/>
            <a:ext cx="3124080" cy="1523880"/>
          </a:xfrm>
          <a:prstGeom prst="rect">
            <a:avLst/>
          </a:prstGeom>
          <a:ln w="0">
            <a:noFill/>
          </a:ln>
        </p:spPr>
      </p:pic>
      <p:sp>
        <p:nvSpPr>
          <p:cNvPr id="1801" name=""/>
          <p:cNvSpPr/>
          <p:nvPr/>
        </p:nvSpPr>
        <p:spPr>
          <a:xfrm>
            <a:off x="228600" y="5791320"/>
            <a:ext cx="23623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now… having fun?</a:t>
            </a:r>
            <a:endParaRPr b="0" lang="en-US" sz="1200" spc="-1" strike="noStrike">
              <a:solidFill>
                <a:srgbClr val="000000"/>
              </a:solidFill>
              <a:latin typeface="Arial"/>
            </a:endParaRPr>
          </a:p>
        </p:txBody>
      </p:sp>
      <p:sp>
        <p:nvSpPr>
          <p:cNvPr id="1802" name=""/>
          <p:cNvSpPr/>
          <p:nvPr/>
        </p:nvSpPr>
        <p:spPr>
          <a:xfrm>
            <a:off x="6248520" y="5791320"/>
            <a:ext cx="23619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How can you read these magazines? They’re just so… dumb.</a:t>
            </a:r>
            <a:endParaRPr b="0" lang="en-US" sz="1200" spc="-1" strike="noStrike">
              <a:solidFill>
                <a:srgbClr val="000000"/>
              </a:solidFill>
              <a:latin typeface="Arial"/>
            </a:endParaRPr>
          </a:p>
        </p:txBody>
      </p:sp>
      <p:sp>
        <p:nvSpPr>
          <p:cNvPr id="1803" name=""/>
          <p:cNvSpPr/>
          <p:nvPr/>
        </p:nvSpPr>
        <p:spPr>
          <a:xfrm>
            <a:off x="228600" y="5791320"/>
            <a:ext cx="236232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Whatever.</a:t>
            </a:r>
            <a:endParaRPr b="0" lang="en-US" sz="1200" spc="-1" strike="noStrike">
              <a:solidFill>
                <a:srgbClr val="000000"/>
              </a:solidFill>
              <a:latin typeface="Arial"/>
            </a:endParaRPr>
          </a:p>
        </p:txBody>
      </p:sp>
      <p:sp>
        <p:nvSpPr>
          <p:cNvPr id="1804" name=""/>
          <p:cNvSpPr/>
          <p:nvPr/>
        </p:nvSpPr>
        <p:spPr>
          <a:xfrm>
            <a:off x="-685800" y="2057400"/>
            <a:ext cx="685800" cy="76212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med" advTm="0">
    <p:fade/>
  </p:transition>
  <p:timing>
    <p:tnLst>
      <p:par>
        <p:cTn id="4744" dur="indefinite" restart="never" nodeType="tmRoot">
          <p:childTnLst>
            <p:seq>
              <p:cTn id="4745" dur="indefinite" nodeType="mainSeq">
                <p:childTnLst>
                  <p:par>
                    <p:cTn id="4746" fill="hold">
                      <p:stCondLst>
                        <p:cond delay="0"/>
                      </p:stCondLst>
                      <p:childTnLst>
                        <p:par>
                          <p:cTn id="4747" fill="hold">
                            <p:stCondLst>
                              <p:cond delay="0"/>
                            </p:stCondLst>
                            <p:childTnLst>
                              <p:par>
                                <p:cTn id="4748" nodeType="afterEffect" fill="hold" presetClass="entr" presetID="9">
                                  <p:stCondLst>
                                    <p:cond delay="0"/>
                                  </p:stCondLst>
                                  <p:childTnLst>
                                    <p:set>
                                      <p:cBhvr>
                                        <p:cTn id="4749" dur="1" fill="hold">
                                          <p:stCondLst>
                                            <p:cond delay="0"/>
                                          </p:stCondLst>
                                        </p:cTn>
                                        <p:tgtEl>
                                          <p:spTgt spid="1800"/>
                                        </p:tgtEl>
                                        <p:attrNameLst>
                                          <p:attrName>style.visibility</p:attrName>
                                        </p:attrNameLst>
                                      </p:cBhvr>
                                      <p:to>
                                        <p:strVal val="visible"/>
                                      </p:to>
                                    </p:set>
                                    <p:animEffect filter="dissolve" transition="in">
                                      <p:cBhvr additive="repl">
                                        <p:cTn id="4750" dur="500"/>
                                        <p:tgtEl>
                                          <p:spTgt spid="1800"/>
                                        </p:tgtEl>
                                      </p:cBhvr>
                                    </p:animEffect>
                                  </p:childTnLst>
                                </p:cTn>
                              </p:par>
                            </p:childTnLst>
                          </p:cTn>
                        </p:par>
                        <p:par>
                          <p:cTn id="4751" fill="hold">
                            <p:stCondLst>
                              <p:cond delay="500"/>
                            </p:stCondLst>
                            <p:childTnLst>
                              <p:par>
                                <p:cTn id="4752" nodeType="afterEffect" fill="hold" presetClass="entr" presetID="27">
                                  <p:stCondLst>
                                    <p:cond delay="0"/>
                                  </p:stCondLst>
                                  <p:iterate type="lt">
                                    <p:tmAbs val="40"/>
                                  </p:iterate>
                                  <p:childTnLst>
                                    <p:set>
                                      <p:cBhvr>
                                        <p:cTn id="4753" dur="1" fill="hold">
                                          <p:stCondLst>
                                            <p:cond delay="0"/>
                                          </p:stCondLst>
                                        </p:cTn>
                                        <p:tgtEl>
                                          <p:spTgt spid="1801"/>
                                        </p:tgtEl>
                                        <p:attrNameLst>
                                          <p:attrName>style.visibility</p:attrName>
                                        </p:attrNameLst>
                                      </p:cBhvr>
                                      <p:to>
                                        <p:strVal val="visible"/>
                                      </p:to>
                                    </p:set>
                                    <p:anim calcmode="discrete" valueType="clr">
                                      <p:cBhvr additive="repl">
                                        <p:cTn id="4754" dur="80"/>
                                        <p:tgtEl>
                                          <p:spTgt spid="1801"/>
                                        </p:tgtEl>
                                        <p:attrNameLst>
                                          <p:attrName>style.color</p:attrName>
                                        </p:attrNameLst>
                                      </p:cBhvr>
                                      <p:tavLst>
                                        <p:tav tm="0">
                                          <p:val>
                                            <p:strVal val="rgb(-103,51,51)"/>
                                          </p:val>
                                        </p:tav>
                                        <p:tav tm="50000">
                                          <p:val>
                                            <p:strVal val="rgb(-103,-103,0)"/>
                                          </p:val>
                                        </p:tav>
                                      </p:tavLst>
                                    </p:anim>
                                    <p:anim calcmode="discrete" valueType="clr">
                                      <p:cBhvr additive="repl">
                                        <p:cTn id="4755" dur="80"/>
                                        <p:tgtEl>
                                          <p:spTgt spid="1801"/>
                                        </p:tgtEl>
                                        <p:attrNameLst>
                                          <p:attrName>fillcolor</p:attrName>
                                        </p:attrNameLst>
                                      </p:cBhvr>
                                      <p:tavLst>
                                        <p:tav tm="0">
                                          <p:val>
                                            <p:strVal val="rgb(-103,51,51)"/>
                                          </p:val>
                                        </p:tav>
                                        <p:tav tm="50000">
                                          <p:val>
                                            <p:strVal val="rgb(-103,-103,0)"/>
                                          </p:val>
                                        </p:tav>
                                      </p:tavLst>
                                    </p:anim>
                                    <p:set>
                                      <p:cBhvr>
                                        <p:cTn id="4756" dur="80"/>
                                        <p:tgtEl>
                                          <p:spTgt spid="1801"/>
                                        </p:tgtEl>
                                        <p:attrNameLst>
                                          <p:attrName>fill.type</p:attrName>
                                        </p:attrNameLst>
                                      </p:cBhvr>
                                      <p:to>
                                        <p:strVal val="solid"/>
                                      </p:to>
                                    </p:set>
                                  </p:childTnLst>
                                </p:cTn>
                              </p:par>
                            </p:childTnLst>
                          </p:cTn>
                        </p:par>
                        <p:par>
                          <p:cTn id="4757" fill="hold">
                            <p:stCondLst>
                              <p:cond delay="1260"/>
                            </p:stCondLst>
                            <p:childTnLst>
                              <p:par>
                                <p:cTn id="4758" nodeType="afterEffect" fill="hold" presetClass="entr" presetID="27">
                                  <p:stCondLst>
                                    <p:cond delay="1500"/>
                                  </p:stCondLst>
                                  <p:iterate type="lt">
                                    <p:tmAbs val="40"/>
                                  </p:iterate>
                                  <p:childTnLst>
                                    <p:set>
                                      <p:cBhvr>
                                        <p:cTn id="4759" dur="1" fill="hold">
                                          <p:stCondLst>
                                            <p:cond delay="0"/>
                                          </p:stCondLst>
                                        </p:cTn>
                                        <p:tgtEl>
                                          <p:spTgt spid="1802"/>
                                        </p:tgtEl>
                                        <p:attrNameLst>
                                          <p:attrName>style.visibility</p:attrName>
                                        </p:attrNameLst>
                                      </p:cBhvr>
                                      <p:to>
                                        <p:strVal val="visible"/>
                                      </p:to>
                                    </p:set>
                                    <p:anim calcmode="discrete" valueType="clr">
                                      <p:cBhvr additive="repl">
                                        <p:cTn id="4760" dur="80"/>
                                        <p:tgtEl>
                                          <p:spTgt spid="1802"/>
                                        </p:tgtEl>
                                        <p:attrNameLst>
                                          <p:attrName>style.color</p:attrName>
                                        </p:attrNameLst>
                                      </p:cBhvr>
                                      <p:tavLst>
                                        <p:tav tm="0">
                                          <p:val>
                                            <p:strVal val="rgb(-103,51,51)"/>
                                          </p:val>
                                        </p:tav>
                                        <p:tav tm="50000">
                                          <p:val>
                                            <p:strVal val="rgb(-103,-103,0)"/>
                                          </p:val>
                                        </p:tav>
                                      </p:tavLst>
                                    </p:anim>
                                    <p:anim calcmode="discrete" valueType="clr">
                                      <p:cBhvr additive="repl">
                                        <p:cTn id="4761" dur="80"/>
                                        <p:tgtEl>
                                          <p:spTgt spid="1802"/>
                                        </p:tgtEl>
                                        <p:attrNameLst>
                                          <p:attrName>fillcolor</p:attrName>
                                        </p:attrNameLst>
                                      </p:cBhvr>
                                      <p:tavLst>
                                        <p:tav tm="0">
                                          <p:val>
                                            <p:strVal val="rgb(-103,51,51)"/>
                                          </p:val>
                                        </p:tav>
                                        <p:tav tm="50000">
                                          <p:val>
                                            <p:strVal val="rgb(-103,-103,0)"/>
                                          </p:val>
                                        </p:tav>
                                      </p:tavLst>
                                    </p:anim>
                                    <p:set>
                                      <p:cBhvr>
                                        <p:cTn id="4762" dur="80"/>
                                        <p:tgtEl>
                                          <p:spTgt spid="1802"/>
                                        </p:tgtEl>
                                        <p:attrNameLst>
                                          <p:attrName>fill.type</p:attrName>
                                        </p:attrNameLst>
                                      </p:cBhvr>
                                      <p:to>
                                        <p:strVal val="solid"/>
                                      </p:to>
                                    </p:set>
                                  </p:childTnLst>
                                </p:cTn>
                              </p:par>
                            </p:childTnLst>
                          </p:cTn>
                        </p:par>
                        <p:par>
                          <p:cTn id="4763" fill="hold">
                            <p:stCondLst>
                              <p:cond delay="4680"/>
                            </p:stCondLst>
                            <p:childTnLst>
                              <p:par>
                                <p:cTn id="4764" nodeType="afterEffect" fill="hold" presetClass="entr" presetID="27">
                                  <p:stCondLst>
                                    <p:cond delay="1500"/>
                                  </p:stCondLst>
                                  <p:iterate type="lt">
                                    <p:tmAbs val="40"/>
                                  </p:iterate>
                                  <p:childTnLst>
                                    <p:set>
                                      <p:cBhvr>
                                        <p:cTn id="4765" dur="1" fill="hold">
                                          <p:stCondLst>
                                            <p:cond delay="0"/>
                                          </p:stCondLst>
                                        </p:cTn>
                                        <p:tgtEl>
                                          <p:spTgt spid="1803"/>
                                        </p:tgtEl>
                                        <p:attrNameLst>
                                          <p:attrName>style.visibility</p:attrName>
                                        </p:attrNameLst>
                                      </p:cBhvr>
                                      <p:to>
                                        <p:strVal val="visible"/>
                                      </p:to>
                                    </p:set>
                                    <p:anim calcmode="discrete" valueType="clr">
                                      <p:cBhvr additive="repl">
                                        <p:cTn id="4766" dur="80"/>
                                        <p:tgtEl>
                                          <p:spTgt spid="1803"/>
                                        </p:tgtEl>
                                        <p:attrNameLst>
                                          <p:attrName>style.color</p:attrName>
                                        </p:attrNameLst>
                                      </p:cBhvr>
                                      <p:tavLst>
                                        <p:tav tm="0">
                                          <p:val>
                                            <p:strVal val="rgb(-103,51,51)"/>
                                          </p:val>
                                        </p:tav>
                                        <p:tav tm="50000">
                                          <p:val>
                                            <p:strVal val="rgb(-103,-103,0)"/>
                                          </p:val>
                                        </p:tav>
                                      </p:tavLst>
                                    </p:anim>
                                    <p:anim calcmode="discrete" valueType="clr">
                                      <p:cBhvr additive="repl">
                                        <p:cTn id="4767" dur="80"/>
                                        <p:tgtEl>
                                          <p:spTgt spid="1803"/>
                                        </p:tgtEl>
                                        <p:attrNameLst>
                                          <p:attrName>fillcolor</p:attrName>
                                        </p:attrNameLst>
                                      </p:cBhvr>
                                      <p:tavLst>
                                        <p:tav tm="0">
                                          <p:val>
                                            <p:strVal val="rgb(-103,51,51)"/>
                                          </p:val>
                                        </p:tav>
                                        <p:tav tm="50000">
                                          <p:val>
                                            <p:strVal val="rgb(-103,-103,0)"/>
                                          </p:val>
                                        </p:tav>
                                      </p:tavLst>
                                    </p:anim>
                                    <p:set>
                                      <p:cBhvr>
                                        <p:cTn id="4768" dur="80"/>
                                        <p:tgtEl>
                                          <p:spTgt spid="1803"/>
                                        </p:tgtEl>
                                        <p:attrNameLst>
                                          <p:attrName>fill.type</p:attrName>
                                        </p:attrNameLst>
                                      </p:cBhvr>
                                      <p:to>
                                        <p:strVal val="solid"/>
                                      </p:to>
                                    </p:set>
                                  </p:childTnLst>
                                </p:cTn>
                              </p:par>
                            </p:childTnLst>
                          </p:cTn>
                        </p:par>
                        <p:par>
                          <p:cTn id="4769" fill="hold">
                            <p:stCondLst>
                              <p:cond delay="6620"/>
                            </p:stCondLst>
                            <p:childTnLst>
                              <p:par>
                                <p:cTn id="4770" nodeType="afterEffect" fill="hold" presetClass="entr" presetID="1">
                                  <p:stCondLst>
                                    <p:cond delay="2000"/>
                                  </p:stCondLst>
                                  <p:childTnLst>
                                    <p:set>
                                      <p:cBhvr>
                                        <p:cTn id="4771" dur="1" fill="hold">
                                          <p:stCondLst>
                                            <p:cond delay="0"/>
                                          </p:stCondLst>
                                        </p:cTn>
                                        <p:tgtEl>
                                          <p:spTgt spid="18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05" name="" descr=""/>
          <p:cNvPicPr/>
          <p:nvPr/>
        </p:nvPicPr>
        <p:blipFill>
          <a:blip r:embed="rId1"/>
          <a:stretch/>
        </p:blipFill>
        <p:spPr>
          <a:xfrm>
            <a:off x="0" y="0"/>
            <a:ext cx="9144000" cy="6858000"/>
          </a:xfrm>
          <a:prstGeom prst="rect">
            <a:avLst/>
          </a:prstGeom>
          <a:ln w="0">
            <a:noFill/>
          </a:ln>
        </p:spPr>
      </p:pic>
    </p:spTree>
  </p:cSld>
</p:sld>
</file>

<file path=ppt/slides/slide2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06" name="" descr=""/>
          <p:cNvPicPr/>
          <p:nvPr/>
        </p:nvPicPr>
        <p:blipFill>
          <a:blip r:embed="rId1"/>
          <a:stretch/>
        </p:blipFill>
        <p:spPr>
          <a:xfrm>
            <a:off x="0" y="0"/>
            <a:ext cx="9144000" cy="6858000"/>
          </a:xfrm>
          <a:prstGeom prst="rect">
            <a:avLst/>
          </a:prstGeom>
          <a:ln w="0">
            <a:noFill/>
          </a:ln>
        </p:spPr>
      </p:pic>
      <p:pic>
        <p:nvPicPr>
          <p:cNvPr id="1807" name="" descr=""/>
          <p:cNvPicPr/>
          <p:nvPr/>
        </p:nvPicPr>
        <p:blipFill>
          <a:blip r:embed="rId2"/>
          <a:stretch/>
        </p:blipFill>
        <p:spPr>
          <a:xfrm>
            <a:off x="6019920" y="5334120"/>
            <a:ext cx="3124080" cy="1523880"/>
          </a:xfrm>
          <a:prstGeom prst="rect">
            <a:avLst/>
          </a:prstGeom>
          <a:ln w="0">
            <a:noFill/>
          </a:ln>
        </p:spPr>
      </p:pic>
      <p:sp>
        <p:nvSpPr>
          <p:cNvPr id="1808" name=""/>
          <p:cNvSpPr/>
          <p:nvPr/>
        </p:nvSpPr>
        <p:spPr>
          <a:xfrm>
            <a:off x="6248520" y="5791320"/>
            <a:ext cx="23619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Leahin… I was just wondering… what are you going to do now?</a:t>
            </a:r>
            <a:endParaRPr b="0" lang="en-US" sz="1200" spc="-1" strike="noStrike">
              <a:solidFill>
                <a:srgbClr val="000000"/>
              </a:solidFill>
              <a:latin typeface="Arial"/>
            </a:endParaRPr>
          </a:p>
        </p:txBody>
      </p:sp>
      <p:pic>
        <p:nvPicPr>
          <p:cNvPr id="1809" name="" descr=""/>
          <p:cNvPicPr/>
          <p:nvPr/>
        </p:nvPicPr>
        <p:blipFill>
          <a:blip r:embed="rId3"/>
          <a:stretch/>
        </p:blipFill>
        <p:spPr>
          <a:xfrm>
            <a:off x="0" y="5307120"/>
            <a:ext cx="3124080" cy="1550880"/>
          </a:xfrm>
          <a:prstGeom prst="rect">
            <a:avLst/>
          </a:prstGeom>
          <a:ln w="0">
            <a:noFill/>
          </a:ln>
        </p:spPr>
      </p:pic>
      <p:sp>
        <p:nvSpPr>
          <p:cNvPr id="1810" name=""/>
          <p:cNvSpPr/>
          <p:nvPr/>
        </p:nvSpPr>
        <p:spPr>
          <a:xfrm>
            <a:off x="304920" y="5791320"/>
            <a:ext cx="23619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don’t know… probably leave this planet…live somewhere else.</a:t>
            </a:r>
            <a:endParaRPr b="0" lang="en-US" sz="1200" spc="-1" strike="noStrike">
              <a:solidFill>
                <a:srgbClr val="000000"/>
              </a:solidFill>
              <a:latin typeface="Arial"/>
            </a:endParaRPr>
          </a:p>
        </p:txBody>
      </p:sp>
      <p:sp>
        <p:nvSpPr>
          <p:cNvPr id="1811" name=""/>
          <p:cNvSpPr/>
          <p:nvPr/>
        </p:nvSpPr>
        <p:spPr>
          <a:xfrm>
            <a:off x="6324480" y="5791320"/>
            <a:ext cx="236232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Live somewhere else? Do you have any idea where?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812" name=""/>
          <p:cNvSpPr/>
          <p:nvPr/>
        </p:nvSpPr>
        <p:spPr>
          <a:xfrm>
            <a:off x="228600" y="5715000"/>
            <a:ext cx="236232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Somewhere nice and warm.</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Preferably.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813" name=""/>
          <p:cNvSpPr/>
          <p:nvPr/>
        </p:nvSpPr>
        <p:spPr>
          <a:xfrm>
            <a:off x="6324480" y="579132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 </a:t>
            </a:r>
            <a:r>
              <a:rPr b="0" lang="en-US" sz="1200" spc="-1" strike="noStrike">
                <a:solidFill>
                  <a:srgbClr val="cc3300"/>
                </a:solidFill>
                <a:latin typeface="Arial"/>
              </a:rPr>
              <a:t>corporation</a:t>
            </a:r>
            <a:r>
              <a:rPr b="0" lang="en-US" sz="1200" spc="-1" strike="noStrike">
                <a:solidFill>
                  <a:srgbClr val="000000"/>
                </a:solidFill>
                <a:latin typeface="Arial"/>
              </a:rPr>
              <a:t>… won’t they find you?</a:t>
            </a:r>
            <a:endParaRPr b="0" lang="en-US" sz="1200" spc="-1" strike="noStrike">
              <a:solidFill>
                <a:srgbClr val="000000"/>
              </a:solidFill>
              <a:latin typeface="Arial"/>
            </a:endParaRPr>
          </a:p>
        </p:txBody>
      </p:sp>
      <p:sp>
        <p:nvSpPr>
          <p:cNvPr id="1814" name=""/>
          <p:cNvSpPr/>
          <p:nvPr/>
        </p:nvSpPr>
        <p:spPr>
          <a:xfrm>
            <a:off x="228600" y="5791320"/>
            <a:ext cx="236232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They won’t.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815" name=""/>
          <p:cNvSpPr/>
          <p:nvPr/>
        </p:nvSpPr>
        <p:spPr>
          <a:xfrm>
            <a:off x="6324480" y="579132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you’ve got everything all nice and planned out?</a:t>
            </a:r>
            <a:endParaRPr b="0" lang="en-US" sz="1200" spc="-1" strike="noStrike">
              <a:solidFill>
                <a:srgbClr val="000000"/>
              </a:solidFill>
              <a:latin typeface="Arial"/>
            </a:endParaRPr>
          </a:p>
        </p:txBody>
      </p:sp>
      <p:sp>
        <p:nvSpPr>
          <p:cNvPr id="1816" name=""/>
          <p:cNvSpPr/>
          <p:nvPr/>
        </p:nvSpPr>
        <p:spPr>
          <a:xfrm>
            <a:off x="152280" y="5715000"/>
            <a:ext cx="236232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guess…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817" name=""/>
          <p:cNvSpPr/>
          <p:nvPr/>
        </p:nvSpPr>
        <p:spPr>
          <a:xfrm>
            <a:off x="6248520" y="5791320"/>
            <a:ext cx="236196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good night. For the last time, probably.</a:t>
            </a:r>
            <a:endParaRPr b="0" lang="en-US" sz="1200" spc="-1" strike="noStrike">
              <a:solidFill>
                <a:srgbClr val="000000"/>
              </a:solidFill>
              <a:latin typeface="Arial"/>
            </a:endParaRPr>
          </a:p>
        </p:txBody>
      </p:sp>
      <p:sp>
        <p:nvSpPr>
          <p:cNvPr id="1818" name=""/>
          <p:cNvSpPr/>
          <p:nvPr/>
        </p:nvSpPr>
        <p:spPr>
          <a:xfrm>
            <a:off x="152280" y="5715000"/>
            <a:ext cx="236232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Good night.</a:t>
            </a:r>
            <a:endParaRPr b="0" lang="en-US" sz="1200" spc="-1" strike="noStrike">
              <a:solidFill>
                <a:srgbClr val="000000"/>
              </a:solidFill>
              <a:latin typeface="Arial"/>
            </a:endParaRPr>
          </a:p>
        </p:txBody>
      </p:sp>
      <p:sp>
        <p:nvSpPr>
          <p:cNvPr id="1819" name=""/>
          <p:cNvSpPr/>
          <p:nvPr/>
        </p:nvSpPr>
        <p:spPr>
          <a:xfrm>
            <a:off x="-533520" y="4191120"/>
            <a:ext cx="381240" cy="53316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med" advTm="0">
    <p:fade/>
  </p:transition>
  <p:timing>
    <p:tnLst>
      <p:par>
        <p:cTn id="4772" dur="indefinite" restart="never" nodeType="tmRoot">
          <p:childTnLst>
            <p:seq>
              <p:cTn id="4773" dur="indefinite" nodeType="mainSeq">
                <p:childTnLst>
                  <p:par>
                    <p:cTn id="4774" fill="hold">
                      <p:stCondLst>
                        <p:cond delay="0"/>
                      </p:stCondLst>
                      <p:childTnLst>
                        <p:par>
                          <p:cTn id="4775" fill="hold">
                            <p:stCondLst>
                              <p:cond delay="0"/>
                            </p:stCondLst>
                            <p:childTnLst>
                              <p:par>
                                <p:cTn id="4776" nodeType="afterEffect" fill="hold" presetClass="entr" presetID="9">
                                  <p:stCondLst>
                                    <p:cond delay="0"/>
                                  </p:stCondLst>
                                  <p:childTnLst>
                                    <p:set>
                                      <p:cBhvr>
                                        <p:cTn id="4777" dur="1" fill="hold">
                                          <p:stCondLst>
                                            <p:cond delay="0"/>
                                          </p:stCondLst>
                                        </p:cTn>
                                        <p:tgtEl>
                                          <p:spTgt spid="1807"/>
                                        </p:tgtEl>
                                        <p:attrNameLst>
                                          <p:attrName>style.visibility</p:attrName>
                                        </p:attrNameLst>
                                      </p:cBhvr>
                                      <p:to>
                                        <p:strVal val="visible"/>
                                      </p:to>
                                    </p:set>
                                    <p:animEffect filter="dissolve" transition="in">
                                      <p:cBhvr additive="repl">
                                        <p:cTn id="4778" dur="500"/>
                                        <p:tgtEl>
                                          <p:spTgt spid="1807"/>
                                        </p:tgtEl>
                                      </p:cBhvr>
                                    </p:animEffect>
                                  </p:childTnLst>
                                </p:cTn>
                              </p:par>
                            </p:childTnLst>
                          </p:cTn>
                        </p:par>
                        <p:par>
                          <p:cTn id="4779" fill="hold">
                            <p:stCondLst>
                              <p:cond delay="500"/>
                            </p:stCondLst>
                            <p:childTnLst>
                              <p:par>
                                <p:cTn id="4780" nodeType="afterEffect" fill="hold" presetClass="entr" presetID="27">
                                  <p:stCondLst>
                                    <p:cond delay="0"/>
                                  </p:stCondLst>
                                  <p:iterate type="lt">
                                    <p:tmAbs val="40"/>
                                  </p:iterate>
                                  <p:childTnLst>
                                    <p:set>
                                      <p:cBhvr>
                                        <p:cTn id="4781" dur="1" fill="hold">
                                          <p:stCondLst>
                                            <p:cond delay="0"/>
                                          </p:stCondLst>
                                        </p:cTn>
                                        <p:tgtEl>
                                          <p:spTgt spid="1808"/>
                                        </p:tgtEl>
                                        <p:attrNameLst>
                                          <p:attrName>style.visibility</p:attrName>
                                        </p:attrNameLst>
                                      </p:cBhvr>
                                      <p:to>
                                        <p:strVal val="visible"/>
                                      </p:to>
                                    </p:set>
                                    <p:anim calcmode="discrete" valueType="clr">
                                      <p:cBhvr additive="repl">
                                        <p:cTn id="4782" dur="80"/>
                                        <p:tgtEl>
                                          <p:spTgt spid="1808"/>
                                        </p:tgtEl>
                                        <p:attrNameLst>
                                          <p:attrName>style.color</p:attrName>
                                        </p:attrNameLst>
                                      </p:cBhvr>
                                      <p:tavLst>
                                        <p:tav tm="0">
                                          <p:val>
                                            <p:strVal val="rgb(-103,51,51)"/>
                                          </p:val>
                                        </p:tav>
                                        <p:tav tm="50000">
                                          <p:val>
                                            <p:strVal val="rgb(-103,-103,0)"/>
                                          </p:val>
                                        </p:tav>
                                      </p:tavLst>
                                    </p:anim>
                                    <p:anim calcmode="discrete" valueType="clr">
                                      <p:cBhvr additive="repl">
                                        <p:cTn id="4783" dur="80"/>
                                        <p:tgtEl>
                                          <p:spTgt spid="1808"/>
                                        </p:tgtEl>
                                        <p:attrNameLst>
                                          <p:attrName>fillcolor</p:attrName>
                                        </p:attrNameLst>
                                      </p:cBhvr>
                                      <p:tavLst>
                                        <p:tav tm="0">
                                          <p:val>
                                            <p:strVal val="rgb(-103,51,51)"/>
                                          </p:val>
                                        </p:tav>
                                        <p:tav tm="50000">
                                          <p:val>
                                            <p:strVal val="rgb(-103,-103,0)"/>
                                          </p:val>
                                        </p:tav>
                                      </p:tavLst>
                                    </p:anim>
                                    <p:set>
                                      <p:cBhvr>
                                        <p:cTn id="4784" dur="80"/>
                                        <p:tgtEl>
                                          <p:spTgt spid="1808"/>
                                        </p:tgtEl>
                                        <p:attrNameLst>
                                          <p:attrName>fill.type</p:attrName>
                                        </p:attrNameLst>
                                      </p:cBhvr>
                                      <p:to>
                                        <p:strVal val="solid"/>
                                      </p:to>
                                    </p:set>
                                  </p:childTnLst>
                                </p:cTn>
                              </p:par>
                            </p:childTnLst>
                          </p:cTn>
                        </p:par>
                        <p:par>
                          <p:cTn id="4785" fill="hold">
                            <p:stCondLst>
                              <p:cond delay="2660"/>
                            </p:stCondLst>
                            <p:childTnLst>
                              <p:par>
                                <p:cTn id="4786" nodeType="afterEffect" fill="hold" presetClass="entr" presetID="9">
                                  <p:stCondLst>
                                    <p:cond delay="1500"/>
                                  </p:stCondLst>
                                  <p:childTnLst>
                                    <p:set>
                                      <p:cBhvr>
                                        <p:cTn id="4787" dur="1" fill="hold">
                                          <p:stCondLst>
                                            <p:cond delay="0"/>
                                          </p:stCondLst>
                                        </p:cTn>
                                        <p:tgtEl>
                                          <p:spTgt spid="1809"/>
                                        </p:tgtEl>
                                        <p:attrNameLst>
                                          <p:attrName>style.visibility</p:attrName>
                                        </p:attrNameLst>
                                      </p:cBhvr>
                                      <p:to>
                                        <p:strVal val="visible"/>
                                      </p:to>
                                    </p:set>
                                    <p:animEffect filter="dissolve" transition="in">
                                      <p:cBhvr additive="repl">
                                        <p:cTn id="4788" dur="500"/>
                                        <p:tgtEl>
                                          <p:spTgt spid="1809"/>
                                        </p:tgtEl>
                                      </p:cBhvr>
                                    </p:animEffect>
                                  </p:childTnLst>
                                </p:cTn>
                              </p:par>
                            </p:childTnLst>
                          </p:cTn>
                        </p:par>
                        <p:par>
                          <p:cTn id="4789" fill="hold">
                            <p:stCondLst>
                              <p:cond delay="4660"/>
                            </p:stCondLst>
                            <p:childTnLst>
                              <p:par>
                                <p:cTn id="4790" nodeType="afterEffect" fill="hold" presetClass="entr" presetID="27">
                                  <p:stCondLst>
                                    <p:cond delay="0"/>
                                  </p:stCondLst>
                                  <p:iterate type="lt">
                                    <p:tmAbs val="40"/>
                                  </p:iterate>
                                  <p:childTnLst>
                                    <p:set>
                                      <p:cBhvr>
                                        <p:cTn id="4791" dur="1" fill="hold">
                                          <p:stCondLst>
                                            <p:cond delay="0"/>
                                          </p:stCondLst>
                                        </p:cTn>
                                        <p:tgtEl>
                                          <p:spTgt spid="1810"/>
                                        </p:tgtEl>
                                        <p:attrNameLst>
                                          <p:attrName>style.visibility</p:attrName>
                                        </p:attrNameLst>
                                      </p:cBhvr>
                                      <p:to>
                                        <p:strVal val="visible"/>
                                      </p:to>
                                    </p:set>
                                    <p:anim calcmode="discrete" valueType="clr">
                                      <p:cBhvr additive="repl">
                                        <p:cTn id="4792" dur="80"/>
                                        <p:tgtEl>
                                          <p:spTgt spid="1810"/>
                                        </p:tgtEl>
                                        <p:attrNameLst>
                                          <p:attrName>style.color</p:attrName>
                                        </p:attrNameLst>
                                      </p:cBhvr>
                                      <p:tavLst>
                                        <p:tav tm="0">
                                          <p:val>
                                            <p:strVal val="rgb(-103,51,51)"/>
                                          </p:val>
                                        </p:tav>
                                        <p:tav tm="50000">
                                          <p:val>
                                            <p:strVal val="rgb(-103,-103,0)"/>
                                          </p:val>
                                        </p:tav>
                                      </p:tavLst>
                                    </p:anim>
                                    <p:anim calcmode="discrete" valueType="clr">
                                      <p:cBhvr additive="repl">
                                        <p:cTn id="4793" dur="80"/>
                                        <p:tgtEl>
                                          <p:spTgt spid="1810"/>
                                        </p:tgtEl>
                                        <p:attrNameLst>
                                          <p:attrName>fillcolor</p:attrName>
                                        </p:attrNameLst>
                                      </p:cBhvr>
                                      <p:tavLst>
                                        <p:tav tm="0">
                                          <p:val>
                                            <p:strVal val="rgb(-103,51,51)"/>
                                          </p:val>
                                        </p:tav>
                                        <p:tav tm="50000">
                                          <p:val>
                                            <p:strVal val="rgb(-103,-103,0)"/>
                                          </p:val>
                                        </p:tav>
                                      </p:tavLst>
                                    </p:anim>
                                    <p:set>
                                      <p:cBhvr>
                                        <p:cTn id="4794" dur="80"/>
                                        <p:tgtEl>
                                          <p:spTgt spid="1810"/>
                                        </p:tgtEl>
                                        <p:attrNameLst>
                                          <p:attrName>fill.type</p:attrName>
                                        </p:attrNameLst>
                                      </p:cBhvr>
                                      <p:to>
                                        <p:strVal val="solid"/>
                                      </p:to>
                                    </p:set>
                                  </p:childTnLst>
                                </p:cTn>
                              </p:par>
                            </p:childTnLst>
                          </p:cTn>
                        </p:par>
                        <p:par>
                          <p:cTn id="4795" fill="hold">
                            <p:stCondLst>
                              <p:cond delay="6820"/>
                            </p:stCondLst>
                            <p:childTnLst>
                              <p:par>
                                <p:cTn id="4796" nodeType="afterEffect" fill="hold" presetClass="entr" presetID="27">
                                  <p:stCondLst>
                                    <p:cond delay="1500"/>
                                  </p:stCondLst>
                                  <p:iterate type="lt">
                                    <p:tmAbs val="40"/>
                                  </p:iterate>
                                  <p:childTnLst>
                                    <p:set>
                                      <p:cBhvr>
                                        <p:cTn id="4797" dur="1" fill="hold">
                                          <p:stCondLst>
                                            <p:cond delay="0"/>
                                          </p:stCondLst>
                                        </p:cTn>
                                        <p:tgtEl>
                                          <p:spTgt spid="1811"/>
                                        </p:tgtEl>
                                        <p:attrNameLst>
                                          <p:attrName>style.visibility</p:attrName>
                                        </p:attrNameLst>
                                      </p:cBhvr>
                                      <p:to>
                                        <p:strVal val="visible"/>
                                      </p:to>
                                    </p:set>
                                    <p:anim calcmode="discrete" valueType="clr">
                                      <p:cBhvr additive="repl">
                                        <p:cTn id="4798" dur="80"/>
                                        <p:tgtEl>
                                          <p:spTgt spid="1811"/>
                                        </p:tgtEl>
                                        <p:attrNameLst>
                                          <p:attrName>style.color</p:attrName>
                                        </p:attrNameLst>
                                      </p:cBhvr>
                                      <p:tavLst>
                                        <p:tav tm="0">
                                          <p:val>
                                            <p:strVal val="rgb(-103,51,51)"/>
                                          </p:val>
                                        </p:tav>
                                        <p:tav tm="50000">
                                          <p:val>
                                            <p:strVal val="rgb(-103,-103,0)"/>
                                          </p:val>
                                        </p:tav>
                                      </p:tavLst>
                                    </p:anim>
                                    <p:anim calcmode="discrete" valueType="clr">
                                      <p:cBhvr additive="repl">
                                        <p:cTn id="4799" dur="80"/>
                                        <p:tgtEl>
                                          <p:spTgt spid="1811"/>
                                        </p:tgtEl>
                                        <p:attrNameLst>
                                          <p:attrName>fillcolor</p:attrName>
                                        </p:attrNameLst>
                                      </p:cBhvr>
                                      <p:tavLst>
                                        <p:tav tm="0">
                                          <p:val>
                                            <p:strVal val="rgb(-103,51,51)"/>
                                          </p:val>
                                        </p:tav>
                                        <p:tav tm="50000">
                                          <p:val>
                                            <p:strVal val="rgb(-103,-103,0)"/>
                                          </p:val>
                                        </p:tav>
                                      </p:tavLst>
                                    </p:anim>
                                    <p:set>
                                      <p:cBhvr>
                                        <p:cTn id="4800" dur="80"/>
                                        <p:tgtEl>
                                          <p:spTgt spid="1811"/>
                                        </p:tgtEl>
                                        <p:attrNameLst>
                                          <p:attrName>fill.type</p:attrName>
                                        </p:attrNameLst>
                                      </p:cBhvr>
                                      <p:to>
                                        <p:strVal val="solid"/>
                                      </p:to>
                                    </p:set>
                                  </p:childTnLst>
                                </p:cTn>
                              </p:par>
                            </p:childTnLst>
                          </p:cTn>
                        </p:par>
                        <p:par>
                          <p:cTn id="4801" fill="hold">
                            <p:stCondLst>
                              <p:cond delay="9960"/>
                            </p:stCondLst>
                            <p:childTnLst>
                              <p:par>
                                <p:cTn id="4802" nodeType="afterEffect" fill="hold" presetClass="entr" presetID="27">
                                  <p:stCondLst>
                                    <p:cond delay="1500"/>
                                  </p:stCondLst>
                                  <p:iterate type="lt">
                                    <p:tmAbs val="40"/>
                                  </p:iterate>
                                  <p:childTnLst>
                                    <p:set>
                                      <p:cBhvr>
                                        <p:cTn id="4803" dur="1" fill="hold">
                                          <p:stCondLst>
                                            <p:cond delay="0"/>
                                          </p:stCondLst>
                                        </p:cTn>
                                        <p:tgtEl>
                                          <p:spTgt spid="1812"/>
                                        </p:tgtEl>
                                        <p:attrNameLst>
                                          <p:attrName>style.visibility</p:attrName>
                                        </p:attrNameLst>
                                      </p:cBhvr>
                                      <p:to>
                                        <p:strVal val="visible"/>
                                      </p:to>
                                    </p:set>
                                    <p:anim calcmode="discrete" valueType="clr">
                                      <p:cBhvr additive="repl">
                                        <p:cTn id="4804" dur="80"/>
                                        <p:tgtEl>
                                          <p:spTgt spid="1812"/>
                                        </p:tgtEl>
                                        <p:attrNameLst>
                                          <p:attrName>style.color</p:attrName>
                                        </p:attrNameLst>
                                      </p:cBhvr>
                                      <p:tavLst>
                                        <p:tav tm="0">
                                          <p:val>
                                            <p:strVal val="rgb(-103,51,51)"/>
                                          </p:val>
                                        </p:tav>
                                        <p:tav tm="50000">
                                          <p:val>
                                            <p:strVal val="rgb(-103,-103,0)"/>
                                          </p:val>
                                        </p:tav>
                                      </p:tavLst>
                                    </p:anim>
                                    <p:anim calcmode="discrete" valueType="clr">
                                      <p:cBhvr additive="repl">
                                        <p:cTn id="4805" dur="80"/>
                                        <p:tgtEl>
                                          <p:spTgt spid="1812"/>
                                        </p:tgtEl>
                                        <p:attrNameLst>
                                          <p:attrName>fillcolor</p:attrName>
                                        </p:attrNameLst>
                                      </p:cBhvr>
                                      <p:tavLst>
                                        <p:tav tm="0">
                                          <p:val>
                                            <p:strVal val="rgb(-103,51,51)"/>
                                          </p:val>
                                        </p:tav>
                                        <p:tav tm="50000">
                                          <p:val>
                                            <p:strVal val="rgb(-103,-103,0)"/>
                                          </p:val>
                                        </p:tav>
                                      </p:tavLst>
                                    </p:anim>
                                    <p:set>
                                      <p:cBhvr>
                                        <p:cTn id="4806" dur="80"/>
                                        <p:tgtEl>
                                          <p:spTgt spid="1812"/>
                                        </p:tgtEl>
                                        <p:attrNameLst>
                                          <p:attrName>fill.type</p:attrName>
                                        </p:attrNameLst>
                                      </p:cBhvr>
                                      <p:to>
                                        <p:strVal val="solid"/>
                                      </p:to>
                                    </p:set>
                                  </p:childTnLst>
                                </p:cTn>
                              </p:par>
                            </p:childTnLst>
                          </p:cTn>
                        </p:par>
                        <p:par>
                          <p:cTn id="4807" fill="hold">
                            <p:stCondLst>
                              <p:cond delay="12780"/>
                            </p:stCondLst>
                            <p:childTnLst>
                              <p:par>
                                <p:cTn id="4808" nodeType="afterEffect" fill="hold" presetClass="entr" presetID="27">
                                  <p:stCondLst>
                                    <p:cond delay="1500"/>
                                  </p:stCondLst>
                                  <p:iterate type="lt">
                                    <p:tmAbs val="40"/>
                                  </p:iterate>
                                  <p:childTnLst>
                                    <p:set>
                                      <p:cBhvr>
                                        <p:cTn id="4809" dur="1" fill="hold">
                                          <p:stCondLst>
                                            <p:cond delay="0"/>
                                          </p:stCondLst>
                                        </p:cTn>
                                        <p:tgtEl>
                                          <p:spTgt spid="1813"/>
                                        </p:tgtEl>
                                        <p:attrNameLst>
                                          <p:attrName>style.visibility</p:attrName>
                                        </p:attrNameLst>
                                      </p:cBhvr>
                                      <p:to>
                                        <p:strVal val="visible"/>
                                      </p:to>
                                    </p:set>
                                    <p:anim calcmode="discrete" valueType="clr">
                                      <p:cBhvr additive="repl">
                                        <p:cTn id="4810" dur="80"/>
                                        <p:tgtEl>
                                          <p:spTgt spid="1813"/>
                                        </p:tgtEl>
                                        <p:attrNameLst>
                                          <p:attrName>style.color</p:attrName>
                                        </p:attrNameLst>
                                      </p:cBhvr>
                                      <p:tavLst>
                                        <p:tav tm="0">
                                          <p:val>
                                            <p:strVal val="rgb(-103,51,51)"/>
                                          </p:val>
                                        </p:tav>
                                        <p:tav tm="50000">
                                          <p:val>
                                            <p:strVal val="rgb(-103,-103,0)"/>
                                          </p:val>
                                        </p:tav>
                                      </p:tavLst>
                                    </p:anim>
                                    <p:anim calcmode="discrete" valueType="clr">
                                      <p:cBhvr additive="repl">
                                        <p:cTn id="4811" dur="80"/>
                                        <p:tgtEl>
                                          <p:spTgt spid="1813"/>
                                        </p:tgtEl>
                                        <p:attrNameLst>
                                          <p:attrName>fillcolor</p:attrName>
                                        </p:attrNameLst>
                                      </p:cBhvr>
                                      <p:tavLst>
                                        <p:tav tm="0">
                                          <p:val>
                                            <p:strVal val="rgb(-103,51,51)"/>
                                          </p:val>
                                        </p:tav>
                                        <p:tav tm="50000">
                                          <p:val>
                                            <p:strVal val="rgb(-103,-103,0)"/>
                                          </p:val>
                                        </p:tav>
                                      </p:tavLst>
                                    </p:anim>
                                    <p:set>
                                      <p:cBhvr>
                                        <p:cTn id="4812" dur="80"/>
                                        <p:tgtEl>
                                          <p:spTgt spid="1813"/>
                                        </p:tgtEl>
                                        <p:attrNameLst>
                                          <p:attrName>fill.type</p:attrName>
                                        </p:attrNameLst>
                                      </p:cBhvr>
                                      <p:to>
                                        <p:strVal val="solid"/>
                                      </p:to>
                                    </p:set>
                                  </p:childTnLst>
                                </p:cTn>
                              </p:par>
                            </p:childTnLst>
                          </p:cTn>
                        </p:par>
                        <p:par>
                          <p:cTn id="4813" fill="hold">
                            <p:stCondLst>
                              <p:cond delay="15600"/>
                            </p:stCondLst>
                            <p:childTnLst>
                              <p:par>
                                <p:cTn id="4814" nodeType="afterEffect" fill="hold" presetClass="entr" presetID="27">
                                  <p:stCondLst>
                                    <p:cond delay="1500"/>
                                  </p:stCondLst>
                                  <p:iterate type="lt">
                                    <p:tmAbs val="40"/>
                                  </p:iterate>
                                  <p:childTnLst>
                                    <p:set>
                                      <p:cBhvr>
                                        <p:cTn id="4815" dur="1" fill="hold">
                                          <p:stCondLst>
                                            <p:cond delay="0"/>
                                          </p:stCondLst>
                                        </p:cTn>
                                        <p:tgtEl>
                                          <p:spTgt spid="1814"/>
                                        </p:tgtEl>
                                        <p:attrNameLst>
                                          <p:attrName>style.visibility</p:attrName>
                                        </p:attrNameLst>
                                      </p:cBhvr>
                                      <p:to>
                                        <p:strVal val="visible"/>
                                      </p:to>
                                    </p:set>
                                    <p:anim calcmode="discrete" valueType="clr">
                                      <p:cBhvr additive="repl">
                                        <p:cTn id="4816" dur="80"/>
                                        <p:tgtEl>
                                          <p:spTgt spid="1814"/>
                                        </p:tgtEl>
                                        <p:attrNameLst>
                                          <p:attrName>style.color</p:attrName>
                                        </p:attrNameLst>
                                      </p:cBhvr>
                                      <p:tavLst>
                                        <p:tav tm="0">
                                          <p:val>
                                            <p:strVal val="rgb(-103,51,51)"/>
                                          </p:val>
                                        </p:tav>
                                        <p:tav tm="50000">
                                          <p:val>
                                            <p:strVal val="rgb(-103,-103,0)"/>
                                          </p:val>
                                        </p:tav>
                                      </p:tavLst>
                                    </p:anim>
                                    <p:anim calcmode="discrete" valueType="clr">
                                      <p:cBhvr additive="repl">
                                        <p:cTn id="4817" dur="80"/>
                                        <p:tgtEl>
                                          <p:spTgt spid="1814"/>
                                        </p:tgtEl>
                                        <p:attrNameLst>
                                          <p:attrName>fillcolor</p:attrName>
                                        </p:attrNameLst>
                                      </p:cBhvr>
                                      <p:tavLst>
                                        <p:tav tm="0">
                                          <p:val>
                                            <p:strVal val="rgb(-103,51,51)"/>
                                          </p:val>
                                        </p:tav>
                                        <p:tav tm="50000">
                                          <p:val>
                                            <p:strVal val="rgb(-103,-103,0)"/>
                                          </p:val>
                                        </p:tav>
                                      </p:tavLst>
                                    </p:anim>
                                    <p:set>
                                      <p:cBhvr>
                                        <p:cTn id="4818" dur="80"/>
                                        <p:tgtEl>
                                          <p:spTgt spid="1814"/>
                                        </p:tgtEl>
                                        <p:attrNameLst>
                                          <p:attrName>fill.type</p:attrName>
                                        </p:attrNameLst>
                                      </p:cBhvr>
                                      <p:to>
                                        <p:strVal val="solid"/>
                                      </p:to>
                                    </p:set>
                                  </p:childTnLst>
                                </p:cTn>
                              </p:par>
                            </p:childTnLst>
                          </p:cTn>
                        </p:par>
                        <p:par>
                          <p:cTn id="4819" fill="hold">
                            <p:stCondLst>
                              <p:cond delay="17540"/>
                            </p:stCondLst>
                            <p:childTnLst>
                              <p:par>
                                <p:cTn id="4820" nodeType="afterEffect" fill="hold" presetClass="entr" presetID="27">
                                  <p:stCondLst>
                                    <p:cond delay="1500"/>
                                  </p:stCondLst>
                                  <p:iterate type="lt">
                                    <p:tmAbs val="40"/>
                                  </p:iterate>
                                  <p:childTnLst>
                                    <p:set>
                                      <p:cBhvr>
                                        <p:cTn id="4821" dur="1" fill="hold">
                                          <p:stCondLst>
                                            <p:cond delay="0"/>
                                          </p:stCondLst>
                                        </p:cTn>
                                        <p:tgtEl>
                                          <p:spTgt spid="1815"/>
                                        </p:tgtEl>
                                        <p:attrNameLst>
                                          <p:attrName>style.visibility</p:attrName>
                                        </p:attrNameLst>
                                      </p:cBhvr>
                                      <p:to>
                                        <p:strVal val="visible"/>
                                      </p:to>
                                    </p:set>
                                    <p:anim calcmode="discrete" valueType="clr">
                                      <p:cBhvr additive="repl">
                                        <p:cTn id="4822" dur="80"/>
                                        <p:tgtEl>
                                          <p:spTgt spid="1815"/>
                                        </p:tgtEl>
                                        <p:attrNameLst>
                                          <p:attrName>style.color</p:attrName>
                                        </p:attrNameLst>
                                      </p:cBhvr>
                                      <p:tavLst>
                                        <p:tav tm="0">
                                          <p:val>
                                            <p:strVal val="rgb(-103,51,51)"/>
                                          </p:val>
                                        </p:tav>
                                        <p:tav tm="50000">
                                          <p:val>
                                            <p:strVal val="rgb(-103,-103,0)"/>
                                          </p:val>
                                        </p:tav>
                                      </p:tavLst>
                                    </p:anim>
                                    <p:anim calcmode="discrete" valueType="clr">
                                      <p:cBhvr additive="repl">
                                        <p:cTn id="4823" dur="80"/>
                                        <p:tgtEl>
                                          <p:spTgt spid="1815"/>
                                        </p:tgtEl>
                                        <p:attrNameLst>
                                          <p:attrName>fillcolor</p:attrName>
                                        </p:attrNameLst>
                                      </p:cBhvr>
                                      <p:tavLst>
                                        <p:tav tm="0">
                                          <p:val>
                                            <p:strVal val="rgb(-103,51,51)"/>
                                          </p:val>
                                        </p:tav>
                                        <p:tav tm="50000">
                                          <p:val>
                                            <p:strVal val="rgb(-103,-103,0)"/>
                                          </p:val>
                                        </p:tav>
                                      </p:tavLst>
                                    </p:anim>
                                    <p:set>
                                      <p:cBhvr>
                                        <p:cTn id="4824" dur="80"/>
                                        <p:tgtEl>
                                          <p:spTgt spid="1815"/>
                                        </p:tgtEl>
                                        <p:attrNameLst>
                                          <p:attrName>fill.type</p:attrName>
                                        </p:attrNameLst>
                                      </p:cBhvr>
                                      <p:to>
                                        <p:strVal val="solid"/>
                                      </p:to>
                                    </p:set>
                                  </p:childTnLst>
                                </p:cTn>
                              </p:par>
                            </p:childTnLst>
                          </p:cTn>
                        </p:par>
                        <p:par>
                          <p:cTn id="4825" fill="hold">
                            <p:stCondLst>
                              <p:cond delay="20800"/>
                            </p:stCondLst>
                            <p:childTnLst>
                              <p:par>
                                <p:cTn id="4826" nodeType="afterEffect" fill="hold" presetClass="entr" presetID="27">
                                  <p:stCondLst>
                                    <p:cond delay="1500"/>
                                  </p:stCondLst>
                                  <p:iterate type="lt">
                                    <p:tmAbs val="40"/>
                                  </p:iterate>
                                  <p:childTnLst>
                                    <p:set>
                                      <p:cBhvr>
                                        <p:cTn id="4827" dur="1" fill="hold">
                                          <p:stCondLst>
                                            <p:cond delay="0"/>
                                          </p:stCondLst>
                                        </p:cTn>
                                        <p:tgtEl>
                                          <p:spTgt spid="1816"/>
                                        </p:tgtEl>
                                        <p:attrNameLst>
                                          <p:attrName>style.visibility</p:attrName>
                                        </p:attrNameLst>
                                      </p:cBhvr>
                                      <p:to>
                                        <p:strVal val="visible"/>
                                      </p:to>
                                    </p:set>
                                    <p:anim calcmode="discrete" valueType="clr">
                                      <p:cBhvr additive="repl">
                                        <p:cTn id="4828" dur="80"/>
                                        <p:tgtEl>
                                          <p:spTgt spid="1816"/>
                                        </p:tgtEl>
                                        <p:attrNameLst>
                                          <p:attrName>style.color</p:attrName>
                                        </p:attrNameLst>
                                      </p:cBhvr>
                                      <p:tavLst>
                                        <p:tav tm="0">
                                          <p:val>
                                            <p:strVal val="rgb(-103,51,51)"/>
                                          </p:val>
                                        </p:tav>
                                        <p:tav tm="50000">
                                          <p:val>
                                            <p:strVal val="rgb(-103,-103,0)"/>
                                          </p:val>
                                        </p:tav>
                                      </p:tavLst>
                                    </p:anim>
                                    <p:anim calcmode="discrete" valueType="clr">
                                      <p:cBhvr additive="repl">
                                        <p:cTn id="4829" dur="80"/>
                                        <p:tgtEl>
                                          <p:spTgt spid="1816"/>
                                        </p:tgtEl>
                                        <p:attrNameLst>
                                          <p:attrName>fillcolor</p:attrName>
                                        </p:attrNameLst>
                                      </p:cBhvr>
                                      <p:tavLst>
                                        <p:tav tm="0">
                                          <p:val>
                                            <p:strVal val="rgb(-103,51,51)"/>
                                          </p:val>
                                        </p:tav>
                                        <p:tav tm="50000">
                                          <p:val>
                                            <p:strVal val="rgb(-103,-103,0)"/>
                                          </p:val>
                                        </p:tav>
                                      </p:tavLst>
                                    </p:anim>
                                    <p:set>
                                      <p:cBhvr>
                                        <p:cTn id="4830" dur="80"/>
                                        <p:tgtEl>
                                          <p:spTgt spid="1816"/>
                                        </p:tgtEl>
                                        <p:attrNameLst>
                                          <p:attrName>fill.type</p:attrName>
                                        </p:attrNameLst>
                                      </p:cBhvr>
                                      <p:to>
                                        <p:strVal val="solid"/>
                                      </p:to>
                                    </p:set>
                                  </p:childTnLst>
                                </p:cTn>
                              </p:par>
                            </p:childTnLst>
                          </p:cTn>
                        </p:par>
                        <p:par>
                          <p:cTn id="4831" fill="hold">
                            <p:stCondLst>
                              <p:cond delay="22620"/>
                            </p:stCondLst>
                            <p:childTnLst>
                              <p:par>
                                <p:cTn id="4832" nodeType="afterEffect" fill="hold" presetClass="entr" presetID="27">
                                  <p:stCondLst>
                                    <p:cond delay="1500"/>
                                  </p:stCondLst>
                                  <p:iterate type="lt">
                                    <p:tmAbs val="40"/>
                                  </p:iterate>
                                  <p:childTnLst>
                                    <p:set>
                                      <p:cBhvr>
                                        <p:cTn id="4833" dur="1" fill="hold">
                                          <p:stCondLst>
                                            <p:cond delay="0"/>
                                          </p:stCondLst>
                                        </p:cTn>
                                        <p:tgtEl>
                                          <p:spTgt spid="1817"/>
                                        </p:tgtEl>
                                        <p:attrNameLst>
                                          <p:attrName>style.visibility</p:attrName>
                                        </p:attrNameLst>
                                      </p:cBhvr>
                                      <p:to>
                                        <p:strVal val="visible"/>
                                      </p:to>
                                    </p:set>
                                    <p:anim calcmode="discrete" valueType="clr">
                                      <p:cBhvr additive="repl">
                                        <p:cTn id="4834" dur="80"/>
                                        <p:tgtEl>
                                          <p:spTgt spid="1817"/>
                                        </p:tgtEl>
                                        <p:attrNameLst>
                                          <p:attrName>style.color</p:attrName>
                                        </p:attrNameLst>
                                      </p:cBhvr>
                                      <p:tavLst>
                                        <p:tav tm="0">
                                          <p:val>
                                            <p:strVal val="rgb(-103,51,51)"/>
                                          </p:val>
                                        </p:tav>
                                        <p:tav tm="50000">
                                          <p:val>
                                            <p:strVal val="rgb(-103,-103,0)"/>
                                          </p:val>
                                        </p:tav>
                                      </p:tavLst>
                                    </p:anim>
                                    <p:anim calcmode="discrete" valueType="clr">
                                      <p:cBhvr additive="repl">
                                        <p:cTn id="4835" dur="80"/>
                                        <p:tgtEl>
                                          <p:spTgt spid="1817"/>
                                        </p:tgtEl>
                                        <p:attrNameLst>
                                          <p:attrName>fillcolor</p:attrName>
                                        </p:attrNameLst>
                                      </p:cBhvr>
                                      <p:tavLst>
                                        <p:tav tm="0">
                                          <p:val>
                                            <p:strVal val="rgb(-103,51,51)"/>
                                          </p:val>
                                        </p:tav>
                                        <p:tav tm="50000">
                                          <p:val>
                                            <p:strVal val="rgb(-103,-103,0)"/>
                                          </p:val>
                                        </p:tav>
                                      </p:tavLst>
                                    </p:anim>
                                    <p:set>
                                      <p:cBhvr>
                                        <p:cTn id="4836" dur="80"/>
                                        <p:tgtEl>
                                          <p:spTgt spid="1817"/>
                                        </p:tgtEl>
                                        <p:attrNameLst>
                                          <p:attrName>fill.type</p:attrName>
                                        </p:attrNameLst>
                                      </p:cBhvr>
                                      <p:to>
                                        <p:strVal val="solid"/>
                                      </p:to>
                                    </p:set>
                                  </p:childTnLst>
                                </p:cTn>
                              </p:par>
                            </p:childTnLst>
                          </p:cTn>
                        </p:par>
                        <p:par>
                          <p:cTn id="4837" fill="hold">
                            <p:stCondLst>
                              <p:cond delay="25720"/>
                            </p:stCondLst>
                            <p:childTnLst>
                              <p:par>
                                <p:cTn id="4838" nodeType="afterEffect" fill="hold" presetClass="entr" presetID="27">
                                  <p:stCondLst>
                                    <p:cond delay="1500"/>
                                  </p:stCondLst>
                                  <p:iterate type="lt">
                                    <p:tmAbs val="40"/>
                                  </p:iterate>
                                  <p:childTnLst>
                                    <p:set>
                                      <p:cBhvr>
                                        <p:cTn id="4839" dur="1" fill="hold">
                                          <p:stCondLst>
                                            <p:cond delay="0"/>
                                          </p:stCondLst>
                                        </p:cTn>
                                        <p:tgtEl>
                                          <p:spTgt spid="1818"/>
                                        </p:tgtEl>
                                        <p:attrNameLst>
                                          <p:attrName>style.visibility</p:attrName>
                                        </p:attrNameLst>
                                      </p:cBhvr>
                                      <p:to>
                                        <p:strVal val="visible"/>
                                      </p:to>
                                    </p:set>
                                    <p:anim calcmode="discrete" valueType="clr">
                                      <p:cBhvr additive="repl">
                                        <p:cTn id="4840" dur="80"/>
                                        <p:tgtEl>
                                          <p:spTgt spid="1818"/>
                                        </p:tgtEl>
                                        <p:attrNameLst>
                                          <p:attrName>style.color</p:attrName>
                                        </p:attrNameLst>
                                      </p:cBhvr>
                                      <p:tavLst>
                                        <p:tav tm="0">
                                          <p:val>
                                            <p:strVal val="rgb(-103,51,51)"/>
                                          </p:val>
                                        </p:tav>
                                        <p:tav tm="50000">
                                          <p:val>
                                            <p:strVal val="rgb(-103,-103,0)"/>
                                          </p:val>
                                        </p:tav>
                                      </p:tavLst>
                                    </p:anim>
                                    <p:anim calcmode="discrete" valueType="clr">
                                      <p:cBhvr additive="repl">
                                        <p:cTn id="4841" dur="80"/>
                                        <p:tgtEl>
                                          <p:spTgt spid="1818"/>
                                        </p:tgtEl>
                                        <p:attrNameLst>
                                          <p:attrName>fillcolor</p:attrName>
                                        </p:attrNameLst>
                                      </p:cBhvr>
                                      <p:tavLst>
                                        <p:tav tm="0">
                                          <p:val>
                                            <p:strVal val="rgb(-103,51,51)"/>
                                          </p:val>
                                        </p:tav>
                                        <p:tav tm="50000">
                                          <p:val>
                                            <p:strVal val="rgb(-103,-103,0)"/>
                                          </p:val>
                                        </p:tav>
                                      </p:tavLst>
                                    </p:anim>
                                    <p:set>
                                      <p:cBhvr>
                                        <p:cTn id="4842" dur="80"/>
                                        <p:tgtEl>
                                          <p:spTgt spid="1818"/>
                                        </p:tgtEl>
                                        <p:attrNameLst>
                                          <p:attrName>fill.type</p:attrName>
                                        </p:attrNameLst>
                                      </p:cBhvr>
                                      <p:to>
                                        <p:strVal val="solid"/>
                                      </p:to>
                                    </p:set>
                                  </p:childTnLst>
                                </p:cTn>
                              </p:par>
                            </p:childTnLst>
                          </p:cTn>
                        </p:par>
                        <p:par>
                          <p:cTn id="4843" fill="hold">
                            <p:stCondLst>
                              <p:cond delay="27660"/>
                            </p:stCondLst>
                            <p:childTnLst>
                              <p:par>
                                <p:cTn id="4844" nodeType="afterEffect" fill="hold" presetClass="entr" presetID="1">
                                  <p:stCondLst>
                                    <p:cond delay="1500"/>
                                  </p:stCondLst>
                                  <p:childTnLst>
                                    <p:set>
                                      <p:cBhvr>
                                        <p:cTn id="4845" dur="1" fill="hold">
                                          <p:stCondLst>
                                            <p:cond delay="0"/>
                                          </p:stCondLst>
                                        </p:cTn>
                                        <p:tgtEl>
                                          <p:spTgt spid="18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20" name="" descr=""/>
          <p:cNvPicPr/>
          <p:nvPr/>
        </p:nvPicPr>
        <p:blipFill>
          <a:blip r:embed="rId1"/>
          <a:stretch/>
        </p:blipFill>
        <p:spPr>
          <a:xfrm>
            <a:off x="0" y="0"/>
            <a:ext cx="9144000" cy="6858000"/>
          </a:xfrm>
          <a:prstGeom prst="rect">
            <a:avLst/>
          </a:prstGeom>
          <a:ln w="0">
            <a:noFill/>
          </a:ln>
        </p:spPr>
      </p:pic>
      <p:pic>
        <p:nvPicPr>
          <p:cNvPr id="1821" name="" descr=""/>
          <p:cNvPicPr/>
          <p:nvPr/>
        </p:nvPicPr>
        <p:blipFill>
          <a:blip r:embed="rId2"/>
          <a:stretch/>
        </p:blipFill>
        <p:spPr>
          <a:xfrm>
            <a:off x="6019920" y="5334120"/>
            <a:ext cx="3124080" cy="1523880"/>
          </a:xfrm>
          <a:prstGeom prst="rect">
            <a:avLst/>
          </a:prstGeom>
          <a:ln w="0">
            <a:noFill/>
          </a:ln>
        </p:spPr>
      </p:pic>
      <p:sp>
        <p:nvSpPr>
          <p:cNvPr id="1822" name=""/>
          <p:cNvSpPr/>
          <p:nvPr/>
        </p:nvSpPr>
        <p:spPr>
          <a:xfrm>
            <a:off x="6248520" y="5791320"/>
            <a:ext cx="23619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Leahin… I was just wondering… what are you going to do now?</a:t>
            </a:r>
            <a:endParaRPr b="0" lang="en-US" sz="1200" spc="-1" strike="noStrike">
              <a:solidFill>
                <a:srgbClr val="000000"/>
              </a:solidFill>
              <a:latin typeface="Arial"/>
            </a:endParaRPr>
          </a:p>
        </p:txBody>
      </p:sp>
      <p:sp>
        <p:nvSpPr>
          <p:cNvPr id="1823" name=""/>
          <p:cNvSpPr/>
          <p:nvPr/>
        </p:nvSpPr>
        <p:spPr>
          <a:xfrm>
            <a:off x="6324480" y="5791320"/>
            <a:ext cx="236232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Live somewhere else? Do you have any idea where?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824" name=""/>
          <p:cNvSpPr/>
          <p:nvPr/>
        </p:nvSpPr>
        <p:spPr>
          <a:xfrm>
            <a:off x="6324480" y="579132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 </a:t>
            </a:r>
            <a:r>
              <a:rPr b="0" lang="en-US" sz="1200" spc="-1" strike="noStrike">
                <a:solidFill>
                  <a:srgbClr val="cc3300"/>
                </a:solidFill>
                <a:latin typeface="Arial"/>
              </a:rPr>
              <a:t>corporation</a:t>
            </a:r>
            <a:r>
              <a:rPr b="0" lang="en-US" sz="1200" spc="-1" strike="noStrike">
                <a:solidFill>
                  <a:srgbClr val="000000"/>
                </a:solidFill>
                <a:latin typeface="Arial"/>
              </a:rPr>
              <a:t>… won’t they find you?</a:t>
            </a:r>
            <a:endParaRPr b="0" lang="en-US" sz="1200" spc="-1" strike="noStrike">
              <a:solidFill>
                <a:srgbClr val="000000"/>
              </a:solidFill>
              <a:latin typeface="Arial"/>
            </a:endParaRPr>
          </a:p>
        </p:txBody>
      </p:sp>
      <p:sp>
        <p:nvSpPr>
          <p:cNvPr id="1825" name=""/>
          <p:cNvSpPr/>
          <p:nvPr/>
        </p:nvSpPr>
        <p:spPr>
          <a:xfrm>
            <a:off x="6324480" y="5791320"/>
            <a:ext cx="236232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you’ve got everything all nice and planned out?</a:t>
            </a:r>
            <a:endParaRPr b="0" lang="en-US" sz="1200" spc="-1" strike="noStrike">
              <a:solidFill>
                <a:srgbClr val="000000"/>
              </a:solidFill>
              <a:latin typeface="Arial"/>
            </a:endParaRPr>
          </a:p>
        </p:txBody>
      </p:sp>
      <p:sp>
        <p:nvSpPr>
          <p:cNvPr id="1826" name=""/>
          <p:cNvSpPr/>
          <p:nvPr/>
        </p:nvSpPr>
        <p:spPr>
          <a:xfrm>
            <a:off x="6248520" y="5791320"/>
            <a:ext cx="236196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good night. For the last time, probably.</a:t>
            </a:r>
            <a:endParaRPr b="0" lang="en-US" sz="1200" spc="-1" strike="noStrike">
              <a:solidFill>
                <a:srgbClr val="000000"/>
              </a:solidFill>
              <a:latin typeface="Arial"/>
            </a:endParaRPr>
          </a:p>
        </p:txBody>
      </p:sp>
    </p:spTree>
  </p:cSld>
  <p:transition spd="med" advTm="0">
    <p:dissolve/>
  </p:transition>
</p:sld>
</file>

<file path=ppt/slides/slide2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27" name="" descr=""/>
          <p:cNvPicPr/>
          <p:nvPr/>
        </p:nvPicPr>
        <p:blipFill>
          <a:blip r:embed="rId1"/>
          <a:stretch/>
        </p:blipFill>
        <p:spPr>
          <a:xfrm>
            <a:off x="0" y="0"/>
            <a:ext cx="9144000" cy="6858000"/>
          </a:xfrm>
          <a:prstGeom prst="rect">
            <a:avLst/>
          </a:prstGeom>
          <a:ln w="0">
            <a:noFill/>
          </a:ln>
        </p:spPr>
      </p:pic>
    </p:spTree>
  </p:cSld>
  <p:transition spd="med" advTm="0">
    <p:dissolve/>
  </p:transition>
</p:sld>
</file>

<file path=ppt/slides/slide2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28" name="" descr=""/>
          <p:cNvPicPr/>
          <p:nvPr/>
        </p:nvPicPr>
        <p:blipFill>
          <a:blip r:embed="rId1"/>
          <a:stretch/>
        </p:blipFill>
        <p:spPr>
          <a:xfrm>
            <a:off x="0" y="0"/>
            <a:ext cx="9144000" cy="6858000"/>
          </a:xfrm>
          <a:prstGeom prst="rect">
            <a:avLst/>
          </a:prstGeom>
          <a:ln w="0">
            <a:noFill/>
          </a:ln>
        </p:spPr>
      </p:pic>
    </p:spTree>
  </p:cSld>
  <p:transition advTm="2000">
    <p:fade/>
  </p:transition>
</p:sld>
</file>

<file path=ppt/slides/slide2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29" name="" descr=""/>
          <p:cNvPicPr/>
          <p:nvPr/>
        </p:nvPicPr>
        <p:blipFill>
          <a:blip r:embed="rId1"/>
          <a:stretch/>
        </p:blipFill>
        <p:spPr>
          <a:xfrm>
            <a:off x="0" y="0"/>
            <a:ext cx="9144000" cy="6858000"/>
          </a:xfrm>
          <a:prstGeom prst="rect">
            <a:avLst/>
          </a:prstGeom>
          <a:ln w="0">
            <a:noFill/>
          </a:ln>
        </p:spPr>
      </p:pic>
    </p:spTree>
  </p:cSld>
  <p:transition advTm="2000">
    <p:fade/>
  </p:transition>
</p:sld>
</file>

<file path=ppt/slides/slide2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30"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advTm="3000">
    <p:fade/>
  </p:transition>
</p:sld>
</file>

<file path=ppt/slides/slide2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31" name="" descr=""/>
          <p:cNvPicPr/>
          <p:nvPr/>
        </p:nvPicPr>
        <p:blipFill>
          <a:blip r:embed="rId1"/>
          <a:stretch/>
        </p:blipFill>
        <p:spPr>
          <a:xfrm>
            <a:off x="0" y="0"/>
            <a:ext cx="9144000" cy="6867360"/>
          </a:xfrm>
          <a:prstGeom prst="rect">
            <a:avLst/>
          </a:prstGeom>
          <a:ln w="0">
            <a:noFill/>
          </a:ln>
        </p:spPr>
      </p:pic>
    </p:spTree>
  </p:cSld>
  <p:transition spd="slow" advTm="3000">
    <p:fade/>
  </p:transition>
</p:sld>
</file>

<file path=ppt/slides/slide2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32"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833" name=""/>
          <p:cNvSpPr txBox="1"/>
          <p:nvPr/>
        </p:nvSpPr>
        <p:spPr>
          <a:xfrm>
            <a:off x="2195640" y="3108240"/>
            <a:ext cx="4752720" cy="64764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ffffff"/>
                </a:solidFill>
                <a:latin typeface="Arial Black"/>
              </a:rPr>
              <a:t>(The next morning)</a:t>
            </a:r>
            <a:endParaRPr b="0" lang="en-US" sz="1800" spc="1" strike="noStrike">
              <a:ln w="9360">
                <a:solidFill>
                  <a:srgbClr val="000000"/>
                </a:solidFill>
                <a:miter/>
              </a:ln>
              <a:solidFill>
                <a:srgbClr val="ffffff"/>
              </a:solidFill>
              <a:latin typeface="Arial Black"/>
              <a:ea typeface="Arial Black"/>
            </a:endParaRPr>
          </a:p>
        </p:txBody>
      </p:sp>
      <p:sp>
        <p:nvSpPr>
          <p:cNvPr id="1834" name=""/>
          <p:cNvSpPr/>
          <p:nvPr/>
        </p:nvSpPr>
        <p:spPr>
          <a:xfrm>
            <a:off x="2971800" y="-457200"/>
            <a:ext cx="129528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Cinematic effect??</a:t>
            </a:r>
            <a:endParaRPr b="0" lang="en-US" sz="1200" spc="-1" strike="noStrike">
              <a:solidFill>
                <a:srgbClr val="000000"/>
              </a:solidFill>
              <a:latin typeface="Arial"/>
            </a:endParaRPr>
          </a:p>
        </p:txBody>
      </p:sp>
    </p:spTree>
  </p:cSld>
</p:sld>
</file>

<file path=ppt/slides/slide2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35" name="" descr=""/>
          <p:cNvPicPr/>
          <p:nvPr/>
        </p:nvPicPr>
        <p:blipFill>
          <a:blip r:embed="rId1"/>
          <a:stretch/>
        </p:blipFill>
        <p:spPr>
          <a:xfrm>
            <a:off x="0" y="0"/>
            <a:ext cx="9144000" cy="6858000"/>
          </a:xfrm>
          <a:prstGeom prst="rect">
            <a:avLst/>
          </a:prstGeom>
          <a:ln w="0">
            <a:noFill/>
          </a:ln>
        </p:spPr>
      </p:pic>
      <p:sp>
        <p:nvSpPr>
          <p:cNvPr id="1836" name=""/>
          <p:cNvSpPr/>
          <p:nvPr/>
        </p:nvSpPr>
        <p:spPr>
          <a:xfrm>
            <a:off x="2971800" y="-457200"/>
            <a:ext cx="3124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Sup dudes. 12/28/05</a:t>
            </a:r>
            <a:endParaRPr b="0" lang="en-US" sz="1200" spc="-1" strike="noStrike">
              <a:solidFill>
                <a:srgbClr val="000000"/>
              </a:solidFill>
              <a:latin typeface="Arial"/>
            </a:endParaRPr>
          </a:p>
        </p:txBody>
      </p:sp>
    </p:spTree>
  </p:cSld>
</p:sld>
</file>

<file path=ppt/slides/slide2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37" name="" descr=""/>
          <p:cNvPicPr/>
          <p:nvPr/>
        </p:nvPicPr>
        <p:blipFill>
          <a:blip r:embed="rId1"/>
          <a:stretch/>
        </p:blipFill>
        <p:spPr>
          <a:xfrm>
            <a:off x="0" y="0"/>
            <a:ext cx="9144000" cy="6858000"/>
          </a:xfrm>
          <a:prstGeom prst="rect">
            <a:avLst/>
          </a:prstGeom>
          <a:ln w="0">
            <a:noFill/>
          </a:ln>
        </p:spPr>
      </p:pic>
    </p:spTree>
  </p:cSld>
</p:sld>
</file>

<file path=ppt/slides/slide2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38" name="" descr=""/>
          <p:cNvPicPr/>
          <p:nvPr/>
        </p:nvPicPr>
        <p:blipFill>
          <a:blip r:embed="rId1"/>
          <a:stretch/>
        </p:blipFill>
        <p:spPr>
          <a:xfrm>
            <a:off x="0" y="0"/>
            <a:ext cx="9144000" cy="6858000"/>
          </a:xfrm>
          <a:prstGeom prst="rect">
            <a:avLst/>
          </a:prstGeom>
          <a:ln w="0">
            <a:noFill/>
          </a:ln>
        </p:spPr>
      </p:pic>
    </p:spTree>
  </p:cSld>
  <p:transition advTm="1000">
    <p:fade/>
  </p:transition>
</p:sld>
</file>

<file path=ppt/slides/slide2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39" name="" descr=""/>
          <p:cNvPicPr/>
          <p:nvPr/>
        </p:nvPicPr>
        <p:blipFill>
          <a:blip r:embed="rId1"/>
          <a:stretch/>
        </p:blipFill>
        <p:spPr>
          <a:xfrm>
            <a:off x="0" y="0"/>
            <a:ext cx="9144000" cy="6858000"/>
          </a:xfrm>
          <a:prstGeom prst="rect">
            <a:avLst/>
          </a:prstGeom>
          <a:ln w="0">
            <a:noFill/>
          </a:ln>
        </p:spPr>
      </p:pic>
    </p:spTree>
  </p:cSld>
  <p:transition advTm="3000">
    <p:fade/>
  </p:transition>
</p:sld>
</file>

<file path=ppt/slides/slide2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40" name="" descr=""/>
          <p:cNvPicPr/>
          <p:nvPr/>
        </p:nvPicPr>
        <p:blipFill>
          <a:blip r:embed="rId1"/>
          <a:stretch/>
        </p:blipFill>
        <p:spPr>
          <a:xfrm>
            <a:off x="0" y="0"/>
            <a:ext cx="9144000" cy="6858000"/>
          </a:xfrm>
          <a:prstGeom prst="rect">
            <a:avLst/>
          </a:prstGeom>
          <a:ln w="0">
            <a:noFill/>
          </a:ln>
        </p:spPr>
      </p:pic>
    </p:spTree>
  </p:cSld>
  <p:transition advTm="2000">
    <p:fade/>
  </p:transition>
</p:sld>
</file>

<file path=ppt/slides/slide2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41" name="" descr=""/>
          <p:cNvPicPr/>
          <p:nvPr/>
        </p:nvPicPr>
        <p:blipFill>
          <a:blip r:embed="rId1"/>
          <a:stretch/>
        </p:blipFill>
        <p:spPr>
          <a:xfrm>
            <a:off x="0" y="0"/>
            <a:ext cx="9144000" cy="6858000"/>
          </a:xfrm>
          <a:prstGeom prst="rect">
            <a:avLst/>
          </a:prstGeom>
          <a:ln w="0">
            <a:noFill/>
          </a:ln>
        </p:spPr>
      </p:pic>
    </p:spTree>
  </p:cSld>
  <p:transition spd="slow" advTm="2000">
    <p:fade/>
  </p:transition>
</p:sld>
</file>

<file path=ppt/slides/slide2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42" name="" descr=""/>
          <p:cNvPicPr/>
          <p:nvPr/>
        </p:nvPicPr>
        <p:blipFill>
          <a:blip r:embed="rId1"/>
          <a:stretch/>
        </p:blipFill>
        <p:spPr>
          <a:xfrm>
            <a:off x="0" y="0"/>
            <a:ext cx="9144000" cy="6858000"/>
          </a:xfrm>
          <a:prstGeom prst="rect">
            <a:avLst/>
          </a:prstGeom>
          <a:ln w="0">
            <a:noFill/>
          </a:ln>
        </p:spPr>
      </p:pic>
      <p:sp>
        <p:nvSpPr>
          <p:cNvPr id="1843" name=""/>
          <p:cNvSpPr/>
          <p:nvPr/>
        </p:nvSpPr>
        <p:spPr>
          <a:xfrm>
            <a:off x="2286000" y="3505320"/>
            <a:ext cx="2819520" cy="1295280"/>
          </a:xfrm>
          <a:prstGeom prst="rect">
            <a:avLst/>
          </a:prstGeom>
          <a:no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2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44" name=""/>
          <p:cNvSpPr/>
          <p:nvPr/>
        </p:nvSpPr>
        <p:spPr>
          <a:xfrm>
            <a:off x="-1523880" y="1676520"/>
            <a:ext cx="1218960" cy="3210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If you’ve ever noticed, I used to re-draw every character almost every scene. Now, that I got Photoshop I just keep on reusing the same sprites.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Lol?</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1/9/06 didn’t work on much…</a:t>
            </a:r>
            <a:endParaRPr b="0" lang="en-US" sz="1200" spc="-1" strike="noStrike">
              <a:solidFill>
                <a:srgbClr val="000000"/>
              </a:solidFill>
              <a:latin typeface="Arial"/>
            </a:endParaRPr>
          </a:p>
        </p:txBody>
      </p:sp>
      <p:pic>
        <p:nvPicPr>
          <p:cNvPr id="1845" name="" descr=""/>
          <p:cNvPicPr/>
          <p:nvPr/>
        </p:nvPicPr>
        <p:blipFill>
          <a:blip r:embed="rId1"/>
          <a:stretch/>
        </p:blipFill>
        <p:spPr>
          <a:xfrm>
            <a:off x="0" y="0"/>
            <a:ext cx="9144000" cy="6858000"/>
          </a:xfrm>
          <a:prstGeom prst="rect">
            <a:avLst/>
          </a:prstGeom>
          <a:ln w="0">
            <a:noFill/>
          </a:ln>
        </p:spPr>
      </p:pic>
      <p:pic>
        <p:nvPicPr>
          <p:cNvPr id="1846" name="" descr=""/>
          <p:cNvPicPr/>
          <p:nvPr/>
        </p:nvPicPr>
        <p:blipFill>
          <a:blip r:embed="rId2"/>
          <a:stretch/>
        </p:blipFill>
        <p:spPr>
          <a:xfrm>
            <a:off x="6019920" y="5307120"/>
            <a:ext cx="3124080" cy="1550880"/>
          </a:xfrm>
          <a:prstGeom prst="rect">
            <a:avLst/>
          </a:prstGeom>
          <a:ln w="0">
            <a:noFill/>
          </a:ln>
        </p:spPr>
      </p:pic>
      <p:sp>
        <p:nvSpPr>
          <p:cNvPr id="1847" name=""/>
          <p:cNvSpPr/>
          <p:nvPr/>
        </p:nvSpPr>
        <p:spPr>
          <a:xfrm>
            <a:off x="6172200" y="5715000"/>
            <a:ext cx="2666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This is it…</a:t>
            </a:r>
            <a:endParaRPr b="0" lang="en-US" sz="1200" spc="-1" strike="noStrike">
              <a:solidFill>
                <a:srgbClr val="000000"/>
              </a:solidFill>
              <a:latin typeface="Arial"/>
            </a:endParaRPr>
          </a:p>
        </p:txBody>
      </p:sp>
    </p:spTree>
  </p:cSld>
  <p:timing>
    <p:tnLst>
      <p:par>
        <p:cTn id="4846" dur="indefinite" restart="never" nodeType="tmRoot">
          <p:childTnLst>
            <p:seq>
              <p:cTn id="4847" dur="indefinite" nodeType="mainSeq">
                <p:childTnLst>
                  <p:par>
                    <p:cTn id="4848" fill="hold">
                      <p:stCondLst>
                        <p:cond delay="0"/>
                      </p:stCondLst>
                      <p:childTnLst>
                        <p:par>
                          <p:cTn id="4849" fill="hold">
                            <p:stCondLst>
                              <p:cond delay="0"/>
                            </p:stCondLst>
                            <p:childTnLst>
                              <p:par>
                                <p:cTn id="4850" nodeType="afterEffect" fill="hold" presetClass="entr" presetID="9">
                                  <p:stCondLst>
                                    <p:cond delay="500"/>
                                  </p:stCondLst>
                                  <p:childTnLst>
                                    <p:set>
                                      <p:cBhvr>
                                        <p:cTn id="4851" dur="1" fill="hold">
                                          <p:stCondLst>
                                            <p:cond delay="0"/>
                                          </p:stCondLst>
                                        </p:cTn>
                                        <p:tgtEl>
                                          <p:spTgt spid="1846"/>
                                        </p:tgtEl>
                                        <p:attrNameLst>
                                          <p:attrName>style.visibility</p:attrName>
                                        </p:attrNameLst>
                                      </p:cBhvr>
                                      <p:to>
                                        <p:strVal val="visible"/>
                                      </p:to>
                                    </p:set>
                                    <p:animEffect filter="dissolve" transition="in">
                                      <p:cBhvr additive="repl">
                                        <p:cTn id="4852" dur="500"/>
                                        <p:tgtEl>
                                          <p:spTgt spid="1846"/>
                                        </p:tgtEl>
                                      </p:cBhvr>
                                    </p:animEffect>
                                  </p:childTnLst>
                                </p:cTn>
                              </p:par>
                            </p:childTnLst>
                          </p:cTn>
                        </p:par>
                        <p:par>
                          <p:cTn id="4853" fill="hold">
                            <p:stCondLst>
                              <p:cond delay="1000"/>
                            </p:stCondLst>
                            <p:childTnLst>
                              <p:par>
                                <p:cTn id="4854" nodeType="afterEffect" fill="hold" presetClass="entr" presetID="27">
                                  <p:stCondLst>
                                    <p:cond delay="0"/>
                                  </p:stCondLst>
                                  <p:iterate type="lt">
                                    <p:tmAbs val="40"/>
                                  </p:iterate>
                                  <p:childTnLst>
                                    <p:set>
                                      <p:cBhvr>
                                        <p:cTn id="4855" dur="1" fill="hold">
                                          <p:stCondLst>
                                            <p:cond delay="0"/>
                                          </p:stCondLst>
                                        </p:cTn>
                                        <p:tgtEl>
                                          <p:spTgt spid="1847"/>
                                        </p:tgtEl>
                                        <p:attrNameLst>
                                          <p:attrName>style.visibility</p:attrName>
                                        </p:attrNameLst>
                                      </p:cBhvr>
                                      <p:to>
                                        <p:strVal val="visible"/>
                                      </p:to>
                                    </p:set>
                                    <p:anim calcmode="discrete" valueType="clr">
                                      <p:cBhvr additive="repl">
                                        <p:cTn id="4856" dur="80"/>
                                        <p:tgtEl>
                                          <p:spTgt spid="1847"/>
                                        </p:tgtEl>
                                        <p:attrNameLst>
                                          <p:attrName>style.color</p:attrName>
                                        </p:attrNameLst>
                                      </p:cBhvr>
                                      <p:tavLst>
                                        <p:tav tm="0">
                                          <p:val>
                                            <p:strVal val="rgb(-103,51,51)"/>
                                          </p:val>
                                        </p:tav>
                                        <p:tav tm="50000">
                                          <p:val>
                                            <p:strVal val="rgb(-103,-103,0)"/>
                                          </p:val>
                                        </p:tav>
                                      </p:tavLst>
                                    </p:anim>
                                    <p:anim calcmode="discrete" valueType="clr">
                                      <p:cBhvr additive="repl">
                                        <p:cTn id="4857" dur="80"/>
                                        <p:tgtEl>
                                          <p:spTgt spid="1847"/>
                                        </p:tgtEl>
                                        <p:attrNameLst>
                                          <p:attrName>fillcolor</p:attrName>
                                        </p:attrNameLst>
                                      </p:cBhvr>
                                      <p:tavLst>
                                        <p:tav tm="0">
                                          <p:val>
                                            <p:strVal val="rgb(-103,51,51)"/>
                                          </p:val>
                                        </p:tav>
                                        <p:tav tm="50000">
                                          <p:val>
                                            <p:strVal val="rgb(-103,-103,0)"/>
                                          </p:val>
                                        </p:tav>
                                      </p:tavLst>
                                    </p:anim>
                                    <p:set>
                                      <p:cBhvr>
                                        <p:cTn id="4858" dur="80"/>
                                        <p:tgtEl>
                                          <p:spTgt spid="1847"/>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48" name="" descr=""/>
          <p:cNvPicPr/>
          <p:nvPr/>
        </p:nvPicPr>
        <p:blipFill>
          <a:blip r:embed="rId1"/>
          <a:stretch/>
        </p:blipFill>
        <p:spPr>
          <a:xfrm>
            <a:off x="0" y="0"/>
            <a:ext cx="9144000" cy="6858000"/>
          </a:xfrm>
          <a:prstGeom prst="rect">
            <a:avLst/>
          </a:prstGeom>
          <a:ln w="0">
            <a:noFill/>
          </a:ln>
        </p:spPr>
      </p:pic>
      <p:pic>
        <p:nvPicPr>
          <p:cNvPr id="1849" name="" descr=""/>
          <p:cNvPicPr/>
          <p:nvPr/>
        </p:nvPicPr>
        <p:blipFill>
          <a:blip r:embed="rId2"/>
          <a:stretch/>
        </p:blipFill>
        <p:spPr>
          <a:xfrm>
            <a:off x="6019920" y="5307120"/>
            <a:ext cx="3124080" cy="1550880"/>
          </a:xfrm>
          <a:prstGeom prst="rect">
            <a:avLst/>
          </a:prstGeom>
          <a:ln w="0">
            <a:noFill/>
          </a:ln>
        </p:spPr>
      </p:pic>
      <p:sp>
        <p:nvSpPr>
          <p:cNvPr id="1850" name=""/>
          <p:cNvSpPr/>
          <p:nvPr/>
        </p:nvSpPr>
        <p:spPr>
          <a:xfrm>
            <a:off x="6172200" y="5715000"/>
            <a:ext cx="2666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This is it…</a:t>
            </a:r>
            <a:endParaRPr b="0" lang="en-US" sz="1200" spc="-1" strike="noStrike">
              <a:solidFill>
                <a:srgbClr val="000000"/>
              </a:solidFill>
              <a:latin typeface="Arial"/>
            </a:endParaRPr>
          </a:p>
        </p:txBody>
      </p:sp>
      <p:pic>
        <p:nvPicPr>
          <p:cNvPr id="1851" name="" descr=""/>
          <p:cNvPicPr/>
          <p:nvPr/>
        </p:nvPicPr>
        <p:blipFill>
          <a:blip r:embed="rId3"/>
          <a:stretch/>
        </p:blipFill>
        <p:spPr>
          <a:xfrm>
            <a:off x="0" y="5334120"/>
            <a:ext cx="3124080" cy="1523880"/>
          </a:xfrm>
          <a:prstGeom prst="rect">
            <a:avLst/>
          </a:prstGeom>
          <a:ln w="0">
            <a:noFill/>
          </a:ln>
        </p:spPr>
      </p:pic>
      <p:sp>
        <p:nvSpPr>
          <p:cNvPr id="1852" name=""/>
          <p:cNvSpPr/>
          <p:nvPr/>
        </p:nvSpPr>
        <p:spPr>
          <a:xfrm>
            <a:off x="228600" y="5791320"/>
            <a:ext cx="266688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This is probably the last I’ll ever see of you, right?</a:t>
            </a:r>
            <a:endParaRPr b="0" lang="en-US" sz="1200" spc="-1" strike="noStrike">
              <a:solidFill>
                <a:srgbClr val="000000"/>
              </a:solidFill>
              <a:latin typeface="Arial"/>
            </a:endParaRPr>
          </a:p>
        </p:txBody>
      </p:sp>
      <p:sp>
        <p:nvSpPr>
          <p:cNvPr id="1853" name=""/>
          <p:cNvSpPr/>
          <p:nvPr/>
        </p:nvSpPr>
        <p:spPr>
          <a:xfrm>
            <a:off x="617220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Why say that?</a:t>
            </a:r>
            <a:endParaRPr b="0" lang="en-US" sz="1200" spc="-1" strike="noStrike">
              <a:solidFill>
                <a:srgbClr val="000000"/>
              </a:solidFill>
              <a:latin typeface="Arial"/>
            </a:endParaRPr>
          </a:p>
        </p:txBody>
      </p:sp>
      <p:sp>
        <p:nvSpPr>
          <p:cNvPr id="1854" name=""/>
          <p:cNvSpPr/>
          <p:nvPr/>
        </p:nvSpPr>
        <p:spPr>
          <a:xfrm>
            <a:off x="228600" y="5791320"/>
            <a:ext cx="266688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You’re running away… Now you’re at their mercy. You need to stand up and fight back!</a:t>
            </a:r>
            <a:endParaRPr b="0" lang="en-US" sz="1200" spc="-1" strike="noStrike">
              <a:solidFill>
                <a:srgbClr val="000000"/>
              </a:solidFill>
              <a:latin typeface="Arial"/>
            </a:endParaRPr>
          </a:p>
        </p:txBody>
      </p:sp>
      <p:sp>
        <p:nvSpPr>
          <p:cNvPr id="1855" name=""/>
          <p:cNvSpPr/>
          <p:nvPr/>
        </p:nvSpPr>
        <p:spPr>
          <a:xfrm>
            <a:off x="617220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That’s probably not the best idea…</a:t>
            </a:r>
            <a:endParaRPr b="0" lang="en-US" sz="1200" spc="-1" strike="noStrike">
              <a:solidFill>
                <a:srgbClr val="000000"/>
              </a:solidFill>
              <a:latin typeface="Arial"/>
            </a:endParaRPr>
          </a:p>
        </p:txBody>
      </p:sp>
      <p:sp>
        <p:nvSpPr>
          <p:cNvPr id="1856" name=""/>
          <p:cNvSpPr/>
          <p:nvPr/>
        </p:nvSpPr>
        <p:spPr>
          <a:xfrm>
            <a:off x="228600" y="5715000"/>
            <a:ext cx="2666880" cy="9208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was just joking…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wherever you’re going, good luck and don’t like… die… you know?</a:t>
            </a:r>
            <a:endParaRPr b="0" lang="en-US" sz="1200" spc="-1" strike="noStrike">
              <a:solidFill>
                <a:srgbClr val="000000"/>
              </a:solidFill>
              <a:latin typeface="Arial"/>
            </a:endParaRPr>
          </a:p>
        </p:txBody>
      </p:sp>
    </p:spTree>
  </p:cSld>
  <p:timing>
    <p:tnLst>
      <p:par>
        <p:cTn id="4859" dur="indefinite" restart="never" nodeType="tmRoot">
          <p:childTnLst>
            <p:seq>
              <p:cTn id="4860" dur="indefinite" nodeType="mainSeq">
                <p:childTnLst>
                  <p:par>
                    <p:cTn id="4861" fill="hold">
                      <p:stCondLst>
                        <p:cond delay="0"/>
                      </p:stCondLst>
                      <p:childTnLst>
                        <p:par>
                          <p:cTn id="4862" fill="hold">
                            <p:stCondLst>
                              <p:cond delay="0"/>
                            </p:stCondLst>
                            <p:childTnLst>
                              <p:par>
                                <p:cTn id="4863" nodeType="afterEffect" fill="hold" presetClass="entr" presetID="9">
                                  <p:stCondLst>
                                    <p:cond delay="0"/>
                                  </p:stCondLst>
                                  <p:childTnLst>
                                    <p:set>
                                      <p:cBhvr>
                                        <p:cTn id="4864" dur="1" fill="hold">
                                          <p:stCondLst>
                                            <p:cond delay="0"/>
                                          </p:stCondLst>
                                        </p:cTn>
                                        <p:tgtEl>
                                          <p:spTgt spid="1851"/>
                                        </p:tgtEl>
                                        <p:attrNameLst>
                                          <p:attrName>style.visibility</p:attrName>
                                        </p:attrNameLst>
                                      </p:cBhvr>
                                      <p:to>
                                        <p:strVal val="visible"/>
                                      </p:to>
                                    </p:set>
                                    <p:animEffect filter="dissolve" transition="in">
                                      <p:cBhvr additive="repl">
                                        <p:cTn id="4865" dur="500"/>
                                        <p:tgtEl>
                                          <p:spTgt spid="1851"/>
                                        </p:tgtEl>
                                      </p:cBhvr>
                                    </p:animEffect>
                                  </p:childTnLst>
                                </p:cTn>
                              </p:par>
                            </p:childTnLst>
                          </p:cTn>
                        </p:par>
                        <p:par>
                          <p:cTn id="4866" fill="hold">
                            <p:stCondLst>
                              <p:cond delay="500"/>
                            </p:stCondLst>
                            <p:childTnLst>
                              <p:par>
                                <p:cTn id="4867" nodeType="afterEffect" fill="hold" presetClass="entr" presetID="27">
                                  <p:stCondLst>
                                    <p:cond delay="0"/>
                                  </p:stCondLst>
                                  <p:iterate type="lt">
                                    <p:tmAbs val="40"/>
                                  </p:iterate>
                                  <p:childTnLst>
                                    <p:set>
                                      <p:cBhvr>
                                        <p:cTn id="4868" dur="1" fill="hold">
                                          <p:stCondLst>
                                            <p:cond delay="0"/>
                                          </p:stCondLst>
                                        </p:cTn>
                                        <p:tgtEl>
                                          <p:spTgt spid="1852"/>
                                        </p:tgtEl>
                                        <p:attrNameLst>
                                          <p:attrName>style.visibility</p:attrName>
                                        </p:attrNameLst>
                                      </p:cBhvr>
                                      <p:to>
                                        <p:strVal val="visible"/>
                                      </p:to>
                                    </p:set>
                                    <p:anim calcmode="discrete" valueType="clr">
                                      <p:cBhvr additive="repl">
                                        <p:cTn id="4869" dur="80"/>
                                        <p:tgtEl>
                                          <p:spTgt spid="1852"/>
                                        </p:tgtEl>
                                        <p:attrNameLst>
                                          <p:attrName>style.color</p:attrName>
                                        </p:attrNameLst>
                                      </p:cBhvr>
                                      <p:tavLst>
                                        <p:tav tm="0">
                                          <p:val>
                                            <p:strVal val="rgb(-103,51,51)"/>
                                          </p:val>
                                        </p:tav>
                                        <p:tav tm="50000">
                                          <p:val>
                                            <p:strVal val="rgb(-103,-103,0)"/>
                                          </p:val>
                                        </p:tav>
                                      </p:tavLst>
                                    </p:anim>
                                    <p:anim calcmode="discrete" valueType="clr">
                                      <p:cBhvr additive="repl">
                                        <p:cTn id="4870" dur="80"/>
                                        <p:tgtEl>
                                          <p:spTgt spid="1852"/>
                                        </p:tgtEl>
                                        <p:attrNameLst>
                                          <p:attrName>fillcolor</p:attrName>
                                        </p:attrNameLst>
                                      </p:cBhvr>
                                      <p:tavLst>
                                        <p:tav tm="0">
                                          <p:val>
                                            <p:strVal val="rgb(-103,51,51)"/>
                                          </p:val>
                                        </p:tav>
                                        <p:tav tm="50000">
                                          <p:val>
                                            <p:strVal val="rgb(-103,-103,0)"/>
                                          </p:val>
                                        </p:tav>
                                      </p:tavLst>
                                    </p:anim>
                                    <p:set>
                                      <p:cBhvr>
                                        <p:cTn id="4871" dur="80"/>
                                        <p:tgtEl>
                                          <p:spTgt spid="1852"/>
                                        </p:tgtEl>
                                        <p:attrNameLst>
                                          <p:attrName>fill.type</p:attrName>
                                        </p:attrNameLst>
                                      </p:cBhvr>
                                      <p:to>
                                        <p:strVal val="solid"/>
                                      </p:to>
                                    </p:set>
                                  </p:childTnLst>
                                </p:cTn>
                              </p:par>
                            </p:childTnLst>
                          </p:cTn>
                        </p:par>
                        <p:par>
                          <p:cTn id="4872" fill="hold">
                            <p:stCondLst>
                              <p:cond delay="2300"/>
                            </p:stCondLst>
                            <p:childTnLst>
                              <p:par>
                                <p:cTn id="4873" nodeType="afterEffect" fill="hold" presetClass="entr" presetID="27">
                                  <p:stCondLst>
                                    <p:cond delay="1500"/>
                                  </p:stCondLst>
                                  <p:iterate type="lt">
                                    <p:tmAbs val="40"/>
                                  </p:iterate>
                                  <p:childTnLst>
                                    <p:set>
                                      <p:cBhvr>
                                        <p:cTn id="4874" dur="1" fill="hold">
                                          <p:stCondLst>
                                            <p:cond delay="0"/>
                                          </p:stCondLst>
                                        </p:cTn>
                                        <p:tgtEl>
                                          <p:spTgt spid="1853"/>
                                        </p:tgtEl>
                                        <p:attrNameLst>
                                          <p:attrName>style.visibility</p:attrName>
                                        </p:attrNameLst>
                                      </p:cBhvr>
                                      <p:to>
                                        <p:strVal val="visible"/>
                                      </p:to>
                                    </p:set>
                                    <p:anim calcmode="discrete" valueType="clr">
                                      <p:cBhvr additive="repl">
                                        <p:cTn id="4875" dur="80"/>
                                        <p:tgtEl>
                                          <p:spTgt spid="1853"/>
                                        </p:tgtEl>
                                        <p:attrNameLst>
                                          <p:attrName>style.color</p:attrName>
                                        </p:attrNameLst>
                                      </p:cBhvr>
                                      <p:tavLst>
                                        <p:tav tm="0">
                                          <p:val>
                                            <p:strVal val="rgb(-103,51,51)"/>
                                          </p:val>
                                        </p:tav>
                                        <p:tav tm="50000">
                                          <p:val>
                                            <p:strVal val="rgb(-103,-103,0)"/>
                                          </p:val>
                                        </p:tav>
                                      </p:tavLst>
                                    </p:anim>
                                    <p:anim calcmode="discrete" valueType="clr">
                                      <p:cBhvr additive="repl">
                                        <p:cTn id="4876" dur="80"/>
                                        <p:tgtEl>
                                          <p:spTgt spid="1853"/>
                                        </p:tgtEl>
                                        <p:attrNameLst>
                                          <p:attrName>fillcolor</p:attrName>
                                        </p:attrNameLst>
                                      </p:cBhvr>
                                      <p:tavLst>
                                        <p:tav tm="0">
                                          <p:val>
                                            <p:strVal val="rgb(-103,51,51)"/>
                                          </p:val>
                                        </p:tav>
                                        <p:tav tm="50000">
                                          <p:val>
                                            <p:strVal val="rgb(-103,-103,0)"/>
                                          </p:val>
                                        </p:tav>
                                      </p:tavLst>
                                    </p:anim>
                                    <p:set>
                                      <p:cBhvr>
                                        <p:cTn id="4877" dur="80"/>
                                        <p:tgtEl>
                                          <p:spTgt spid="1853"/>
                                        </p:tgtEl>
                                        <p:attrNameLst>
                                          <p:attrName>fill.type</p:attrName>
                                        </p:attrNameLst>
                                      </p:cBhvr>
                                      <p:to>
                                        <p:strVal val="solid"/>
                                      </p:to>
                                    </p:set>
                                  </p:childTnLst>
                                </p:cTn>
                              </p:par>
                            </p:childTnLst>
                          </p:cTn>
                        </p:par>
                        <p:par>
                          <p:cTn id="4878" fill="hold">
                            <p:stCondLst>
                              <p:cond delay="4280"/>
                            </p:stCondLst>
                            <p:childTnLst>
                              <p:par>
                                <p:cTn id="4879" nodeType="afterEffect" fill="hold" presetClass="entr" presetID="27">
                                  <p:stCondLst>
                                    <p:cond delay="1500"/>
                                  </p:stCondLst>
                                  <p:iterate type="lt">
                                    <p:tmAbs val="40"/>
                                  </p:iterate>
                                  <p:childTnLst>
                                    <p:set>
                                      <p:cBhvr>
                                        <p:cTn id="4880" dur="1" fill="hold">
                                          <p:stCondLst>
                                            <p:cond delay="0"/>
                                          </p:stCondLst>
                                        </p:cTn>
                                        <p:tgtEl>
                                          <p:spTgt spid="1854"/>
                                        </p:tgtEl>
                                        <p:attrNameLst>
                                          <p:attrName>style.visibility</p:attrName>
                                        </p:attrNameLst>
                                      </p:cBhvr>
                                      <p:to>
                                        <p:strVal val="visible"/>
                                      </p:to>
                                    </p:set>
                                    <p:anim calcmode="discrete" valueType="clr">
                                      <p:cBhvr additive="repl">
                                        <p:cTn id="4881" dur="80"/>
                                        <p:tgtEl>
                                          <p:spTgt spid="1854"/>
                                        </p:tgtEl>
                                        <p:attrNameLst>
                                          <p:attrName>style.color</p:attrName>
                                        </p:attrNameLst>
                                      </p:cBhvr>
                                      <p:tavLst>
                                        <p:tav tm="0">
                                          <p:val>
                                            <p:strVal val="rgb(-103,51,51)"/>
                                          </p:val>
                                        </p:tav>
                                        <p:tav tm="50000">
                                          <p:val>
                                            <p:strVal val="rgb(-103,-103,0)"/>
                                          </p:val>
                                        </p:tav>
                                      </p:tavLst>
                                    </p:anim>
                                    <p:anim calcmode="discrete" valueType="clr">
                                      <p:cBhvr additive="repl">
                                        <p:cTn id="4882" dur="80"/>
                                        <p:tgtEl>
                                          <p:spTgt spid="1854"/>
                                        </p:tgtEl>
                                        <p:attrNameLst>
                                          <p:attrName>fillcolor</p:attrName>
                                        </p:attrNameLst>
                                      </p:cBhvr>
                                      <p:tavLst>
                                        <p:tav tm="0">
                                          <p:val>
                                            <p:strVal val="rgb(-103,51,51)"/>
                                          </p:val>
                                        </p:tav>
                                        <p:tav tm="50000">
                                          <p:val>
                                            <p:strVal val="rgb(-103,-103,0)"/>
                                          </p:val>
                                        </p:tav>
                                      </p:tavLst>
                                    </p:anim>
                                    <p:set>
                                      <p:cBhvr>
                                        <p:cTn id="4883" dur="80"/>
                                        <p:tgtEl>
                                          <p:spTgt spid="1854"/>
                                        </p:tgtEl>
                                        <p:attrNameLst>
                                          <p:attrName>fill.type</p:attrName>
                                        </p:attrNameLst>
                                      </p:cBhvr>
                                      <p:to>
                                        <p:strVal val="solid"/>
                                      </p:to>
                                    </p:set>
                                  </p:childTnLst>
                                </p:cTn>
                              </p:par>
                            </p:childTnLst>
                          </p:cTn>
                        </p:par>
                        <p:par>
                          <p:cTn id="4884" fill="hold">
                            <p:stCondLst>
                              <p:cond delay="8580"/>
                            </p:stCondLst>
                            <p:childTnLst>
                              <p:par>
                                <p:cTn id="4885" nodeType="afterEffect" fill="hold" presetClass="entr" presetID="27">
                                  <p:stCondLst>
                                    <p:cond delay="1500"/>
                                  </p:stCondLst>
                                  <p:iterate type="lt">
                                    <p:tmAbs val="40"/>
                                  </p:iterate>
                                  <p:childTnLst>
                                    <p:set>
                                      <p:cBhvr>
                                        <p:cTn id="4886" dur="1" fill="hold">
                                          <p:stCondLst>
                                            <p:cond delay="0"/>
                                          </p:stCondLst>
                                        </p:cTn>
                                        <p:tgtEl>
                                          <p:spTgt spid="1855"/>
                                        </p:tgtEl>
                                        <p:attrNameLst>
                                          <p:attrName>style.visibility</p:attrName>
                                        </p:attrNameLst>
                                      </p:cBhvr>
                                      <p:to>
                                        <p:strVal val="visible"/>
                                      </p:to>
                                    </p:set>
                                    <p:anim calcmode="discrete" valueType="clr">
                                      <p:cBhvr additive="repl">
                                        <p:cTn id="4887" dur="80"/>
                                        <p:tgtEl>
                                          <p:spTgt spid="1855"/>
                                        </p:tgtEl>
                                        <p:attrNameLst>
                                          <p:attrName>style.color</p:attrName>
                                        </p:attrNameLst>
                                      </p:cBhvr>
                                      <p:tavLst>
                                        <p:tav tm="0">
                                          <p:val>
                                            <p:strVal val="rgb(-103,51,51)"/>
                                          </p:val>
                                        </p:tav>
                                        <p:tav tm="50000">
                                          <p:val>
                                            <p:strVal val="rgb(-103,-103,0)"/>
                                          </p:val>
                                        </p:tav>
                                      </p:tavLst>
                                    </p:anim>
                                    <p:anim calcmode="discrete" valueType="clr">
                                      <p:cBhvr additive="repl">
                                        <p:cTn id="4888" dur="80"/>
                                        <p:tgtEl>
                                          <p:spTgt spid="1855"/>
                                        </p:tgtEl>
                                        <p:attrNameLst>
                                          <p:attrName>fillcolor</p:attrName>
                                        </p:attrNameLst>
                                      </p:cBhvr>
                                      <p:tavLst>
                                        <p:tav tm="0">
                                          <p:val>
                                            <p:strVal val="rgb(-103,51,51)"/>
                                          </p:val>
                                        </p:tav>
                                        <p:tav tm="50000">
                                          <p:val>
                                            <p:strVal val="rgb(-103,-103,0)"/>
                                          </p:val>
                                        </p:tav>
                                      </p:tavLst>
                                    </p:anim>
                                    <p:set>
                                      <p:cBhvr>
                                        <p:cTn id="4889" dur="80"/>
                                        <p:tgtEl>
                                          <p:spTgt spid="1855"/>
                                        </p:tgtEl>
                                        <p:attrNameLst>
                                          <p:attrName>fill.type</p:attrName>
                                        </p:attrNameLst>
                                      </p:cBhvr>
                                      <p:to>
                                        <p:strVal val="solid"/>
                                      </p:to>
                                    </p:set>
                                  </p:childTnLst>
                                </p:cTn>
                              </p:par>
                            </p:childTnLst>
                          </p:cTn>
                        </p:par>
                        <p:par>
                          <p:cTn id="4890" fill="hold">
                            <p:stCondLst>
                              <p:cond delay="11280"/>
                            </p:stCondLst>
                            <p:childTnLst>
                              <p:par>
                                <p:cTn id="4891" nodeType="afterEffect" fill="hold" presetClass="entr" presetID="27">
                                  <p:stCondLst>
                                    <p:cond delay="1500"/>
                                  </p:stCondLst>
                                  <p:iterate type="lt">
                                    <p:tmAbs val="40"/>
                                  </p:iterate>
                                  <p:childTnLst>
                                    <p:set>
                                      <p:cBhvr>
                                        <p:cTn id="4892" dur="1" fill="hold">
                                          <p:stCondLst>
                                            <p:cond delay="0"/>
                                          </p:stCondLst>
                                        </p:cTn>
                                        <p:tgtEl>
                                          <p:spTgt spid="1856"/>
                                        </p:tgtEl>
                                        <p:attrNameLst>
                                          <p:attrName>style.visibility</p:attrName>
                                        </p:attrNameLst>
                                      </p:cBhvr>
                                      <p:to>
                                        <p:strVal val="visible"/>
                                      </p:to>
                                    </p:set>
                                    <p:anim calcmode="discrete" valueType="clr">
                                      <p:cBhvr additive="repl">
                                        <p:cTn id="4893" dur="80"/>
                                        <p:tgtEl>
                                          <p:spTgt spid="1856"/>
                                        </p:tgtEl>
                                        <p:attrNameLst>
                                          <p:attrName>style.color</p:attrName>
                                        </p:attrNameLst>
                                      </p:cBhvr>
                                      <p:tavLst>
                                        <p:tav tm="0">
                                          <p:val>
                                            <p:strVal val="rgb(-103,51,51)"/>
                                          </p:val>
                                        </p:tav>
                                        <p:tav tm="50000">
                                          <p:val>
                                            <p:strVal val="rgb(-103,-103,0)"/>
                                          </p:val>
                                        </p:tav>
                                      </p:tavLst>
                                    </p:anim>
                                    <p:anim calcmode="discrete" valueType="clr">
                                      <p:cBhvr additive="repl">
                                        <p:cTn id="4894" dur="80"/>
                                        <p:tgtEl>
                                          <p:spTgt spid="1856"/>
                                        </p:tgtEl>
                                        <p:attrNameLst>
                                          <p:attrName>fillcolor</p:attrName>
                                        </p:attrNameLst>
                                      </p:cBhvr>
                                      <p:tavLst>
                                        <p:tav tm="0">
                                          <p:val>
                                            <p:strVal val="rgb(-103,51,51)"/>
                                          </p:val>
                                        </p:tav>
                                        <p:tav tm="50000">
                                          <p:val>
                                            <p:strVal val="rgb(-103,-103,0)"/>
                                          </p:val>
                                        </p:tav>
                                      </p:tavLst>
                                    </p:anim>
                                    <p:set>
                                      <p:cBhvr>
                                        <p:cTn id="4895" dur="80"/>
                                        <p:tgtEl>
                                          <p:spTgt spid="1856"/>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57" name="" descr=""/>
          <p:cNvPicPr/>
          <p:nvPr/>
        </p:nvPicPr>
        <p:blipFill>
          <a:blip r:embed="rId1"/>
          <a:stretch/>
        </p:blipFill>
        <p:spPr>
          <a:xfrm>
            <a:off x="0" y="0"/>
            <a:ext cx="9144000" cy="6858000"/>
          </a:xfrm>
          <a:prstGeom prst="rect">
            <a:avLst/>
          </a:prstGeom>
          <a:ln w="0">
            <a:noFill/>
          </a:ln>
        </p:spPr>
      </p:pic>
      <p:pic>
        <p:nvPicPr>
          <p:cNvPr id="1858" name="" descr=""/>
          <p:cNvPicPr/>
          <p:nvPr/>
        </p:nvPicPr>
        <p:blipFill>
          <a:blip r:embed="rId2"/>
          <a:stretch/>
        </p:blipFill>
        <p:spPr>
          <a:xfrm>
            <a:off x="6019920" y="5307120"/>
            <a:ext cx="3124080" cy="1550880"/>
          </a:xfrm>
          <a:prstGeom prst="rect">
            <a:avLst/>
          </a:prstGeom>
          <a:ln w="0">
            <a:noFill/>
          </a:ln>
        </p:spPr>
      </p:pic>
      <p:pic>
        <p:nvPicPr>
          <p:cNvPr id="1859" name="" descr=""/>
          <p:cNvPicPr/>
          <p:nvPr/>
        </p:nvPicPr>
        <p:blipFill>
          <a:blip r:embed="rId3"/>
          <a:stretch/>
        </p:blipFill>
        <p:spPr>
          <a:xfrm>
            <a:off x="0" y="5334120"/>
            <a:ext cx="3124080" cy="1523880"/>
          </a:xfrm>
          <a:prstGeom prst="rect">
            <a:avLst/>
          </a:prstGeom>
          <a:ln w="0">
            <a:noFill/>
          </a:ln>
        </p:spPr>
      </p:pic>
      <p:sp>
        <p:nvSpPr>
          <p:cNvPr id="1860" name=""/>
          <p:cNvSpPr/>
          <p:nvPr/>
        </p:nvSpPr>
        <p:spPr>
          <a:xfrm>
            <a:off x="228600" y="5715000"/>
            <a:ext cx="2666880" cy="9208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was just joking…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 wherever you’re going, good luck and don’t like… die… you know?</a:t>
            </a:r>
            <a:endParaRPr b="0" lang="en-US" sz="1200" spc="-1" strike="noStrike">
              <a:solidFill>
                <a:srgbClr val="000000"/>
              </a:solidFill>
              <a:latin typeface="Arial"/>
            </a:endParaRPr>
          </a:p>
        </p:txBody>
      </p:sp>
      <p:sp>
        <p:nvSpPr>
          <p:cNvPr id="1861" name=""/>
          <p:cNvSpPr/>
          <p:nvPr/>
        </p:nvSpPr>
        <p:spPr>
          <a:xfrm>
            <a:off x="617220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That’s probably not the best idea…</a:t>
            </a:r>
            <a:endParaRPr b="0" lang="en-US" sz="1200" spc="-1" strike="noStrike">
              <a:solidFill>
                <a:srgbClr val="000000"/>
              </a:solidFill>
              <a:latin typeface="Arial"/>
            </a:endParaRPr>
          </a:p>
        </p:txBody>
      </p:sp>
      <p:sp>
        <p:nvSpPr>
          <p:cNvPr id="1862" name=""/>
          <p:cNvSpPr/>
          <p:nvPr/>
        </p:nvSpPr>
        <p:spPr>
          <a:xfrm>
            <a:off x="617220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won’t, I won’t. Don’t worry about it.</a:t>
            </a:r>
            <a:endParaRPr b="0" lang="en-US" sz="1200" spc="-1" strike="noStrike">
              <a:solidFill>
                <a:srgbClr val="000000"/>
              </a:solidFill>
              <a:latin typeface="Arial"/>
            </a:endParaRPr>
          </a:p>
        </p:txBody>
      </p:sp>
      <p:sp>
        <p:nvSpPr>
          <p:cNvPr id="1863" name=""/>
          <p:cNvSpPr/>
          <p:nvPr/>
        </p:nvSpPr>
        <p:spPr>
          <a:xfrm>
            <a:off x="6172200" y="571500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And wherever you’re going… good luck with whatever.</a:t>
            </a:r>
            <a:endParaRPr b="0" lang="en-US" sz="1200" spc="-1" strike="noStrike">
              <a:solidFill>
                <a:srgbClr val="000000"/>
              </a:solidFill>
              <a:latin typeface="Arial"/>
            </a:endParaRPr>
          </a:p>
        </p:txBody>
      </p:sp>
      <p:sp>
        <p:nvSpPr>
          <p:cNvPr id="1864" name=""/>
          <p:cNvSpPr/>
          <p:nvPr/>
        </p:nvSpPr>
        <p:spPr>
          <a:xfrm>
            <a:off x="152280" y="5791320"/>
            <a:ext cx="2667240" cy="8334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Thanks… means a lot from you…</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865" name=""/>
          <p:cNvSpPr/>
          <p:nvPr/>
        </p:nvSpPr>
        <p:spPr>
          <a:xfrm>
            <a:off x="6172200" y="5715000"/>
            <a:ext cx="266688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Later.</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866" name=""/>
          <p:cNvSpPr/>
          <p:nvPr/>
        </p:nvSpPr>
        <p:spPr>
          <a:xfrm>
            <a:off x="152280" y="579132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Bye.</a:t>
            </a:r>
            <a:endParaRPr b="0" lang="en-US" sz="1200" spc="-1" strike="noStrike">
              <a:solidFill>
                <a:srgbClr val="000000"/>
              </a:solidFill>
              <a:latin typeface="Arial"/>
            </a:endParaRPr>
          </a:p>
        </p:txBody>
      </p:sp>
      <p:sp>
        <p:nvSpPr>
          <p:cNvPr id="1867" name=""/>
          <p:cNvSpPr/>
          <p:nvPr/>
        </p:nvSpPr>
        <p:spPr>
          <a:xfrm>
            <a:off x="-1371600" y="4648320"/>
            <a:ext cx="1371600" cy="129528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896" dur="indefinite" restart="never" nodeType="tmRoot">
          <p:childTnLst>
            <p:seq>
              <p:cTn id="4897" dur="indefinite" nodeType="mainSeq">
                <p:childTnLst>
                  <p:par>
                    <p:cTn id="4898" fill="hold">
                      <p:stCondLst>
                        <p:cond delay="0"/>
                      </p:stCondLst>
                      <p:childTnLst>
                        <p:par>
                          <p:cTn id="4899" fill="hold">
                            <p:stCondLst>
                              <p:cond delay="0"/>
                            </p:stCondLst>
                            <p:childTnLst>
                              <p:par>
                                <p:cTn id="4900" nodeType="afterEffect" fill="hold" presetClass="entr" presetID="27">
                                  <p:stCondLst>
                                    <p:cond delay="1500"/>
                                  </p:stCondLst>
                                  <p:iterate type="lt">
                                    <p:tmAbs val="40"/>
                                  </p:iterate>
                                  <p:childTnLst>
                                    <p:set>
                                      <p:cBhvr>
                                        <p:cTn id="4901" dur="1" fill="hold">
                                          <p:stCondLst>
                                            <p:cond delay="0"/>
                                          </p:stCondLst>
                                        </p:cTn>
                                        <p:tgtEl>
                                          <p:spTgt spid="1862"/>
                                        </p:tgtEl>
                                        <p:attrNameLst>
                                          <p:attrName>style.visibility</p:attrName>
                                        </p:attrNameLst>
                                      </p:cBhvr>
                                      <p:to>
                                        <p:strVal val="visible"/>
                                      </p:to>
                                    </p:set>
                                    <p:anim calcmode="discrete" valueType="clr">
                                      <p:cBhvr additive="repl">
                                        <p:cTn id="4902" dur="80"/>
                                        <p:tgtEl>
                                          <p:spTgt spid="1862"/>
                                        </p:tgtEl>
                                        <p:attrNameLst>
                                          <p:attrName>style.color</p:attrName>
                                        </p:attrNameLst>
                                      </p:cBhvr>
                                      <p:tavLst>
                                        <p:tav tm="0">
                                          <p:val>
                                            <p:strVal val="rgb(-103,51,51)"/>
                                          </p:val>
                                        </p:tav>
                                        <p:tav tm="50000">
                                          <p:val>
                                            <p:strVal val="rgb(-103,-103,0)"/>
                                          </p:val>
                                        </p:tav>
                                      </p:tavLst>
                                    </p:anim>
                                    <p:anim calcmode="discrete" valueType="clr">
                                      <p:cBhvr additive="repl">
                                        <p:cTn id="4903" dur="80"/>
                                        <p:tgtEl>
                                          <p:spTgt spid="1862"/>
                                        </p:tgtEl>
                                        <p:attrNameLst>
                                          <p:attrName>fillcolor</p:attrName>
                                        </p:attrNameLst>
                                      </p:cBhvr>
                                      <p:tavLst>
                                        <p:tav tm="0">
                                          <p:val>
                                            <p:strVal val="rgb(-103,51,51)"/>
                                          </p:val>
                                        </p:tav>
                                        <p:tav tm="50000">
                                          <p:val>
                                            <p:strVal val="rgb(-103,-103,0)"/>
                                          </p:val>
                                        </p:tav>
                                      </p:tavLst>
                                    </p:anim>
                                    <p:set>
                                      <p:cBhvr>
                                        <p:cTn id="4904" dur="80"/>
                                        <p:tgtEl>
                                          <p:spTgt spid="1862"/>
                                        </p:tgtEl>
                                        <p:attrNameLst>
                                          <p:attrName>fill.type</p:attrName>
                                        </p:attrNameLst>
                                      </p:cBhvr>
                                      <p:to>
                                        <p:strVal val="solid"/>
                                      </p:to>
                                    </p:set>
                                  </p:childTnLst>
                                </p:cTn>
                              </p:par>
                            </p:childTnLst>
                          </p:cTn>
                        </p:par>
                        <p:par>
                          <p:cTn id="4905" fill="hold">
                            <p:stCondLst>
                              <p:cond delay="2820"/>
                            </p:stCondLst>
                            <p:childTnLst>
                              <p:par>
                                <p:cTn id="4906" nodeType="afterEffect" fill="hold" presetClass="entr" presetID="27">
                                  <p:stCondLst>
                                    <p:cond delay="1500"/>
                                  </p:stCondLst>
                                  <p:iterate type="lt">
                                    <p:tmAbs val="40"/>
                                  </p:iterate>
                                  <p:childTnLst>
                                    <p:set>
                                      <p:cBhvr>
                                        <p:cTn id="4907" dur="1" fill="hold">
                                          <p:stCondLst>
                                            <p:cond delay="0"/>
                                          </p:stCondLst>
                                        </p:cTn>
                                        <p:tgtEl>
                                          <p:spTgt spid="1863"/>
                                        </p:tgtEl>
                                        <p:attrNameLst>
                                          <p:attrName>style.visibility</p:attrName>
                                        </p:attrNameLst>
                                      </p:cBhvr>
                                      <p:to>
                                        <p:strVal val="visible"/>
                                      </p:to>
                                    </p:set>
                                    <p:anim calcmode="discrete" valueType="clr">
                                      <p:cBhvr additive="repl">
                                        <p:cTn id="4908" dur="80"/>
                                        <p:tgtEl>
                                          <p:spTgt spid="1863"/>
                                        </p:tgtEl>
                                        <p:attrNameLst>
                                          <p:attrName>style.color</p:attrName>
                                        </p:attrNameLst>
                                      </p:cBhvr>
                                      <p:tavLst>
                                        <p:tav tm="0">
                                          <p:val>
                                            <p:strVal val="rgb(-103,51,51)"/>
                                          </p:val>
                                        </p:tav>
                                        <p:tav tm="50000">
                                          <p:val>
                                            <p:strVal val="rgb(-103,-103,0)"/>
                                          </p:val>
                                        </p:tav>
                                      </p:tavLst>
                                    </p:anim>
                                    <p:anim calcmode="discrete" valueType="clr">
                                      <p:cBhvr additive="repl">
                                        <p:cTn id="4909" dur="80"/>
                                        <p:tgtEl>
                                          <p:spTgt spid="1863"/>
                                        </p:tgtEl>
                                        <p:attrNameLst>
                                          <p:attrName>fillcolor</p:attrName>
                                        </p:attrNameLst>
                                      </p:cBhvr>
                                      <p:tavLst>
                                        <p:tav tm="0">
                                          <p:val>
                                            <p:strVal val="rgb(-103,51,51)"/>
                                          </p:val>
                                        </p:tav>
                                        <p:tav tm="50000">
                                          <p:val>
                                            <p:strVal val="rgb(-103,-103,0)"/>
                                          </p:val>
                                        </p:tav>
                                      </p:tavLst>
                                    </p:anim>
                                    <p:set>
                                      <p:cBhvr>
                                        <p:cTn id="4910" dur="80"/>
                                        <p:tgtEl>
                                          <p:spTgt spid="1863"/>
                                        </p:tgtEl>
                                        <p:attrNameLst>
                                          <p:attrName>fill.type</p:attrName>
                                        </p:attrNameLst>
                                      </p:cBhvr>
                                      <p:to>
                                        <p:strVal val="solid"/>
                                      </p:to>
                                    </p:set>
                                  </p:childTnLst>
                                </p:cTn>
                              </p:par>
                            </p:childTnLst>
                          </p:cTn>
                        </p:par>
                        <p:par>
                          <p:cTn id="4911" fill="hold">
                            <p:stCondLst>
                              <p:cond delay="6120"/>
                            </p:stCondLst>
                            <p:childTnLst>
                              <p:par>
                                <p:cTn id="4912" nodeType="afterEffect" fill="hold" presetClass="entr" presetID="27">
                                  <p:stCondLst>
                                    <p:cond delay="1500"/>
                                  </p:stCondLst>
                                  <p:iterate type="lt">
                                    <p:tmAbs val="40"/>
                                  </p:iterate>
                                  <p:childTnLst>
                                    <p:set>
                                      <p:cBhvr>
                                        <p:cTn id="4913" dur="1" fill="hold">
                                          <p:stCondLst>
                                            <p:cond delay="0"/>
                                          </p:stCondLst>
                                        </p:cTn>
                                        <p:tgtEl>
                                          <p:spTgt spid="1864"/>
                                        </p:tgtEl>
                                        <p:attrNameLst>
                                          <p:attrName>style.visibility</p:attrName>
                                        </p:attrNameLst>
                                      </p:cBhvr>
                                      <p:to>
                                        <p:strVal val="visible"/>
                                      </p:to>
                                    </p:set>
                                    <p:anim calcmode="discrete" valueType="clr">
                                      <p:cBhvr additive="repl">
                                        <p:cTn id="4914" dur="80"/>
                                        <p:tgtEl>
                                          <p:spTgt spid="1864"/>
                                        </p:tgtEl>
                                        <p:attrNameLst>
                                          <p:attrName>style.color</p:attrName>
                                        </p:attrNameLst>
                                      </p:cBhvr>
                                      <p:tavLst>
                                        <p:tav tm="0">
                                          <p:val>
                                            <p:strVal val="rgb(-103,51,51)"/>
                                          </p:val>
                                        </p:tav>
                                        <p:tav tm="50000">
                                          <p:val>
                                            <p:strVal val="rgb(-103,-103,0)"/>
                                          </p:val>
                                        </p:tav>
                                      </p:tavLst>
                                    </p:anim>
                                    <p:anim calcmode="discrete" valueType="clr">
                                      <p:cBhvr additive="repl">
                                        <p:cTn id="4915" dur="80"/>
                                        <p:tgtEl>
                                          <p:spTgt spid="1864"/>
                                        </p:tgtEl>
                                        <p:attrNameLst>
                                          <p:attrName>fillcolor</p:attrName>
                                        </p:attrNameLst>
                                      </p:cBhvr>
                                      <p:tavLst>
                                        <p:tav tm="0">
                                          <p:val>
                                            <p:strVal val="rgb(-103,51,51)"/>
                                          </p:val>
                                        </p:tav>
                                        <p:tav tm="50000">
                                          <p:val>
                                            <p:strVal val="rgb(-103,-103,0)"/>
                                          </p:val>
                                        </p:tav>
                                      </p:tavLst>
                                    </p:anim>
                                    <p:set>
                                      <p:cBhvr>
                                        <p:cTn id="4916" dur="80"/>
                                        <p:tgtEl>
                                          <p:spTgt spid="1864"/>
                                        </p:tgtEl>
                                        <p:attrNameLst>
                                          <p:attrName>fill.type</p:attrName>
                                        </p:attrNameLst>
                                      </p:cBhvr>
                                      <p:to>
                                        <p:strVal val="solid"/>
                                      </p:to>
                                    </p:set>
                                  </p:childTnLst>
                                </p:cTn>
                              </p:par>
                            </p:childTnLst>
                          </p:cTn>
                        </p:par>
                        <p:par>
                          <p:cTn id="4917" fill="hold">
                            <p:stCondLst>
                              <p:cond delay="8620"/>
                            </p:stCondLst>
                            <p:childTnLst>
                              <p:par>
                                <p:cTn id="4918" nodeType="afterEffect" fill="hold" presetClass="entr" presetID="27">
                                  <p:stCondLst>
                                    <p:cond delay="1500"/>
                                  </p:stCondLst>
                                  <p:iterate type="lt">
                                    <p:tmAbs val="40"/>
                                  </p:iterate>
                                  <p:childTnLst>
                                    <p:set>
                                      <p:cBhvr>
                                        <p:cTn id="4919" dur="1" fill="hold">
                                          <p:stCondLst>
                                            <p:cond delay="0"/>
                                          </p:stCondLst>
                                        </p:cTn>
                                        <p:tgtEl>
                                          <p:spTgt spid="1865"/>
                                        </p:tgtEl>
                                        <p:attrNameLst>
                                          <p:attrName>style.visibility</p:attrName>
                                        </p:attrNameLst>
                                      </p:cBhvr>
                                      <p:to>
                                        <p:strVal val="visible"/>
                                      </p:to>
                                    </p:set>
                                    <p:anim calcmode="discrete" valueType="clr">
                                      <p:cBhvr additive="repl">
                                        <p:cTn id="4920" dur="80"/>
                                        <p:tgtEl>
                                          <p:spTgt spid="1865"/>
                                        </p:tgtEl>
                                        <p:attrNameLst>
                                          <p:attrName>style.color</p:attrName>
                                        </p:attrNameLst>
                                      </p:cBhvr>
                                      <p:tavLst>
                                        <p:tav tm="0">
                                          <p:val>
                                            <p:strVal val="rgb(-103,51,51)"/>
                                          </p:val>
                                        </p:tav>
                                        <p:tav tm="50000">
                                          <p:val>
                                            <p:strVal val="rgb(-103,-103,0)"/>
                                          </p:val>
                                        </p:tav>
                                      </p:tavLst>
                                    </p:anim>
                                    <p:anim calcmode="discrete" valueType="clr">
                                      <p:cBhvr additive="repl">
                                        <p:cTn id="4921" dur="80"/>
                                        <p:tgtEl>
                                          <p:spTgt spid="1865"/>
                                        </p:tgtEl>
                                        <p:attrNameLst>
                                          <p:attrName>fillcolor</p:attrName>
                                        </p:attrNameLst>
                                      </p:cBhvr>
                                      <p:tavLst>
                                        <p:tav tm="0">
                                          <p:val>
                                            <p:strVal val="rgb(-103,51,51)"/>
                                          </p:val>
                                        </p:tav>
                                        <p:tav tm="50000">
                                          <p:val>
                                            <p:strVal val="rgb(-103,-103,0)"/>
                                          </p:val>
                                        </p:tav>
                                      </p:tavLst>
                                    </p:anim>
                                    <p:set>
                                      <p:cBhvr>
                                        <p:cTn id="4922" dur="80"/>
                                        <p:tgtEl>
                                          <p:spTgt spid="1865"/>
                                        </p:tgtEl>
                                        <p:attrNameLst>
                                          <p:attrName>fill.type</p:attrName>
                                        </p:attrNameLst>
                                      </p:cBhvr>
                                      <p:to>
                                        <p:strVal val="solid"/>
                                      </p:to>
                                    </p:set>
                                  </p:childTnLst>
                                </p:cTn>
                              </p:par>
                            </p:childTnLst>
                          </p:cTn>
                        </p:par>
                        <p:par>
                          <p:cTn id="4923" fill="hold">
                            <p:stCondLst>
                              <p:cond delay="10440"/>
                            </p:stCondLst>
                            <p:childTnLst>
                              <p:par>
                                <p:cTn id="4924" nodeType="afterEffect" fill="hold" presetClass="entr" presetID="27">
                                  <p:stCondLst>
                                    <p:cond delay="1500"/>
                                  </p:stCondLst>
                                  <p:iterate type="lt">
                                    <p:tmAbs val="40"/>
                                  </p:iterate>
                                  <p:childTnLst>
                                    <p:set>
                                      <p:cBhvr>
                                        <p:cTn id="4925" dur="1" fill="hold">
                                          <p:stCondLst>
                                            <p:cond delay="0"/>
                                          </p:stCondLst>
                                        </p:cTn>
                                        <p:tgtEl>
                                          <p:spTgt spid="1866"/>
                                        </p:tgtEl>
                                        <p:attrNameLst>
                                          <p:attrName>style.visibility</p:attrName>
                                        </p:attrNameLst>
                                      </p:cBhvr>
                                      <p:to>
                                        <p:strVal val="visible"/>
                                      </p:to>
                                    </p:set>
                                    <p:anim calcmode="discrete" valueType="clr">
                                      <p:cBhvr additive="repl">
                                        <p:cTn id="4926" dur="80"/>
                                        <p:tgtEl>
                                          <p:spTgt spid="1866"/>
                                        </p:tgtEl>
                                        <p:attrNameLst>
                                          <p:attrName>style.color</p:attrName>
                                        </p:attrNameLst>
                                      </p:cBhvr>
                                      <p:tavLst>
                                        <p:tav tm="0">
                                          <p:val>
                                            <p:strVal val="rgb(-103,51,51)"/>
                                          </p:val>
                                        </p:tav>
                                        <p:tav tm="50000">
                                          <p:val>
                                            <p:strVal val="rgb(-103,-103,0)"/>
                                          </p:val>
                                        </p:tav>
                                      </p:tavLst>
                                    </p:anim>
                                    <p:anim calcmode="discrete" valueType="clr">
                                      <p:cBhvr additive="repl">
                                        <p:cTn id="4927" dur="80"/>
                                        <p:tgtEl>
                                          <p:spTgt spid="1866"/>
                                        </p:tgtEl>
                                        <p:attrNameLst>
                                          <p:attrName>fillcolor</p:attrName>
                                        </p:attrNameLst>
                                      </p:cBhvr>
                                      <p:tavLst>
                                        <p:tav tm="0">
                                          <p:val>
                                            <p:strVal val="rgb(-103,51,51)"/>
                                          </p:val>
                                        </p:tav>
                                        <p:tav tm="50000">
                                          <p:val>
                                            <p:strVal val="rgb(-103,-103,0)"/>
                                          </p:val>
                                        </p:tav>
                                      </p:tavLst>
                                    </p:anim>
                                    <p:set>
                                      <p:cBhvr>
                                        <p:cTn id="4928" dur="80"/>
                                        <p:tgtEl>
                                          <p:spTgt spid="1866"/>
                                        </p:tgtEl>
                                        <p:attrNameLst>
                                          <p:attrName>fill.type</p:attrName>
                                        </p:attrNameLst>
                                      </p:cBhvr>
                                      <p:to>
                                        <p:strVal val="solid"/>
                                      </p:to>
                                    </p:set>
                                  </p:childTnLst>
                                </p:cTn>
                              </p:par>
                            </p:childTnLst>
                          </p:cTn>
                        </p:par>
                        <p:par>
                          <p:cTn id="4929" fill="hold">
                            <p:stCondLst>
                              <p:cond delay="12140"/>
                            </p:stCondLst>
                            <p:childTnLst>
                              <p:par>
                                <p:cTn id="4930" nodeType="afterEffect" fill="hold" presetClass="entr" presetID="1">
                                  <p:stCondLst>
                                    <p:cond delay="2000"/>
                                  </p:stCondLst>
                                  <p:childTnLst>
                                    <p:set>
                                      <p:cBhvr>
                                        <p:cTn id="4931" dur="1" fill="hold">
                                          <p:stCondLst>
                                            <p:cond delay="0"/>
                                          </p:stCondLst>
                                        </p:cTn>
                                        <p:tgtEl>
                                          <p:spTgt spid="1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68" name="" descr=""/>
          <p:cNvPicPr/>
          <p:nvPr/>
        </p:nvPicPr>
        <p:blipFill>
          <a:blip r:embed="rId1"/>
          <a:stretch/>
        </p:blipFill>
        <p:spPr>
          <a:xfrm>
            <a:off x="0" y="0"/>
            <a:ext cx="9144000" cy="6858000"/>
          </a:xfrm>
          <a:prstGeom prst="rect">
            <a:avLst/>
          </a:prstGeom>
          <a:ln w="0">
            <a:noFill/>
          </a:ln>
        </p:spPr>
      </p:pic>
    </p:spTree>
  </p:cSld>
  <p:transition spd="slow" advTm="1000">
    <p:fade thruBlk="true"/>
  </p:transition>
</p:sld>
</file>

<file path=ppt/slides/slide2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69" name="" descr=""/>
          <p:cNvPicPr/>
          <p:nvPr/>
        </p:nvPicPr>
        <p:blipFill>
          <a:blip r:embed="rId1"/>
          <a:stretch/>
        </p:blipFill>
        <p:spPr>
          <a:xfrm>
            <a:off x="0" y="0"/>
            <a:ext cx="9144000" cy="6858000"/>
          </a:xfrm>
          <a:prstGeom prst="rect">
            <a:avLst/>
          </a:prstGeom>
          <a:ln w="0">
            <a:noFill/>
          </a:ln>
        </p:spPr>
      </p:pic>
    </p:spTree>
  </p:cSld>
  <p:transition advTm="1000">
    <p:fade/>
  </p:transition>
</p:sld>
</file>

<file path=ppt/slides/slide2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70" name="" descr=""/>
          <p:cNvPicPr/>
          <p:nvPr/>
        </p:nvPicPr>
        <p:blipFill>
          <a:blip r:embed="rId1"/>
          <a:stretch/>
        </p:blipFill>
        <p:spPr>
          <a:xfrm>
            <a:off x="0" y="0"/>
            <a:ext cx="9144000" cy="6858000"/>
          </a:xfrm>
          <a:prstGeom prst="rect">
            <a:avLst/>
          </a:prstGeom>
          <a:ln w="0">
            <a:noFill/>
          </a:ln>
        </p:spPr>
      </p:pic>
    </p:spTree>
  </p:cSld>
  <p:transition advTm="1000">
    <p:fade/>
  </p:transition>
</p:sld>
</file>

<file path=ppt/slides/slide2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71" name="" descr=""/>
          <p:cNvPicPr/>
          <p:nvPr/>
        </p:nvPicPr>
        <p:blipFill>
          <a:blip r:embed="rId1"/>
          <a:stretch/>
        </p:blipFill>
        <p:spPr>
          <a:xfrm>
            <a:off x="0" y="0"/>
            <a:ext cx="9144000" cy="6858000"/>
          </a:xfrm>
          <a:prstGeom prst="rect">
            <a:avLst/>
          </a:prstGeom>
          <a:ln w="0">
            <a:noFill/>
          </a:ln>
        </p:spPr>
      </p:pic>
    </p:spTree>
  </p:cSld>
  <p:transition advTm="1000">
    <p:fade/>
  </p:transition>
</p:sld>
</file>

<file path=ppt/slides/slide3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72" name="" descr=""/>
          <p:cNvPicPr/>
          <p:nvPr/>
        </p:nvPicPr>
        <p:blipFill>
          <a:blip r:embed="rId1"/>
          <a:stretch/>
        </p:blipFill>
        <p:spPr>
          <a:xfrm>
            <a:off x="0" y="0"/>
            <a:ext cx="9144000" cy="6858000"/>
          </a:xfrm>
          <a:prstGeom prst="rect">
            <a:avLst/>
          </a:prstGeom>
          <a:ln w="0">
            <a:noFill/>
          </a:ln>
        </p:spPr>
      </p:pic>
    </p:spTree>
  </p:cSld>
  <p:transition advTm="1000">
    <p:fade/>
  </p:transition>
</p:sld>
</file>

<file path=ppt/slides/slide3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73" name="" descr=""/>
          <p:cNvPicPr/>
          <p:nvPr/>
        </p:nvPicPr>
        <p:blipFill>
          <a:blip r:embed="rId1"/>
          <a:stretch/>
        </p:blipFill>
        <p:spPr>
          <a:xfrm>
            <a:off x="0" y="0"/>
            <a:ext cx="9144000" cy="6858000"/>
          </a:xfrm>
          <a:prstGeom prst="rect">
            <a:avLst/>
          </a:prstGeom>
          <a:ln w="0">
            <a:noFill/>
          </a:ln>
        </p:spPr>
      </p:pic>
    </p:spTree>
  </p:cSld>
  <p:transition spd="slow" advTm="2000">
    <p:fade/>
  </p:transition>
</p:sld>
</file>

<file path=ppt/slides/slide3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74" name="" descr=""/>
          <p:cNvPicPr/>
          <p:nvPr/>
        </p:nvPicPr>
        <p:blipFill>
          <a:blip r:embed="rId1"/>
          <a:stretch/>
        </p:blipFill>
        <p:spPr>
          <a:xfrm>
            <a:off x="0" y="0"/>
            <a:ext cx="9144000" cy="6858000"/>
          </a:xfrm>
          <a:prstGeom prst="rect">
            <a:avLst/>
          </a:prstGeom>
          <a:ln w="0">
            <a:noFill/>
          </a:ln>
        </p:spPr>
      </p:pic>
    </p:spTree>
  </p:cSld>
  <p:transition advTm="2000">
    <p:fade/>
  </p:transition>
</p:sld>
</file>

<file path=ppt/slides/slide3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75" name=""/>
          <p:cNvSpPr/>
          <p:nvPr/>
        </p:nvSpPr>
        <p:spPr>
          <a:xfrm>
            <a:off x="9144000" y="533520"/>
            <a:ext cx="2971800" cy="20260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Omg just look at that GIF technology, like mentioned in the magazine!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I should a done this earlier! This would have been hecka tough if I didn’t do the gif.</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If u think this is cool, wait and see what I have in store for you in a few slides.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pic>
        <p:nvPicPr>
          <p:cNvPr id="1876" name="" descr=""/>
          <p:cNvPicPr/>
          <p:nvPr/>
        </p:nvPicPr>
        <p:blipFill>
          <a:blip r:embed="rId1"/>
          <a:stretch/>
        </p:blipFill>
        <p:spPr>
          <a:xfrm>
            <a:off x="0" y="0"/>
            <a:ext cx="9144000" cy="6858000"/>
          </a:xfrm>
          <a:prstGeom prst="rect">
            <a:avLst/>
          </a:prstGeom>
          <a:ln w="0">
            <a:noFill/>
          </a:ln>
        </p:spPr>
      </p:pic>
      <p:pic>
        <p:nvPicPr>
          <p:cNvPr id="1877" name="" descr=""/>
          <p:cNvPicPr/>
          <p:nvPr/>
        </p:nvPicPr>
        <p:blipFill>
          <a:blip r:embed="rId2"/>
          <a:stretch/>
        </p:blipFill>
        <p:spPr>
          <a:xfrm>
            <a:off x="-8001000" y="3733920"/>
            <a:ext cx="8001000" cy="4618080"/>
          </a:xfrm>
          <a:prstGeom prst="rect">
            <a:avLst/>
          </a:prstGeom>
          <a:ln w="0">
            <a:noFill/>
          </a:ln>
        </p:spPr>
      </p:pic>
      <p:pic>
        <p:nvPicPr>
          <p:cNvPr id="1878" name="" descr=""/>
          <p:cNvPicPr/>
          <p:nvPr/>
        </p:nvPicPr>
        <p:blipFill>
          <a:blip r:embed="rId3"/>
          <a:stretch/>
        </p:blipFill>
        <p:spPr>
          <a:xfrm>
            <a:off x="-304920" y="1447920"/>
            <a:ext cx="304920" cy="304560"/>
          </a:xfrm>
          <a:prstGeom prst="rect">
            <a:avLst/>
          </a:prstGeom>
          <a:ln w="0">
            <a:noFill/>
          </a:ln>
        </p:spPr>
      </p:pic>
    </p:spTree>
  </p:cSld>
  <p:timing>
    <p:tnLst>
      <p:par>
        <p:cTn id="4932" dur="indefinite" restart="never" nodeType="tmRoot">
          <p:childTnLst>
            <p:seq>
              <p:cTn id="4933" dur="indefinite" nodeType="mainSeq">
                <p:childTnLst>
                  <p:par>
                    <p:cTn id="4934" fill="hold">
                      <p:stCondLst>
                        <p:cond delay="0"/>
                      </p:stCondLst>
                      <p:childTnLst>
                        <p:par>
                          <p:cTn id="4935" fill="hold">
                            <p:stCondLst>
                              <p:cond delay="0"/>
                            </p:stCondLst>
                            <p:childTnLst>
                              <p:par>
                                <p:cTn id="4936" nodeType="afterEffect" fill="hold" presetClass="path" presetID="0">
                                  <p:stCondLst>
                                    <p:cond delay="0"/>
                                  </p:stCondLst>
                                  <p:childTnLst>
                                    <p:animMotion origin="layout" path="M -5.55112E-017 1.48148E-006 L 1.4125 -0.88102 E">
                                      <p:cBhvr>
                                        <p:cTn id="4937" dur="2000" fill="hold"/>
                                        <p:tgtEl>
                                          <p:spTgt spid="1877"/>
                                        </p:tgtEl>
                                      </p:cBhvr>
                                    </p:animMotion>
                                  </p:childTnLst>
                                </p:cTn>
                              </p:par>
                              <p:par>
                                <p:cTn id="4938" nodeType="withEffect" fill="hold" presetClass="emph" presetID="6">
                                  <p:stCondLst>
                                    <p:cond delay="0"/>
                                  </p:stCondLst>
                                  <p:childTnLst>
                                    <p:animScale>
                                      <p:cBhvr>
                                        <p:cTn id="4939" dur="1750" fill="hold"/>
                                        <p:tgtEl>
                                          <p:spTgt spid="1877"/>
                                        </p:tgtEl>
                                      </p:cBhvr>
                                      <p:to x="-0" y="-0"/>
                                    </p:animScale>
                                  </p:childTnLst>
                                </p:cTn>
                              </p:par>
                              <p:par>
                                <p:cTn id="4940" nodeType="withEffect" fill="hold" presetClass="mediacall" presetID="1">
                                  <p:stCondLst>
                                    <p:cond delay="500"/>
                                  </p:stCondLst>
                                  <p:childTnLst>
                                    <p:cmd type="call" cmd="playFrom(0.0)">
                                      <p:cBhvr>
                                        <p:cTn id="4941" dur="681" fill="hold"/>
                                        <p:tgtEl>
                                          <p:spTgt spid="1878"/>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79" name="" descr=""/>
          <p:cNvPicPr/>
          <p:nvPr/>
        </p:nvPicPr>
        <p:blipFill>
          <a:blip r:embed="rId1"/>
          <a:stretch/>
        </p:blipFill>
        <p:spPr>
          <a:xfrm>
            <a:off x="0" y="0"/>
            <a:ext cx="9144000" cy="6858000"/>
          </a:xfrm>
          <a:prstGeom prst="rect">
            <a:avLst/>
          </a:prstGeom>
          <a:ln w="0">
            <a:noFill/>
          </a:ln>
        </p:spPr>
      </p:pic>
      <p:pic>
        <p:nvPicPr>
          <p:cNvPr id="1880" name="" descr=""/>
          <p:cNvPicPr/>
          <p:nvPr/>
        </p:nvPicPr>
        <p:blipFill>
          <a:blip r:embed="rId2"/>
          <a:stretch/>
        </p:blipFill>
        <p:spPr>
          <a:xfrm>
            <a:off x="9144000" y="3429000"/>
            <a:ext cx="304920" cy="304920"/>
          </a:xfrm>
          <a:prstGeom prst="rect">
            <a:avLst/>
          </a:prstGeom>
          <a:ln w="0">
            <a:noFill/>
          </a:ln>
        </p:spPr>
      </p:pic>
    </p:spTree>
  </p:cSld>
  <p:timing>
    <p:tnLst>
      <p:par>
        <p:cTn id="4942" dur="indefinite" restart="never" nodeType="tmRoot">
          <p:childTnLst>
            <p:seq>
              <p:cTn id="4943" dur="indefinite" nodeType="mainSeq">
                <p:childTnLst>
                  <p:par>
                    <p:cTn id="4944" fill="hold">
                      <p:stCondLst>
                        <p:cond delay="0"/>
                      </p:stCondLst>
                      <p:childTnLst>
                        <p:par>
                          <p:cTn id="4945" fill="hold">
                            <p:stCondLst>
                              <p:cond delay="0"/>
                            </p:stCondLst>
                            <p:childTnLst>
                              <p:par>
                                <p:cTn id="4946" nodeType="afterEffect" fill="hold" presetClass="mediacall" presetID="1">
                                  <p:stCondLst>
                                    <p:cond delay="3000"/>
                                  </p:stCondLst>
                                  <p:childTnLst>
                                    <p:cmd type="call" cmd="playFrom(0.0)">
                                      <p:cBhvr>
                                        <p:cTn id="4947" dur="3992" fill="hold"/>
                                        <p:tgtEl>
                                          <p:spTgt spid="1880"/>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81" name="" descr=""/>
          <p:cNvPicPr/>
          <p:nvPr/>
        </p:nvPicPr>
        <p:blipFill>
          <a:blip r:embed="rId1"/>
          <a:stretch/>
        </p:blipFill>
        <p:spPr>
          <a:xfrm>
            <a:off x="0" y="0"/>
            <a:ext cx="9144000" cy="6877080"/>
          </a:xfrm>
          <a:prstGeom prst="rect">
            <a:avLst/>
          </a:prstGeom>
          <a:ln w="0">
            <a:noFill/>
          </a:ln>
        </p:spPr>
      </p:pic>
      <p:pic>
        <p:nvPicPr>
          <p:cNvPr id="1882" name="" descr=""/>
          <p:cNvPicPr/>
          <p:nvPr/>
        </p:nvPicPr>
        <p:blipFill>
          <a:blip r:embed="rId2"/>
          <a:stretch/>
        </p:blipFill>
        <p:spPr>
          <a:xfrm>
            <a:off x="6019920" y="5334120"/>
            <a:ext cx="3124080" cy="1523880"/>
          </a:xfrm>
          <a:prstGeom prst="rect">
            <a:avLst/>
          </a:prstGeom>
          <a:ln w="0">
            <a:noFill/>
          </a:ln>
        </p:spPr>
      </p:pic>
      <p:sp>
        <p:nvSpPr>
          <p:cNvPr id="1883" name=""/>
          <p:cNvSpPr/>
          <p:nvPr/>
        </p:nvSpPr>
        <p:spPr>
          <a:xfrm>
            <a:off x="617220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hello?</a:t>
            </a:r>
            <a:endParaRPr b="0" lang="en-US" sz="1200" spc="-1" strike="noStrike">
              <a:solidFill>
                <a:srgbClr val="000000"/>
              </a:solidFill>
              <a:latin typeface="Arial"/>
            </a:endParaRPr>
          </a:p>
        </p:txBody>
      </p:sp>
      <p:sp>
        <p:nvSpPr>
          <p:cNvPr id="1884" name=""/>
          <p:cNvSpPr/>
          <p:nvPr/>
        </p:nvSpPr>
        <p:spPr>
          <a:xfrm>
            <a:off x="624852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a:t>
            </a:r>
            <a:r>
              <a:rPr b="0" lang="en-US" sz="1200" spc="-1" strike="noStrike">
                <a:solidFill>
                  <a:srgbClr val="cc3300"/>
                </a:solidFill>
                <a:latin typeface="Arial"/>
              </a:rPr>
              <a:t>Diamv</a:t>
            </a:r>
            <a:r>
              <a:rPr b="0" lang="en-US" sz="1200" spc="-1" strike="noStrike">
                <a:solidFill>
                  <a:srgbClr val="000000"/>
                </a:solidFill>
                <a:latin typeface="Arial"/>
              </a:rPr>
              <a:t> it’s you…</a:t>
            </a:r>
            <a:endParaRPr b="0" lang="en-US" sz="1200" spc="-1" strike="noStrike">
              <a:solidFill>
                <a:srgbClr val="000000"/>
              </a:solidFill>
              <a:latin typeface="Arial"/>
            </a:endParaRPr>
          </a:p>
        </p:txBody>
      </p:sp>
      <p:sp>
        <p:nvSpPr>
          <p:cNvPr id="1885" name=""/>
          <p:cNvSpPr/>
          <p:nvPr/>
        </p:nvSpPr>
        <p:spPr>
          <a:xfrm>
            <a:off x="617220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What about it?</a:t>
            </a:r>
            <a:endParaRPr b="0" lang="en-US" sz="1200" spc="-1" strike="noStrike">
              <a:solidFill>
                <a:srgbClr val="000000"/>
              </a:solidFill>
              <a:latin typeface="Arial"/>
            </a:endParaRPr>
          </a:p>
        </p:txBody>
      </p:sp>
      <p:sp>
        <p:nvSpPr>
          <p:cNvPr id="1886" name=""/>
          <p:cNvSpPr/>
          <p:nvPr/>
        </p:nvSpPr>
        <p:spPr>
          <a:xfrm>
            <a:off x="617220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Yeah I’m coming…</a:t>
            </a:r>
            <a:endParaRPr b="0" lang="en-US" sz="1200" spc="-1" strike="noStrike">
              <a:solidFill>
                <a:srgbClr val="000000"/>
              </a:solidFill>
              <a:latin typeface="Arial"/>
            </a:endParaRPr>
          </a:p>
        </p:txBody>
      </p:sp>
      <p:sp>
        <p:nvSpPr>
          <p:cNvPr id="1887" name=""/>
          <p:cNvSpPr/>
          <p:nvPr/>
        </p:nvSpPr>
        <p:spPr>
          <a:xfrm>
            <a:off x="617220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You’ve got business to attend to?</a:t>
            </a:r>
            <a:endParaRPr b="0" lang="en-US" sz="1200" spc="-1" strike="noStrike">
              <a:solidFill>
                <a:srgbClr val="000000"/>
              </a:solidFill>
              <a:latin typeface="Arial"/>
            </a:endParaRPr>
          </a:p>
        </p:txBody>
      </p:sp>
      <p:sp>
        <p:nvSpPr>
          <p:cNvPr id="1888" name=""/>
          <p:cNvSpPr/>
          <p:nvPr/>
        </p:nvSpPr>
        <p:spPr>
          <a:xfrm>
            <a:off x="624852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I’ll be there. Bye.</a:t>
            </a:r>
            <a:endParaRPr b="0" lang="en-US" sz="1200" spc="-1" strike="noStrike">
              <a:solidFill>
                <a:srgbClr val="000000"/>
              </a:solidFill>
              <a:latin typeface="Arial"/>
            </a:endParaRPr>
          </a:p>
        </p:txBody>
      </p:sp>
      <p:sp>
        <p:nvSpPr>
          <p:cNvPr id="1889" name=""/>
          <p:cNvSpPr/>
          <p:nvPr/>
        </p:nvSpPr>
        <p:spPr>
          <a:xfrm>
            <a:off x="-533520" y="5943600"/>
            <a:ext cx="533520" cy="4572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4948" dur="indefinite" restart="never" nodeType="tmRoot">
          <p:childTnLst>
            <p:seq>
              <p:cTn id="4949" dur="indefinite" nodeType="mainSeq">
                <p:childTnLst>
                  <p:par>
                    <p:cTn id="4950" fill="hold">
                      <p:stCondLst>
                        <p:cond delay="0"/>
                      </p:stCondLst>
                      <p:childTnLst>
                        <p:par>
                          <p:cTn id="4951" fill="hold">
                            <p:stCondLst>
                              <p:cond delay="0"/>
                            </p:stCondLst>
                            <p:childTnLst>
                              <p:par>
                                <p:cTn id="4952" nodeType="afterEffect" fill="hold" presetClass="entr" presetID="9">
                                  <p:stCondLst>
                                    <p:cond delay="0"/>
                                  </p:stCondLst>
                                  <p:childTnLst>
                                    <p:set>
                                      <p:cBhvr>
                                        <p:cTn id="4953" dur="1" fill="hold">
                                          <p:stCondLst>
                                            <p:cond delay="0"/>
                                          </p:stCondLst>
                                        </p:cTn>
                                        <p:tgtEl>
                                          <p:spTgt spid="1882"/>
                                        </p:tgtEl>
                                        <p:attrNameLst>
                                          <p:attrName>style.visibility</p:attrName>
                                        </p:attrNameLst>
                                      </p:cBhvr>
                                      <p:to>
                                        <p:strVal val="visible"/>
                                      </p:to>
                                    </p:set>
                                    <p:animEffect filter="dissolve" transition="in">
                                      <p:cBhvr additive="repl">
                                        <p:cTn id="4954" dur="500"/>
                                        <p:tgtEl>
                                          <p:spTgt spid="1882"/>
                                        </p:tgtEl>
                                      </p:cBhvr>
                                    </p:animEffect>
                                  </p:childTnLst>
                                </p:cTn>
                              </p:par>
                            </p:childTnLst>
                          </p:cTn>
                        </p:par>
                        <p:par>
                          <p:cTn id="4955" fill="hold">
                            <p:stCondLst>
                              <p:cond delay="500"/>
                            </p:stCondLst>
                            <p:childTnLst>
                              <p:par>
                                <p:cTn id="4956" nodeType="afterEffect" fill="hold" presetClass="entr" presetID="27">
                                  <p:stCondLst>
                                    <p:cond delay="0"/>
                                  </p:stCondLst>
                                  <p:iterate type="lt">
                                    <p:tmAbs val="40"/>
                                  </p:iterate>
                                  <p:childTnLst>
                                    <p:set>
                                      <p:cBhvr>
                                        <p:cTn id="4957" dur="1" fill="hold">
                                          <p:stCondLst>
                                            <p:cond delay="0"/>
                                          </p:stCondLst>
                                        </p:cTn>
                                        <p:tgtEl>
                                          <p:spTgt spid="1883"/>
                                        </p:tgtEl>
                                        <p:attrNameLst>
                                          <p:attrName>style.visibility</p:attrName>
                                        </p:attrNameLst>
                                      </p:cBhvr>
                                      <p:to>
                                        <p:strVal val="visible"/>
                                      </p:to>
                                    </p:set>
                                    <p:anim calcmode="discrete" valueType="clr">
                                      <p:cBhvr additive="repl">
                                        <p:cTn id="4958" dur="80"/>
                                        <p:tgtEl>
                                          <p:spTgt spid="1883"/>
                                        </p:tgtEl>
                                        <p:attrNameLst>
                                          <p:attrName>style.color</p:attrName>
                                        </p:attrNameLst>
                                      </p:cBhvr>
                                      <p:tavLst>
                                        <p:tav tm="0">
                                          <p:val>
                                            <p:strVal val="rgb(-103,51,51)"/>
                                          </p:val>
                                        </p:tav>
                                        <p:tav tm="50000">
                                          <p:val>
                                            <p:strVal val="rgb(-103,-103,0)"/>
                                          </p:val>
                                        </p:tav>
                                      </p:tavLst>
                                    </p:anim>
                                    <p:anim calcmode="discrete" valueType="clr">
                                      <p:cBhvr additive="repl">
                                        <p:cTn id="4959" dur="80"/>
                                        <p:tgtEl>
                                          <p:spTgt spid="1883"/>
                                        </p:tgtEl>
                                        <p:attrNameLst>
                                          <p:attrName>fillcolor</p:attrName>
                                        </p:attrNameLst>
                                      </p:cBhvr>
                                      <p:tavLst>
                                        <p:tav tm="0">
                                          <p:val>
                                            <p:strVal val="rgb(-103,51,51)"/>
                                          </p:val>
                                        </p:tav>
                                        <p:tav tm="50000">
                                          <p:val>
                                            <p:strVal val="rgb(-103,-103,0)"/>
                                          </p:val>
                                        </p:tav>
                                      </p:tavLst>
                                    </p:anim>
                                    <p:set>
                                      <p:cBhvr>
                                        <p:cTn id="4960" dur="80"/>
                                        <p:tgtEl>
                                          <p:spTgt spid="1883"/>
                                        </p:tgtEl>
                                        <p:attrNameLst>
                                          <p:attrName>fill.type</p:attrName>
                                        </p:attrNameLst>
                                      </p:cBhvr>
                                      <p:to>
                                        <p:strVal val="solid"/>
                                      </p:to>
                                    </p:set>
                                  </p:childTnLst>
                                </p:cTn>
                              </p:par>
                            </p:childTnLst>
                          </p:cTn>
                        </p:par>
                        <p:par>
                          <p:cTn id="4961" fill="hold">
                            <p:stCondLst>
                              <p:cond delay="820"/>
                            </p:stCondLst>
                            <p:childTnLst>
                              <p:par>
                                <p:cTn id="4962" nodeType="afterEffect" fill="hold" presetClass="entr" presetID="27">
                                  <p:stCondLst>
                                    <p:cond delay="1500"/>
                                  </p:stCondLst>
                                  <p:iterate type="lt">
                                    <p:tmAbs val="40"/>
                                  </p:iterate>
                                  <p:childTnLst>
                                    <p:set>
                                      <p:cBhvr>
                                        <p:cTn id="4963" dur="1" fill="hold">
                                          <p:stCondLst>
                                            <p:cond delay="0"/>
                                          </p:stCondLst>
                                        </p:cTn>
                                        <p:tgtEl>
                                          <p:spTgt spid="1884"/>
                                        </p:tgtEl>
                                        <p:attrNameLst>
                                          <p:attrName>style.visibility</p:attrName>
                                        </p:attrNameLst>
                                      </p:cBhvr>
                                      <p:to>
                                        <p:strVal val="visible"/>
                                      </p:to>
                                    </p:set>
                                    <p:anim calcmode="discrete" valueType="clr">
                                      <p:cBhvr additive="repl">
                                        <p:cTn id="4964" dur="80"/>
                                        <p:tgtEl>
                                          <p:spTgt spid="1884"/>
                                        </p:tgtEl>
                                        <p:attrNameLst>
                                          <p:attrName>style.color</p:attrName>
                                        </p:attrNameLst>
                                      </p:cBhvr>
                                      <p:tavLst>
                                        <p:tav tm="0">
                                          <p:val>
                                            <p:strVal val="rgb(-103,51,51)"/>
                                          </p:val>
                                        </p:tav>
                                        <p:tav tm="50000">
                                          <p:val>
                                            <p:strVal val="rgb(-103,-103,0)"/>
                                          </p:val>
                                        </p:tav>
                                      </p:tavLst>
                                    </p:anim>
                                    <p:anim calcmode="discrete" valueType="clr">
                                      <p:cBhvr additive="repl">
                                        <p:cTn id="4965" dur="80"/>
                                        <p:tgtEl>
                                          <p:spTgt spid="1884"/>
                                        </p:tgtEl>
                                        <p:attrNameLst>
                                          <p:attrName>fillcolor</p:attrName>
                                        </p:attrNameLst>
                                      </p:cBhvr>
                                      <p:tavLst>
                                        <p:tav tm="0">
                                          <p:val>
                                            <p:strVal val="rgb(-103,51,51)"/>
                                          </p:val>
                                        </p:tav>
                                        <p:tav tm="50000">
                                          <p:val>
                                            <p:strVal val="rgb(-103,-103,0)"/>
                                          </p:val>
                                        </p:tav>
                                      </p:tavLst>
                                    </p:anim>
                                    <p:set>
                                      <p:cBhvr>
                                        <p:cTn id="4966" dur="80"/>
                                        <p:tgtEl>
                                          <p:spTgt spid="1884"/>
                                        </p:tgtEl>
                                        <p:attrNameLst>
                                          <p:attrName>fill.type</p:attrName>
                                        </p:attrNameLst>
                                      </p:cBhvr>
                                      <p:to>
                                        <p:strVal val="solid"/>
                                      </p:to>
                                    </p:set>
                                  </p:childTnLst>
                                </p:cTn>
                              </p:par>
                            </p:childTnLst>
                          </p:cTn>
                        </p:par>
                        <p:par>
                          <p:cTn id="4967" fill="hold">
                            <p:stCondLst>
                              <p:cond delay="3000"/>
                            </p:stCondLst>
                            <p:childTnLst>
                              <p:par>
                                <p:cTn id="4968" nodeType="afterEffect" fill="hold" presetClass="entr" presetID="27">
                                  <p:stCondLst>
                                    <p:cond delay="1500"/>
                                  </p:stCondLst>
                                  <p:iterate type="lt">
                                    <p:tmAbs val="40"/>
                                  </p:iterate>
                                  <p:childTnLst>
                                    <p:set>
                                      <p:cBhvr>
                                        <p:cTn id="4969" dur="1" fill="hold">
                                          <p:stCondLst>
                                            <p:cond delay="0"/>
                                          </p:stCondLst>
                                        </p:cTn>
                                        <p:tgtEl>
                                          <p:spTgt spid="1885"/>
                                        </p:tgtEl>
                                        <p:attrNameLst>
                                          <p:attrName>style.visibility</p:attrName>
                                        </p:attrNameLst>
                                      </p:cBhvr>
                                      <p:to>
                                        <p:strVal val="visible"/>
                                      </p:to>
                                    </p:set>
                                    <p:anim calcmode="discrete" valueType="clr">
                                      <p:cBhvr additive="repl">
                                        <p:cTn id="4970" dur="80"/>
                                        <p:tgtEl>
                                          <p:spTgt spid="1885"/>
                                        </p:tgtEl>
                                        <p:attrNameLst>
                                          <p:attrName>style.color</p:attrName>
                                        </p:attrNameLst>
                                      </p:cBhvr>
                                      <p:tavLst>
                                        <p:tav tm="0">
                                          <p:val>
                                            <p:strVal val="rgb(-103,51,51)"/>
                                          </p:val>
                                        </p:tav>
                                        <p:tav tm="50000">
                                          <p:val>
                                            <p:strVal val="rgb(-103,-103,0)"/>
                                          </p:val>
                                        </p:tav>
                                      </p:tavLst>
                                    </p:anim>
                                    <p:anim calcmode="discrete" valueType="clr">
                                      <p:cBhvr additive="repl">
                                        <p:cTn id="4971" dur="80"/>
                                        <p:tgtEl>
                                          <p:spTgt spid="1885"/>
                                        </p:tgtEl>
                                        <p:attrNameLst>
                                          <p:attrName>fillcolor</p:attrName>
                                        </p:attrNameLst>
                                      </p:cBhvr>
                                      <p:tavLst>
                                        <p:tav tm="0">
                                          <p:val>
                                            <p:strVal val="rgb(-103,51,51)"/>
                                          </p:val>
                                        </p:tav>
                                        <p:tav tm="50000">
                                          <p:val>
                                            <p:strVal val="rgb(-103,-103,0)"/>
                                          </p:val>
                                        </p:tav>
                                      </p:tavLst>
                                    </p:anim>
                                    <p:set>
                                      <p:cBhvr>
                                        <p:cTn id="4972" dur="80"/>
                                        <p:tgtEl>
                                          <p:spTgt spid="1885"/>
                                        </p:tgtEl>
                                        <p:attrNameLst>
                                          <p:attrName>fill.type</p:attrName>
                                        </p:attrNameLst>
                                      </p:cBhvr>
                                      <p:to>
                                        <p:strVal val="solid"/>
                                      </p:to>
                                    </p:set>
                                  </p:childTnLst>
                                </p:cTn>
                              </p:par>
                            </p:childTnLst>
                          </p:cTn>
                        </p:par>
                        <p:par>
                          <p:cTn id="4973" fill="hold">
                            <p:stCondLst>
                              <p:cond delay="5060"/>
                            </p:stCondLst>
                            <p:childTnLst>
                              <p:par>
                                <p:cTn id="4974" nodeType="afterEffect" fill="hold" presetClass="entr" presetID="27">
                                  <p:stCondLst>
                                    <p:cond delay="1500"/>
                                  </p:stCondLst>
                                  <p:iterate type="lt">
                                    <p:tmAbs val="40"/>
                                  </p:iterate>
                                  <p:childTnLst>
                                    <p:set>
                                      <p:cBhvr>
                                        <p:cTn id="4975" dur="1" fill="hold">
                                          <p:stCondLst>
                                            <p:cond delay="0"/>
                                          </p:stCondLst>
                                        </p:cTn>
                                        <p:tgtEl>
                                          <p:spTgt spid="1886"/>
                                        </p:tgtEl>
                                        <p:attrNameLst>
                                          <p:attrName>style.visibility</p:attrName>
                                        </p:attrNameLst>
                                      </p:cBhvr>
                                      <p:to>
                                        <p:strVal val="visible"/>
                                      </p:to>
                                    </p:set>
                                    <p:anim calcmode="discrete" valueType="clr">
                                      <p:cBhvr additive="repl">
                                        <p:cTn id="4976" dur="80"/>
                                        <p:tgtEl>
                                          <p:spTgt spid="1886"/>
                                        </p:tgtEl>
                                        <p:attrNameLst>
                                          <p:attrName>style.color</p:attrName>
                                        </p:attrNameLst>
                                      </p:cBhvr>
                                      <p:tavLst>
                                        <p:tav tm="0">
                                          <p:val>
                                            <p:strVal val="rgb(-103,51,51)"/>
                                          </p:val>
                                        </p:tav>
                                        <p:tav tm="50000">
                                          <p:val>
                                            <p:strVal val="rgb(-103,-103,0)"/>
                                          </p:val>
                                        </p:tav>
                                      </p:tavLst>
                                    </p:anim>
                                    <p:anim calcmode="discrete" valueType="clr">
                                      <p:cBhvr additive="repl">
                                        <p:cTn id="4977" dur="80"/>
                                        <p:tgtEl>
                                          <p:spTgt spid="1886"/>
                                        </p:tgtEl>
                                        <p:attrNameLst>
                                          <p:attrName>fillcolor</p:attrName>
                                        </p:attrNameLst>
                                      </p:cBhvr>
                                      <p:tavLst>
                                        <p:tav tm="0">
                                          <p:val>
                                            <p:strVal val="rgb(-103,51,51)"/>
                                          </p:val>
                                        </p:tav>
                                        <p:tav tm="50000">
                                          <p:val>
                                            <p:strVal val="rgb(-103,-103,0)"/>
                                          </p:val>
                                        </p:tav>
                                      </p:tavLst>
                                    </p:anim>
                                    <p:set>
                                      <p:cBhvr>
                                        <p:cTn id="4978" dur="80"/>
                                        <p:tgtEl>
                                          <p:spTgt spid="1886"/>
                                        </p:tgtEl>
                                        <p:attrNameLst>
                                          <p:attrName>fill.type</p:attrName>
                                        </p:attrNameLst>
                                      </p:cBhvr>
                                      <p:to>
                                        <p:strVal val="solid"/>
                                      </p:to>
                                    </p:set>
                                  </p:childTnLst>
                                </p:cTn>
                              </p:par>
                            </p:childTnLst>
                          </p:cTn>
                        </p:par>
                        <p:par>
                          <p:cTn id="4979" fill="hold">
                            <p:stCondLst>
                              <p:cond delay="7160"/>
                            </p:stCondLst>
                            <p:childTnLst>
                              <p:par>
                                <p:cTn id="4980" nodeType="afterEffect" fill="hold" presetClass="entr" presetID="27">
                                  <p:stCondLst>
                                    <p:cond delay="1500"/>
                                  </p:stCondLst>
                                  <p:iterate type="lt">
                                    <p:tmAbs val="40"/>
                                  </p:iterate>
                                  <p:childTnLst>
                                    <p:set>
                                      <p:cBhvr>
                                        <p:cTn id="4981" dur="1" fill="hold">
                                          <p:stCondLst>
                                            <p:cond delay="0"/>
                                          </p:stCondLst>
                                        </p:cTn>
                                        <p:tgtEl>
                                          <p:spTgt spid="1887"/>
                                        </p:tgtEl>
                                        <p:attrNameLst>
                                          <p:attrName>style.visibility</p:attrName>
                                        </p:attrNameLst>
                                      </p:cBhvr>
                                      <p:to>
                                        <p:strVal val="visible"/>
                                      </p:to>
                                    </p:set>
                                    <p:anim calcmode="discrete" valueType="clr">
                                      <p:cBhvr additive="repl">
                                        <p:cTn id="4982" dur="80"/>
                                        <p:tgtEl>
                                          <p:spTgt spid="1887"/>
                                        </p:tgtEl>
                                        <p:attrNameLst>
                                          <p:attrName>style.color</p:attrName>
                                        </p:attrNameLst>
                                      </p:cBhvr>
                                      <p:tavLst>
                                        <p:tav tm="0">
                                          <p:val>
                                            <p:strVal val="rgb(-103,51,51)"/>
                                          </p:val>
                                        </p:tav>
                                        <p:tav tm="50000">
                                          <p:val>
                                            <p:strVal val="rgb(-103,-103,0)"/>
                                          </p:val>
                                        </p:tav>
                                      </p:tavLst>
                                    </p:anim>
                                    <p:anim calcmode="discrete" valueType="clr">
                                      <p:cBhvr additive="repl">
                                        <p:cTn id="4983" dur="80"/>
                                        <p:tgtEl>
                                          <p:spTgt spid="1887"/>
                                        </p:tgtEl>
                                        <p:attrNameLst>
                                          <p:attrName>fillcolor</p:attrName>
                                        </p:attrNameLst>
                                      </p:cBhvr>
                                      <p:tavLst>
                                        <p:tav tm="0">
                                          <p:val>
                                            <p:strVal val="rgb(-103,51,51)"/>
                                          </p:val>
                                        </p:tav>
                                        <p:tav tm="50000">
                                          <p:val>
                                            <p:strVal val="rgb(-103,-103,0)"/>
                                          </p:val>
                                        </p:tav>
                                      </p:tavLst>
                                    </p:anim>
                                    <p:set>
                                      <p:cBhvr>
                                        <p:cTn id="4984" dur="80"/>
                                        <p:tgtEl>
                                          <p:spTgt spid="1887"/>
                                        </p:tgtEl>
                                        <p:attrNameLst>
                                          <p:attrName>fill.type</p:attrName>
                                        </p:attrNameLst>
                                      </p:cBhvr>
                                      <p:to>
                                        <p:strVal val="solid"/>
                                      </p:to>
                                    </p:set>
                                  </p:childTnLst>
                                </p:cTn>
                              </p:par>
                            </p:childTnLst>
                          </p:cTn>
                        </p:par>
                        <p:par>
                          <p:cTn id="4985" fill="hold">
                            <p:stCondLst>
                              <p:cond delay="9820"/>
                            </p:stCondLst>
                            <p:childTnLst>
                              <p:par>
                                <p:cTn id="4986" nodeType="afterEffect" fill="hold" presetClass="entr" presetID="27">
                                  <p:stCondLst>
                                    <p:cond delay="1500"/>
                                  </p:stCondLst>
                                  <p:iterate type="lt">
                                    <p:tmAbs val="40"/>
                                  </p:iterate>
                                  <p:childTnLst>
                                    <p:set>
                                      <p:cBhvr>
                                        <p:cTn id="4987" dur="1" fill="hold">
                                          <p:stCondLst>
                                            <p:cond delay="0"/>
                                          </p:stCondLst>
                                        </p:cTn>
                                        <p:tgtEl>
                                          <p:spTgt spid="1888"/>
                                        </p:tgtEl>
                                        <p:attrNameLst>
                                          <p:attrName>style.visibility</p:attrName>
                                        </p:attrNameLst>
                                      </p:cBhvr>
                                      <p:to>
                                        <p:strVal val="visible"/>
                                      </p:to>
                                    </p:set>
                                    <p:anim calcmode="discrete" valueType="clr">
                                      <p:cBhvr additive="repl">
                                        <p:cTn id="4988" dur="80"/>
                                        <p:tgtEl>
                                          <p:spTgt spid="1888"/>
                                        </p:tgtEl>
                                        <p:attrNameLst>
                                          <p:attrName>style.color</p:attrName>
                                        </p:attrNameLst>
                                      </p:cBhvr>
                                      <p:tavLst>
                                        <p:tav tm="0">
                                          <p:val>
                                            <p:strVal val="rgb(-103,51,51)"/>
                                          </p:val>
                                        </p:tav>
                                        <p:tav tm="50000">
                                          <p:val>
                                            <p:strVal val="rgb(-103,-103,0)"/>
                                          </p:val>
                                        </p:tav>
                                      </p:tavLst>
                                    </p:anim>
                                    <p:anim calcmode="discrete" valueType="clr">
                                      <p:cBhvr additive="repl">
                                        <p:cTn id="4989" dur="80"/>
                                        <p:tgtEl>
                                          <p:spTgt spid="1888"/>
                                        </p:tgtEl>
                                        <p:attrNameLst>
                                          <p:attrName>fillcolor</p:attrName>
                                        </p:attrNameLst>
                                      </p:cBhvr>
                                      <p:tavLst>
                                        <p:tav tm="0">
                                          <p:val>
                                            <p:strVal val="rgb(-103,51,51)"/>
                                          </p:val>
                                        </p:tav>
                                        <p:tav tm="50000">
                                          <p:val>
                                            <p:strVal val="rgb(-103,-103,0)"/>
                                          </p:val>
                                        </p:tav>
                                      </p:tavLst>
                                    </p:anim>
                                    <p:set>
                                      <p:cBhvr>
                                        <p:cTn id="4990" dur="80"/>
                                        <p:tgtEl>
                                          <p:spTgt spid="1888"/>
                                        </p:tgtEl>
                                        <p:attrNameLst>
                                          <p:attrName>fill.type</p:attrName>
                                        </p:attrNameLst>
                                      </p:cBhvr>
                                      <p:to>
                                        <p:strVal val="solid"/>
                                      </p:to>
                                    </p:set>
                                  </p:childTnLst>
                                </p:cTn>
                              </p:par>
                            </p:childTnLst>
                          </p:cTn>
                        </p:par>
                        <p:par>
                          <p:cTn id="4991" fill="hold">
                            <p:stCondLst>
                              <p:cond delay="12000"/>
                            </p:stCondLst>
                            <p:childTnLst>
                              <p:par>
                                <p:cTn id="4992" nodeType="afterEffect" fill="hold" presetClass="entr" presetID="1">
                                  <p:stCondLst>
                                    <p:cond delay="2500"/>
                                  </p:stCondLst>
                                  <p:childTnLst>
                                    <p:set>
                                      <p:cBhvr>
                                        <p:cTn id="4993" dur="1" fill="hold">
                                          <p:stCondLst>
                                            <p:cond delay="0"/>
                                          </p:stCondLst>
                                        </p:cTn>
                                        <p:tgtEl>
                                          <p:spTgt spid="18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90" name="" descr=""/>
          <p:cNvPicPr/>
          <p:nvPr/>
        </p:nvPicPr>
        <p:blipFill>
          <a:blip r:embed="rId1"/>
          <a:stretch/>
        </p:blipFill>
        <p:spPr>
          <a:xfrm>
            <a:off x="0" y="0"/>
            <a:ext cx="9144000" cy="6858000"/>
          </a:xfrm>
          <a:prstGeom prst="rect">
            <a:avLst/>
          </a:prstGeom>
          <a:ln w="0">
            <a:noFill/>
          </a:ln>
        </p:spPr>
      </p:pic>
      <p:pic>
        <p:nvPicPr>
          <p:cNvPr id="1891" name="" descr=""/>
          <p:cNvPicPr/>
          <p:nvPr/>
        </p:nvPicPr>
        <p:blipFill>
          <a:blip r:embed="rId2"/>
          <a:stretch/>
        </p:blipFill>
        <p:spPr>
          <a:xfrm>
            <a:off x="7620120" y="5715000"/>
            <a:ext cx="304560" cy="174600"/>
          </a:xfrm>
          <a:prstGeom prst="rect">
            <a:avLst/>
          </a:prstGeom>
          <a:ln w="0">
            <a:noFill/>
          </a:ln>
        </p:spPr>
      </p:pic>
    </p:spTree>
  </p:cSld>
  <p:transition spd="slow" advTm="0">
    <p:fade thruBlk="true"/>
  </p:transition>
  <p:timing>
    <p:tnLst>
      <p:par>
        <p:cTn id="4994" dur="indefinite" restart="never" nodeType="tmRoot">
          <p:childTnLst>
            <p:seq>
              <p:cTn id="4995" dur="indefinite" nodeType="mainSeq">
                <p:childTnLst>
                  <p:par>
                    <p:cTn id="4996" fill="hold">
                      <p:stCondLst>
                        <p:cond delay="0"/>
                      </p:stCondLst>
                      <p:childTnLst>
                        <p:par>
                          <p:cTn id="4997" fill="hold">
                            <p:stCondLst>
                              <p:cond delay="0"/>
                            </p:stCondLst>
                            <p:childTnLst>
                              <p:par>
                                <p:cTn id="4998" nodeType="afterEffect" fill="hold" presetClass="entr" presetID="1">
                                  <p:stCondLst>
                                    <p:cond delay="2000"/>
                                  </p:stCondLst>
                                  <p:childTnLst>
                                    <p:set>
                                      <p:cBhvr>
                                        <p:cTn id="4999" dur="1" fill="hold">
                                          <p:stCondLst>
                                            <p:cond delay="0"/>
                                          </p:stCondLst>
                                        </p:cTn>
                                        <p:tgtEl>
                                          <p:spTgt spid="1891"/>
                                        </p:tgtEl>
                                        <p:attrNameLst>
                                          <p:attrName>style.visibility</p:attrName>
                                        </p:attrNameLst>
                                      </p:cBhvr>
                                      <p:to>
                                        <p:strVal val="visible"/>
                                      </p:to>
                                    </p:set>
                                  </p:childTnLst>
                                </p:cTn>
                              </p:par>
                            </p:childTnLst>
                          </p:cTn>
                        </p:par>
                        <p:par>
                          <p:cTn id="5000" fill="hold">
                            <p:stCondLst>
                              <p:cond delay="2000"/>
                            </p:stCondLst>
                            <p:childTnLst>
                              <p:par>
                                <p:cTn id="5001" nodeType="afterEffect" fill="hold" presetClass="path" presetID="0">
                                  <p:stCondLst>
                                    <p:cond delay="0"/>
                                  </p:stCondLst>
                                  <p:childTnLst>
                                    <p:animMotion origin="layout" path="M 1.11022E-016 -2.14616E-006 L -0.94167 -0.34574 E">
                                      <p:cBhvr>
                                        <p:cTn id="5002" dur="2000" fill="hold"/>
                                        <p:tgtEl>
                                          <p:spTgt spid="1891"/>
                                        </p:tgtEl>
                                      </p:cBhvr>
                                    </p:animMotion>
                                  </p:childTnLst>
                                </p:cTn>
                              </p:par>
                              <p:par>
                                <p:cTn id="5003" nodeType="withEffect" fill="hold" presetClass="emph" presetID="6">
                                  <p:stCondLst>
                                    <p:cond delay="0"/>
                                  </p:stCondLst>
                                  <p:childTnLst>
                                    <p:animScale>
                                      <p:cBhvr>
                                        <p:cTn id="5004" dur="1750" fill="hold"/>
                                        <p:tgtEl>
                                          <p:spTgt spid="1891"/>
                                        </p:tgtEl>
                                      </p:cBhvr>
                                      <p:to x="400000" y="400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9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189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sp>
        <p:nvSpPr>
          <p:cNvPr id="1894" name=""/>
          <p:cNvSpPr/>
          <p:nvPr/>
        </p:nvSpPr>
        <p:spPr>
          <a:xfrm>
            <a:off x="0" y="0"/>
            <a:ext cx="9144000" cy="685800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advTm="1000">
    <p:fade/>
  </p:transition>
</p:sld>
</file>

<file path=ppt/slides/slide3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95" name="" descr=""/>
          <p:cNvPicPr/>
          <p:nvPr/>
        </p:nvPicPr>
        <p:blipFill>
          <a:blip r:embed="rId1"/>
          <a:stretch/>
        </p:blipFill>
        <p:spPr>
          <a:xfrm>
            <a:off x="0" y="0"/>
            <a:ext cx="9144000" cy="6913440"/>
          </a:xfrm>
          <a:prstGeom prst="rect">
            <a:avLst/>
          </a:prstGeom>
          <a:ln w="0">
            <a:noFill/>
          </a:ln>
        </p:spPr>
      </p:pic>
      <p:sp>
        <p:nvSpPr>
          <p:cNvPr id="1896" name=""/>
          <p:cNvSpPr/>
          <p:nvPr/>
        </p:nvSpPr>
        <p:spPr>
          <a:xfrm>
            <a:off x="9144000" y="0"/>
            <a:ext cx="1828800" cy="6426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Yay more gif’s like I said. This is gonna be cool.</a:t>
            </a:r>
            <a:endParaRPr b="0" lang="en-US" sz="1200" spc="-1" strike="noStrike">
              <a:solidFill>
                <a:srgbClr val="000000"/>
              </a:solidFill>
              <a:latin typeface="Arial"/>
            </a:endParaRPr>
          </a:p>
        </p:txBody>
      </p:sp>
      <p:pic>
        <p:nvPicPr>
          <p:cNvPr id="1897" name="" descr=""/>
          <p:cNvPicPr/>
          <p:nvPr/>
        </p:nvPicPr>
        <p:blipFill>
          <a:blip r:embed="rId2"/>
          <a:stretch/>
        </p:blipFill>
        <p:spPr>
          <a:xfrm>
            <a:off x="9144000" y="4191120"/>
            <a:ext cx="2933640" cy="1271520"/>
          </a:xfrm>
          <a:prstGeom prst="rect">
            <a:avLst/>
          </a:prstGeom>
          <a:ln w="0">
            <a:noFill/>
          </a:ln>
        </p:spPr>
      </p:pic>
      <p:pic>
        <p:nvPicPr>
          <p:cNvPr id="1898" name="" descr=""/>
          <p:cNvPicPr/>
          <p:nvPr/>
        </p:nvPicPr>
        <p:blipFill>
          <a:blip r:embed="rId3"/>
          <a:stretch/>
        </p:blipFill>
        <p:spPr>
          <a:xfrm>
            <a:off x="9144000" y="304920"/>
            <a:ext cx="6553080" cy="4019400"/>
          </a:xfrm>
          <a:prstGeom prst="rect">
            <a:avLst/>
          </a:prstGeom>
          <a:ln w="0">
            <a:noFill/>
          </a:ln>
        </p:spPr>
      </p:pic>
      <p:pic>
        <p:nvPicPr>
          <p:cNvPr id="1899" name="" descr=""/>
          <p:cNvPicPr/>
          <p:nvPr/>
        </p:nvPicPr>
        <p:blipFill>
          <a:blip r:embed="rId4"/>
          <a:stretch/>
        </p:blipFill>
        <p:spPr>
          <a:xfrm>
            <a:off x="3962520" y="5214960"/>
            <a:ext cx="5181480" cy="1643040"/>
          </a:xfrm>
          <a:prstGeom prst="rect">
            <a:avLst/>
          </a:prstGeom>
          <a:ln w="0">
            <a:noFill/>
          </a:ln>
        </p:spPr>
      </p:pic>
      <p:sp>
        <p:nvSpPr>
          <p:cNvPr id="1900" name=""/>
          <p:cNvSpPr/>
          <p:nvPr/>
        </p:nvSpPr>
        <p:spPr>
          <a:xfrm>
            <a:off x="6019920" y="5562720"/>
            <a:ext cx="2666880" cy="4597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That’s strange… somebody’s following me…</a:t>
            </a:r>
            <a:endParaRPr b="0" lang="en-US" sz="1200" spc="-1" strike="noStrike">
              <a:solidFill>
                <a:srgbClr val="000000"/>
              </a:solidFill>
              <a:latin typeface="Arial"/>
            </a:endParaRPr>
          </a:p>
        </p:txBody>
      </p:sp>
      <p:sp>
        <p:nvSpPr>
          <p:cNvPr id="1901" name=""/>
          <p:cNvSpPr/>
          <p:nvPr/>
        </p:nvSpPr>
        <p:spPr>
          <a:xfrm>
            <a:off x="6019920" y="5562720"/>
            <a:ext cx="266688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Show yourself!</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902" name=""/>
          <p:cNvSpPr/>
          <p:nvPr/>
        </p:nvSpPr>
        <p:spPr>
          <a:xfrm>
            <a:off x="6019920" y="556272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Urk…</a:t>
            </a:r>
            <a:endParaRPr b="0" lang="en-US" sz="1200" spc="-1" strike="noStrike">
              <a:solidFill>
                <a:srgbClr val="000000"/>
              </a:solidFill>
              <a:latin typeface="Arial"/>
            </a:endParaRPr>
          </a:p>
        </p:txBody>
      </p:sp>
      <p:pic>
        <p:nvPicPr>
          <p:cNvPr id="1903" name="" descr=""/>
          <p:cNvPicPr/>
          <p:nvPr/>
        </p:nvPicPr>
        <p:blipFill>
          <a:blip r:embed="rId5"/>
          <a:stretch/>
        </p:blipFill>
        <p:spPr>
          <a:xfrm>
            <a:off x="0" y="0"/>
            <a:ext cx="4724280" cy="1498680"/>
          </a:xfrm>
          <a:prstGeom prst="rect">
            <a:avLst/>
          </a:prstGeom>
          <a:ln w="0">
            <a:noFill/>
          </a:ln>
        </p:spPr>
      </p:pic>
      <p:sp>
        <p:nvSpPr>
          <p:cNvPr id="1904" name=""/>
          <p:cNvSpPr/>
          <p:nvPr/>
        </p:nvSpPr>
        <p:spPr>
          <a:xfrm>
            <a:off x="1905120" y="38088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HAhAHa! It’s me! Not expecting that, were you?</a:t>
            </a:r>
            <a:endParaRPr b="0" lang="en-US" sz="1200" spc="-1" strike="noStrike">
              <a:solidFill>
                <a:srgbClr val="000000"/>
              </a:solidFill>
              <a:latin typeface="Arial"/>
            </a:endParaRPr>
          </a:p>
        </p:txBody>
      </p:sp>
      <p:pic>
        <p:nvPicPr>
          <p:cNvPr id="1905" name="" descr=""/>
          <p:cNvPicPr/>
          <p:nvPr/>
        </p:nvPicPr>
        <p:blipFill>
          <a:blip r:embed="rId6"/>
          <a:stretch/>
        </p:blipFill>
        <p:spPr>
          <a:xfrm>
            <a:off x="3962520" y="5214960"/>
            <a:ext cx="5181480" cy="1643040"/>
          </a:xfrm>
          <a:prstGeom prst="rect">
            <a:avLst/>
          </a:prstGeom>
          <a:ln w="0">
            <a:noFill/>
          </a:ln>
        </p:spPr>
      </p:pic>
      <p:sp>
        <p:nvSpPr>
          <p:cNvPr id="1906" name=""/>
          <p:cNvSpPr/>
          <p:nvPr/>
        </p:nvSpPr>
        <p:spPr>
          <a:xfrm>
            <a:off x="5943600" y="563868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OMGLOL WTF</a:t>
            </a:r>
            <a:endParaRPr b="0" lang="en-US" sz="1200" spc="-1" strike="noStrike">
              <a:solidFill>
                <a:srgbClr val="000000"/>
              </a:solidFill>
              <a:latin typeface="Arial"/>
            </a:endParaRPr>
          </a:p>
        </p:txBody>
      </p:sp>
      <p:sp>
        <p:nvSpPr>
          <p:cNvPr id="1907" name=""/>
          <p:cNvSpPr/>
          <p:nvPr/>
        </p:nvSpPr>
        <p:spPr>
          <a:xfrm>
            <a:off x="6019920" y="563868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Aren’t you supposed to be dead? Like, a five-story building and all…</a:t>
            </a:r>
            <a:endParaRPr b="0" lang="en-US" sz="1200" spc="-1" strike="noStrike">
              <a:solidFill>
                <a:srgbClr val="000000"/>
              </a:solidFill>
              <a:latin typeface="Arial"/>
            </a:endParaRPr>
          </a:p>
        </p:txBody>
      </p:sp>
      <p:sp>
        <p:nvSpPr>
          <p:cNvPr id="1908" name=""/>
          <p:cNvSpPr/>
          <p:nvPr/>
        </p:nvSpPr>
        <p:spPr>
          <a:xfrm>
            <a:off x="1828800" y="38088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 I landed on grass and only sustained minor injuries…</a:t>
            </a:r>
            <a:endParaRPr b="0" lang="en-US" sz="1200" spc="-1" strike="noStrike">
              <a:solidFill>
                <a:srgbClr val="000000"/>
              </a:solidFill>
              <a:latin typeface="Arial"/>
            </a:endParaRPr>
          </a:p>
        </p:txBody>
      </p:sp>
      <p:sp>
        <p:nvSpPr>
          <p:cNvPr id="1909" name=""/>
          <p:cNvSpPr/>
          <p:nvPr/>
        </p:nvSpPr>
        <p:spPr>
          <a:xfrm>
            <a:off x="6095880" y="5638680"/>
            <a:ext cx="2667240" cy="6685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I see… Everything all makes sense now…</a:t>
            </a:r>
            <a:endParaRPr b="0" lang="en-US" sz="12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**SARCASM**</a:t>
            </a:r>
            <a:endParaRPr b="0" lang="en-US" sz="900" spc="-1" strike="noStrike">
              <a:solidFill>
                <a:srgbClr val="000000"/>
              </a:solidFill>
              <a:latin typeface="Arial"/>
            </a:endParaRPr>
          </a:p>
        </p:txBody>
      </p:sp>
    </p:spTree>
  </p:cSld>
  <p:timing>
    <p:tnLst>
      <p:par>
        <p:cTn id="5005" dur="indefinite" restart="never" nodeType="tmRoot">
          <p:childTnLst>
            <p:seq>
              <p:cTn id="5006" dur="indefinite" nodeType="mainSeq">
                <p:childTnLst>
                  <p:par>
                    <p:cTn id="5007" fill="hold">
                      <p:stCondLst>
                        <p:cond delay="0"/>
                      </p:stCondLst>
                      <p:childTnLst>
                        <p:par>
                          <p:cTn id="5008" fill="hold">
                            <p:stCondLst>
                              <p:cond delay="0"/>
                            </p:stCondLst>
                            <p:childTnLst>
                              <p:par>
                                <p:cTn id="5009" nodeType="afterEffect" fill="hold" presetClass="path" presetID="0">
                                  <p:stCondLst>
                                    <p:cond delay="0"/>
                                  </p:stCondLst>
                                  <p:childTnLst>
                                    <p:animMotion origin="layout" path="M -6.66667E-006 2.77521E-007 L -0.35001 2.77521E-007 E">
                                      <p:cBhvr>
                                        <p:cTn id="5010" dur="5000" fill="hold"/>
                                        <p:tgtEl>
                                          <p:spTgt spid="1897"/>
                                        </p:tgtEl>
                                      </p:cBhvr>
                                    </p:animMotion>
                                  </p:childTnLst>
                                </p:cTn>
                              </p:par>
                            </p:childTnLst>
                          </p:cTn>
                        </p:par>
                        <p:par>
                          <p:cTn id="5011" fill="hold">
                            <p:stCondLst>
                              <p:cond delay="5000"/>
                            </p:stCondLst>
                            <p:childTnLst>
                              <p:par>
                                <p:cTn id="5012" nodeType="afterEffect" fill="hold" presetClass="entr" presetID="9">
                                  <p:stCondLst>
                                    <p:cond delay="0"/>
                                  </p:stCondLst>
                                  <p:childTnLst>
                                    <p:set>
                                      <p:cBhvr>
                                        <p:cTn id="5013" dur="1" fill="hold">
                                          <p:stCondLst>
                                            <p:cond delay="0"/>
                                          </p:stCondLst>
                                        </p:cTn>
                                        <p:tgtEl>
                                          <p:spTgt spid="1899"/>
                                        </p:tgtEl>
                                        <p:attrNameLst>
                                          <p:attrName>style.visibility</p:attrName>
                                        </p:attrNameLst>
                                      </p:cBhvr>
                                      <p:to>
                                        <p:strVal val="visible"/>
                                      </p:to>
                                    </p:set>
                                    <p:animEffect filter="dissolve" transition="in">
                                      <p:cBhvr additive="repl">
                                        <p:cTn id="5014" dur="500"/>
                                        <p:tgtEl>
                                          <p:spTgt spid="1899"/>
                                        </p:tgtEl>
                                      </p:cBhvr>
                                    </p:animEffect>
                                  </p:childTnLst>
                                </p:cTn>
                              </p:par>
                            </p:childTnLst>
                          </p:cTn>
                        </p:par>
                        <p:par>
                          <p:cTn id="5015" fill="hold">
                            <p:stCondLst>
                              <p:cond delay="5500"/>
                            </p:stCondLst>
                            <p:childTnLst>
                              <p:par>
                                <p:cTn id="5016" nodeType="afterEffect" fill="hold" presetClass="entr" presetID="27">
                                  <p:stCondLst>
                                    <p:cond delay="0"/>
                                  </p:stCondLst>
                                  <p:iterate type="lt">
                                    <p:tmAbs val="40"/>
                                  </p:iterate>
                                  <p:childTnLst>
                                    <p:set>
                                      <p:cBhvr>
                                        <p:cTn id="5017" dur="1" fill="hold">
                                          <p:stCondLst>
                                            <p:cond delay="0"/>
                                          </p:stCondLst>
                                        </p:cTn>
                                        <p:tgtEl>
                                          <p:spTgt spid="1900"/>
                                        </p:tgtEl>
                                        <p:attrNameLst>
                                          <p:attrName>style.visibility</p:attrName>
                                        </p:attrNameLst>
                                      </p:cBhvr>
                                      <p:to>
                                        <p:strVal val="visible"/>
                                      </p:to>
                                    </p:set>
                                    <p:anim calcmode="discrete" valueType="clr">
                                      <p:cBhvr additive="repl">
                                        <p:cTn id="5018" dur="80"/>
                                        <p:tgtEl>
                                          <p:spTgt spid="1900"/>
                                        </p:tgtEl>
                                        <p:attrNameLst>
                                          <p:attrName>style.color</p:attrName>
                                        </p:attrNameLst>
                                      </p:cBhvr>
                                      <p:tavLst>
                                        <p:tav tm="0">
                                          <p:val>
                                            <p:strVal val="rgb(-103,51,51)"/>
                                          </p:val>
                                        </p:tav>
                                        <p:tav tm="50000">
                                          <p:val>
                                            <p:strVal val="rgb(-103,-103,0)"/>
                                          </p:val>
                                        </p:tav>
                                      </p:tavLst>
                                    </p:anim>
                                    <p:anim calcmode="discrete" valueType="clr">
                                      <p:cBhvr additive="repl">
                                        <p:cTn id="5019" dur="80"/>
                                        <p:tgtEl>
                                          <p:spTgt spid="1900"/>
                                        </p:tgtEl>
                                        <p:attrNameLst>
                                          <p:attrName>fillcolor</p:attrName>
                                        </p:attrNameLst>
                                      </p:cBhvr>
                                      <p:tavLst>
                                        <p:tav tm="0">
                                          <p:val>
                                            <p:strVal val="rgb(-103,51,51)"/>
                                          </p:val>
                                        </p:tav>
                                        <p:tav tm="50000">
                                          <p:val>
                                            <p:strVal val="rgb(-103,-103,0)"/>
                                          </p:val>
                                        </p:tav>
                                      </p:tavLst>
                                    </p:anim>
                                    <p:set>
                                      <p:cBhvr>
                                        <p:cTn id="5020" dur="80"/>
                                        <p:tgtEl>
                                          <p:spTgt spid="1900"/>
                                        </p:tgtEl>
                                        <p:attrNameLst>
                                          <p:attrName>fill.type</p:attrName>
                                        </p:attrNameLst>
                                      </p:cBhvr>
                                      <p:to>
                                        <p:strVal val="solid"/>
                                      </p:to>
                                    </p:set>
                                  </p:childTnLst>
                                </p:cTn>
                              </p:par>
                            </p:childTnLst>
                          </p:cTn>
                        </p:par>
                        <p:par>
                          <p:cTn id="5021" fill="hold">
                            <p:stCondLst>
                              <p:cond delay="6980"/>
                            </p:stCondLst>
                            <p:childTnLst>
                              <p:par>
                                <p:cTn id="5022" nodeType="afterEffect" fill="hold" presetClass="entr" presetID="27">
                                  <p:stCondLst>
                                    <p:cond delay="2500"/>
                                  </p:stCondLst>
                                  <p:iterate type="lt">
                                    <p:tmAbs val="40"/>
                                  </p:iterate>
                                  <p:childTnLst>
                                    <p:set>
                                      <p:cBhvr>
                                        <p:cTn id="5023" dur="1" fill="hold">
                                          <p:stCondLst>
                                            <p:cond delay="0"/>
                                          </p:stCondLst>
                                        </p:cTn>
                                        <p:tgtEl>
                                          <p:spTgt spid="1901"/>
                                        </p:tgtEl>
                                        <p:attrNameLst>
                                          <p:attrName>style.visibility</p:attrName>
                                        </p:attrNameLst>
                                      </p:cBhvr>
                                      <p:to>
                                        <p:strVal val="visible"/>
                                      </p:to>
                                    </p:set>
                                    <p:anim calcmode="discrete" valueType="clr">
                                      <p:cBhvr additive="repl">
                                        <p:cTn id="5024" dur="80"/>
                                        <p:tgtEl>
                                          <p:spTgt spid="1901"/>
                                        </p:tgtEl>
                                        <p:attrNameLst>
                                          <p:attrName>style.color</p:attrName>
                                        </p:attrNameLst>
                                      </p:cBhvr>
                                      <p:tavLst>
                                        <p:tav tm="0">
                                          <p:val>
                                            <p:strVal val="rgb(-103,51,51)"/>
                                          </p:val>
                                        </p:tav>
                                        <p:tav tm="50000">
                                          <p:val>
                                            <p:strVal val="rgb(-103,-103,0)"/>
                                          </p:val>
                                        </p:tav>
                                      </p:tavLst>
                                    </p:anim>
                                    <p:anim calcmode="discrete" valueType="clr">
                                      <p:cBhvr additive="repl">
                                        <p:cTn id="5025" dur="80"/>
                                        <p:tgtEl>
                                          <p:spTgt spid="1901"/>
                                        </p:tgtEl>
                                        <p:attrNameLst>
                                          <p:attrName>fillcolor</p:attrName>
                                        </p:attrNameLst>
                                      </p:cBhvr>
                                      <p:tavLst>
                                        <p:tav tm="0">
                                          <p:val>
                                            <p:strVal val="rgb(-103,51,51)"/>
                                          </p:val>
                                        </p:tav>
                                        <p:tav tm="50000">
                                          <p:val>
                                            <p:strVal val="rgb(-103,-103,0)"/>
                                          </p:val>
                                        </p:tav>
                                      </p:tavLst>
                                    </p:anim>
                                    <p:set>
                                      <p:cBhvr>
                                        <p:cTn id="5026" dur="80"/>
                                        <p:tgtEl>
                                          <p:spTgt spid="1901"/>
                                        </p:tgtEl>
                                        <p:attrNameLst>
                                          <p:attrName>fill.type</p:attrName>
                                        </p:attrNameLst>
                                      </p:cBhvr>
                                      <p:to>
                                        <p:strVal val="solid"/>
                                      </p:to>
                                    </p:set>
                                  </p:childTnLst>
                                </p:cTn>
                              </p:par>
                            </p:childTnLst>
                          </p:cTn>
                        </p:par>
                        <p:par>
                          <p:cTn id="5027" fill="hold">
                            <p:stCondLst>
                              <p:cond delay="10040"/>
                            </p:stCondLst>
                            <p:childTnLst>
                              <p:par>
                                <p:cTn id="5028" nodeType="afterEffect" fill="hold" presetClass="path" presetID="0">
                                  <p:stCondLst>
                                    <p:cond delay="1500"/>
                                  </p:stCondLst>
                                  <p:childTnLst>
                                    <p:animMotion origin="layout" path="M 6.66667E-006 -1.11111E-006 L -0.69166 -1.11111E-006 E">
                                      <p:cBhvr>
                                        <p:cTn id="5029" dur="5000" fill="hold"/>
                                        <p:tgtEl>
                                          <p:spTgt spid="1898"/>
                                        </p:tgtEl>
                                      </p:cBhvr>
                                    </p:animMotion>
                                  </p:childTnLst>
                                </p:cTn>
                              </p:par>
                            </p:childTnLst>
                          </p:cTn>
                        </p:par>
                        <p:par>
                          <p:cTn id="5030" fill="hold">
                            <p:stCondLst>
                              <p:cond delay="16540"/>
                            </p:stCondLst>
                            <p:childTnLst>
                              <p:par>
                                <p:cTn id="5031" nodeType="afterEffect" fill="hold" presetClass="entr" presetID="27">
                                  <p:stCondLst>
                                    <p:cond delay="1000"/>
                                  </p:stCondLst>
                                  <p:iterate type="lt">
                                    <p:tmAbs val="40"/>
                                  </p:iterate>
                                  <p:childTnLst>
                                    <p:set>
                                      <p:cBhvr>
                                        <p:cTn id="5032" dur="1" fill="hold">
                                          <p:stCondLst>
                                            <p:cond delay="0"/>
                                          </p:stCondLst>
                                        </p:cTn>
                                        <p:tgtEl>
                                          <p:spTgt spid="1902"/>
                                        </p:tgtEl>
                                        <p:attrNameLst>
                                          <p:attrName>style.visibility</p:attrName>
                                        </p:attrNameLst>
                                      </p:cBhvr>
                                      <p:to>
                                        <p:strVal val="visible"/>
                                      </p:to>
                                    </p:set>
                                    <p:anim calcmode="discrete" valueType="clr">
                                      <p:cBhvr additive="repl">
                                        <p:cTn id="5033" dur="80"/>
                                        <p:tgtEl>
                                          <p:spTgt spid="1902"/>
                                        </p:tgtEl>
                                        <p:attrNameLst>
                                          <p:attrName>style.color</p:attrName>
                                        </p:attrNameLst>
                                      </p:cBhvr>
                                      <p:tavLst>
                                        <p:tav tm="0">
                                          <p:val>
                                            <p:strVal val="rgb(-103,51,51)"/>
                                          </p:val>
                                        </p:tav>
                                        <p:tav tm="50000">
                                          <p:val>
                                            <p:strVal val="rgb(-103,-103,0)"/>
                                          </p:val>
                                        </p:tav>
                                      </p:tavLst>
                                    </p:anim>
                                    <p:anim calcmode="discrete" valueType="clr">
                                      <p:cBhvr additive="repl">
                                        <p:cTn id="5034" dur="80"/>
                                        <p:tgtEl>
                                          <p:spTgt spid="1902"/>
                                        </p:tgtEl>
                                        <p:attrNameLst>
                                          <p:attrName>fillcolor</p:attrName>
                                        </p:attrNameLst>
                                      </p:cBhvr>
                                      <p:tavLst>
                                        <p:tav tm="0">
                                          <p:val>
                                            <p:strVal val="rgb(-103,51,51)"/>
                                          </p:val>
                                        </p:tav>
                                        <p:tav tm="50000">
                                          <p:val>
                                            <p:strVal val="rgb(-103,-103,0)"/>
                                          </p:val>
                                        </p:tav>
                                      </p:tavLst>
                                    </p:anim>
                                    <p:set>
                                      <p:cBhvr>
                                        <p:cTn id="5035" dur="80"/>
                                        <p:tgtEl>
                                          <p:spTgt spid="1902"/>
                                        </p:tgtEl>
                                        <p:attrNameLst>
                                          <p:attrName>fill.type</p:attrName>
                                        </p:attrNameLst>
                                      </p:cBhvr>
                                      <p:to>
                                        <p:strVal val="solid"/>
                                      </p:to>
                                    </p:set>
                                  </p:childTnLst>
                                </p:cTn>
                              </p:par>
                            </p:childTnLst>
                          </p:cTn>
                        </p:par>
                        <p:par>
                          <p:cTn id="5036" fill="hold">
                            <p:stCondLst>
                              <p:cond delay="17740"/>
                            </p:stCondLst>
                            <p:childTnLst>
                              <p:par>
                                <p:cTn id="5037" nodeType="afterEffect" fill="hold" presetClass="entr" presetID="9">
                                  <p:stCondLst>
                                    <p:cond delay="1500"/>
                                  </p:stCondLst>
                                  <p:childTnLst>
                                    <p:set>
                                      <p:cBhvr>
                                        <p:cTn id="5038" dur="1" fill="hold">
                                          <p:stCondLst>
                                            <p:cond delay="0"/>
                                          </p:stCondLst>
                                        </p:cTn>
                                        <p:tgtEl>
                                          <p:spTgt spid="1903"/>
                                        </p:tgtEl>
                                        <p:attrNameLst>
                                          <p:attrName>style.visibility</p:attrName>
                                        </p:attrNameLst>
                                      </p:cBhvr>
                                      <p:to>
                                        <p:strVal val="visible"/>
                                      </p:to>
                                    </p:set>
                                    <p:animEffect filter="dissolve" transition="in">
                                      <p:cBhvr additive="repl">
                                        <p:cTn id="5039" dur="500"/>
                                        <p:tgtEl>
                                          <p:spTgt spid="1903"/>
                                        </p:tgtEl>
                                      </p:cBhvr>
                                    </p:animEffect>
                                  </p:childTnLst>
                                </p:cTn>
                              </p:par>
                            </p:childTnLst>
                          </p:cTn>
                        </p:par>
                        <p:par>
                          <p:cTn id="5040" fill="hold">
                            <p:stCondLst>
                              <p:cond delay="19740"/>
                            </p:stCondLst>
                            <p:childTnLst>
                              <p:par>
                                <p:cTn id="5041" nodeType="afterEffect" fill="hold" presetClass="entr" presetID="27">
                                  <p:stCondLst>
                                    <p:cond delay="0"/>
                                  </p:stCondLst>
                                  <p:iterate type="lt">
                                    <p:tmAbs val="40"/>
                                  </p:iterate>
                                  <p:childTnLst>
                                    <p:set>
                                      <p:cBhvr>
                                        <p:cTn id="5042" dur="1" fill="hold">
                                          <p:stCondLst>
                                            <p:cond delay="0"/>
                                          </p:stCondLst>
                                        </p:cTn>
                                        <p:tgtEl>
                                          <p:spTgt spid="1904"/>
                                        </p:tgtEl>
                                        <p:attrNameLst>
                                          <p:attrName>style.visibility</p:attrName>
                                        </p:attrNameLst>
                                      </p:cBhvr>
                                      <p:to>
                                        <p:strVal val="visible"/>
                                      </p:to>
                                    </p:set>
                                    <p:anim calcmode="discrete" valueType="clr">
                                      <p:cBhvr additive="repl">
                                        <p:cTn id="5043" dur="80"/>
                                        <p:tgtEl>
                                          <p:spTgt spid="1904"/>
                                        </p:tgtEl>
                                        <p:attrNameLst>
                                          <p:attrName>style.color</p:attrName>
                                        </p:attrNameLst>
                                      </p:cBhvr>
                                      <p:tavLst>
                                        <p:tav tm="0">
                                          <p:val>
                                            <p:strVal val="rgb(-103,51,51)"/>
                                          </p:val>
                                        </p:tav>
                                        <p:tav tm="50000">
                                          <p:val>
                                            <p:strVal val="rgb(-103,-103,0)"/>
                                          </p:val>
                                        </p:tav>
                                      </p:tavLst>
                                    </p:anim>
                                    <p:anim calcmode="discrete" valueType="clr">
                                      <p:cBhvr additive="repl">
                                        <p:cTn id="5044" dur="80"/>
                                        <p:tgtEl>
                                          <p:spTgt spid="1904"/>
                                        </p:tgtEl>
                                        <p:attrNameLst>
                                          <p:attrName>fillcolor</p:attrName>
                                        </p:attrNameLst>
                                      </p:cBhvr>
                                      <p:tavLst>
                                        <p:tav tm="0">
                                          <p:val>
                                            <p:strVal val="rgb(-103,51,51)"/>
                                          </p:val>
                                        </p:tav>
                                        <p:tav tm="50000">
                                          <p:val>
                                            <p:strVal val="rgb(-103,-103,0)"/>
                                          </p:val>
                                        </p:tav>
                                      </p:tavLst>
                                    </p:anim>
                                    <p:set>
                                      <p:cBhvr>
                                        <p:cTn id="5045" dur="80"/>
                                        <p:tgtEl>
                                          <p:spTgt spid="1904"/>
                                        </p:tgtEl>
                                        <p:attrNameLst>
                                          <p:attrName>fill.type</p:attrName>
                                        </p:attrNameLst>
                                      </p:cBhvr>
                                      <p:to>
                                        <p:strVal val="solid"/>
                                      </p:to>
                                    </p:set>
                                  </p:childTnLst>
                                </p:cTn>
                              </p:par>
                            </p:childTnLst>
                          </p:cTn>
                        </p:par>
                        <p:par>
                          <p:cTn id="5046" fill="hold">
                            <p:stCondLst>
                              <p:cond delay="21340"/>
                            </p:stCondLst>
                            <p:childTnLst>
                              <p:par>
                                <p:cTn id="5047" nodeType="afterEffect" fill="hold" presetClass="entr" presetID="1">
                                  <p:stCondLst>
                                    <p:cond delay="1000"/>
                                  </p:stCondLst>
                                  <p:childTnLst>
                                    <p:set>
                                      <p:cBhvr>
                                        <p:cTn id="5048" dur="1" fill="hold">
                                          <p:stCondLst>
                                            <p:cond delay="0"/>
                                          </p:stCondLst>
                                        </p:cTn>
                                        <p:tgtEl>
                                          <p:spTgt spid="1905"/>
                                        </p:tgtEl>
                                        <p:attrNameLst>
                                          <p:attrName>style.visibility</p:attrName>
                                        </p:attrNameLst>
                                      </p:cBhvr>
                                      <p:to>
                                        <p:strVal val="visible"/>
                                      </p:to>
                                    </p:set>
                                  </p:childTnLst>
                                </p:cTn>
                              </p:par>
                            </p:childTnLst>
                          </p:cTn>
                        </p:par>
                        <p:par>
                          <p:cTn id="5049" fill="hold">
                            <p:stCondLst>
                              <p:cond delay="22340"/>
                            </p:stCondLst>
                            <p:childTnLst>
                              <p:par>
                                <p:cTn id="5050" nodeType="afterEffect" fill="hold" presetClass="entr" presetID="27">
                                  <p:stCondLst>
                                    <p:cond delay="0"/>
                                  </p:stCondLst>
                                  <p:iterate type="lt">
                                    <p:tmAbs val="40"/>
                                  </p:iterate>
                                  <p:childTnLst>
                                    <p:set>
                                      <p:cBhvr>
                                        <p:cTn id="5051" dur="1" fill="hold">
                                          <p:stCondLst>
                                            <p:cond delay="0"/>
                                          </p:stCondLst>
                                        </p:cTn>
                                        <p:tgtEl>
                                          <p:spTgt spid="1906"/>
                                        </p:tgtEl>
                                        <p:attrNameLst>
                                          <p:attrName>style.visibility</p:attrName>
                                        </p:attrNameLst>
                                      </p:cBhvr>
                                      <p:to>
                                        <p:strVal val="visible"/>
                                      </p:to>
                                    </p:set>
                                    <p:anim calcmode="discrete" valueType="clr">
                                      <p:cBhvr additive="repl">
                                        <p:cTn id="5052" dur="80"/>
                                        <p:tgtEl>
                                          <p:spTgt spid="1906"/>
                                        </p:tgtEl>
                                        <p:attrNameLst>
                                          <p:attrName>style.color</p:attrName>
                                        </p:attrNameLst>
                                      </p:cBhvr>
                                      <p:tavLst>
                                        <p:tav tm="0">
                                          <p:val>
                                            <p:strVal val="rgb(-103,51,51)"/>
                                          </p:val>
                                        </p:tav>
                                        <p:tav tm="50000">
                                          <p:val>
                                            <p:strVal val="rgb(-103,-103,0)"/>
                                          </p:val>
                                        </p:tav>
                                      </p:tavLst>
                                    </p:anim>
                                    <p:anim calcmode="discrete" valueType="clr">
                                      <p:cBhvr additive="repl">
                                        <p:cTn id="5053" dur="80"/>
                                        <p:tgtEl>
                                          <p:spTgt spid="1906"/>
                                        </p:tgtEl>
                                        <p:attrNameLst>
                                          <p:attrName>fillcolor</p:attrName>
                                        </p:attrNameLst>
                                      </p:cBhvr>
                                      <p:tavLst>
                                        <p:tav tm="0">
                                          <p:val>
                                            <p:strVal val="rgb(-103,51,51)"/>
                                          </p:val>
                                        </p:tav>
                                        <p:tav tm="50000">
                                          <p:val>
                                            <p:strVal val="rgb(-103,-103,0)"/>
                                          </p:val>
                                        </p:tav>
                                      </p:tavLst>
                                    </p:anim>
                                    <p:set>
                                      <p:cBhvr>
                                        <p:cTn id="5054" dur="80"/>
                                        <p:tgtEl>
                                          <p:spTgt spid="1906"/>
                                        </p:tgtEl>
                                        <p:attrNameLst>
                                          <p:attrName>fill.type</p:attrName>
                                        </p:attrNameLst>
                                      </p:cBhvr>
                                      <p:to>
                                        <p:strVal val="solid"/>
                                      </p:to>
                                    </p:set>
                                  </p:childTnLst>
                                </p:cTn>
                              </p:par>
                            </p:childTnLst>
                          </p:cTn>
                        </p:par>
                        <p:par>
                          <p:cTn id="5055" fill="hold">
                            <p:stCondLst>
                              <p:cond delay="22740"/>
                            </p:stCondLst>
                            <p:childTnLst>
                              <p:par>
                                <p:cTn id="5056" nodeType="afterEffect" fill="hold" presetClass="entr" presetID="27">
                                  <p:stCondLst>
                                    <p:cond delay="1000"/>
                                  </p:stCondLst>
                                  <p:iterate type="lt">
                                    <p:tmAbs val="40"/>
                                  </p:iterate>
                                  <p:childTnLst>
                                    <p:set>
                                      <p:cBhvr>
                                        <p:cTn id="5057" dur="1" fill="hold">
                                          <p:stCondLst>
                                            <p:cond delay="0"/>
                                          </p:stCondLst>
                                        </p:cTn>
                                        <p:tgtEl>
                                          <p:spTgt spid="1907"/>
                                        </p:tgtEl>
                                        <p:attrNameLst>
                                          <p:attrName>style.visibility</p:attrName>
                                        </p:attrNameLst>
                                      </p:cBhvr>
                                      <p:to>
                                        <p:strVal val="visible"/>
                                      </p:to>
                                    </p:set>
                                    <p:anim calcmode="discrete" valueType="clr">
                                      <p:cBhvr additive="repl">
                                        <p:cTn id="5058" dur="80"/>
                                        <p:tgtEl>
                                          <p:spTgt spid="1907"/>
                                        </p:tgtEl>
                                        <p:attrNameLst>
                                          <p:attrName>style.color</p:attrName>
                                        </p:attrNameLst>
                                      </p:cBhvr>
                                      <p:tavLst>
                                        <p:tav tm="0">
                                          <p:val>
                                            <p:strVal val="rgb(-103,51,51)"/>
                                          </p:val>
                                        </p:tav>
                                        <p:tav tm="50000">
                                          <p:val>
                                            <p:strVal val="rgb(-103,-103,0)"/>
                                          </p:val>
                                        </p:tav>
                                      </p:tavLst>
                                    </p:anim>
                                    <p:anim calcmode="discrete" valueType="clr">
                                      <p:cBhvr additive="repl">
                                        <p:cTn id="5059" dur="80"/>
                                        <p:tgtEl>
                                          <p:spTgt spid="1907"/>
                                        </p:tgtEl>
                                        <p:attrNameLst>
                                          <p:attrName>fillcolor</p:attrName>
                                        </p:attrNameLst>
                                      </p:cBhvr>
                                      <p:tavLst>
                                        <p:tav tm="0">
                                          <p:val>
                                            <p:strVal val="rgb(-103,51,51)"/>
                                          </p:val>
                                        </p:tav>
                                        <p:tav tm="50000">
                                          <p:val>
                                            <p:strVal val="rgb(-103,-103,0)"/>
                                          </p:val>
                                        </p:tav>
                                      </p:tavLst>
                                    </p:anim>
                                    <p:set>
                                      <p:cBhvr>
                                        <p:cTn id="5060" dur="80"/>
                                        <p:tgtEl>
                                          <p:spTgt spid="1907"/>
                                        </p:tgtEl>
                                        <p:attrNameLst>
                                          <p:attrName>fill.type</p:attrName>
                                        </p:attrNameLst>
                                      </p:cBhvr>
                                      <p:to>
                                        <p:strVal val="solid"/>
                                      </p:to>
                                    </p:set>
                                  </p:childTnLst>
                                </p:cTn>
                              </p:par>
                            </p:childTnLst>
                          </p:cTn>
                        </p:par>
                        <p:par>
                          <p:cTn id="5061" fill="hold">
                            <p:stCondLst>
                              <p:cond delay="26060"/>
                            </p:stCondLst>
                            <p:childTnLst>
                              <p:par>
                                <p:cTn id="5062" nodeType="afterEffect" fill="hold" presetClass="entr" presetID="27">
                                  <p:stCondLst>
                                    <p:cond delay="2000"/>
                                  </p:stCondLst>
                                  <p:iterate type="lt">
                                    <p:tmAbs val="40"/>
                                  </p:iterate>
                                  <p:childTnLst>
                                    <p:set>
                                      <p:cBhvr>
                                        <p:cTn id="5063" dur="1" fill="hold">
                                          <p:stCondLst>
                                            <p:cond delay="0"/>
                                          </p:stCondLst>
                                        </p:cTn>
                                        <p:tgtEl>
                                          <p:spTgt spid="1908"/>
                                        </p:tgtEl>
                                        <p:attrNameLst>
                                          <p:attrName>style.visibility</p:attrName>
                                        </p:attrNameLst>
                                      </p:cBhvr>
                                      <p:to>
                                        <p:strVal val="visible"/>
                                      </p:to>
                                    </p:set>
                                    <p:anim calcmode="discrete" valueType="clr">
                                      <p:cBhvr additive="repl">
                                        <p:cTn id="5064" dur="80"/>
                                        <p:tgtEl>
                                          <p:spTgt spid="1908"/>
                                        </p:tgtEl>
                                        <p:attrNameLst>
                                          <p:attrName>style.color</p:attrName>
                                        </p:attrNameLst>
                                      </p:cBhvr>
                                      <p:tavLst>
                                        <p:tav tm="0">
                                          <p:val>
                                            <p:strVal val="rgb(-103,51,51)"/>
                                          </p:val>
                                        </p:tav>
                                        <p:tav tm="50000">
                                          <p:val>
                                            <p:strVal val="rgb(-103,-103,0)"/>
                                          </p:val>
                                        </p:tav>
                                      </p:tavLst>
                                    </p:anim>
                                    <p:anim calcmode="discrete" valueType="clr">
                                      <p:cBhvr additive="repl">
                                        <p:cTn id="5065" dur="80"/>
                                        <p:tgtEl>
                                          <p:spTgt spid="1908"/>
                                        </p:tgtEl>
                                        <p:attrNameLst>
                                          <p:attrName>fillcolor</p:attrName>
                                        </p:attrNameLst>
                                      </p:cBhvr>
                                      <p:tavLst>
                                        <p:tav tm="0">
                                          <p:val>
                                            <p:strVal val="rgb(-103,51,51)"/>
                                          </p:val>
                                        </p:tav>
                                        <p:tav tm="50000">
                                          <p:val>
                                            <p:strVal val="rgb(-103,-103,0)"/>
                                          </p:val>
                                        </p:tav>
                                      </p:tavLst>
                                    </p:anim>
                                    <p:set>
                                      <p:cBhvr>
                                        <p:cTn id="5066" dur="80"/>
                                        <p:tgtEl>
                                          <p:spTgt spid="1908"/>
                                        </p:tgtEl>
                                        <p:attrNameLst>
                                          <p:attrName>fill.type</p:attrName>
                                        </p:attrNameLst>
                                      </p:cBhvr>
                                      <p:to>
                                        <p:strVal val="solid"/>
                                      </p:to>
                                    </p:set>
                                  </p:childTnLst>
                                </p:cTn>
                              </p:par>
                            </p:childTnLst>
                          </p:cTn>
                        </p:par>
                        <p:par>
                          <p:cTn id="5067" fill="hold">
                            <p:stCondLst>
                              <p:cond delay="30020"/>
                            </p:stCondLst>
                            <p:childTnLst>
                              <p:par>
                                <p:cTn id="5068" nodeType="afterEffect" fill="hold" presetClass="entr" presetID="27">
                                  <p:stCondLst>
                                    <p:cond delay="2000"/>
                                  </p:stCondLst>
                                  <p:iterate type="lt">
                                    <p:tmAbs val="40"/>
                                  </p:iterate>
                                  <p:childTnLst>
                                    <p:set>
                                      <p:cBhvr>
                                        <p:cTn id="5069" dur="1" fill="hold">
                                          <p:stCondLst>
                                            <p:cond delay="0"/>
                                          </p:stCondLst>
                                        </p:cTn>
                                        <p:tgtEl>
                                          <p:spTgt spid="1909"/>
                                        </p:tgtEl>
                                        <p:attrNameLst>
                                          <p:attrName>style.visibility</p:attrName>
                                        </p:attrNameLst>
                                      </p:cBhvr>
                                      <p:to>
                                        <p:strVal val="visible"/>
                                      </p:to>
                                    </p:set>
                                    <p:anim calcmode="discrete" valueType="clr">
                                      <p:cBhvr additive="repl">
                                        <p:cTn id="5070" dur="80"/>
                                        <p:tgtEl>
                                          <p:spTgt spid="1909"/>
                                        </p:tgtEl>
                                        <p:attrNameLst>
                                          <p:attrName>style.color</p:attrName>
                                        </p:attrNameLst>
                                      </p:cBhvr>
                                      <p:tavLst>
                                        <p:tav tm="0">
                                          <p:val>
                                            <p:strVal val="rgb(-103,51,51)"/>
                                          </p:val>
                                        </p:tav>
                                        <p:tav tm="50000">
                                          <p:val>
                                            <p:strVal val="rgb(-103,-103,0)"/>
                                          </p:val>
                                        </p:tav>
                                      </p:tavLst>
                                    </p:anim>
                                    <p:anim calcmode="discrete" valueType="clr">
                                      <p:cBhvr additive="repl">
                                        <p:cTn id="5071" dur="80"/>
                                        <p:tgtEl>
                                          <p:spTgt spid="1909"/>
                                        </p:tgtEl>
                                        <p:attrNameLst>
                                          <p:attrName>fillcolor</p:attrName>
                                        </p:attrNameLst>
                                      </p:cBhvr>
                                      <p:tavLst>
                                        <p:tav tm="0">
                                          <p:val>
                                            <p:strVal val="rgb(-103,51,51)"/>
                                          </p:val>
                                        </p:tav>
                                        <p:tav tm="50000">
                                          <p:val>
                                            <p:strVal val="rgb(-103,-103,0)"/>
                                          </p:val>
                                        </p:tav>
                                      </p:tavLst>
                                    </p:anim>
                                    <p:set>
                                      <p:cBhvr>
                                        <p:cTn id="5072" dur="80"/>
                                        <p:tgtEl>
                                          <p:spTgt spid="1909"/>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10" name="" descr=""/>
          <p:cNvPicPr/>
          <p:nvPr/>
        </p:nvPicPr>
        <p:blipFill>
          <a:blip r:embed="rId1"/>
          <a:stretch/>
        </p:blipFill>
        <p:spPr>
          <a:xfrm>
            <a:off x="0" y="0"/>
            <a:ext cx="9144000" cy="6913440"/>
          </a:xfrm>
          <a:prstGeom prst="rect">
            <a:avLst/>
          </a:prstGeom>
          <a:ln w="0">
            <a:noFill/>
          </a:ln>
        </p:spPr>
      </p:pic>
      <p:pic>
        <p:nvPicPr>
          <p:cNvPr id="1911" name="" descr=""/>
          <p:cNvPicPr/>
          <p:nvPr/>
        </p:nvPicPr>
        <p:blipFill>
          <a:blip r:embed="rId2"/>
          <a:stretch/>
        </p:blipFill>
        <p:spPr>
          <a:xfrm>
            <a:off x="2819520" y="304920"/>
            <a:ext cx="6553080" cy="4019400"/>
          </a:xfrm>
          <a:prstGeom prst="rect">
            <a:avLst/>
          </a:prstGeom>
          <a:ln w="0">
            <a:noFill/>
          </a:ln>
        </p:spPr>
      </p:pic>
      <p:pic>
        <p:nvPicPr>
          <p:cNvPr id="1912" name="" descr=""/>
          <p:cNvPicPr/>
          <p:nvPr/>
        </p:nvPicPr>
        <p:blipFill>
          <a:blip r:embed="rId3"/>
          <a:stretch/>
        </p:blipFill>
        <p:spPr>
          <a:xfrm>
            <a:off x="5943600" y="4191120"/>
            <a:ext cx="2933640" cy="1271520"/>
          </a:xfrm>
          <a:prstGeom prst="rect">
            <a:avLst/>
          </a:prstGeom>
          <a:ln w="0">
            <a:noFill/>
          </a:ln>
        </p:spPr>
      </p:pic>
      <p:pic>
        <p:nvPicPr>
          <p:cNvPr id="1913" name="" descr=""/>
          <p:cNvPicPr/>
          <p:nvPr/>
        </p:nvPicPr>
        <p:blipFill>
          <a:blip r:embed="rId4"/>
          <a:stretch/>
        </p:blipFill>
        <p:spPr>
          <a:xfrm>
            <a:off x="3962520" y="5214960"/>
            <a:ext cx="5181480" cy="1643040"/>
          </a:xfrm>
          <a:prstGeom prst="rect">
            <a:avLst/>
          </a:prstGeom>
          <a:ln w="0">
            <a:noFill/>
          </a:ln>
        </p:spPr>
      </p:pic>
      <p:pic>
        <p:nvPicPr>
          <p:cNvPr id="1914" name="" descr=""/>
          <p:cNvPicPr/>
          <p:nvPr/>
        </p:nvPicPr>
        <p:blipFill>
          <a:blip r:embed="rId5"/>
          <a:stretch/>
        </p:blipFill>
        <p:spPr>
          <a:xfrm>
            <a:off x="0" y="0"/>
            <a:ext cx="4724280" cy="1498680"/>
          </a:xfrm>
          <a:prstGeom prst="rect">
            <a:avLst/>
          </a:prstGeom>
          <a:ln w="0">
            <a:noFill/>
          </a:ln>
        </p:spPr>
      </p:pic>
      <p:sp>
        <p:nvSpPr>
          <p:cNvPr id="1915" name=""/>
          <p:cNvSpPr/>
          <p:nvPr/>
        </p:nvSpPr>
        <p:spPr>
          <a:xfrm>
            <a:off x="1828800" y="38088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 I landed on grass and only sustained minor injuries…</a:t>
            </a:r>
            <a:endParaRPr b="0" lang="en-US" sz="1200" spc="-1" strike="noStrike">
              <a:solidFill>
                <a:srgbClr val="000000"/>
              </a:solidFill>
              <a:latin typeface="Arial"/>
            </a:endParaRPr>
          </a:p>
        </p:txBody>
      </p:sp>
      <p:sp>
        <p:nvSpPr>
          <p:cNvPr id="1916" name=""/>
          <p:cNvSpPr/>
          <p:nvPr/>
        </p:nvSpPr>
        <p:spPr>
          <a:xfrm>
            <a:off x="1828800" y="380880"/>
            <a:ext cx="266688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HAhAHa… Tis’ not reason of  myself. I just do as told, see?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917" name=""/>
          <p:cNvSpPr/>
          <p:nvPr/>
        </p:nvSpPr>
        <p:spPr>
          <a:xfrm>
            <a:off x="1828800" y="38088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Ah, yes, for the decision has already been made!</a:t>
            </a:r>
            <a:endParaRPr b="0" lang="en-US" sz="1200" spc="-1" strike="noStrike">
              <a:solidFill>
                <a:srgbClr val="000000"/>
              </a:solidFill>
              <a:latin typeface="Arial"/>
            </a:endParaRPr>
          </a:p>
        </p:txBody>
      </p:sp>
      <p:sp>
        <p:nvSpPr>
          <p:cNvPr id="1918" name=""/>
          <p:cNvSpPr/>
          <p:nvPr/>
        </p:nvSpPr>
        <p:spPr>
          <a:xfrm>
            <a:off x="-838080" y="4191120"/>
            <a:ext cx="838080" cy="83808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919" name=""/>
          <p:cNvSpPr/>
          <p:nvPr/>
        </p:nvSpPr>
        <p:spPr>
          <a:xfrm>
            <a:off x="6095880" y="5638680"/>
            <a:ext cx="2667240" cy="6685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I see… Everything all makes sense now…</a:t>
            </a:r>
            <a:endParaRPr b="0" lang="en-US" sz="1200" spc="-1" strike="noStrike">
              <a:solidFill>
                <a:srgbClr val="000000"/>
              </a:solidFill>
              <a:latin typeface="Arial"/>
            </a:endParaRPr>
          </a:p>
          <a:p>
            <a:pPr>
              <a:spcBef>
                <a:spcPts val="56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Arial"/>
              </a:rPr>
              <a:t>**SARCASM**</a:t>
            </a:r>
            <a:endParaRPr b="0" lang="en-US" sz="900" spc="-1" strike="noStrike">
              <a:solidFill>
                <a:srgbClr val="000000"/>
              </a:solidFill>
              <a:latin typeface="Arial"/>
            </a:endParaRPr>
          </a:p>
        </p:txBody>
      </p:sp>
      <p:sp>
        <p:nvSpPr>
          <p:cNvPr id="1920" name=""/>
          <p:cNvSpPr/>
          <p:nvPr/>
        </p:nvSpPr>
        <p:spPr>
          <a:xfrm>
            <a:off x="6095880" y="5562720"/>
            <a:ext cx="266724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Why do you keep following me... Why do you want me dead?</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921" name=""/>
          <p:cNvSpPr/>
          <p:nvPr/>
        </p:nvSpPr>
        <p:spPr>
          <a:xfrm>
            <a:off x="6095880" y="5562720"/>
            <a:ext cx="266724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922" name=""/>
          <p:cNvSpPr/>
          <p:nvPr/>
        </p:nvSpPr>
        <p:spPr>
          <a:xfrm>
            <a:off x="6019920" y="563868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Must we fight, here and now?</a:t>
            </a:r>
            <a:endParaRPr b="0" lang="en-US" sz="1200" spc="-1" strike="noStrike">
              <a:solidFill>
                <a:srgbClr val="000000"/>
              </a:solidFill>
              <a:latin typeface="Arial"/>
            </a:endParaRPr>
          </a:p>
        </p:txBody>
      </p:sp>
      <p:pic>
        <p:nvPicPr>
          <p:cNvPr id="1923" name="" descr=""/>
          <p:cNvPicPr/>
          <p:nvPr/>
        </p:nvPicPr>
        <p:blipFill>
          <a:blip r:embed="rId6"/>
          <a:stretch/>
        </p:blipFill>
        <p:spPr>
          <a:xfrm>
            <a:off x="-457200" y="3352680"/>
            <a:ext cx="304920" cy="304920"/>
          </a:xfrm>
          <a:prstGeom prst="rect">
            <a:avLst/>
          </a:prstGeom>
          <a:ln w="0">
            <a:noFill/>
          </a:ln>
        </p:spPr>
      </p:pic>
    </p:spTree>
  </p:cSld>
  <p:timing>
    <p:tnLst>
      <p:par>
        <p:cTn id="5073" dur="indefinite" restart="never" nodeType="tmRoot">
          <p:childTnLst>
            <p:seq>
              <p:cTn id="5074" dur="indefinite" nodeType="mainSeq">
                <p:childTnLst>
                  <p:par>
                    <p:cTn id="5075" fill="hold">
                      <p:stCondLst>
                        <p:cond delay="0"/>
                      </p:stCondLst>
                      <p:childTnLst>
                        <p:par>
                          <p:cTn id="5076" fill="hold">
                            <p:stCondLst>
                              <p:cond delay="0"/>
                            </p:stCondLst>
                            <p:childTnLst>
                              <p:par>
                                <p:cTn id="5077" nodeType="afterEffect" fill="hold" presetClass="entr" presetID="27">
                                  <p:stCondLst>
                                    <p:cond delay="1500"/>
                                  </p:stCondLst>
                                  <p:iterate type="lt">
                                    <p:tmAbs val="40"/>
                                  </p:iterate>
                                  <p:childTnLst>
                                    <p:set>
                                      <p:cBhvr>
                                        <p:cTn id="5078" dur="1" fill="hold">
                                          <p:stCondLst>
                                            <p:cond delay="0"/>
                                          </p:stCondLst>
                                        </p:cTn>
                                        <p:tgtEl>
                                          <p:spTgt spid="1920"/>
                                        </p:tgtEl>
                                        <p:attrNameLst>
                                          <p:attrName>style.visibility</p:attrName>
                                        </p:attrNameLst>
                                      </p:cBhvr>
                                      <p:to>
                                        <p:strVal val="visible"/>
                                      </p:to>
                                    </p:set>
                                    <p:anim calcmode="discrete" valueType="clr">
                                      <p:cBhvr additive="repl">
                                        <p:cTn id="5079" dur="80"/>
                                        <p:tgtEl>
                                          <p:spTgt spid="1920"/>
                                        </p:tgtEl>
                                        <p:attrNameLst>
                                          <p:attrName>style.color</p:attrName>
                                        </p:attrNameLst>
                                      </p:cBhvr>
                                      <p:tavLst>
                                        <p:tav tm="0">
                                          <p:val>
                                            <p:strVal val="rgb(-103,51,51)"/>
                                          </p:val>
                                        </p:tav>
                                        <p:tav tm="50000">
                                          <p:val>
                                            <p:strVal val="rgb(-103,-103,0)"/>
                                          </p:val>
                                        </p:tav>
                                      </p:tavLst>
                                    </p:anim>
                                    <p:anim calcmode="discrete" valueType="clr">
                                      <p:cBhvr additive="repl">
                                        <p:cTn id="5080" dur="80"/>
                                        <p:tgtEl>
                                          <p:spTgt spid="1920"/>
                                        </p:tgtEl>
                                        <p:attrNameLst>
                                          <p:attrName>fillcolor</p:attrName>
                                        </p:attrNameLst>
                                      </p:cBhvr>
                                      <p:tavLst>
                                        <p:tav tm="0">
                                          <p:val>
                                            <p:strVal val="rgb(-103,51,51)"/>
                                          </p:val>
                                        </p:tav>
                                        <p:tav tm="50000">
                                          <p:val>
                                            <p:strVal val="rgb(-103,-103,0)"/>
                                          </p:val>
                                        </p:tav>
                                      </p:tavLst>
                                    </p:anim>
                                    <p:set>
                                      <p:cBhvr>
                                        <p:cTn id="5081" dur="80"/>
                                        <p:tgtEl>
                                          <p:spTgt spid="1920"/>
                                        </p:tgtEl>
                                        <p:attrNameLst>
                                          <p:attrName>fill.type</p:attrName>
                                        </p:attrNameLst>
                                      </p:cBhvr>
                                      <p:to>
                                        <p:strVal val="solid"/>
                                      </p:to>
                                    </p:set>
                                  </p:childTnLst>
                                </p:cTn>
                              </p:par>
                            </p:childTnLst>
                          </p:cTn>
                        </p:par>
                        <p:par>
                          <p:cTn id="5082" fill="hold">
                            <p:stCondLst>
                              <p:cond delay="3340"/>
                            </p:stCondLst>
                            <p:childTnLst>
                              <p:par>
                                <p:cTn id="5083" nodeType="afterEffect" fill="hold" presetClass="entr" presetID="27">
                                  <p:stCondLst>
                                    <p:cond delay="1500"/>
                                  </p:stCondLst>
                                  <p:iterate type="lt">
                                    <p:tmAbs val="40"/>
                                  </p:iterate>
                                  <p:childTnLst>
                                    <p:set>
                                      <p:cBhvr>
                                        <p:cTn id="5084" dur="1" fill="hold">
                                          <p:stCondLst>
                                            <p:cond delay="0"/>
                                          </p:stCondLst>
                                        </p:cTn>
                                        <p:tgtEl>
                                          <p:spTgt spid="1916"/>
                                        </p:tgtEl>
                                        <p:attrNameLst>
                                          <p:attrName>style.visibility</p:attrName>
                                        </p:attrNameLst>
                                      </p:cBhvr>
                                      <p:to>
                                        <p:strVal val="visible"/>
                                      </p:to>
                                    </p:set>
                                    <p:anim calcmode="discrete" valueType="clr">
                                      <p:cBhvr additive="repl">
                                        <p:cTn id="5085" dur="80"/>
                                        <p:tgtEl>
                                          <p:spTgt spid="1916"/>
                                        </p:tgtEl>
                                        <p:attrNameLst>
                                          <p:attrName>style.color</p:attrName>
                                        </p:attrNameLst>
                                      </p:cBhvr>
                                      <p:tavLst>
                                        <p:tav tm="0">
                                          <p:val>
                                            <p:strVal val="rgb(-103,51,51)"/>
                                          </p:val>
                                        </p:tav>
                                        <p:tav tm="50000">
                                          <p:val>
                                            <p:strVal val="rgb(-103,-103,0)"/>
                                          </p:val>
                                        </p:tav>
                                      </p:tavLst>
                                    </p:anim>
                                    <p:anim calcmode="discrete" valueType="clr">
                                      <p:cBhvr additive="repl">
                                        <p:cTn id="5086" dur="80"/>
                                        <p:tgtEl>
                                          <p:spTgt spid="1916"/>
                                        </p:tgtEl>
                                        <p:attrNameLst>
                                          <p:attrName>fillcolor</p:attrName>
                                        </p:attrNameLst>
                                      </p:cBhvr>
                                      <p:tavLst>
                                        <p:tav tm="0">
                                          <p:val>
                                            <p:strVal val="rgb(-103,51,51)"/>
                                          </p:val>
                                        </p:tav>
                                        <p:tav tm="50000">
                                          <p:val>
                                            <p:strVal val="rgb(-103,-103,0)"/>
                                          </p:val>
                                        </p:tav>
                                      </p:tavLst>
                                    </p:anim>
                                    <p:set>
                                      <p:cBhvr>
                                        <p:cTn id="5087" dur="80"/>
                                        <p:tgtEl>
                                          <p:spTgt spid="1916"/>
                                        </p:tgtEl>
                                        <p:attrNameLst>
                                          <p:attrName>fill.type</p:attrName>
                                        </p:attrNameLst>
                                      </p:cBhvr>
                                      <p:to>
                                        <p:strVal val="solid"/>
                                      </p:to>
                                    </p:set>
                                  </p:childTnLst>
                                </p:cTn>
                              </p:par>
                            </p:childTnLst>
                          </p:cTn>
                        </p:par>
                        <p:par>
                          <p:cTn id="5088" fill="hold">
                            <p:stCondLst>
                              <p:cond delay="6760"/>
                            </p:stCondLst>
                            <p:childTnLst>
                              <p:par>
                                <p:cTn id="5089" nodeType="afterEffect" fill="hold" presetClass="entr" presetID="27">
                                  <p:stCondLst>
                                    <p:cond delay="0"/>
                                  </p:stCondLst>
                                  <p:iterate type="lt">
                                    <p:tmAbs val="40"/>
                                  </p:iterate>
                                  <p:childTnLst>
                                    <p:set>
                                      <p:cBhvr>
                                        <p:cTn id="5090" dur="1" fill="hold">
                                          <p:stCondLst>
                                            <p:cond delay="0"/>
                                          </p:stCondLst>
                                        </p:cTn>
                                        <p:tgtEl>
                                          <p:spTgt spid="1921"/>
                                        </p:tgtEl>
                                        <p:attrNameLst>
                                          <p:attrName>style.visibility</p:attrName>
                                        </p:attrNameLst>
                                      </p:cBhvr>
                                      <p:to>
                                        <p:strVal val="visible"/>
                                      </p:to>
                                    </p:set>
                                    <p:anim calcmode="discrete" valueType="clr">
                                      <p:cBhvr additive="repl">
                                        <p:cTn id="5091" dur="80"/>
                                        <p:tgtEl>
                                          <p:spTgt spid="1921"/>
                                        </p:tgtEl>
                                        <p:attrNameLst>
                                          <p:attrName>style.color</p:attrName>
                                        </p:attrNameLst>
                                      </p:cBhvr>
                                      <p:tavLst>
                                        <p:tav tm="0">
                                          <p:val>
                                            <p:strVal val="rgb(-103,51,51)"/>
                                          </p:val>
                                        </p:tav>
                                        <p:tav tm="50000">
                                          <p:val>
                                            <p:strVal val="rgb(-103,-103,0)"/>
                                          </p:val>
                                        </p:tav>
                                      </p:tavLst>
                                    </p:anim>
                                    <p:anim calcmode="discrete" valueType="clr">
                                      <p:cBhvr additive="repl">
                                        <p:cTn id="5092" dur="80"/>
                                        <p:tgtEl>
                                          <p:spTgt spid="1921"/>
                                        </p:tgtEl>
                                        <p:attrNameLst>
                                          <p:attrName>fillcolor</p:attrName>
                                        </p:attrNameLst>
                                      </p:cBhvr>
                                      <p:tavLst>
                                        <p:tav tm="0">
                                          <p:val>
                                            <p:strVal val="rgb(-103,51,51)"/>
                                          </p:val>
                                        </p:tav>
                                        <p:tav tm="50000">
                                          <p:val>
                                            <p:strVal val="rgb(-103,-103,0)"/>
                                          </p:val>
                                        </p:tav>
                                      </p:tavLst>
                                    </p:anim>
                                    <p:set>
                                      <p:cBhvr>
                                        <p:cTn id="5093" dur="80"/>
                                        <p:tgtEl>
                                          <p:spTgt spid="1921"/>
                                        </p:tgtEl>
                                        <p:attrNameLst>
                                          <p:attrName>fill.type</p:attrName>
                                        </p:attrNameLst>
                                      </p:cBhvr>
                                      <p:to>
                                        <p:strVal val="solid"/>
                                      </p:to>
                                    </p:set>
                                  </p:childTnLst>
                                </p:cTn>
                              </p:par>
                            </p:childTnLst>
                          </p:cTn>
                        </p:par>
                        <p:par>
                          <p:cTn id="5094" fill="hold">
                            <p:stCondLst>
                              <p:cond delay="6960"/>
                            </p:stCondLst>
                            <p:childTnLst>
                              <p:par>
                                <p:cTn id="5095" nodeType="afterEffect" fill="hold" presetClass="entr" presetID="27">
                                  <p:stCondLst>
                                    <p:cond delay="1000"/>
                                  </p:stCondLst>
                                  <p:iterate type="lt">
                                    <p:tmAbs val="40"/>
                                  </p:iterate>
                                  <p:childTnLst>
                                    <p:set>
                                      <p:cBhvr>
                                        <p:cTn id="5096" dur="1" fill="hold">
                                          <p:stCondLst>
                                            <p:cond delay="0"/>
                                          </p:stCondLst>
                                        </p:cTn>
                                        <p:tgtEl>
                                          <p:spTgt spid="1922"/>
                                        </p:tgtEl>
                                        <p:attrNameLst>
                                          <p:attrName>style.visibility</p:attrName>
                                        </p:attrNameLst>
                                      </p:cBhvr>
                                      <p:to>
                                        <p:strVal val="visible"/>
                                      </p:to>
                                    </p:set>
                                    <p:anim calcmode="discrete" valueType="clr">
                                      <p:cBhvr additive="repl">
                                        <p:cTn id="5097" dur="80"/>
                                        <p:tgtEl>
                                          <p:spTgt spid="1922"/>
                                        </p:tgtEl>
                                        <p:attrNameLst>
                                          <p:attrName>style.color</p:attrName>
                                        </p:attrNameLst>
                                      </p:cBhvr>
                                      <p:tavLst>
                                        <p:tav tm="0">
                                          <p:val>
                                            <p:strVal val="rgb(-103,51,51)"/>
                                          </p:val>
                                        </p:tav>
                                        <p:tav tm="50000">
                                          <p:val>
                                            <p:strVal val="rgb(-103,-103,0)"/>
                                          </p:val>
                                        </p:tav>
                                      </p:tavLst>
                                    </p:anim>
                                    <p:anim calcmode="discrete" valueType="clr">
                                      <p:cBhvr additive="repl">
                                        <p:cTn id="5098" dur="80"/>
                                        <p:tgtEl>
                                          <p:spTgt spid="1922"/>
                                        </p:tgtEl>
                                        <p:attrNameLst>
                                          <p:attrName>fillcolor</p:attrName>
                                        </p:attrNameLst>
                                      </p:cBhvr>
                                      <p:tavLst>
                                        <p:tav tm="0">
                                          <p:val>
                                            <p:strVal val="rgb(-103,51,51)"/>
                                          </p:val>
                                        </p:tav>
                                        <p:tav tm="50000">
                                          <p:val>
                                            <p:strVal val="rgb(-103,-103,0)"/>
                                          </p:val>
                                        </p:tav>
                                      </p:tavLst>
                                    </p:anim>
                                    <p:set>
                                      <p:cBhvr>
                                        <p:cTn id="5099" dur="80"/>
                                        <p:tgtEl>
                                          <p:spTgt spid="1922"/>
                                        </p:tgtEl>
                                        <p:attrNameLst>
                                          <p:attrName>fill.type</p:attrName>
                                        </p:attrNameLst>
                                      </p:cBhvr>
                                      <p:to>
                                        <p:strVal val="solid"/>
                                      </p:to>
                                    </p:set>
                                  </p:childTnLst>
                                </p:cTn>
                              </p:par>
                            </p:childTnLst>
                          </p:cTn>
                        </p:par>
                        <p:par>
                          <p:cTn id="5100" fill="hold">
                            <p:stCondLst>
                              <p:cond delay="8920"/>
                            </p:stCondLst>
                            <p:childTnLst>
                              <p:par>
                                <p:cTn id="5101" nodeType="afterEffect" fill="hold" presetClass="entr" presetID="27">
                                  <p:stCondLst>
                                    <p:cond delay="1500"/>
                                  </p:stCondLst>
                                  <p:iterate type="lt">
                                    <p:tmAbs val="40"/>
                                  </p:iterate>
                                  <p:childTnLst>
                                    <p:set>
                                      <p:cBhvr>
                                        <p:cTn id="5102" dur="1" fill="hold">
                                          <p:stCondLst>
                                            <p:cond delay="0"/>
                                          </p:stCondLst>
                                        </p:cTn>
                                        <p:tgtEl>
                                          <p:spTgt spid="1917"/>
                                        </p:tgtEl>
                                        <p:attrNameLst>
                                          <p:attrName>style.visibility</p:attrName>
                                        </p:attrNameLst>
                                      </p:cBhvr>
                                      <p:to>
                                        <p:strVal val="visible"/>
                                      </p:to>
                                    </p:set>
                                    <p:anim calcmode="discrete" valueType="clr">
                                      <p:cBhvr additive="repl">
                                        <p:cTn id="5103" dur="80"/>
                                        <p:tgtEl>
                                          <p:spTgt spid="1917"/>
                                        </p:tgtEl>
                                        <p:attrNameLst>
                                          <p:attrName>style.color</p:attrName>
                                        </p:attrNameLst>
                                      </p:cBhvr>
                                      <p:tavLst>
                                        <p:tav tm="0">
                                          <p:val>
                                            <p:strVal val="rgb(-103,51,51)"/>
                                          </p:val>
                                        </p:tav>
                                        <p:tav tm="50000">
                                          <p:val>
                                            <p:strVal val="rgb(-103,-103,0)"/>
                                          </p:val>
                                        </p:tav>
                                      </p:tavLst>
                                    </p:anim>
                                    <p:anim calcmode="discrete" valueType="clr">
                                      <p:cBhvr additive="repl">
                                        <p:cTn id="5104" dur="80"/>
                                        <p:tgtEl>
                                          <p:spTgt spid="1917"/>
                                        </p:tgtEl>
                                        <p:attrNameLst>
                                          <p:attrName>fillcolor</p:attrName>
                                        </p:attrNameLst>
                                      </p:cBhvr>
                                      <p:tavLst>
                                        <p:tav tm="0">
                                          <p:val>
                                            <p:strVal val="rgb(-103,51,51)"/>
                                          </p:val>
                                        </p:tav>
                                        <p:tav tm="50000">
                                          <p:val>
                                            <p:strVal val="rgb(-103,-103,0)"/>
                                          </p:val>
                                        </p:tav>
                                      </p:tavLst>
                                    </p:anim>
                                    <p:set>
                                      <p:cBhvr>
                                        <p:cTn id="5105" dur="80"/>
                                        <p:tgtEl>
                                          <p:spTgt spid="1917"/>
                                        </p:tgtEl>
                                        <p:attrNameLst>
                                          <p:attrName>fill.type</p:attrName>
                                        </p:attrNameLst>
                                      </p:cBhvr>
                                      <p:to>
                                        <p:strVal val="solid"/>
                                      </p:to>
                                    </p:set>
                                  </p:childTnLst>
                                </p:cTn>
                              </p:par>
                            </p:childTnLst>
                          </p:cTn>
                        </p:par>
                        <p:par>
                          <p:cTn id="5106" fill="hold">
                            <p:stCondLst>
                              <p:cond delay="12060"/>
                            </p:stCondLst>
                            <p:childTnLst>
                              <p:par>
                                <p:cTn id="5107" nodeType="afterEffect" fill="hold" presetClass="mediacall" presetID="1">
                                  <p:stCondLst>
                                    <p:cond delay="0"/>
                                  </p:stCondLst>
                                  <p:childTnLst>
                                    <p:cmd type="call" cmd="playFrom(0.0)">
                                      <p:cBhvr>
                                        <p:cTn id="5108" dur="1" fill="hold"/>
                                        <p:tgtEl>
                                          <p:spTgt spid="1923"/>
                                        </p:tgtEl>
                                      </p:cBhvr>
                                    </p:cmd>
                                  </p:childTnLst>
                                </p:cTn>
                              </p:par>
                            </p:childTnLst>
                          </p:cTn>
                        </p:par>
                        <p:par>
                          <p:cTn id="5109" fill="hold">
                            <p:stCondLst>
                              <p:cond delay="12060"/>
                            </p:stCondLst>
                            <p:childTnLst>
                              <p:par>
                                <p:cTn id="5110" nodeType="afterEffect" fill="hold" presetClass="entr" presetID="1">
                                  <p:stCondLst>
                                    <p:cond delay="2500"/>
                                  </p:stCondLst>
                                  <p:childTnLst>
                                    <p:set>
                                      <p:cBhvr>
                                        <p:cTn id="5111" dur="1" fill="hold">
                                          <p:stCondLst>
                                            <p:cond delay="0"/>
                                          </p:stCondLst>
                                        </p:cTn>
                                        <p:tgtEl>
                                          <p:spTgt spid="19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24" name="" descr=""/>
          <p:cNvPicPr/>
          <p:nvPr/>
        </p:nvPicPr>
        <p:blipFill>
          <a:blip r:embed="rId1"/>
          <a:stretch/>
        </p:blipFill>
        <p:spPr>
          <a:xfrm>
            <a:off x="0" y="0"/>
            <a:ext cx="9144000" cy="6913440"/>
          </a:xfrm>
          <a:prstGeom prst="rect">
            <a:avLst/>
          </a:prstGeom>
          <a:ln w="0">
            <a:noFill/>
          </a:ln>
        </p:spPr>
      </p:pic>
      <p:pic>
        <p:nvPicPr>
          <p:cNvPr id="1925" name="" descr=""/>
          <p:cNvPicPr/>
          <p:nvPr/>
        </p:nvPicPr>
        <p:blipFill>
          <a:blip r:embed="rId2"/>
          <a:stretch/>
        </p:blipFill>
        <p:spPr>
          <a:xfrm>
            <a:off x="-457200" y="1295280"/>
            <a:ext cx="6553080" cy="4019760"/>
          </a:xfrm>
          <a:prstGeom prst="rect">
            <a:avLst/>
          </a:prstGeom>
          <a:ln w="0">
            <a:noFill/>
          </a:ln>
        </p:spPr>
      </p:pic>
      <p:pic>
        <p:nvPicPr>
          <p:cNvPr id="1926" name="" descr=""/>
          <p:cNvPicPr/>
          <p:nvPr/>
        </p:nvPicPr>
        <p:blipFill>
          <a:blip r:embed="rId3"/>
          <a:stretch/>
        </p:blipFill>
        <p:spPr>
          <a:xfrm>
            <a:off x="5943600" y="3352680"/>
            <a:ext cx="2933640" cy="1271880"/>
          </a:xfrm>
          <a:prstGeom prst="rect">
            <a:avLst/>
          </a:prstGeom>
          <a:ln w="0">
            <a:noFill/>
          </a:ln>
        </p:spPr>
      </p:pic>
      <p:sp>
        <p:nvSpPr>
          <p:cNvPr id="1927" name=""/>
          <p:cNvSpPr/>
          <p:nvPr/>
        </p:nvSpPr>
        <p:spPr>
          <a:xfrm>
            <a:off x="-1219320" y="228600"/>
            <a:ext cx="1219320" cy="11912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You thought I was gonna let you off without at least another battle?</a:t>
            </a:r>
            <a:endParaRPr b="0" lang="en-US" sz="1200" spc="-1" strike="noStrike">
              <a:solidFill>
                <a:srgbClr val="000000"/>
              </a:solidFill>
              <a:latin typeface="Arial"/>
            </a:endParaRPr>
          </a:p>
        </p:txBody>
      </p:sp>
      <p:pic>
        <p:nvPicPr>
          <p:cNvPr id="1928" name="" descr=""/>
          <p:cNvPicPr/>
          <p:nvPr/>
        </p:nvPicPr>
        <p:blipFill>
          <a:blip r:embed="rId4"/>
          <a:stretch/>
        </p:blipFill>
        <p:spPr>
          <a:xfrm>
            <a:off x="7086600" y="533520"/>
            <a:ext cx="1844640" cy="2543040"/>
          </a:xfrm>
          <a:prstGeom prst="rect">
            <a:avLst/>
          </a:prstGeom>
          <a:ln w="0">
            <a:noFill/>
          </a:ln>
        </p:spPr>
      </p:pic>
      <p:pic>
        <p:nvPicPr>
          <p:cNvPr id="1929" name="" descr=""/>
          <p:cNvPicPr/>
          <p:nvPr/>
        </p:nvPicPr>
        <p:blipFill>
          <a:blip r:embed="rId5"/>
          <a:stretch/>
        </p:blipFill>
        <p:spPr>
          <a:xfrm>
            <a:off x="0" y="0"/>
            <a:ext cx="4724280" cy="1498680"/>
          </a:xfrm>
          <a:prstGeom prst="rect">
            <a:avLst/>
          </a:prstGeom>
          <a:ln w="0">
            <a:noFill/>
          </a:ln>
        </p:spPr>
      </p:pic>
      <p:sp>
        <p:nvSpPr>
          <p:cNvPr id="1930" name=""/>
          <p:cNvSpPr/>
          <p:nvPr/>
        </p:nvSpPr>
        <p:spPr>
          <a:xfrm>
            <a:off x="1905120" y="457200"/>
            <a:ext cx="2590560" cy="738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 won’t be fighting you this time…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Though I do have something just as good to take my place…</a:t>
            </a:r>
            <a:endParaRPr b="0" lang="en-US" sz="1200" spc="-1" strike="noStrike">
              <a:solidFill>
                <a:srgbClr val="000000"/>
              </a:solidFill>
              <a:latin typeface="Arial"/>
            </a:endParaRPr>
          </a:p>
        </p:txBody>
      </p:sp>
      <p:pic>
        <p:nvPicPr>
          <p:cNvPr id="1931" name="" descr=""/>
          <p:cNvPicPr/>
          <p:nvPr/>
        </p:nvPicPr>
        <p:blipFill>
          <a:blip r:embed="rId6"/>
          <a:stretch/>
        </p:blipFill>
        <p:spPr>
          <a:xfrm>
            <a:off x="-2971800" y="2438280"/>
            <a:ext cx="3352680" cy="2711520"/>
          </a:xfrm>
          <a:prstGeom prst="rect">
            <a:avLst/>
          </a:prstGeom>
          <a:ln w="0">
            <a:noFill/>
          </a:ln>
        </p:spPr>
      </p:pic>
      <p:pic>
        <p:nvPicPr>
          <p:cNvPr id="1932" name="" descr=""/>
          <p:cNvPicPr/>
          <p:nvPr/>
        </p:nvPicPr>
        <p:blipFill>
          <a:blip r:embed="rId7"/>
          <a:stretch/>
        </p:blipFill>
        <p:spPr>
          <a:xfrm>
            <a:off x="3962520" y="5214960"/>
            <a:ext cx="5181480" cy="1643040"/>
          </a:xfrm>
          <a:prstGeom prst="rect">
            <a:avLst/>
          </a:prstGeom>
          <a:ln w="0">
            <a:noFill/>
          </a:ln>
        </p:spPr>
      </p:pic>
      <p:sp>
        <p:nvSpPr>
          <p:cNvPr id="1933" name=""/>
          <p:cNvSpPr/>
          <p:nvPr/>
        </p:nvSpPr>
        <p:spPr>
          <a:xfrm>
            <a:off x="5943600" y="5638680"/>
            <a:ext cx="25146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Hey! Come back here!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the crap is this thing? </a:t>
            </a:r>
            <a:endParaRPr b="0" lang="en-US" sz="1200" spc="-1" strike="noStrike">
              <a:solidFill>
                <a:srgbClr val="000000"/>
              </a:solidFill>
              <a:latin typeface="Arial"/>
            </a:endParaRPr>
          </a:p>
        </p:txBody>
      </p:sp>
      <p:sp>
        <p:nvSpPr>
          <p:cNvPr id="1934" name=""/>
          <p:cNvSpPr/>
          <p:nvPr/>
        </p:nvSpPr>
        <p:spPr>
          <a:xfrm>
            <a:off x="7238880" y="1828800"/>
            <a:ext cx="1447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1935" name=""/>
          <p:cNvSpPr/>
          <p:nvPr/>
        </p:nvSpPr>
        <p:spPr>
          <a:xfrm>
            <a:off x="762120" y="1600200"/>
            <a:ext cx="335268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936" name=""/>
          <p:cNvSpPr/>
          <p:nvPr/>
        </p:nvSpPr>
        <p:spPr>
          <a:xfrm>
            <a:off x="990720" y="1752480"/>
            <a:ext cx="30477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Activating Force Field…</a:t>
            </a:r>
            <a:endParaRPr b="0" lang="en-US" sz="1800" spc="-1" strike="noStrike">
              <a:solidFill>
                <a:srgbClr val="000000"/>
              </a:solidFill>
              <a:latin typeface="Arial"/>
            </a:endParaRPr>
          </a:p>
        </p:txBody>
      </p:sp>
      <p:pic>
        <p:nvPicPr>
          <p:cNvPr id="1937" name="" descr=""/>
          <p:cNvPicPr/>
          <p:nvPr/>
        </p:nvPicPr>
        <p:blipFill>
          <a:blip r:embed="rId8"/>
          <a:stretch/>
        </p:blipFill>
        <p:spPr>
          <a:xfrm>
            <a:off x="609480" y="2514600"/>
            <a:ext cx="3353040" cy="2706840"/>
          </a:xfrm>
          <a:prstGeom prst="rect">
            <a:avLst/>
          </a:prstGeom>
          <a:ln w="0">
            <a:noFill/>
          </a:ln>
        </p:spPr>
      </p:pic>
      <p:sp>
        <p:nvSpPr>
          <p:cNvPr id="1938" name=""/>
          <p:cNvSpPr/>
          <p:nvPr/>
        </p:nvSpPr>
        <p:spPr>
          <a:xfrm>
            <a:off x="7848720" y="914400"/>
            <a:ext cx="838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20</a:t>
            </a:r>
            <a:endParaRPr b="0" lang="en-US" sz="1200" spc="-1" strike="noStrike">
              <a:solidFill>
                <a:srgbClr val="000000"/>
              </a:solidFill>
              <a:latin typeface="Arial"/>
            </a:endParaRPr>
          </a:p>
        </p:txBody>
      </p:sp>
      <p:sp>
        <p:nvSpPr>
          <p:cNvPr id="1939" name=""/>
          <p:cNvSpPr/>
          <p:nvPr/>
        </p:nvSpPr>
        <p:spPr>
          <a:xfrm>
            <a:off x="7696080" y="121932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Tree>
  </p:cSld>
  <p:transition spd="slow">
    <p:wheel spokes="8"/>
  </p:transition>
  <p:timing>
    <p:tnLst>
      <p:par>
        <p:cTn id="5112" dur="indefinite" restart="never" nodeType="tmRoot">
          <p:childTnLst>
            <p:seq>
              <p:cTn id="5113" dur="indefinite" nodeType="mainSeq">
                <p:childTnLst>
                  <p:par>
                    <p:cTn id="5114" fill="hold">
                      <p:stCondLst>
                        <p:cond delay="0"/>
                      </p:stCondLst>
                      <p:childTnLst>
                        <p:par>
                          <p:cTn id="5115" fill="hold">
                            <p:stCondLst>
                              <p:cond delay="0"/>
                            </p:stCondLst>
                            <p:childTnLst>
                              <p:par>
                                <p:cTn id="5116" nodeType="afterEffect" fill="hold" presetClass="entr" presetID="9">
                                  <p:stCondLst>
                                    <p:cond delay="0"/>
                                  </p:stCondLst>
                                  <p:childTnLst>
                                    <p:set>
                                      <p:cBhvr>
                                        <p:cTn id="5117" dur="1" fill="hold">
                                          <p:stCondLst>
                                            <p:cond delay="0"/>
                                          </p:stCondLst>
                                        </p:cTn>
                                        <p:tgtEl>
                                          <p:spTgt spid="1929"/>
                                        </p:tgtEl>
                                        <p:attrNameLst>
                                          <p:attrName>style.visibility</p:attrName>
                                        </p:attrNameLst>
                                      </p:cBhvr>
                                      <p:to>
                                        <p:strVal val="visible"/>
                                      </p:to>
                                    </p:set>
                                    <p:animEffect filter="dissolve" transition="in">
                                      <p:cBhvr additive="repl">
                                        <p:cTn id="5118" dur="500"/>
                                        <p:tgtEl>
                                          <p:spTgt spid="1929"/>
                                        </p:tgtEl>
                                      </p:cBhvr>
                                    </p:animEffect>
                                  </p:childTnLst>
                                </p:cTn>
                              </p:par>
                            </p:childTnLst>
                          </p:cTn>
                        </p:par>
                        <p:par>
                          <p:cTn id="5119" fill="hold">
                            <p:stCondLst>
                              <p:cond delay="500"/>
                            </p:stCondLst>
                            <p:childTnLst>
                              <p:par>
                                <p:cTn id="5120" nodeType="afterEffect" fill="hold" presetClass="entr" presetID="27">
                                  <p:stCondLst>
                                    <p:cond delay="0"/>
                                  </p:stCondLst>
                                  <p:iterate type="lt">
                                    <p:tmAbs val="40"/>
                                  </p:iterate>
                                  <p:childTnLst>
                                    <p:set>
                                      <p:cBhvr>
                                        <p:cTn id="5121" dur="1" fill="hold">
                                          <p:stCondLst>
                                            <p:cond delay="0"/>
                                          </p:stCondLst>
                                        </p:cTn>
                                        <p:tgtEl>
                                          <p:spTgt spid="1930"/>
                                        </p:tgtEl>
                                        <p:attrNameLst>
                                          <p:attrName>style.visibility</p:attrName>
                                        </p:attrNameLst>
                                      </p:cBhvr>
                                      <p:to>
                                        <p:strVal val="visible"/>
                                      </p:to>
                                    </p:set>
                                    <p:anim calcmode="discrete" valueType="clr">
                                      <p:cBhvr additive="repl">
                                        <p:cTn id="5122" dur="80"/>
                                        <p:tgtEl>
                                          <p:spTgt spid="1930"/>
                                        </p:tgtEl>
                                        <p:attrNameLst>
                                          <p:attrName>style.color</p:attrName>
                                        </p:attrNameLst>
                                      </p:cBhvr>
                                      <p:tavLst>
                                        <p:tav tm="0">
                                          <p:val>
                                            <p:strVal val="rgb(-103,51,51)"/>
                                          </p:val>
                                        </p:tav>
                                        <p:tav tm="50000">
                                          <p:val>
                                            <p:strVal val="rgb(-103,-103,0)"/>
                                          </p:val>
                                        </p:tav>
                                      </p:tavLst>
                                    </p:anim>
                                    <p:anim calcmode="discrete" valueType="clr">
                                      <p:cBhvr additive="repl">
                                        <p:cTn id="5123" dur="80"/>
                                        <p:tgtEl>
                                          <p:spTgt spid="1930"/>
                                        </p:tgtEl>
                                        <p:attrNameLst>
                                          <p:attrName>fillcolor</p:attrName>
                                        </p:attrNameLst>
                                      </p:cBhvr>
                                      <p:tavLst>
                                        <p:tav tm="0">
                                          <p:val>
                                            <p:strVal val="rgb(-103,51,51)"/>
                                          </p:val>
                                        </p:tav>
                                        <p:tav tm="50000">
                                          <p:val>
                                            <p:strVal val="rgb(-103,-103,0)"/>
                                          </p:val>
                                        </p:tav>
                                      </p:tavLst>
                                    </p:anim>
                                    <p:set>
                                      <p:cBhvr>
                                        <p:cTn id="5124" dur="80"/>
                                        <p:tgtEl>
                                          <p:spTgt spid="1930"/>
                                        </p:tgtEl>
                                        <p:attrNameLst>
                                          <p:attrName>fill.type</p:attrName>
                                        </p:attrNameLst>
                                      </p:cBhvr>
                                      <p:to>
                                        <p:strVal val="solid"/>
                                      </p:to>
                                    </p:set>
                                  </p:childTnLst>
                                </p:cTn>
                              </p:par>
                            </p:childTnLst>
                          </p:cTn>
                        </p:par>
                        <p:par>
                          <p:cTn id="5125" fill="hold">
                            <p:stCondLst>
                              <p:cond delay="3500"/>
                            </p:stCondLst>
                            <p:childTnLst>
                              <p:par>
                                <p:cTn id="5126" nodeType="afterEffect" fill="hold" presetClass="path" presetID="0">
                                  <p:stCondLst>
                                    <p:cond delay="2500"/>
                                  </p:stCondLst>
                                  <p:childTnLst>
                                    <p:animMotion origin="layout" path="M -3.33333E-006 -4.44444E-006 L -0.60833 -0.00416 E">
                                      <p:cBhvr>
                                        <p:cTn id="5127" dur="2000" fill="hold"/>
                                        <p:tgtEl>
                                          <p:spTgt spid="1925"/>
                                        </p:tgtEl>
                                      </p:cBhvr>
                                    </p:animMotion>
                                  </p:childTnLst>
                                </p:cTn>
                              </p:par>
                            </p:childTnLst>
                          </p:cTn>
                        </p:par>
                        <p:par>
                          <p:cTn id="5128" fill="hold">
                            <p:stCondLst>
                              <p:cond delay="8000"/>
                            </p:stCondLst>
                            <p:childTnLst>
                              <p:par>
                                <p:cTn id="5129" nodeType="afterEffect" fill="hold" presetClass="exit" presetID="9">
                                  <p:stCondLst>
                                    <p:cond delay="0"/>
                                  </p:stCondLst>
                                  <p:childTnLst>
                                    <p:animEffect filter="dissolve" transition="out">
                                      <p:cBhvr additive="repl">
                                        <p:cTn id="5130" dur="500"/>
                                        <p:tgtEl>
                                          <p:spTgt spid="1929"/>
                                        </p:tgtEl>
                                      </p:cBhvr>
                                    </p:animEffect>
                                    <p:set>
                                      <p:cBhvr>
                                        <p:cTn id="5131" dur="1" fill="hold">
                                          <p:stCondLst>
                                            <p:cond delay="499"/>
                                          </p:stCondLst>
                                        </p:cTn>
                                        <p:tgtEl>
                                          <p:spTgt spid="1929"/>
                                        </p:tgtEl>
                                        <p:attrNameLst>
                                          <p:attrName>style.visibility</p:attrName>
                                        </p:attrNameLst>
                                      </p:cBhvr>
                                      <p:to>
                                        <p:strVal val="hidden"/>
                                      </p:to>
                                    </p:set>
                                  </p:childTnLst>
                                </p:cTn>
                              </p:par>
                              <p:par>
                                <p:cTn id="5132" nodeType="withEffect" fill="hold" presetClass="exit" presetID="9">
                                  <p:stCondLst>
                                    <p:cond delay="0"/>
                                  </p:stCondLst>
                                  <p:iterate type="lt">
                                    <p:tmAbs val="0"/>
                                  </p:iterate>
                                  <p:childTnLst>
                                    <p:animEffect filter="dissolve" transition="out">
                                      <p:cBhvr additive="repl">
                                        <p:cTn id="5133" dur="500"/>
                                        <p:tgtEl>
                                          <p:spTgt spid="1930"/>
                                        </p:tgtEl>
                                      </p:cBhvr>
                                    </p:animEffect>
                                    <p:set>
                                      <p:cBhvr>
                                        <p:cTn id="5134" dur="1" fill="hold">
                                          <p:stCondLst>
                                            <p:cond delay="499"/>
                                          </p:stCondLst>
                                        </p:cTn>
                                        <p:tgtEl>
                                          <p:spTgt spid="1930"/>
                                        </p:tgtEl>
                                        <p:attrNameLst>
                                          <p:attrName>style.visibility</p:attrName>
                                        </p:attrNameLst>
                                      </p:cBhvr>
                                      <p:to>
                                        <p:strVal val="hidden"/>
                                      </p:to>
                                    </p:set>
                                  </p:childTnLst>
                                </p:cTn>
                              </p:par>
                              <p:par>
                                <p:cTn id="5135" nodeType="withEffect" fill="hold" presetClass="path" presetID="0">
                                  <p:stCondLst>
                                    <p:cond delay="0"/>
                                  </p:stCondLst>
                                  <p:childTnLst>
                                    <p:animMotion origin="layout" path="M 3.46945E-018 6.12717E-006 L 0.35834 6.12717E-006 E">
                                      <p:cBhvr>
                                        <p:cTn id="5136" dur="2000" fill="hold"/>
                                        <p:tgtEl>
                                          <p:spTgt spid="1931"/>
                                        </p:tgtEl>
                                      </p:cBhvr>
                                    </p:animMotion>
                                  </p:childTnLst>
                                </p:cTn>
                              </p:par>
                            </p:childTnLst>
                          </p:cTn>
                        </p:par>
                        <p:par>
                          <p:cTn id="5137" fill="hold">
                            <p:stCondLst>
                              <p:cond delay="10000"/>
                            </p:stCondLst>
                            <p:childTnLst>
                              <p:par>
                                <p:cTn id="5138" nodeType="afterEffect" fill="hold" presetClass="entr" presetID="9">
                                  <p:stCondLst>
                                    <p:cond delay="0"/>
                                  </p:stCondLst>
                                  <p:childTnLst>
                                    <p:set>
                                      <p:cBhvr>
                                        <p:cTn id="5139" dur="1" fill="hold">
                                          <p:stCondLst>
                                            <p:cond delay="0"/>
                                          </p:stCondLst>
                                        </p:cTn>
                                        <p:tgtEl>
                                          <p:spTgt spid="1932"/>
                                        </p:tgtEl>
                                        <p:attrNameLst>
                                          <p:attrName>style.visibility</p:attrName>
                                        </p:attrNameLst>
                                      </p:cBhvr>
                                      <p:to>
                                        <p:strVal val="visible"/>
                                      </p:to>
                                    </p:set>
                                    <p:animEffect filter="dissolve" transition="in">
                                      <p:cBhvr additive="repl">
                                        <p:cTn id="5140" dur="500"/>
                                        <p:tgtEl>
                                          <p:spTgt spid="1932"/>
                                        </p:tgtEl>
                                      </p:cBhvr>
                                    </p:animEffect>
                                  </p:childTnLst>
                                </p:cTn>
                              </p:par>
                            </p:childTnLst>
                          </p:cTn>
                        </p:par>
                        <p:par>
                          <p:cTn id="5141" fill="hold">
                            <p:stCondLst>
                              <p:cond delay="10500"/>
                            </p:stCondLst>
                            <p:childTnLst>
                              <p:par>
                                <p:cTn id="5142" nodeType="afterEffect" fill="hold" presetClass="entr" presetID="27">
                                  <p:stCondLst>
                                    <p:cond delay="0"/>
                                  </p:stCondLst>
                                  <p:iterate type="lt">
                                    <p:tmAbs val="40"/>
                                  </p:iterate>
                                  <p:childTnLst>
                                    <p:set>
                                      <p:cBhvr>
                                        <p:cTn id="5143" dur="1" fill="hold">
                                          <p:stCondLst>
                                            <p:cond delay="0"/>
                                          </p:stCondLst>
                                        </p:cTn>
                                        <p:tgtEl>
                                          <p:spTgt spid="1933"/>
                                        </p:tgtEl>
                                        <p:attrNameLst>
                                          <p:attrName>style.visibility</p:attrName>
                                        </p:attrNameLst>
                                      </p:cBhvr>
                                      <p:to>
                                        <p:strVal val="visible"/>
                                      </p:to>
                                    </p:set>
                                    <p:anim calcmode="discrete" valueType="clr">
                                      <p:cBhvr additive="repl">
                                        <p:cTn id="5144" dur="80"/>
                                        <p:tgtEl>
                                          <p:spTgt spid="1933"/>
                                        </p:tgtEl>
                                        <p:attrNameLst>
                                          <p:attrName>style.color</p:attrName>
                                        </p:attrNameLst>
                                      </p:cBhvr>
                                      <p:tavLst>
                                        <p:tav tm="0">
                                          <p:val>
                                            <p:strVal val="rgb(-103,51,51)"/>
                                          </p:val>
                                        </p:tav>
                                        <p:tav tm="50000">
                                          <p:val>
                                            <p:strVal val="rgb(-103,-103,0)"/>
                                          </p:val>
                                        </p:tav>
                                      </p:tavLst>
                                    </p:anim>
                                    <p:anim calcmode="discrete" valueType="clr">
                                      <p:cBhvr additive="repl">
                                        <p:cTn id="5145" dur="80"/>
                                        <p:tgtEl>
                                          <p:spTgt spid="1933"/>
                                        </p:tgtEl>
                                        <p:attrNameLst>
                                          <p:attrName>fillcolor</p:attrName>
                                        </p:attrNameLst>
                                      </p:cBhvr>
                                      <p:tavLst>
                                        <p:tav tm="0">
                                          <p:val>
                                            <p:strVal val="rgb(-103,51,51)"/>
                                          </p:val>
                                        </p:tav>
                                        <p:tav tm="50000">
                                          <p:val>
                                            <p:strVal val="rgb(-103,-103,0)"/>
                                          </p:val>
                                        </p:tav>
                                      </p:tavLst>
                                    </p:anim>
                                    <p:set>
                                      <p:cBhvr>
                                        <p:cTn id="5146" dur="80"/>
                                        <p:tgtEl>
                                          <p:spTgt spid="1933"/>
                                        </p:tgtEl>
                                        <p:attrNameLst>
                                          <p:attrName>fill.type</p:attrName>
                                        </p:attrNameLst>
                                      </p:cBhvr>
                                      <p:to>
                                        <p:strVal val="solid"/>
                                      </p:to>
                                    </p:set>
                                  </p:childTnLst>
                                </p:cTn>
                              </p:par>
                            </p:childTnLst>
                          </p:cTn>
                        </p:par>
                        <p:par>
                          <p:cTn id="5147" fill="hold">
                            <p:stCondLst>
                              <p:cond delay="12140"/>
                            </p:stCondLst>
                            <p:childTnLst>
                              <p:par>
                                <p:cTn id="5148" nodeType="afterEffect" fill="hold" presetClass="exit" presetID="9">
                                  <p:stCondLst>
                                    <p:cond delay="2500"/>
                                  </p:stCondLst>
                                  <p:childTnLst>
                                    <p:animEffect filter="dissolve" transition="out">
                                      <p:cBhvr additive="repl">
                                        <p:cTn id="5149" dur="500"/>
                                        <p:tgtEl>
                                          <p:spTgt spid="1932"/>
                                        </p:tgtEl>
                                      </p:cBhvr>
                                    </p:animEffect>
                                    <p:set>
                                      <p:cBhvr>
                                        <p:cTn id="5150" dur="1" fill="hold">
                                          <p:stCondLst>
                                            <p:cond delay="499"/>
                                          </p:stCondLst>
                                        </p:cTn>
                                        <p:tgtEl>
                                          <p:spTgt spid="1932"/>
                                        </p:tgtEl>
                                        <p:attrNameLst>
                                          <p:attrName>style.visibility</p:attrName>
                                        </p:attrNameLst>
                                      </p:cBhvr>
                                      <p:to>
                                        <p:strVal val="hidden"/>
                                      </p:to>
                                    </p:set>
                                  </p:childTnLst>
                                </p:cTn>
                              </p:par>
                              <p:par>
                                <p:cTn id="5151" nodeType="withEffect" fill="hold" presetClass="exit" presetID="9">
                                  <p:stCondLst>
                                    <p:cond delay="2500"/>
                                  </p:stCondLst>
                                  <p:iterate type="lt">
                                    <p:tmAbs val="0"/>
                                  </p:iterate>
                                  <p:childTnLst>
                                    <p:animEffect filter="dissolve" transition="out">
                                      <p:cBhvr additive="repl">
                                        <p:cTn id="5152" dur="500"/>
                                        <p:tgtEl>
                                          <p:spTgt spid="1933"/>
                                        </p:tgtEl>
                                      </p:cBhvr>
                                    </p:animEffect>
                                    <p:set>
                                      <p:cBhvr>
                                        <p:cTn id="5153" dur="1" fill="hold">
                                          <p:stCondLst>
                                            <p:cond delay="499"/>
                                          </p:stCondLst>
                                        </p:cTn>
                                        <p:tgtEl>
                                          <p:spTgt spid="1933"/>
                                        </p:tgtEl>
                                        <p:attrNameLst>
                                          <p:attrName>style.visibility</p:attrName>
                                        </p:attrNameLst>
                                      </p:cBhvr>
                                      <p:to>
                                        <p:strVal val="hidden"/>
                                      </p:to>
                                    </p:set>
                                  </p:childTnLst>
                                </p:cTn>
                              </p:par>
                            </p:childTnLst>
                          </p:cTn>
                        </p:par>
                        <p:par>
                          <p:cTn id="5154" fill="hold">
                            <p:stCondLst>
                              <p:cond delay="15140"/>
                            </p:stCondLst>
                            <p:childTnLst>
                              <p:par>
                                <p:cTn id="5155" nodeType="afterEffect" fill="hold" presetClass="entr" presetID="9">
                                  <p:stCondLst>
                                    <p:cond delay="1500"/>
                                  </p:stCondLst>
                                  <p:childTnLst>
                                    <p:set>
                                      <p:cBhvr>
                                        <p:cTn id="5156" dur="1" fill="hold">
                                          <p:stCondLst>
                                            <p:cond delay="0"/>
                                          </p:stCondLst>
                                        </p:cTn>
                                        <p:tgtEl>
                                          <p:spTgt spid="1935"/>
                                        </p:tgtEl>
                                        <p:attrNameLst>
                                          <p:attrName>style.visibility</p:attrName>
                                        </p:attrNameLst>
                                      </p:cBhvr>
                                      <p:to>
                                        <p:strVal val="visible"/>
                                      </p:to>
                                    </p:set>
                                    <p:animEffect filter="dissolve" transition="in">
                                      <p:cBhvr additive="repl">
                                        <p:cTn id="5157" dur="500"/>
                                        <p:tgtEl>
                                          <p:spTgt spid="1935"/>
                                        </p:tgtEl>
                                      </p:cBhvr>
                                    </p:animEffect>
                                  </p:childTnLst>
                                </p:cTn>
                              </p:par>
                              <p:par>
                                <p:cTn id="5158" nodeType="withEffect" fill="hold" presetClass="entr" presetID="9">
                                  <p:stCondLst>
                                    <p:cond delay="0"/>
                                  </p:stCondLst>
                                  <p:childTnLst>
                                    <p:set>
                                      <p:cBhvr>
                                        <p:cTn id="5159" dur="1" fill="hold">
                                          <p:stCondLst>
                                            <p:cond delay="0"/>
                                          </p:stCondLst>
                                        </p:cTn>
                                        <p:tgtEl>
                                          <p:spTgt spid="1936"/>
                                        </p:tgtEl>
                                        <p:attrNameLst>
                                          <p:attrName>style.visibility</p:attrName>
                                        </p:attrNameLst>
                                      </p:cBhvr>
                                      <p:to>
                                        <p:strVal val="visible"/>
                                      </p:to>
                                    </p:set>
                                    <p:animEffect filter="dissolve" transition="in">
                                      <p:cBhvr additive="repl">
                                        <p:cTn id="5160" dur="500"/>
                                        <p:tgtEl>
                                          <p:spTgt spid="1936"/>
                                        </p:tgtEl>
                                      </p:cBhvr>
                                    </p:animEffect>
                                  </p:childTnLst>
                                </p:cTn>
                              </p:par>
                            </p:childTnLst>
                          </p:cTn>
                        </p:par>
                        <p:par>
                          <p:cTn id="5161" fill="hold">
                            <p:stCondLst>
                              <p:cond delay="17140"/>
                            </p:stCondLst>
                            <p:childTnLst>
                              <p:par>
                                <p:cTn id="5162" nodeType="afterEffect" fill="hold" presetClass="entr" presetID="8" presetSubtype="16">
                                  <p:stCondLst>
                                    <p:cond delay="0"/>
                                  </p:stCondLst>
                                  <p:childTnLst>
                                    <p:set>
                                      <p:cBhvr>
                                        <p:cTn id="5163" dur="1" fill="hold">
                                          <p:stCondLst>
                                            <p:cond delay="0"/>
                                          </p:stCondLst>
                                        </p:cTn>
                                        <p:tgtEl>
                                          <p:spTgt spid="1937"/>
                                        </p:tgtEl>
                                        <p:attrNameLst>
                                          <p:attrName>style.visibility</p:attrName>
                                        </p:attrNameLst>
                                      </p:cBhvr>
                                      <p:to>
                                        <p:strVal val="visible"/>
                                      </p:to>
                                    </p:set>
                                    <p:animEffect filter="diamond(in)" transition="in">
                                      <p:cBhvr additive="repl">
                                        <p:cTn id="5164" dur="2000"/>
                                        <p:tgtEl>
                                          <p:spTgt spid="1937"/>
                                        </p:tgtEl>
                                      </p:cBhvr>
                                    </p:animEffect>
                                  </p:childTnLst>
                                </p:cTn>
                              </p:par>
                            </p:childTnLst>
                          </p:cTn>
                        </p:par>
                        <p:par>
                          <p:cTn id="5165" fill="hold">
                            <p:stCondLst>
                              <p:cond delay="19140"/>
                            </p:stCondLst>
                            <p:childTnLst>
                              <p:par>
                                <p:cTn id="5166" nodeType="afterEffect" fill="hold" presetClass="entr" presetID="9">
                                  <p:stCondLst>
                                    <p:cond delay="0"/>
                                  </p:stCondLst>
                                  <p:childTnLst>
                                    <p:set>
                                      <p:cBhvr>
                                        <p:cTn id="5167" dur="1" fill="hold">
                                          <p:stCondLst>
                                            <p:cond delay="0"/>
                                          </p:stCondLst>
                                        </p:cTn>
                                        <p:tgtEl>
                                          <p:spTgt spid="1934"/>
                                        </p:tgtEl>
                                        <p:attrNameLst>
                                          <p:attrName>style.visibility</p:attrName>
                                        </p:attrNameLst>
                                      </p:cBhvr>
                                      <p:to>
                                        <p:strVal val="visible"/>
                                      </p:to>
                                    </p:set>
                                    <p:animEffect filter="dissolve" transition="in">
                                      <p:cBhvr additive="repl">
                                        <p:cTn id="5168" dur="500"/>
                                        <p:tgtEl>
                                          <p:spTgt spid="1934"/>
                                        </p:tgtEl>
                                      </p:cBhvr>
                                    </p:animEffect>
                                  </p:childTnLst>
                                </p:cTn>
                              </p:par>
                            </p:childTnLst>
                          </p:cTn>
                        </p:par>
                        <p:par>
                          <p:cTn id="5169" fill="hold">
                            <p:stCondLst>
                              <p:cond delay="19640"/>
                            </p:stCondLst>
                            <p:childTnLst>
                              <p:par>
                                <p:cTn id="5170" nodeType="afterEffect" fill="hold" presetClass="exit" presetID="9">
                                  <p:stCondLst>
                                    <p:cond delay="1500"/>
                                  </p:stCondLst>
                                  <p:childTnLst>
                                    <p:animEffect filter="dissolve" transition="out">
                                      <p:cBhvr additive="repl">
                                        <p:cTn id="5171" dur="500"/>
                                        <p:tgtEl>
                                          <p:spTgt spid="1935"/>
                                        </p:tgtEl>
                                      </p:cBhvr>
                                    </p:animEffect>
                                    <p:set>
                                      <p:cBhvr>
                                        <p:cTn id="5172" dur="1" fill="hold">
                                          <p:stCondLst>
                                            <p:cond delay="499"/>
                                          </p:stCondLst>
                                        </p:cTn>
                                        <p:tgtEl>
                                          <p:spTgt spid="1935"/>
                                        </p:tgtEl>
                                        <p:attrNameLst>
                                          <p:attrName>style.visibility</p:attrName>
                                        </p:attrNameLst>
                                      </p:cBhvr>
                                      <p:to>
                                        <p:strVal val="hidden"/>
                                      </p:to>
                                    </p:set>
                                  </p:childTnLst>
                                </p:cTn>
                              </p:par>
                            </p:childTnLst>
                          </p:cTn>
                        </p:par>
                        <p:par>
                          <p:cTn id="5173" fill="hold">
                            <p:stCondLst>
                              <p:cond delay="21640"/>
                            </p:stCondLst>
                            <p:childTnLst>
                              <p:par>
                                <p:cTn id="5174" nodeType="afterEffect" fill="hold" presetClass="exit" presetID="9">
                                  <p:stCondLst>
                                    <p:cond delay="0"/>
                                  </p:stCondLst>
                                  <p:childTnLst>
                                    <p:animEffect filter="dissolve" transition="out">
                                      <p:cBhvr additive="repl">
                                        <p:cTn id="5175" dur="500"/>
                                        <p:tgtEl>
                                          <p:spTgt spid="1936"/>
                                        </p:tgtEl>
                                      </p:cBhvr>
                                    </p:animEffect>
                                    <p:set>
                                      <p:cBhvr>
                                        <p:cTn id="5176" dur="1" fill="hold">
                                          <p:stCondLst>
                                            <p:cond delay="499"/>
                                          </p:stCondLst>
                                        </p:cTn>
                                        <p:tgtEl>
                                          <p:spTgt spid="193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40"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941" name="" descr=""/>
          <p:cNvPicPr/>
          <p:nvPr/>
        </p:nvPicPr>
        <p:blipFill>
          <a:blip r:embed="rId1"/>
          <a:stretch/>
        </p:blipFill>
        <p:spPr>
          <a:xfrm>
            <a:off x="609480" y="2514600"/>
            <a:ext cx="3353040" cy="2706840"/>
          </a:xfrm>
          <a:prstGeom prst="rect">
            <a:avLst/>
          </a:prstGeom>
          <a:ln w="0">
            <a:noFill/>
          </a:ln>
        </p:spPr>
      </p:pic>
      <p:pic>
        <p:nvPicPr>
          <p:cNvPr id="1942" name="" descr=""/>
          <p:cNvPicPr/>
          <p:nvPr/>
        </p:nvPicPr>
        <p:blipFill>
          <a:blip r:embed="rId2"/>
          <a:stretch/>
        </p:blipFill>
        <p:spPr>
          <a:xfrm>
            <a:off x="5943600" y="3352680"/>
            <a:ext cx="2933640" cy="1271880"/>
          </a:xfrm>
          <a:prstGeom prst="rect">
            <a:avLst/>
          </a:prstGeom>
          <a:ln w="0">
            <a:noFill/>
          </a:ln>
        </p:spPr>
      </p:pic>
      <p:sp>
        <p:nvSpPr>
          <p:cNvPr id="1943" name=""/>
          <p:cNvSpPr/>
          <p:nvPr/>
        </p:nvSpPr>
        <p:spPr>
          <a:xfrm>
            <a:off x="4419720" y="3657600"/>
            <a:ext cx="495288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44" name=""/>
          <p:cNvSpPr/>
          <p:nvPr/>
        </p:nvSpPr>
        <p:spPr>
          <a:xfrm flipV="1">
            <a:off x="2514600" y="-1600560"/>
            <a:ext cx="0" cy="350532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45" name=""/>
          <p:cNvSpPr/>
          <p:nvPr/>
        </p:nvSpPr>
        <p:spPr>
          <a:xfrm>
            <a:off x="-1600200" y="3657600"/>
            <a:ext cx="213372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46" name=""/>
          <p:cNvSpPr/>
          <p:nvPr/>
        </p:nvSpPr>
        <p:spPr>
          <a:xfrm>
            <a:off x="2438280" y="5638680"/>
            <a:ext cx="0" cy="281952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47" name=""/>
          <p:cNvSpPr/>
          <p:nvPr/>
        </p:nvSpPr>
        <p:spPr>
          <a:xfrm>
            <a:off x="533520" y="1905120"/>
            <a:ext cx="3886200" cy="3733560"/>
          </a:xfrm>
          <a:prstGeom prst="ellipse">
            <a:avLst/>
          </a:prstGeom>
          <a:noFill/>
          <a:ln w="9360">
            <a:solidFill>
              <a:srgbClr val="ff33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948" name=""/>
          <p:cNvSpPr/>
          <p:nvPr/>
        </p:nvSpPr>
        <p:spPr>
          <a:xfrm>
            <a:off x="228600" y="7010280"/>
            <a:ext cx="1600200" cy="1510920"/>
          </a:xfrm>
          <a:prstGeom prst="rect">
            <a:avLst/>
          </a:prstGeom>
          <a:noFill/>
          <a:ln w="0">
            <a:noFill/>
          </a:ln>
        </p:spPr>
        <p:style>
          <a:lnRef idx="0"/>
          <a:fillRef idx="0"/>
          <a:effectRef idx="0"/>
          <a:fontRef idx="minor"/>
        </p:style>
        <p:txBody>
          <a:bodyPr lIns="90000" rIns="90000" tIns="46800" bIns="46800" anchor="t">
            <a:spAutoFit/>
          </a:bodyPr>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TEXT PROMPT!</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Yay TEXT PROMPT!</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I HEARTS THE TEXT</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PROMPT BECAUSE THIS </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IS TEH FILLER TEXT…</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MEH WHAT DO YOU </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EXPECT FOR ME TO SAY?</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RANDOM JARGON, LOL.</a:t>
            </a:r>
            <a:endParaRPr b="0" lang="en-US" sz="800" spc="-1" strike="noStrike">
              <a:solidFill>
                <a:srgbClr val="000000"/>
              </a:solidFill>
              <a:latin typeface="Arial"/>
            </a:endParaRPr>
          </a:p>
        </p:txBody>
      </p:sp>
      <p:sp>
        <p:nvSpPr>
          <p:cNvPr id="1949" name=""/>
          <p:cNvSpPr/>
          <p:nvPr/>
        </p:nvSpPr>
        <p:spPr>
          <a:xfrm>
            <a:off x="-1295280" y="3705120"/>
            <a:ext cx="3429000" cy="2772000"/>
          </a:xfrm>
          <a:custGeom>
            <a:avLst/>
            <a:gdLst/>
            <a:ahLst/>
            <a:rect l="l" t="t" r="r" b="b"/>
            <a:pathLst>
              <a:path w="2160" h="1746">
                <a:moveTo>
                  <a:pt x="2" y="25"/>
                </a:moveTo>
                <a:cubicBezTo>
                  <a:pt x="105" y="0"/>
                  <a:pt x="161" y="7"/>
                  <a:pt x="286" y="7"/>
                </a:cubicBezTo>
                <a:lnTo>
                  <a:pt x="1104" y="18"/>
                </a:lnTo>
                <a:lnTo>
                  <a:pt x="1104" y="498"/>
                </a:lnTo>
                <a:lnTo>
                  <a:pt x="1536" y="1026"/>
                </a:lnTo>
                <a:lnTo>
                  <a:pt x="2016" y="1218"/>
                </a:lnTo>
                <a:lnTo>
                  <a:pt x="2160" y="1458"/>
                </a:lnTo>
                <a:lnTo>
                  <a:pt x="2160" y="1746"/>
                </a:lnTo>
                <a:lnTo>
                  <a:pt x="0" y="1746"/>
                </a:lnTo>
                <a:lnTo>
                  <a:pt x="2" y="25"/>
                </a:lnTo>
                <a:close/>
              </a:path>
            </a:pathLst>
          </a:custGeom>
          <a:solidFill>
            <a:srgbClr val="000000"/>
          </a:solidFill>
          <a:ln w="9360">
            <a:solidFill>
              <a:srgbClr val="00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timing>
    <p:tnLst>
      <p:par>
        <p:cTn id="5177" dur="indefinite" restart="never" nodeType="tmRoot">
          <p:childTnLst>
            <p:seq>
              <p:cTn id="5178" dur="indefinite" nodeType="mainSeq">
                <p:childTnLst>
                  <p:par>
                    <p:cTn id="5179" fill="hold">
                      <p:stCondLst>
                        <p:cond delay="0"/>
                      </p:stCondLst>
                      <p:childTnLst>
                        <p:par>
                          <p:cTn id="5180" fill="hold">
                            <p:stCondLst>
                              <p:cond delay="0"/>
                            </p:stCondLst>
                            <p:childTnLst>
                              <p:par>
                                <p:cTn id="5181" nodeType="afterEffect" fill="hold" presetClass="entr" presetID="2" presetSubtype="1">
                                  <p:stCondLst>
                                    <p:cond delay="0"/>
                                  </p:stCondLst>
                                  <p:childTnLst>
                                    <p:set>
                                      <p:cBhvr>
                                        <p:cTn id="5182" dur="1" fill="hold">
                                          <p:stCondLst>
                                            <p:cond delay="0"/>
                                          </p:stCondLst>
                                        </p:cTn>
                                        <p:tgtEl>
                                          <p:spTgt spid="1944"/>
                                        </p:tgtEl>
                                        <p:attrNameLst>
                                          <p:attrName>style.visibility</p:attrName>
                                        </p:attrNameLst>
                                      </p:cBhvr>
                                      <p:to>
                                        <p:strVal val="visible"/>
                                      </p:to>
                                    </p:set>
                                    <p:anim calcmode="lin" valueType="num">
                                      <p:cBhvr additive="base">
                                        <p:cTn id="5183" dur="500" fill="hold"/>
                                        <p:tgtEl>
                                          <p:spTgt spid="1944"/>
                                        </p:tgtEl>
                                        <p:attrNameLst>
                                          <p:attrName>ppt_x</p:attrName>
                                        </p:attrNameLst>
                                      </p:cBhvr>
                                      <p:tavLst>
                                        <p:tav tm="0">
                                          <p:val>
                                            <p:strVal val="#ppt_x"/>
                                          </p:val>
                                        </p:tav>
                                        <p:tav tm="100000">
                                          <p:val>
                                            <p:strVal val="#ppt_x"/>
                                          </p:val>
                                        </p:tav>
                                      </p:tavLst>
                                    </p:anim>
                                    <p:anim calcmode="lin" valueType="num">
                                      <p:cBhvr additive="base">
                                        <p:cTn id="5184" dur="500" fill="hold"/>
                                        <p:tgtEl>
                                          <p:spTgt spid="1944"/>
                                        </p:tgtEl>
                                        <p:attrNameLst>
                                          <p:attrName>ppt_y</p:attrName>
                                        </p:attrNameLst>
                                      </p:cBhvr>
                                      <p:tavLst>
                                        <p:tav tm="0">
                                          <p:val>
                                            <p:strVal val="0-#ppt_h/2"/>
                                          </p:val>
                                        </p:tav>
                                        <p:tav tm="100000">
                                          <p:val>
                                            <p:strVal val="#ppt_y"/>
                                          </p:val>
                                        </p:tav>
                                      </p:tavLst>
                                    </p:anim>
                                  </p:childTnLst>
                                </p:cTn>
                              </p:par>
                              <p:par>
                                <p:cTn id="5185" nodeType="withEffect" fill="hold" presetClass="entr" presetID="2" presetSubtype="2">
                                  <p:stCondLst>
                                    <p:cond delay="0"/>
                                  </p:stCondLst>
                                  <p:childTnLst>
                                    <p:set>
                                      <p:cBhvr>
                                        <p:cTn id="5186" dur="1" fill="hold">
                                          <p:stCondLst>
                                            <p:cond delay="0"/>
                                          </p:stCondLst>
                                        </p:cTn>
                                        <p:tgtEl>
                                          <p:spTgt spid="1943"/>
                                        </p:tgtEl>
                                        <p:attrNameLst>
                                          <p:attrName>style.visibility</p:attrName>
                                        </p:attrNameLst>
                                      </p:cBhvr>
                                      <p:to>
                                        <p:strVal val="visible"/>
                                      </p:to>
                                    </p:set>
                                    <p:anim calcmode="lin" valueType="num">
                                      <p:cBhvr additive="base">
                                        <p:cTn id="5187" dur="500" fill="hold"/>
                                        <p:tgtEl>
                                          <p:spTgt spid="1943"/>
                                        </p:tgtEl>
                                        <p:attrNameLst>
                                          <p:attrName>ppt_x</p:attrName>
                                        </p:attrNameLst>
                                      </p:cBhvr>
                                      <p:tavLst>
                                        <p:tav tm="0">
                                          <p:val>
                                            <p:strVal val="1+#ppt_w/2"/>
                                          </p:val>
                                        </p:tav>
                                        <p:tav tm="100000">
                                          <p:val>
                                            <p:strVal val="#ppt_x"/>
                                          </p:val>
                                        </p:tav>
                                      </p:tavLst>
                                    </p:anim>
                                    <p:anim calcmode="lin" valueType="num">
                                      <p:cBhvr additive="base">
                                        <p:cTn id="5188" dur="500" fill="hold"/>
                                        <p:tgtEl>
                                          <p:spTgt spid="1943"/>
                                        </p:tgtEl>
                                        <p:attrNameLst>
                                          <p:attrName>ppt_y</p:attrName>
                                        </p:attrNameLst>
                                      </p:cBhvr>
                                      <p:tavLst>
                                        <p:tav tm="0">
                                          <p:val>
                                            <p:strVal val="#ppt_y"/>
                                          </p:val>
                                        </p:tav>
                                        <p:tav tm="100000">
                                          <p:val>
                                            <p:strVal val="#ppt_y"/>
                                          </p:val>
                                        </p:tav>
                                      </p:tavLst>
                                    </p:anim>
                                  </p:childTnLst>
                                </p:cTn>
                              </p:par>
                              <p:par>
                                <p:cTn id="5189" nodeType="withEffect" fill="hold" presetClass="entr" presetID="2" presetSubtype="4">
                                  <p:stCondLst>
                                    <p:cond delay="0"/>
                                  </p:stCondLst>
                                  <p:childTnLst>
                                    <p:set>
                                      <p:cBhvr>
                                        <p:cTn id="5190" dur="1" fill="hold">
                                          <p:stCondLst>
                                            <p:cond delay="0"/>
                                          </p:stCondLst>
                                        </p:cTn>
                                        <p:tgtEl>
                                          <p:spTgt spid="1946"/>
                                        </p:tgtEl>
                                        <p:attrNameLst>
                                          <p:attrName>style.visibility</p:attrName>
                                        </p:attrNameLst>
                                      </p:cBhvr>
                                      <p:to>
                                        <p:strVal val="visible"/>
                                      </p:to>
                                    </p:set>
                                    <p:anim calcmode="lin" valueType="num">
                                      <p:cBhvr additive="base">
                                        <p:cTn id="5191" dur="500" fill="hold"/>
                                        <p:tgtEl>
                                          <p:spTgt spid="1946"/>
                                        </p:tgtEl>
                                        <p:attrNameLst>
                                          <p:attrName>ppt_x</p:attrName>
                                        </p:attrNameLst>
                                      </p:cBhvr>
                                      <p:tavLst>
                                        <p:tav tm="0">
                                          <p:val>
                                            <p:strVal val="#ppt_x"/>
                                          </p:val>
                                        </p:tav>
                                        <p:tav tm="100000">
                                          <p:val>
                                            <p:strVal val="#ppt_x"/>
                                          </p:val>
                                        </p:tav>
                                      </p:tavLst>
                                    </p:anim>
                                    <p:anim calcmode="lin" valueType="num">
                                      <p:cBhvr additive="base">
                                        <p:cTn id="5192" dur="500" fill="hold"/>
                                        <p:tgtEl>
                                          <p:spTgt spid="1946"/>
                                        </p:tgtEl>
                                        <p:attrNameLst>
                                          <p:attrName>ppt_y</p:attrName>
                                        </p:attrNameLst>
                                      </p:cBhvr>
                                      <p:tavLst>
                                        <p:tav tm="0">
                                          <p:val>
                                            <p:strVal val="1+#ppt_h/2"/>
                                          </p:val>
                                        </p:tav>
                                        <p:tav tm="100000">
                                          <p:val>
                                            <p:strVal val="#ppt_y"/>
                                          </p:val>
                                        </p:tav>
                                      </p:tavLst>
                                    </p:anim>
                                  </p:childTnLst>
                                </p:cTn>
                              </p:par>
                              <p:par>
                                <p:cTn id="5193" nodeType="withEffect" fill="hold" presetClass="entr" presetID="2" presetSubtype="8">
                                  <p:stCondLst>
                                    <p:cond delay="0"/>
                                  </p:stCondLst>
                                  <p:childTnLst>
                                    <p:set>
                                      <p:cBhvr>
                                        <p:cTn id="5194" dur="1" fill="hold">
                                          <p:stCondLst>
                                            <p:cond delay="0"/>
                                          </p:stCondLst>
                                        </p:cTn>
                                        <p:tgtEl>
                                          <p:spTgt spid="1945"/>
                                        </p:tgtEl>
                                        <p:attrNameLst>
                                          <p:attrName>style.visibility</p:attrName>
                                        </p:attrNameLst>
                                      </p:cBhvr>
                                      <p:to>
                                        <p:strVal val="visible"/>
                                      </p:to>
                                    </p:set>
                                    <p:anim calcmode="lin" valueType="num">
                                      <p:cBhvr additive="base">
                                        <p:cTn id="5195" dur="500" fill="hold"/>
                                        <p:tgtEl>
                                          <p:spTgt spid="1945"/>
                                        </p:tgtEl>
                                        <p:attrNameLst>
                                          <p:attrName>ppt_x</p:attrName>
                                        </p:attrNameLst>
                                      </p:cBhvr>
                                      <p:tavLst>
                                        <p:tav tm="0">
                                          <p:val>
                                            <p:strVal val="0-#ppt_w/2"/>
                                          </p:val>
                                        </p:tav>
                                        <p:tav tm="100000">
                                          <p:val>
                                            <p:strVal val="#ppt_x"/>
                                          </p:val>
                                        </p:tav>
                                      </p:tavLst>
                                    </p:anim>
                                    <p:anim calcmode="lin" valueType="num">
                                      <p:cBhvr additive="base">
                                        <p:cTn id="5196" dur="500" fill="hold"/>
                                        <p:tgtEl>
                                          <p:spTgt spid="1945"/>
                                        </p:tgtEl>
                                        <p:attrNameLst>
                                          <p:attrName>ppt_y</p:attrName>
                                        </p:attrNameLst>
                                      </p:cBhvr>
                                      <p:tavLst>
                                        <p:tav tm="0">
                                          <p:val>
                                            <p:strVal val="#ppt_y"/>
                                          </p:val>
                                        </p:tav>
                                        <p:tav tm="100000">
                                          <p:val>
                                            <p:strVal val="#ppt_y"/>
                                          </p:val>
                                        </p:tav>
                                      </p:tavLst>
                                    </p:anim>
                                  </p:childTnLst>
                                </p:cTn>
                              </p:par>
                            </p:childTnLst>
                          </p:cTn>
                        </p:par>
                        <p:par>
                          <p:cTn id="5197" fill="hold">
                            <p:stCondLst>
                              <p:cond delay="500"/>
                            </p:stCondLst>
                            <p:childTnLst>
                              <p:par>
                                <p:cTn id="5198" nodeType="afterEffect" fill="hold" presetClass="entr" presetID="1">
                                  <p:stCondLst>
                                    <p:cond delay="0"/>
                                  </p:stCondLst>
                                  <p:childTnLst>
                                    <p:set>
                                      <p:cBhvr>
                                        <p:cTn id="5199" dur="1" fill="hold">
                                          <p:stCondLst>
                                            <p:cond delay="0"/>
                                          </p:stCondLst>
                                        </p:cTn>
                                        <p:tgtEl>
                                          <p:spTgt spid="1947"/>
                                        </p:tgtEl>
                                        <p:attrNameLst>
                                          <p:attrName>style.visibility</p:attrName>
                                        </p:attrNameLst>
                                      </p:cBhvr>
                                      <p:to>
                                        <p:strVal val="visible"/>
                                      </p:to>
                                    </p:set>
                                  </p:childTnLst>
                                </p:cTn>
                              </p:par>
                            </p:childTnLst>
                          </p:cTn>
                        </p:par>
                        <p:par>
                          <p:cTn id="5200" fill="hold">
                            <p:stCondLst>
                              <p:cond delay="500"/>
                            </p:stCondLst>
                            <p:childTnLst>
                              <p:par>
                                <p:cTn id="5201" nodeType="afterEffect" fill="hold" presetClass="path" presetID="0">
                                  <p:stCondLst>
                                    <p:cond delay="0"/>
                                  </p:stCondLst>
                                  <p:childTnLst>
                                    <p:animMotion origin="layout" path="M -0.05833 0.03334 L -0.0625 -0.31412 E">
                                      <p:cBhvr>
                                        <p:cTn id="5202" dur="5000" fill="hold"/>
                                        <p:tgtEl>
                                          <p:spTgt spid="1948"/>
                                        </p:tgtEl>
                                      </p:cBhvr>
                                    </p:animMotion>
                                  </p:childTnLst>
                                </p:cTn>
                              </p:par>
                              <p:set>
                                <p:cBhvr>
                                  <p:cTn id="5203" dur="1" fill="hold">
                                    <p:stCondLst>
                                      <p:cond evt="end">
                                        <p:tn val="5201"/>
                                      </p:cond>
                                    </p:stCondLst>
                                  </p:cTn>
                                  <p:tgtEl>
                                    <p:spTgt spid="1948"/>
                                  </p:tgtEl>
                                  <p:attrNameLst>
                                    <p:attrName>style.visibility</p:attrName>
                                  </p:attrNameLst>
                                </p:cBhvr>
                                <p:to>
                                  <p:strVal val="hidden"/>
                                </p:to>
                              </p:set>
                            </p:childTnLst>
                          </p:cTn>
                        </p:par>
                      </p:childTnLst>
                    </p:cTn>
                  </p:par>
                </p:childTnLst>
              </p:cTn>
              <p:prevCondLst>
                <p:cond evt="onPrev">
                  <p:tgtEl>
                    <p:sldTgt/>
                  </p:tgtEl>
                </p:cond>
              </p:prevCondLst>
              <p:nextCondLst>
                <p:cond evt="onNext">
                  <p:tgtEl>
                    <p:sldTgt/>
                  </p:tgtEl>
                </p:cond>
              </p:nextCondLst>
            </p:seq>
          </p:childTnLst>
        </p:cTn>
      </p:par>
    </p:tnLst>
  </p:timing>
</p:sld>
</file>

<file path=ppt/slides/slide3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50" name="" descr=""/>
          <p:cNvPicPr/>
          <p:nvPr/>
        </p:nvPicPr>
        <p:blipFill>
          <a:blip r:embed="rId1"/>
          <a:stretch/>
        </p:blipFill>
        <p:spPr>
          <a:xfrm>
            <a:off x="0" y="0"/>
            <a:ext cx="9144000" cy="6913440"/>
          </a:xfrm>
          <a:prstGeom prst="rect">
            <a:avLst/>
          </a:prstGeom>
          <a:ln w="0">
            <a:noFill/>
          </a:ln>
        </p:spPr>
      </p:pic>
      <p:pic>
        <p:nvPicPr>
          <p:cNvPr id="1951" name="" descr=""/>
          <p:cNvPicPr/>
          <p:nvPr/>
        </p:nvPicPr>
        <p:blipFill>
          <a:blip r:embed="rId2"/>
          <a:stretch/>
        </p:blipFill>
        <p:spPr>
          <a:xfrm>
            <a:off x="5943600" y="3352680"/>
            <a:ext cx="2933640" cy="1271880"/>
          </a:xfrm>
          <a:prstGeom prst="rect">
            <a:avLst/>
          </a:prstGeom>
          <a:ln w="0">
            <a:noFill/>
          </a:ln>
        </p:spPr>
      </p:pic>
      <p:pic>
        <p:nvPicPr>
          <p:cNvPr id="1952" name="" descr=""/>
          <p:cNvPicPr/>
          <p:nvPr/>
        </p:nvPicPr>
        <p:blipFill>
          <a:blip r:embed="rId3"/>
          <a:stretch/>
        </p:blipFill>
        <p:spPr>
          <a:xfrm>
            <a:off x="609480" y="2514600"/>
            <a:ext cx="3353040" cy="2706840"/>
          </a:xfrm>
          <a:prstGeom prst="rect">
            <a:avLst/>
          </a:prstGeom>
          <a:ln w="0">
            <a:noFill/>
          </a:ln>
        </p:spPr>
      </p:pic>
      <p:sp>
        <p:nvSpPr>
          <p:cNvPr id="1953"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54"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55"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56"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57"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58"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59"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60"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61"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62"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63" name=""/>
          <p:cNvSpPr/>
          <p:nvPr/>
        </p:nvSpPr>
        <p:spPr>
          <a:xfrm>
            <a:off x="6019920" y="25909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964" name=""/>
          <p:cNvSpPr/>
          <p:nvPr/>
        </p:nvSpPr>
        <p:spPr>
          <a:xfrm>
            <a:off x="6629400" y="27432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1965" name=""/>
          <p:cNvSpPr/>
          <p:nvPr/>
        </p:nvSpPr>
        <p:spPr>
          <a:xfrm>
            <a:off x="1295280" y="205740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0</a:t>
            </a:r>
            <a:endParaRPr b="0" lang="en-US" sz="1800" spc="-1" strike="noStrike">
              <a:solidFill>
                <a:srgbClr val="000000"/>
              </a:solidFill>
              <a:latin typeface="Arial"/>
            </a:endParaRPr>
          </a:p>
        </p:txBody>
      </p:sp>
      <p:sp>
        <p:nvSpPr>
          <p:cNvPr id="1966" name=""/>
          <p:cNvSpPr/>
          <p:nvPr/>
        </p:nvSpPr>
        <p:spPr>
          <a:xfrm>
            <a:off x="1066680" y="16765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967" name=""/>
          <p:cNvSpPr/>
          <p:nvPr/>
        </p:nvSpPr>
        <p:spPr>
          <a:xfrm>
            <a:off x="1219320" y="1828800"/>
            <a:ext cx="26668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GOBLINs-3type missile</a:t>
            </a:r>
            <a:endParaRPr b="0" lang="en-US" sz="1800" spc="-1" strike="noStrike">
              <a:solidFill>
                <a:srgbClr val="000000"/>
              </a:solidFill>
              <a:latin typeface="Arial"/>
            </a:endParaRPr>
          </a:p>
        </p:txBody>
      </p:sp>
      <p:pic>
        <p:nvPicPr>
          <p:cNvPr id="1968" name="" descr=""/>
          <p:cNvPicPr/>
          <p:nvPr/>
        </p:nvPicPr>
        <p:blipFill>
          <a:blip r:embed="rId4"/>
          <a:stretch/>
        </p:blipFill>
        <p:spPr>
          <a:xfrm>
            <a:off x="1600200" y="4267080"/>
            <a:ext cx="1752480" cy="611280"/>
          </a:xfrm>
          <a:prstGeom prst="rect">
            <a:avLst/>
          </a:prstGeom>
          <a:ln w="0">
            <a:noFill/>
          </a:ln>
        </p:spPr>
      </p:pic>
      <p:sp>
        <p:nvSpPr>
          <p:cNvPr id="1969" name=""/>
          <p:cNvSpPr/>
          <p:nvPr/>
        </p:nvSpPr>
        <p:spPr>
          <a:xfrm>
            <a:off x="6781680" y="3276720"/>
            <a:ext cx="1219320" cy="10666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970" name="" descr=""/>
          <p:cNvPicPr/>
          <p:nvPr/>
        </p:nvPicPr>
        <p:blipFill>
          <a:blip r:embed="rId5"/>
          <a:stretch/>
        </p:blipFill>
        <p:spPr>
          <a:xfrm>
            <a:off x="1600200" y="3733920"/>
            <a:ext cx="1752480" cy="610920"/>
          </a:xfrm>
          <a:prstGeom prst="rect">
            <a:avLst/>
          </a:prstGeom>
          <a:ln w="0">
            <a:noFill/>
          </a:ln>
        </p:spPr>
      </p:pic>
      <p:sp>
        <p:nvSpPr>
          <p:cNvPr id="1971" name=""/>
          <p:cNvSpPr/>
          <p:nvPr/>
        </p:nvSpPr>
        <p:spPr>
          <a:xfrm>
            <a:off x="6248520" y="3048120"/>
            <a:ext cx="1218960" cy="10666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1972" name="" descr=""/>
          <p:cNvPicPr/>
          <p:nvPr/>
        </p:nvPicPr>
        <p:blipFill>
          <a:blip r:embed="rId6"/>
          <a:stretch/>
        </p:blipFill>
        <p:spPr>
          <a:xfrm>
            <a:off x="1828800" y="3733920"/>
            <a:ext cx="1752480" cy="610920"/>
          </a:xfrm>
          <a:prstGeom prst="rect">
            <a:avLst/>
          </a:prstGeom>
          <a:ln w="0">
            <a:noFill/>
          </a:ln>
        </p:spPr>
      </p:pic>
      <p:sp>
        <p:nvSpPr>
          <p:cNvPr id="1973" name=""/>
          <p:cNvSpPr/>
          <p:nvPr/>
        </p:nvSpPr>
        <p:spPr>
          <a:xfrm>
            <a:off x="6019920" y="3505320"/>
            <a:ext cx="1218960" cy="10666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974" name=""/>
          <p:cNvSpPr/>
          <p:nvPr/>
        </p:nvSpPr>
        <p:spPr>
          <a:xfrm>
            <a:off x="6629400" y="472428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10</a:t>
            </a:r>
            <a:endParaRPr b="0" lang="en-US" sz="1800" spc="-1" strike="noStrike">
              <a:solidFill>
                <a:srgbClr val="000000"/>
              </a:solidFill>
              <a:latin typeface="Arial"/>
            </a:endParaRPr>
          </a:p>
        </p:txBody>
      </p:sp>
      <p:sp>
        <p:nvSpPr>
          <p:cNvPr id="1975" name=""/>
          <p:cNvSpPr/>
          <p:nvPr/>
        </p:nvSpPr>
        <p:spPr>
          <a:xfrm>
            <a:off x="2743200" y="-762120"/>
            <a:ext cx="3352680" cy="738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Jan.24.06</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 gif background…trying something new… I hope It won’t lag…</a:t>
            </a:r>
            <a:endParaRPr b="0" lang="en-US" sz="1200" spc="-1" strike="noStrike">
              <a:solidFill>
                <a:srgbClr val="000000"/>
              </a:solidFill>
              <a:latin typeface="Arial"/>
            </a:endParaRPr>
          </a:p>
        </p:txBody>
      </p:sp>
      <p:pic>
        <p:nvPicPr>
          <p:cNvPr id="1976" name="" descr=""/>
          <p:cNvPicPr/>
          <p:nvPr/>
        </p:nvPicPr>
        <p:blipFill>
          <a:blip r:embed="rId7"/>
          <a:stretch/>
        </p:blipFill>
        <p:spPr>
          <a:xfrm>
            <a:off x="3962520" y="5214960"/>
            <a:ext cx="5181480" cy="1643040"/>
          </a:xfrm>
          <a:prstGeom prst="rect">
            <a:avLst/>
          </a:prstGeom>
          <a:ln w="0">
            <a:noFill/>
          </a:ln>
        </p:spPr>
      </p:pic>
      <p:sp>
        <p:nvSpPr>
          <p:cNvPr id="1977" name=""/>
          <p:cNvSpPr/>
          <p:nvPr/>
        </p:nvSpPr>
        <p:spPr>
          <a:xfrm>
            <a:off x="6019920" y="5638680"/>
            <a:ext cx="28191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It’s no good… the thing’s invulnerable!</a:t>
            </a:r>
            <a:endParaRPr b="0" lang="en-US" sz="1200" spc="-1" strike="noStrike">
              <a:solidFill>
                <a:srgbClr val="000000"/>
              </a:solidFill>
              <a:latin typeface="Arial"/>
            </a:endParaRPr>
          </a:p>
        </p:txBody>
      </p:sp>
      <p:pic>
        <p:nvPicPr>
          <p:cNvPr id="1978" name="" descr=""/>
          <p:cNvPicPr/>
          <p:nvPr/>
        </p:nvPicPr>
        <p:blipFill>
          <a:blip r:embed="rId8"/>
          <a:stretch/>
        </p:blipFill>
        <p:spPr>
          <a:xfrm>
            <a:off x="7086600" y="533520"/>
            <a:ext cx="1819440" cy="2514600"/>
          </a:xfrm>
          <a:prstGeom prst="rect">
            <a:avLst/>
          </a:prstGeom>
          <a:ln w="0">
            <a:noFill/>
          </a:ln>
        </p:spPr>
      </p:pic>
      <p:sp>
        <p:nvSpPr>
          <p:cNvPr id="1979" name=""/>
          <p:cNvSpPr/>
          <p:nvPr/>
        </p:nvSpPr>
        <p:spPr>
          <a:xfrm>
            <a:off x="7772400" y="914400"/>
            <a:ext cx="838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20</a:t>
            </a:r>
            <a:endParaRPr b="0" lang="en-US" sz="1200" spc="-1" strike="noStrike">
              <a:solidFill>
                <a:srgbClr val="000000"/>
              </a:solidFill>
              <a:latin typeface="Arial"/>
            </a:endParaRPr>
          </a:p>
        </p:txBody>
      </p:sp>
      <p:sp>
        <p:nvSpPr>
          <p:cNvPr id="1980" name=""/>
          <p:cNvSpPr/>
          <p:nvPr/>
        </p:nvSpPr>
        <p:spPr>
          <a:xfrm>
            <a:off x="7620120" y="1219320"/>
            <a:ext cx="838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1981" name=""/>
          <p:cNvSpPr/>
          <p:nvPr/>
        </p:nvSpPr>
        <p:spPr>
          <a:xfrm>
            <a:off x="7772400" y="91440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10</a:t>
            </a:r>
            <a:endParaRPr b="0" lang="en-US" sz="1200" spc="-1" strike="noStrike">
              <a:solidFill>
                <a:srgbClr val="000000"/>
              </a:solidFill>
              <a:latin typeface="Arial"/>
            </a:endParaRPr>
          </a:p>
        </p:txBody>
      </p:sp>
      <p:sp>
        <p:nvSpPr>
          <p:cNvPr id="1982"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Tree>
  </p:cSld>
  <p:timing>
    <p:tnLst>
      <p:par>
        <p:cTn id="5204" dur="indefinite" restart="never" nodeType="tmRoot">
          <p:childTnLst>
            <p:seq>
              <p:cTn id="5205" dur="indefinite" nodeType="mainSeq">
                <p:childTnLst>
                  <p:par>
                    <p:cTn id="5206" fill="hold">
                      <p:stCondLst>
                        <p:cond delay="0"/>
                      </p:stCondLst>
                      <p:childTnLst>
                        <p:par>
                          <p:cTn id="5207" fill="hold">
                            <p:stCondLst>
                              <p:cond delay="0"/>
                            </p:stCondLst>
                            <p:childTnLst>
                              <p:par>
                                <p:cTn id="5208" nodeType="afterEffect" fill="hold" presetClass="entr" presetID="1">
                                  <p:stCondLst>
                                    <p:cond delay="500"/>
                                  </p:stCondLst>
                                  <p:childTnLst>
                                    <p:set>
                                      <p:cBhvr>
                                        <p:cTn id="5209" dur="1" fill="hold">
                                          <p:stCondLst>
                                            <p:cond delay="0"/>
                                          </p:stCondLst>
                                        </p:cTn>
                                        <p:tgtEl>
                                          <p:spTgt spid="1963"/>
                                        </p:tgtEl>
                                        <p:attrNameLst>
                                          <p:attrName>style.visibility</p:attrName>
                                        </p:attrNameLst>
                                      </p:cBhvr>
                                      <p:to>
                                        <p:strVal val="visible"/>
                                      </p:to>
                                    </p:set>
                                  </p:childTnLst>
                                </p:cTn>
                              </p:par>
                            </p:childTnLst>
                          </p:cTn>
                        </p:par>
                        <p:par>
                          <p:cTn id="5210" fill="hold">
                            <p:stCondLst>
                              <p:cond delay="500"/>
                            </p:stCondLst>
                            <p:childTnLst>
                              <p:par>
                                <p:cTn id="5211" nodeType="afterEffect" fill="hold" presetClass="exit" presetID="1">
                                  <p:stCondLst>
                                    <p:cond delay="1500"/>
                                  </p:stCondLst>
                                  <p:childTnLst>
                                    <p:set>
                                      <p:cBhvr>
                                        <p:cTn id="5212" dur="1" fill="hold">
                                          <p:stCondLst>
                                            <p:cond delay="0"/>
                                          </p:stCondLst>
                                        </p:cTn>
                                        <p:tgtEl>
                                          <p:spTgt spid="1963"/>
                                        </p:tgtEl>
                                        <p:attrNameLst>
                                          <p:attrName>style.visibility</p:attrName>
                                        </p:attrNameLst>
                                      </p:cBhvr>
                                      <p:to>
                                        <p:strVal val="hidden"/>
                                      </p:to>
                                    </p:set>
                                  </p:childTnLst>
                                </p:cTn>
                              </p:par>
                            </p:childTnLst>
                          </p:cTn>
                        </p:par>
                        <p:par>
                          <p:cTn id="5213" fill="hold">
                            <p:stCondLst>
                              <p:cond delay="2000"/>
                            </p:stCondLst>
                            <p:childTnLst>
                              <p:par>
                                <p:cTn id="5214" nodeType="afterEffect" fill="hold" presetClass="path" presetID="0">
                                  <p:stCondLst>
                                    <p:cond delay="0"/>
                                  </p:stCondLst>
                                  <p:childTnLst>
                                    <p:animMotion origin="layout" path="M -0.30833 -0.02219 L -0.73333 -0.02219 E">
                                      <p:cBhvr>
                                        <p:cTn id="5215" dur="500" fill="hold"/>
                                        <p:tgtEl>
                                          <p:spTgt spid="1953"/>
                                        </p:tgtEl>
                                      </p:cBhvr>
                                    </p:animMotion>
                                  </p:childTnLst>
                                </p:cTn>
                              </p:par>
                              <p:set>
                                <p:cBhvr>
                                  <p:cTn id="5216" dur="1" fill="hold">
                                    <p:stCondLst>
                                      <p:cond evt="end">
                                        <p:tn val="5214"/>
                                      </p:cond>
                                    </p:stCondLst>
                                  </p:cTn>
                                  <p:tgtEl>
                                    <p:spTgt spid="1953"/>
                                  </p:tgtEl>
                                  <p:attrNameLst>
                                    <p:attrName>style.visibility</p:attrName>
                                  </p:attrNameLst>
                                </p:cBhvr>
                                <p:to>
                                  <p:strVal val="hidden"/>
                                </p:to>
                              </p:set>
                              <p:par>
                                <p:cTn id="5217" nodeType="withEffect" fill="hold" presetClass="path" presetID="0">
                                  <p:stCondLst>
                                    <p:cond delay="0"/>
                                  </p:stCondLst>
                                  <p:childTnLst>
                                    <p:animMotion origin="layout" path="M -0.30833 -0.02219 L -0.73333 -0.02219 E">
                                      <p:cBhvr>
                                        <p:cTn id="5218" dur="500" fill="hold"/>
                                        <p:tgtEl>
                                          <p:spTgt spid="1954"/>
                                        </p:tgtEl>
                                      </p:cBhvr>
                                    </p:animMotion>
                                  </p:childTnLst>
                                </p:cTn>
                              </p:par>
                              <p:set>
                                <p:cBhvr>
                                  <p:cTn id="5219" dur="1" fill="hold">
                                    <p:stCondLst>
                                      <p:cond evt="end">
                                        <p:tn val="5217"/>
                                      </p:cond>
                                    </p:stCondLst>
                                  </p:cTn>
                                  <p:tgtEl>
                                    <p:spTgt spid="1954"/>
                                  </p:tgtEl>
                                  <p:attrNameLst>
                                    <p:attrName>style.visibility</p:attrName>
                                  </p:attrNameLst>
                                </p:cBhvr>
                                <p:to>
                                  <p:strVal val="hidden"/>
                                </p:to>
                              </p:set>
                            </p:childTnLst>
                          </p:cTn>
                        </p:par>
                        <p:par>
                          <p:cTn id="5220" fill="hold">
                            <p:stCondLst>
                              <p:cond delay="2500"/>
                            </p:stCondLst>
                            <p:childTnLst>
                              <p:par>
                                <p:cTn id="5221" nodeType="afterEffect" fill="hold" presetClass="path" presetID="0">
                                  <p:stCondLst>
                                    <p:cond delay="0"/>
                                  </p:stCondLst>
                                  <p:childTnLst>
                                    <p:animMotion origin="layout" path="M -0.475 -0.02219 L -0.9 -0.02219 E">
                                      <p:cBhvr>
                                        <p:cTn id="5222" dur="500" fill="hold"/>
                                        <p:tgtEl>
                                          <p:spTgt spid="1955"/>
                                        </p:tgtEl>
                                      </p:cBhvr>
                                    </p:animMotion>
                                  </p:childTnLst>
                                </p:cTn>
                              </p:par>
                              <p:set>
                                <p:cBhvr>
                                  <p:cTn id="5223" dur="1" fill="hold">
                                    <p:stCondLst>
                                      <p:cond evt="end">
                                        <p:tn val="5221"/>
                                      </p:cond>
                                    </p:stCondLst>
                                  </p:cTn>
                                  <p:tgtEl>
                                    <p:spTgt spid="1955"/>
                                  </p:tgtEl>
                                  <p:attrNameLst>
                                    <p:attrName>style.visibility</p:attrName>
                                  </p:attrNameLst>
                                </p:cBhvr>
                                <p:to>
                                  <p:strVal val="hidden"/>
                                </p:to>
                              </p:set>
                              <p:par>
                                <p:cTn id="5224" nodeType="withEffect" fill="hold" presetClass="path" presetID="0">
                                  <p:stCondLst>
                                    <p:cond delay="0"/>
                                  </p:stCondLst>
                                  <p:childTnLst>
                                    <p:animMotion origin="layout" path="M -0.475 -0.02219 L -0.9 -0.02219 E">
                                      <p:cBhvr>
                                        <p:cTn id="5225" dur="500" fill="hold"/>
                                        <p:tgtEl>
                                          <p:spTgt spid="1956"/>
                                        </p:tgtEl>
                                      </p:cBhvr>
                                    </p:animMotion>
                                  </p:childTnLst>
                                </p:cTn>
                              </p:par>
                              <p:set>
                                <p:cBhvr>
                                  <p:cTn id="5226" dur="1" fill="hold">
                                    <p:stCondLst>
                                      <p:cond evt="end">
                                        <p:tn val="5224"/>
                                      </p:cond>
                                    </p:stCondLst>
                                  </p:cTn>
                                  <p:tgtEl>
                                    <p:spTgt spid="1956"/>
                                  </p:tgtEl>
                                  <p:attrNameLst>
                                    <p:attrName>style.visibility</p:attrName>
                                  </p:attrNameLst>
                                </p:cBhvr>
                                <p:to>
                                  <p:strVal val="hidden"/>
                                </p:to>
                              </p:set>
                            </p:childTnLst>
                          </p:cTn>
                        </p:par>
                        <p:par>
                          <p:cTn id="5227" fill="hold">
                            <p:stCondLst>
                              <p:cond delay="3000"/>
                            </p:stCondLst>
                            <p:childTnLst>
                              <p:par>
                                <p:cTn id="5228" nodeType="afterEffect" fill="hold" presetClass="path" presetID="0">
                                  <p:stCondLst>
                                    <p:cond delay="0"/>
                                  </p:stCondLst>
                                  <p:childTnLst>
                                    <p:animMotion origin="layout" path="M -0.30833 -0.02219 L -0.73333 -0.02219 E">
                                      <p:cBhvr>
                                        <p:cTn id="5229" dur="500" fill="hold"/>
                                        <p:tgtEl>
                                          <p:spTgt spid="1957"/>
                                        </p:tgtEl>
                                      </p:cBhvr>
                                    </p:animMotion>
                                  </p:childTnLst>
                                </p:cTn>
                              </p:par>
                              <p:set>
                                <p:cBhvr>
                                  <p:cTn id="5230" dur="1" fill="hold">
                                    <p:stCondLst>
                                      <p:cond evt="end">
                                        <p:tn val="5228"/>
                                      </p:cond>
                                    </p:stCondLst>
                                  </p:cTn>
                                  <p:tgtEl>
                                    <p:spTgt spid="1957"/>
                                  </p:tgtEl>
                                  <p:attrNameLst>
                                    <p:attrName>style.visibility</p:attrName>
                                  </p:attrNameLst>
                                </p:cBhvr>
                                <p:to>
                                  <p:strVal val="hidden"/>
                                </p:to>
                              </p:set>
                              <p:par>
                                <p:cTn id="5231" nodeType="withEffect" fill="hold" presetClass="path" presetID="0">
                                  <p:stCondLst>
                                    <p:cond delay="0"/>
                                  </p:stCondLst>
                                  <p:childTnLst>
                                    <p:animMotion origin="layout" path="M -0.30833 -0.02219 L -0.73333 -0.02219 E">
                                      <p:cBhvr>
                                        <p:cTn id="5232" dur="500" fill="hold"/>
                                        <p:tgtEl>
                                          <p:spTgt spid="1958"/>
                                        </p:tgtEl>
                                      </p:cBhvr>
                                    </p:animMotion>
                                  </p:childTnLst>
                                </p:cTn>
                              </p:par>
                              <p:set>
                                <p:cBhvr>
                                  <p:cTn id="5233" dur="1" fill="hold">
                                    <p:stCondLst>
                                      <p:cond evt="end">
                                        <p:tn val="5231"/>
                                      </p:cond>
                                    </p:stCondLst>
                                  </p:cTn>
                                  <p:tgtEl>
                                    <p:spTgt spid="1958"/>
                                  </p:tgtEl>
                                  <p:attrNameLst>
                                    <p:attrName>style.visibility</p:attrName>
                                  </p:attrNameLst>
                                </p:cBhvr>
                                <p:to>
                                  <p:strVal val="hidden"/>
                                </p:to>
                              </p:set>
                            </p:childTnLst>
                          </p:cTn>
                        </p:par>
                        <p:par>
                          <p:cTn id="5234" fill="hold">
                            <p:stCondLst>
                              <p:cond delay="3500"/>
                            </p:stCondLst>
                            <p:childTnLst>
                              <p:par>
                                <p:cTn id="5235" nodeType="afterEffect" fill="hold" presetClass="path" presetID="0">
                                  <p:stCondLst>
                                    <p:cond delay="0"/>
                                  </p:stCondLst>
                                  <p:childTnLst>
                                    <p:animMotion origin="layout" path="M -0.3 -0.02219 L -0.73333 -0.02219 E">
                                      <p:cBhvr>
                                        <p:cTn id="5236" dur="500" fill="hold"/>
                                        <p:tgtEl>
                                          <p:spTgt spid="1959"/>
                                        </p:tgtEl>
                                      </p:cBhvr>
                                    </p:animMotion>
                                  </p:childTnLst>
                                </p:cTn>
                              </p:par>
                              <p:set>
                                <p:cBhvr>
                                  <p:cTn id="5237" dur="1" fill="hold">
                                    <p:stCondLst>
                                      <p:cond evt="end">
                                        <p:tn val="5235"/>
                                      </p:cond>
                                    </p:stCondLst>
                                  </p:cTn>
                                  <p:tgtEl>
                                    <p:spTgt spid="1959"/>
                                  </p:tgtEl>
                                  <p:attrNameLst>
                                    <p:attrName>style.visibility</p:attrName>
                                  </p:attrNameLst>
                                </p:cBhvr>
                                <p:to>
                                  <p:strVal val="hidden"/>
                                </p:to>
                              </p:set>
                              <p:par>
                                <p:cTn id="5238" nodeType="withEffect" fill="hold" presetClass="path" presetID="0">
                                  <p:stCondLst>
                                    <p:cond delay="0"/>
                                  </p:stCondLst>
                                  <p:childTnLst>
                                    <p:animMotion origin="layout" path="M -0.3 -0.02219 L -0.73333 -0.02219 E">
                                      <p:cBhvr>
                                        <p:cTn id="5239" dur="500" fill="hold"/>
                                        <p:tgtEl>
                                          <p:spTgt spid="1960"/>
                                        </p:tgtEl>
                                      </p:cBhvr>
                                    </p:animMotion>
                                  </p:childTnLst>
                                </p:cTn>
                              </p:par>
                              <p:set>
                                <p:cBhvr>
                                  <p:cTn id="5240" dur="1" fill="hold">
                                    <p:stCondLst>
                                      <p:cond evt="end">
                                        <p:tn val="5238"/>
                                      </p:cond>
                                    </p:stCondLst>
                                  </p:cTn>
                                  <p:tgtEl>
                                    <p:spTgt spid="1960"/>
                                  </p:tgtEl>
                                  <p:attrNameLst>
                                    <p:attrName>style.visibility</p:attrName>
                                  </p:attrNameLst>
                                </p:cBhvr>
                                <p:to>
                                  <p:strVal val="hidden"/>
                                </p:to>
                              </p:set>
                            </p:childTnLst>
                          </p:cTn>
                        </p:par>
                        <p:par>
                          <p:cTn id="5241" fill="hold">
                            <p:stCondLst>
                              <p:cond delay="4000"/>
                            </p:stCondLst>
                            <p:childTnLst>
                              <p:par>
                                <p:cTn id="5242" nodeType="afterEffect" fill="hold" presetClass="path" presetID="0">
                                  <p:stCondLst>
                                    <p:cond delay="0"/>
                                  </p:stCondLst>
                                  <p:childTnLst>
                                    <p:animMotion origin="layout" path="M -0.30833 -0.02219 L -0.73333 -0.02219 E">
                                      <p:cBhvr>
                                        <p:cTn id="5243" dur="500" fill="hold"/>
                                        <p:tgtEl>
                                          <p:spTgt spid="1961"/>
                                        </p:tgtEl>
                                      </p:cBhvr>
                                    </p:animMotion>
                                  </p:childTnLst>
                                </p:cTn>
                              </p:par>
                              <p:set>
                                <p:cBhvr>
                                  <p:cTn id="5244" dur="1" fill="hold">
                                    <p:stCondLst>
                                      <p:cond evt="end">
                                        <p:tn val="5242"/>
                                      </p:cond>
                                    </p:stCondLst>
                                  </p:cTn>
                                  <p:tgtEl>
                                    <p:spTgt spid="1961"/>
                                  </p:tgtEl>
                                  <p:attrNameLst>
                                    <p:attrName>style.visibility</p:attrName>
                                  </p:attrNameLst>
                                </p:cBhvr>
                                <p:to>
                                  <p:strVal val="hidden"/>
                                </p:to>
                              </p:set>
                              <p:par>
                                <p:cTn id="5245" nodeType="withEffect" fill="hold" presetClass="path" presetID="0">
                                  <p:stCondLst>
                                    <p:cond delay="0"/>
                                  </p:stCondLst>
                                  <p:childTnLst>
                                    <p:animMotion origin="layout" path="M -0.30833 -0.02219 L -0.73333 -0.02219 E">
                                      <p:cBhvr>
                                        <p:cTn id="5246" dur="500" fill="hold"/>
                                        <p:tgtEl>
                                          <p:spTgt spid="1962"/>
                                        </p:tgtEl>
                                      </p:cBhvr>
                                    </p:animMotion>
                                  </p:childTnLst>
                                </p:cTn>
                              </p:par>
                              <p:set>
                                <p:cBhvr>
                                  <p:cTn id="5247" dur="1" fill="hold">
                                    <p:stCondLst>
                                      <p:cond evt="end">
                                        <p:tn val="5245"/>
                                      </p:cond>
                                    </p:stCondLst>
                                  </p:cTn>
                                  <p:tgtEl>
                                    <p:spTgt spid="1962"/>
                                  </p:tgtEl>
                                  <p:attrNameLst>
                                    <p:attrName>style.visibility</p:attrName>
                                  </p:attrNameLst>
                                </p:cBhvr>
                                <p:to>
                                  <p:strVal val="hidden"/>
                                </p:to>
                              </p:set>
                            </p:childTnLst>
                          </p:cTn>
                        </p:par>
                        <p:par>
                          <p:cTn id="5248" fill="hold">
                            <p:stCondLst>
                              <p:cond delay="4500"/>
                            </p:stCondLst>
                            <p:childTnLst>
                              <p:par>
                                <p:cTn id="5249" nodeType="afterEffect" fill="hold" presetClass="entr" presetID="27">
                                  <p:stCondLst>
                                    <p:cond delay="0"/>
                                  </p:stCondLst>
                                  <p:iterate type="lt">
                                    <p:tmAbs val="40"/>
                                  </p:iterate>
                                  <p:childTnLst>
                                    <p:set>
                                      <p:cBhvr>
                                        <p:cTn id="5250" dur="1" fill="hold">
                                          <p:stCondLst>
                                            <p:cond delay="0"/>
                                          </p:stCondLst>
                                        </p:cTn>
                                        <p:tgtEl>
                                          <p:spTgt spid="1965"/>
                                        </p:tgtEl>
                                        <p:attrNameLst>
                                          <p:attrName>style.visibility</p:attrName>
                                        </p:attrNameLst>
                                      </p:cBhvr>
                                      <p:to>
                                        <p:strVal val="visible"/>
                                      </p:to>
                                    </p:set>
                                    <p:anim calcmode="discrete" valueType="clr">
                                      <p:cBhvr additive="repl">
                                        <p:cTn id="5251" dur="80"/>
                                        <p:tgtEl>
                                          <p:spTgt spid="1965"/>
                                        </p:tgtEl>
                                        <p:attrNameLst>
                                          <p:attrName>style.color</p:attrName>
                                        </p:attrNameLst>
                                      </p:cBhvr>
                                      <p:tavLst>
                                        <p:tav tm="0">
                                          <p:val>
                                            <p:strVal val="rgb(-103,51,51)"/>
                                          </p:val>
                                        </p:tav>
                                        <p:tav tm="50000">
                                          <p:val>
                                            <p:strVal val="rgb(-103,-103,0)"/>
                                          </p:val>
                                        </p:tav>
                                      </p:tavLst>
                                    </p:anim>
                                    <p:anim calcmode="discrete" valueType="clr">
                                      <p:cBhvr additive="repl">
                                        <p:cTn id="5252" dur="80"/>
                                        <p:tgtEl>
                                          <p:spTgt spid="1965"/>
                                        </p:tgtEl>
                                        <p:attrNameLst>
                                          <p:attrName>fillcolor</p:attrName>
                                        </p:attrNameLst>
                                      </p:cBhvr>
                                      <p:tavLst>
                                        <p:tav tm="0">
                                          <p:val>
                                            <p:strVal val="rgb(-103,51,51)"/>
                                          </p:val>
                                        </p:tav>
                                        <p:tav tm="50000">
                                          <p:val>
                                            <p:strVal val="rgb(-103,-103,0)"/>
                                          </p:val>
                                        </p:tav>
                                      </p:tavLst>
                                    </p:anim>
                                    <p:set>
                                      <p:cBhvr>
                                        <p:cTn id="5253" dur="80"/>
                                        <p:tgtEl>
                                          <p:spTgt spid="1965"/>
                                        </p:tgtEl>
                                        <p:attrNameLst>
                                          <p:attrName>fill.type</p:attrName>
                                        </p:attrNameLst>
                                      </p:cBhvr>
                                      <p:to>
                                        <p:strVal val="solid"/>
                                      </p:to>
                                    </p:set>
                                  </p:childTnLst>
                                </p:cTn>
                              </p:par>
                            </p:childTnLst>
                          </p:cTn>
                        </p:par>
                        <p:par>
                          <p:cTn id="5254" fill="hold">
                            <p:stCondLst>
                              <p:cond delay="5060"/>
                            </p:stCondLst>
                            <p:childTnLst>
                              <p:par>
                                <p:cTn id="5255" nodeType="afterEffect" fill="hold" presetClass="exit" presetID="27">
                                  <p:stCondLst>
                                    <p:cond delay="500"/>
                                  </p:stCondLst>
                                  <p:iterate type="lt">
                                    <p:tmAbs val="40"/>
                                  </p:iterate>
                                  <p:childTnLst>
                                    <p:anim calcmode="discrete" valueType="clr">
                                      <p:cBhvr additive="repl">
                                        <p:cTn id="5256" dur="80"/>
                                        <p:tgtEl>
                                          <p:spTgt spid="1965"/>
                                        </p:tgtEl>
                                        <p:attrNameLst>
                                          <p:attrName>style.color</p:attrName>
                                        </p:attrNameLst>
                                      </p:cBhvr>
                                      <p:tavLst>
                                        <p:tav tm="0">
                                          <p:val>
                                            <p:strVal val="rgb(-103,-103,0)"/>
                                          </p:val>
                                        </p:tav>
                                        <p:tav tm="50000">
                                          <p:val>
                                            <p:strVal val="rgb(-103,51,51)"/>
                                          </p:val>
                                        </p:tav>
                                      </p:tavLst>
                                    </p:anim>
                                    <p:anim calcmode="discrete" valueType="clr">
                                      <p:cBhvr additive="repl">
                                        <p:cTn id="5257" dur="80"/>
                                        <p:tgtEl>
                                          <p:spTgt spid="1965"/>
                                        </p:tgtEl>
                                        <p:attrNameLst>
                                          <p:attrName>fillcolor</p:attrName>
                                        </p:attrNameLst>
                                      </p:cBhvr>
                                      <p:tavLst>
                                        <p:tav tm="0">
                                          <p:val>
                                            <p:strVal val="rgb(-103,-103,0)"/>
                                          </p:val>
                                        </p:tav>
                                        <p:tav tm="50000">
                                          <p:val>
                                            <p:strVal val="rgb(-103,51,51)"/>
                                          </p:val>
                                        </p:tav>
                                      </p:tavLst>
                                    </p:anim>
                                    <p:set>
                                      <p:cBhvr>
                                        <p:cTn id="5258" dur="80"/>
                                        <p:tgtEl>
                                          <p:spTgt spid="1965"/>
                                        </p:tgtEl>
                                        <p:attrNameLst>
                                          <p:attrName>fill.type</p:attrName>
                                        </p:attrNameLst>
                                      </p:cBhvr>
                                      <p:to>
                                        <p:strVal val="solid"/>
                                      </p:to>
                                    </p:set>
                                    <p:set>
                                      <p:cBhvr>
                                        <p:cTn id="5259" dur="1" fill="hold">
                                          <p:stCondLst>
                                            <p:cond delay="79"/>
                                          </p:stCondLst>
                                        </p:cTn>
                                        <p:tgtEl>
                                          <p:spTgt spid="1965"/>
                                        </p:tgtEl>
                                        <p:attrNameLst>
                                          <p:attrName>style.visibility</p:attrName>
                                        </p:attrNameLst>
                                      </p:cBhvr>
                                      <p:to>
                                        <p:strVal val="hidden"/>
                                      </p:to>
                                    </p:set>
                                  </p:childTnLst>
                                </p:cTn>
                              </p:par>
                            </p:childTnLst>
                          </p:cTn>
                        </p:par>
                        <p:par>
                          <p:cTn id="5260" fill="hold">
                            <p:stCondLst>
                              <p:cond delay="6120"/>
                            </p:stCondLst>
                            <p:childTnLst>
                              <p:par>
                                <p:cTn id="5261" nodeType="afterEffect" fill="hold" presetClass="entr" presetID="9">
                                  <p:stCondLst>
                                    <p:cond delay="0"/>
                                  </p:stCondLst>
                                  <p:childTnLst>
                                    <p:set>
                                      <p:cBhvr>
                                        <p:cTn id="5262" dur="1" fill="hold">
                                          <p:stCondLst>
                                            <p:cond delay="0"/>
                                          </p:stCondLst>
                                        </p:cTn>
                                        <p:tgtEl>
                                          <p:spTgt spid="1978"/>
                                        </p:tgtEl>
                                        <p:attrNameLst>
                                          <p:attrName>style.visibility</p:attrName>
                                        </p:attrNameLst>
                                      </p:cBhvr>
                                      <p:to>
                                        <p:strVal val="visible"/>
                                      </p:to>
                                    </p:set>
                                    <p:animEffect filter="dissolve" transition="in">
                                      <p:cBhvr additive="repl">
                                        <p:cTn id="5263" dur="500"/>
                                        <p:tgtEl>
                                          <p:spTgt spid="1978"/>
                                        </p:tgtEl>
                                      </p:cBhvr>
                                    </p:animEffect>
                                  </p:childTnLst>
                                </p:cTn>
                              </p:par>
                              <p:par>
                                <p:cTn id="5264" nodeType="withEffect" fill="hold" presetClass="entr" presetID="9">
                                  <p:stCondLst>
                                    <p:cond delay="0"/>
                                  </p:stCondLst>
                                  <p:childTnLst>
                                    <p:set>
                                      <p:cBhvr>
                                        <p:cTn id="5265" dur="1" fill="hold">
                                          <p:stCondLst>
                                            <p:cond delay="0"/>
                                          </p:stCondLst>
                                        </p:cTn>
                                        <p:tgtEl>
                                          <p:spTgt spid="1979"/>
                                        </p:tgtEl>
                                        <p:attrNameLst>
                                          <p:attrName>style.visibility</p:attrName>
                                        </p:attrNameLst>
                                      </p:cBhvr>
                                      <p:to>
                                        <p:strVal val="visible"/>
                                      </p:to>
                                    </p:set>
                                    <p:animEffect filter="dissolve" transition="in">
                                      <p:cBhvr additive="repl">
                                        <p:cTn id="5266" dur="500"/>
                                        <p:tgtEl>
                                          <p:spTgt spid="1979"/>
                                        </p:tgtEl>
                                      </p:cBhvr>
                                    </p:animEffect>
                                  </p:childTnLst>
                                </p:cTn>
                              </p:par>
                              <p:par>
                                <p:cTn id="5267" nodeType="withEffect" fill="hold" presetClass="entr" presetID="9">
                                  <p:stCondLst>
                                    <p:cond delay="0"/>
                                  </p:stCondLst>
                                  <p:childTnLst>
                                    <p:set>
                                      <p:cBhvr>
                                        <p:cTn id="5268" dur="1" fill="hold">
                                          <p:stCondLst>
                                            <p:cond delay="0"/>
                                          </p:stCondLst>
                                        </p:cTn>
                                        <p:tgtEl>
                                          <p:spTgt spid="1980"/>
                                        </p:tgtEl>
                                        <p:attrNameLst>
                                          <p:attrName>style.visibility</p:attrName>
                                        </p:attrNameLst>
                                      </p:cBhvr>
                                      <p:to>
                                        <p:strVal val="visible"/>
                                      </p:to>
                                    </p:set>
                                    <p:animEffect filter="dissolve" transition="in">
                                      <p:cBhvr additive="repl">
                                        <p:cTn id="5269" dur="500"/>
                                        <p:tgtEl>
                                          <p:spTgt spid="1980"/>
                                        </p:tgtEl>
                                      </p:cBhvr>
                                    </p:animEffect>
                                  </p:childTnLst>
                                </p:cTn>
                              </p:par>
                            </p:childTnLst>
                          </p:cTn>
                        </p:par>
                        <p:par>
                          <p:cTn id="5270" fill="hold">
                            <p:stCondLst>
                              <p:cond delay="6620"/>
                            </p:stCondLst>
                            <p:childTnLst>
                              <p:par>
                                <p:cTn id="5271" nodeType="afterEffect" fill="hold" presetClass="entr" presetID="1">
                                  <p:stCondLst>
                                    <p:cond delay="500"/>
                                  </p:stCondLst>
                                  <p:childTnLst>
                                    <p:set>
                                      <p:cBhvr>
                                        <p:cTn id="5272" dur="1" fill="hold">
                                          <p:stCondLst>
                                            <p:cond delay="0"/>
                                          </p:stCondLst>
                                        </p:cTn>
                                        <p:tgtEl>
                                          <p:spTgt spid="1966"/>
                                        </p:tgtEl>
                                        <p:attrNameLst>
                                          <p:attrName>style.visibility</p:attrName>
                                        </p:attrNameLst>
                                      </p:cBhvr>
                                      <p:to>
                                        <p:strVal val="visible"/>
                                      </p:to>
                                    </p:set>
                                  </p:childTnLst>
                                </p:cTn>
                              </p:par>
                            </p:childTnLst>
                          </p:cTn>
                        </p:par>
                        <p:par>
                          <p:cTn id="5273" fill="hold">
                            <p:stCondLst>
                              <p:cond delay="7120"/>
                            </p:stCondLst>
                            <p:childTnLst>
                              <p:par>
                                <p:cTn id="5274" nodeType="afterEffect" fill="hold" presetClass="exit" presetID="1">
                                  <p:stCondLst>
                                    <p:cond delay="1500"/>
                                  </p:stCondLst>
                                  <p:childTnLst>
                                    <p:set>
                                      <p:cBhvr>
                                        <p:cTn id="5275" dur="1" fill="hold">
                                          <p:stCondLst>
                                            <p:cond delay="0"/>
                                          </p:stCondLst>
                                        </p:cTn>
                                        <p:tgtEl>
                                          <p:spTgt spid="1966"/>
                                        </p:tgtEl>
                                        <p:attrNameLst>
                                          <p:attrName>style.visibility</p:attrName>
                                        </p:attrNameLst>
                                      </p:cBhvr>
                                      <p:to>
                                        <p:strVal val="hidden"/>
                                      </p:to>
                                    </p:set>
                                  </p:childTnLst>
                                </p:cTn>
                              </p:par>
                            </p:childTnLst>
                          </p:cTn>
                        </p:par>
                        <p:par>
                          <p:cTn id="5276" fill="hold">
                            <p:stCondLst>
                              <p:cond delay="8620"/>
                            </p:stCondLst>
                            <p:childTnLst>
                              <p:par>
                                <p:cTn id="5277" nodeType="afterEffect" fill="hold" presetClass="entr" presetID="1">
                                  <p:stCondLst>
                                    <p:cond delay="0"/>
                                  </p:stCondLst>
                                  <p:childTnLst>
                                    <p:set>
                                      <p:cBhvr>
                                        <p:cTn id="5278" dur="1" fill="hold">
                                          <p:stCondLst>
                                            <p:cond delay="0"/>
                                          </p:stCondLst>
                                        </p:cTn>
                                        <p:tgtEl>
                                          <p:spTgt spid="1968"/>
                                        </p:tgtEl>
                                        <p:attrNameLst>
                                          <p:attrName>style.visibility</p:attrName>
                                        </p:attrNameLst>
                                      </p:cBhvr>
                                      <p:to>
                                        <p:strVal val="visible"/>
                                      </p:to>
                                    </p:set>
                                  </p:childTnLst>
                                </p:cTn>
                              </p:par>
                            </p:childTnLst>
                          </p:cTn>
                        </p:par>
                        <p:par>
                          <p:cTn id="5279" fill="hold">
                            <p:stCondLst>
                              <p:cond delay="8620"/>
                            </p:stCondLst>
                            <p:childTnLst>
                              <p:par>
                                <p:cTn id="5280" nodeType="afterEffect" fill="hold" presetClass="path" presetID="0">
                                  <p:stCondLst>
                                    <p:cond delay="0"/>
                                  </p:stCondLst>
                                  <p:childTnLst>
                                    <p:animMotion origin="layout" path="M 1.73472E-018 -1.7341E-006 L 1.73472E-018 0.05549 E">
                                      <p:cBhvr>
                                        <p:cTn id="5281" dur="1000" fill="hold"/>
                                        <p:tgtEl>
                                          <p:spTgt spid="1968"/>
                                        </p:tgtEl>
                                      </p:cBhvr>
                                    </p:animMotion>
                                  </p:childTnLst>
                                </p:cTn>
                              </p:par>
                            </p:childTnLst>
                          </p:cTn>
                        </p:par>
                        <p:par>
                          <p:cTn id="5282" fill="hold">
                            <p:stCondLst>
                              <p:cond delay="9620"/>
                            </p:stCondLst>
                            <p:childTnLst>
                              <p:par>
                                <p:cTn id="5283" nodeType="afterEffect" fill="hold" presetClass="entr" presetID="1">
                                  <p:stCondLst>
                                    <p:cond delay="0"/>
                                  </p:stCondLst>
                                  <p:childTnLst>
                                    <p:set>
                                      <p:cBhvr>
                                        <p:cTn id="5284" dur="1" fill="hold">
                                          <p:stCondLst>
                                            <p:cond delay="0"/>
                                          </p:stCondLst>
                                        </p:cTn>
                                        <p:tgtEl>
                                          <p:spTgt spid="1970"/>
                                        </p:tgtEl>
                                        <p:attrNameLst>
                                          <p:attrName>style.visibility</p:attrName>
                                        </p:attrNameLst>
                                      </p:cBhvr>
                                      <p:to>
                                        <p:strVal val="visible"/>
                                      </p:to>
                                    </p:set>
                                  </p:childTnLst>
                                </p:cTn>
                              </p:par>
                            </p:childTnLst>
                          </p:cTn>
                        </p:par>
                        <p:par>
                          <p:cTn id="5285" fill="hold">
                            <p:stCondLst>
                              <p:cond delay="9620"/>
                            </p:stCondLst>
                            <p:childTnLst>
                              <p:par>
                                <p:cTn id="5286" nodeType="afterEffect" fill="hold" presetClass="path" presetID="0">
                                  <p:stCondLst>
                                    <p:cond delay="0"/>
                                  </p:stCondLst>
                                  <p:childTnLst>
                                    <p:animMotion origin="layout" path="M -3.33333E-006 1.90751E-006 L -0.00416 0.17757 E">
                                      <p:cBhvr>
                                        <p:cTn id="5287" dur="1000" fill="hold"/>
                                        <p:tgtEl>
                                          <p:spTgt spid="1970"/>
                                        </p:tgtEl>
                                      </p:cBhvr>
                                    </p:animMotion>
                                  </p:childTnLst>
                                </p:cTn>
                              </p:par>
                            </p:childTnLst>
                          </p:cTn>
                        </p:par>
                        <p:par>
                          <p:cTn id="5288" fill="hold">
                            <p:stCondLst>
                              <p:cond delay="10620"/>
                            </p:stCondLst>
                            <p:childTnLst>
                              <p:par>
                                <p:cTn id="5289" nodeType="afterEffect" fill="hold" presetClass="entr" presetID="1">
                                  <p:stCondLst>
                                    <p:cond delay="0"/>
                                  </p:stCondLst>
                                  <p:childTnLst>
                                    <p:set>
                                      <p:cBhvr>
                                        <p:cTn id="5290" dur="1" fill="hold">
                                          <p:stCondLst>
                                            <p:cond delay="0"/>
                                          </p:stCondLst>
                                        </p:cTn>
                                        <p:tgtEl>
                                          <p:spTgt spid="1972"/>
                                        </p:tgtEl>
                                        <p:attrNameLst>
                                          <p:attrName>style.visibility</p:attrName>
                                        </p:attrNameLst>
                                      </p:cBhvr>
                                      <p:to>
                                        <p:strVal val="visible"/>
                                      </p:to>
                                    </p:set>
                                  </p:childTnLst>
                                </p:cTn>
                              </p:par>
                            </p:childTnLst>
                          </p:cTn>
                        </p:par>
                        <p:par>
                          <p:cTn id="5291" fill="hold">
                            <p:stCondLst>
                              <p:cond delay="10620"/>
                            </p:stCondLst>
                            <p:childTnLst>
                              <p:par>
                                <p:cTn id="5292" nodeType="afterEffect" fill="hold" presetClass="path" presetID="0">
                                  <p:stCondLst>
                                    <p:cond delay="0"/>
                                  </p:stCondLst>
                                  <p:childTnLst>
                                    <p:animMotion origin="layout" path="M -3.33333E-006 1.90751E-006 L -0.02916 0.23306 E">
                                      <p:cBhvr>
                                        <p:cTn id="5293" dur="1000" fill="hold"/>
                                        <p:tgtEl>
                                          <p:spTgt spid="1972"/>
                                        </p:tgtEl>
                                      </p:cBhvr>
                                    </p:animMotion>
                                  </p:childTnLst>
                                </p:cTn>
                              </p:par>
                            </p:childTnLst>
                          </p:cTn>
                        </p:par>
                        <p:par>
                          <p:cTn id="5294" fill="hold">
                            <p:stCondLst>
                              <p:cond delay="11620"/>
                            </p:stCondLst>
                            <p:childTnLst>
                              <p:par>
                                <p:cTn id="5295" nodeType="afterEffect" fill="hold" presetClass="path" presetID="0">
                                  <p:stCondLst>
                                    <p:cond delay="0"/>
                                  </p:stCondLst>
                                  <p:childTnLst>
                                    <p:animMotion origin="layout" path="M 6.66667E-006 4.04624E-006 L 0.46667 -0.07769 E">
                                      <p:cBhvr>
                                        <p:cTn id="5296" dur="500" fill="hold"/>
                                        <p:tgtEl>
                                          <p:spTgt spid="1968"/>
                                        </p:tgtEl>
                                      </p:cBhvr>
                                    </p:animMotion>
                                  </p:childTnLst>
                                </p:cTn>
                              </p:par>
                            </p:childTnLst>
                          </p:cTn>
                        </p:par>
                        <p:par>
                          <p:cTn id="5297" fill="hold">
                            <p:stCondLst>
                              <p:cond delay="12120"/>
                            </p:stCondLst>
                            <p:childTnLst>
                              <p:par>
                                <p:cTn id="5298" nodeType="afterEffect" fill="hold" presetClass="exit" presetID="1">
                                  <p:stCondLst>
                                    <p:cond delay="0"/>
                                  </p:stCondLst>
                                  <p:childTnLst>
                                    <p:set>
                                      <p:cBhvr>
                                        <p:cTn id="5299" dur="1" fill="hold">
                                          <p:stCondLst>
                                            <p:cond delay="0"/>
                                          </p:stCondLst>
                                        </p:cTn>
                                        <p:tgtEl>
                                          <p:spTgt spid="1968"/>
                                        </p:tgtEl>
                                        <p:attrNameLst>
                                          <p:attrName>style.visibility</p:attrName>
                                        </p:attrNameLst>
                                      </p:cBhvr>
                                      <p:to>
                                        <p:strVal val="hidden"/>
                                      </p:to>
                                    </p:set>
                                  </p:childTnLst>
                                </p:cTn>
                              </p:par>
                            </p:childTnLst>
                          </p:cTn>
                        </p:par>
                        <p:par>
                          <p:cTn id="5300" fill="hold">
                            <p:stCondLst>
                              <p:cond delay="12120"/>
                            </p:stCondLst>
                            <p:childTnLst>
                              <p:par>
                                <p:cTn id="5301" nodeType="afterEffect" fill="hold" presetClass="entr" presetID="1">
                                  <p:stCondLst>
                                    <p:cond delay="0"/>
                                  </p:stCondLst>
                                  <p:childTnLst>
                                    <p:set>
                                      <p:cBhvr>
                                        <p:cTn id="5302" dur="1" fill="hold">
                                          <p:stCondLst>
                                            <p:cond delay="0"/>
                                          </p:stCondLst>
                                        </p:cTn>
                                        <p:tgtEl>
                                          <p:spTgt spid="1969"/>
                                        </p:tgtEl>
                                        <p:attrNameLst>
                                          <p:attrName>style.visibility</p:attrName>
                                        </p:attrNameLst>
                                      </p:cBhvr>
                                      <p:to>
                                        <p:strVal val="visible"/>
                                      </p:to>
                                    </p:set>
                                  </p:childTnLst>
                                </p:cTn>
                              </p:par>
                            </p:childTnLst>
                          </p:cTn>
                        </p:par>
                        <p:par>
                          <p:cTn id="5303" fill="hold">
                            <p:stCondLst>
                              <p:cond delay="12120"/>
                            </p:stCondLst>
                            <p:childTnLst>
                              <p:par>
                                <p:cTn id="5304" nodeType="afterEffect" fill="hold" presetClass="exit" presetID="9">
                                  <p:stCondLst>
                                    <p:cond delay="0"/>
                                  </p:stCondLst>
                                  <p:childTnLst>
                                    <p:animEffect filter="dissolve" transition="out">
                                      <p:cBhvr additive="repl">
                                        <p:cTn id="5305" dur="500"/>
                                        <p:tgtEl>
                                          <p:spTgt spid="1969"/>
                                        </p:tgtEl>
                                      </p:cBhvr>
                                    </p:animEffect>
                                    <p:set>
                                      <p:cBhvr>
                                        <p:cTn id="5306" dur="1" fill="hold">
                                          <p:stCondLst>
                                            <p:cond delay="499"/>
                                          </p:stCondLst>
                                        </p:cTn>
                                        <p:tgtEl>
                                          <p:spTgt spid="1969"/>
                                        </p:tgtEl>
                                        <p:attrNameLst>
                                          <p:attrName>style.visibility</p:attrName>
                                        </p:attrNameLst>
                                      </p:cBhvr>
                                      <p:to>
                                        <p:strVal val="hidden"/>
                                      </p:to>
                                    </p:set>
                                  </p:childTnLst>
                                </p:cTn>
                              </p:par>
                            </p:childTnLst>
                          </p:cTn>
                        </p:par>
                        <p:par>
                          <p:cTn id="5307" fill="hold">
                            <p:stCondLst>
                              <p:cond delay="12620"/>
                            </p:stCondLst>
                            <p:childTnLst>
                              <p:par>
                                <p:cTn id="5308" nodeType="afterEffect" fill="hold" presetClass="path" presetID="0">
                                  <p:stCondLst>
                                    <p:cond delay="0"/>
                                  </p:stCondLst>
                                  <p:childTnLst>
                                    <p:animMotion origin="layout" path="M -3.33333E-006 0.13318 L 0.47084 1.90751E-006 E">
                                      <p:cBhvr>
                                        <p:cTn id="5309" dur="500" fill="hold"/>
                                        <p:tgtEl>
                                          <p:spTgt spid="1970"/>
                                        </p:tgtEl>
                                      </p:cBhvr>
                                    </p:animMotion>
                                  </p:childTnLst>
                                </p:cTn>
                              </p:par>
                            </p:childTnLst>
                          </p:cTn>
                        </p:par>
                        <p:par>
                          <p:cTn id="5310" fill="hold">
                            <p:stCondLst>
                              <p:cond delay="13120"/>
                            </p:stCondLst>
                            <p:childTnLst>
                              <p:par>
                                <p:cTn id="5311" nodeType="afterEffect" fill="hold" presetClass="exit" presetID="1">
                                  <p:stCondLst>
                                    <p:cond delay="0"/>
                                  </p:stCondLst>
                                  <p:childTnLst>
                                    <p:set>
                                      <p:cBhvr>
                                        <p:cTn id="5312" dur="1" fill="hold">
                                          <p:stCondLst>
                                            <p:cond delay="0"/>
                                          </p:stCondLst>
                                        </p:cTn>
                                        <p:tgtEl>
                                          <p:spTgt spid="1970"/>
                                        </p:tgtEl>
                                        <p:attrNameLst>
                                          <p:attrName>style.visibility</p:attrName>
                                        </p:attrNameLst>
                                      </p:cBhvr>
                                      <p:to>
                                        <p:strVal val="hidden"/>
                                      </p:to>
                                    </p:set>
                                  </p:childTnLst>
                                </p:cTn>
                              </p:par>
                            </p:childTnLst>
                          </p:cTn>
                        </p:par>
                        <p:par>
                          <p:cTn id="5313" fill="hold">
                            <p:stCondLst>
                              <p:cond delay="13120"/>
                            </p:stCondLst>
                            <p:childTnLst>
                              <p:par>
                                <p:cTn id="5314" nodeType="afterEffect" fill="hold" presetClass="entr" presetID="1">
                                  <p:stCondLst>
                                    <p:cond delay="0"/>
                                  </p:stCondLst>
                                  <p:childTnLst>
                                    <p:set>
                                      <p:cBhvr>
                                        <p:cTn id="5315" dur="1" fill="hold">
                                          <p:stCondLst>
                                            <p:cond delay="0"/>
                                          </p:stCondLst>
                                        </p:cTn>
                                        <p:tgtEl>
                                          <p:spTgt spid="1971"/>
                                        </p:tgtEl>
                                        <p:attrNameLst>
                                          <p:attrName>style.visibility</p:attrName>
                                        </p:attrNameLst>
                                      </p:cBhvr>
                                      <p:to>
                                        <p:strVal val="visible"/>
                                      </p:to>
                                    </p:set>
                                  </p:childTnLst>
                                </p:cTn>
                              </p:par>
                            </p:childTnLst>
                          </p:cTn>
                        </p:par>
                        <p:par>
                          <p:cTn id="5316" fill="hold">
                            <p:stCondLst>
                              <p:cond delay="13120"/>
                            </p:stCondLst>
                            <p:childTnLst>
                              <p:par>
                                <p:cTn id="5317" nodeType="afterEffect" fill="hold" presetClass="exit" presetID="9">
                                  <p:stCondLst>
                                    <p:cond delay="0"/>
                                  </p:stCondLst>
                                  <p:childTnLst>
                                    <p:animEffect filter="dissolve" transition="out">
                                      <p:cBhvr additive="repl">
                                        <p:cTn id="5318" dur="500"/>
                                        <p:tgtEl>
                                          <p:spTgt spid="1971"/>
                                        </p:tgtEl>
                                      </p:cBhvr>
                                    </p:animEffect>
                                    <p:set>
                                      <p:cBhvr>
                                        <p:cTn id="5319" dur="1" fill="hold">
                                          <p:stCondLst>
                                            <p:cond delay="499"/>
                                          </p:stCondLst>
                                        </p:cTn>
                                        <p:tgtEl>
                                          <p:spTgt spid="1971"/>
                                        </p:tgtEl>
                                        <p:attrNameLst>
                                          <p:attrName>style.visibility</p:attrName>
                                        </p:attrNameLst>
                                      </p:cBhvr>
                                      <p:to>
                                        <p:strVal val="hidden"/>
                                      </p:to>
                                    </p:set>
                                  </p:childTnLst>
                                </p:cTn>
                              </p:par>
                            </p:childTnLst>
                          </p:cTn>
                        </p:par>
                        <p:par>
                          <p:cTn id="5320" fill="hold">
                            <p:stCondLst>
                              <p:cond delay="13620"/>
                            </p:stCondLst>
                            <p:childTnLst>
                              <p:par>
                                <p:cTn id="5321" nodeType="afterEffect" fill="hold" presetClass="path" presetID="0">
                                  <p:stCondLst>
                                    <p:cond delay="0"/>
                                  </p:stCondLst>
                                  <p:childTnLst>
                                    <p:animMotion origin="layout" path="M -3.33333E-006 0.13318 L 0.47084 1.90751E-006 E">
                                      <p:cBhvr>
                                        <p:cTn id="5322" dur="500" fill="hold"/>
                                        <p:tgtEl>
                                          <p:spTgt spid="1972"/>
                                        </p:tgtEl>
                                      </p:cBhvr>
                                    </p:animMotion>
                                  </p:childTnLst>
                                </p:cTn>
                              </p:par>
                            </p:childTnLst>
                          </p:cTn>
                        </p:par>
                        <p:par>
                          <p:cTn id="5323" fill="hold">
                            <p:stCondLst>
                              <p:cond delay="14120"/>
                            </p:stCondLst>
                            <p:childTnLst>
                              <p:par>
                                <p:cTn id="5324" nodeType="afterEffect" fill="hold" presetClass="exit" presetID="1">
                                  <p:stCondLst>
                                    <p:cond delay="0"/>
                                  </p:stCondLst>
                                  <p:childTnLst>
                                    <p:set>
                                      <p:cBhvr>
                                        <p:cTn id="5325" dur="1" fill="hold">
                                          <p:stCondLst>
                                            <p:cond delay="0"/>
                                          </p:stCondLst>
                                        </p:cTn>
                                        <p:tgtEl>
                                          <p:spTgt spid="1972"/>
                                        </p:tgtEl>
                                        <p:attrNameLst>
                                          <p:attrName>style.visibility</p:attrName>
                                        </p:attrNameLst>
                                      </p:cBhvr>
                                      <p:to>
                                        <p:strVal val="hidden"/>
                                      </p:to>
                                    </p:set>
                                  </p:childTnLst>
                                </p:cTn>
                              </p:par>
                            </p:childTnLst>
                          </p:cTn>
                        </p:par>
                        <p:par>
                          <p:cTn id="5326" fill="hold">
                            <p:stCondLst>
                              <p:cond delay="14120"/>
                            </p:stCondLst>
                            <p:childTnLst>
                              <p:par>
                                <p:cTn id="5327" nodeType="afterEffect" fill="hold" presetClass="entr" presetID="1">
                                  <p:stCondLst>
                                    <p:cond delay="0"/>
                                  </p:stCondLst>
                                  <p:childTnLst>
                                    <p:set>
                                      <p:cBhvr>
                                        <p:cTn id="5328" dur="1" fill="hold">
                                          <p:stCondLst>
                                            <p:cond delay="0"/>
                                          </p:stCondLst>
                                        </p:cTn>
                                        <p:tgtEl>
                                          <p:spTgt spid="1973"/>
                                        </p:tgtEl>
                                        <p:attrNameLst>
                                          <p:attrName>style.visibility</p:attrName>
                                        </p:attrNameLst>
                                      </p:cBhvr>
                                      <p:to>
                                        <p:strVal val="visible"/>
                                      </p:to>
                                    </p:set>
                                  </p:childTnLst>
                                </p:cTn>
                              </p:par>
                            </p:childTnLst>
                          </p:cTn>
                        </p:par>
                        <p:par>
                          <p:cTn id="5329" fill="hold">
                            <p:stCondLst>
                              <p:cond delay="14120"/>
                            </p:stCondLst>
                            <p:childTnLst>
                              <p:par>
                                <p:cTn id="5330" nodeType="afterEffect" fill="hold" presetClass="exit" presetID="9">
                                  <p:stCondLst>
                                    <p:cond delay="0"/>
                                  </p:stCondLst>
                                  <p:childTnLst>
                                    <p:animEffect filter="dissolve" transition="out">
                                      <p:cBhvr additive="repl">
                                        <p:cTn id="5331" dur="500"/>
                                        <p:tgtEl>
                                          <p:spTgt spid="1973"/>
                                        </p:tgtEl>
                                      </p:cBhvr>
                                    </p:animEffect>
                                    <p:set>
                                      <p:cBhvr>
                                        <p:cTn id="5332" dur="1" fill="hold">
                                          <p:stCondLst>
                                            <p:cond delay="499"/>
                                          </p:stCondLst>
                                        </p:cTn>
                                        <p:tgtEl>
                                          <p:spTgt spid="1973"/>
                                        </p:tgtEl>
                                        <p:attrNameLst>
                                          <p:attrName>style.visibility</p:attrName>
                                        </p:attrNameLst>
                                      </p:cBhvr>
                                      <p:to>
                                        <p:strVal val="hidden"/>
                                      </p:to>
                                    </p:set>
                                  </p:childTnLst>
                                </p:cTn>
                              </p:par>
                            </p:childTnLst>
                          </p:cTn>
                        </p:par>
                        <p:par>
                          <p:cTn id="5333" fill="hold">
                            <p:stCondLst>
                              <p:cond delay="14620"/>
                            </p:stCondLst>
                            <p:childTnLst>
                              <p:par>
                                <p:cTn id="5334" nodeType="afterEffect" fill="hold" presetClass="entr" presetID="27">
                                  <p:stCondLst>
                                    <p:cond delay="0"/>
                                  </p:stCondLst>
                                  <p:iterate type="lt">
                                    <p:tmAbs val="40"/>
                                  </p:iterate>
                                  <p:childTnLst>
                                    <p:set>
                                      <p:cBhvr>
                                        <p:cTn id="5335" dur="1" fill="hold">
                                          <p:stCondLst>
                                            <p:cond delay="0"/>
                                          </p:stCondLst>
                                        </p:cTn>
                                        <p:tgtEl>
                                          <p:spTgt spid="1974"/>
                                        </p:tgtEl>
                                        <p:attrNameLst>
                                          <p:attrName>style.visibility</p:attrName>
                                        </p:attrNameLst>
                                      </p:cBhvr>
                                      <p:to>
                                        <p:strVal val="visible"/>
                                      </p:to>
                                    </p:set>
                                    <p:anim calcmode="discrete" valueType="clr">
                                      <p:cBhvr additive="repl">
                                        <p:cTn id="5336" dur="80"/>
                                        <p:tgtEl>
                                          <p:spTgt spid="1974"/>
                                        </p:tgtEl>
                                        <p:attrNameLst>
                                          <p:attrName>style.color</p:attrName>
                                        </p:attrNameLst>
                                      </p:cBhvr>
                                      <p:tavLst>
                                        <p:tav tm="0">
                                          <p:val>
                                            <p:strVal val="rgb(-103,51,51)"/>
                                          </p:val>
                                        </p:tav>
                                        <p:tav tm="50000">
                                          <p:val>
                                            <p:strVal val="rgb(-103,-103,0)"/>
                                          </p:val>
                                        </p:tav>
                                      </p:tavLst>
                                    </p:anim>
                                    <p:anim calcmode="discrete" valueType="clr">
                                      <p:cBhvr additive="repl">
                                        <p:cTn id="5337" dur="80"/>
                                        <p:tgtEl>
                                          <p:spTgt spid="1974"/>
                                        </p:tgtEl>
                                        <p:attrNameLst>
                                          <p:attrName>fillcolor</p:attrName>
                                        </p:attrNameLst>
                                      </p:cBhvr>
                                      <p:tavLst>
                                        <p:tav tm="0">
                                          <p:val>
                                            <p:strVal val="rgb(-103,51,51)"/>
                                          </p:val>
                                        </p:tav>
                                        <p:tav tm="50000">
                                          <p:val>
                                            <p:strVal val="rgb(-103,-103,0)"/>
                                          </p:val>
                                        </p:tav>
                                      </p:tavLst>
                                    </p:anim>
                                    <p:set>
                                      <p:cBhvr>
                                        <p:cTn id="5338" dur="80"/>
                                        <p:tgtEl>
                                          <p:spTgt spid="1974"/>
                                        </p:tgtEl>
                                        <p:attrNameLst>
                                          <p:attrName>fill.type</p:attrName>
                                        </p:attrNameLst>
                                      </p:cBhvr>
                                      <p:to>
                                        <p:strVal val="solid"/>
                                      </p:to>
                                    </p:set>
                                  </p:childTnLst>
                                </p:cTn>
                              </p:par>
                            </p:childTnLst>
                          </p:cTn>
                        </p:par>
                        <p:par>
                          <p:cTn id="5339" fill="hold">
                            <p:stCondLst>
                              <p:cond delay="15220"/>
                            </p:stCondLst>
                            <p:childTnLst>
                              <p:par>
                                <p:cTn id="5340" nodeType="afterEffect" fill="hold" presetClass="exit" presetID="27">
                                  <p:stCondLst>
                                    <p:cond delay="500"/>
                                  </p:stCondLst>
                                  <p:iterate type="lt">
                                    <p:tmAbs val="40"/>
                                  </p:iterate>
                                  <p:childTnLst>
                                    <p:anim calcmode="discrete" valueType="clr">
                                      <p:cBhvr additive="repl">
                                        <p:cTn id="5341" dur="80"/>
                                        <p:tgtEl>
                                          <p:spTgt spid="1974"/>
                                        </p:tgtEl>
                                        <p:attrNameLst>
                                          <p:attrName>style.color</p:attrName>
                                        </p:attrNameLst>
                                      </p:cBhvr>
                                      <p:tavLst>
                                        <p:tav tm="0">
                                          <p:val>
                                            <p:strVal val="rgb(-103,-103,0)"/>
                                          </p:val>
                                        </p:tav>
                                        <p:tav tm="50000">
                                          <p:val>
                                            <p:strVal val="rgb(-103,51,51)"/>
                                          </p:val>
                                        </p:tav>
                                      </p:tavLst>
                                    </p:anim>
                                    <p:anim calcmode="discrete" valueType="clr">
                                      <p:cBhvr additive="repl">
                                        <p:cTn id="5342" dur="80"/>
                                        <p:tgtEl>
                                          <p:spTgt spid="1974"/>
                                        </p:tgtEl>
                                        <p:attrNameLst>
                                          <p:attrName>fillcolor</p:attrName>
                                        </p:attrNameLst>
                                      </p:cBhvr>
                                      <p:tavLst>
                                        <p:tav tm="0">
                                          <p:val>
                                            <p:strVal val="rgb(-103,-103,0)"/>
                                          </p:val>
                                        </p:tav>
                                        <p:tav tm="50000">
                                          <p:val>
                                            <p:strVal val="rgb(-103,51,51)"/>
                                          </p:val>
                                        </p:tav>
                                      </p:tavLst>
                                    </p:anim>
                                    <p:set>
                                      <p:cBhvr>
                                        <p:cTn id="5343" dur="80"/>
                                        <p:tgtEl>
                                          <p:spTgt spid="1974"/>
                                        </p:tgtEl>
                                        <p:attrNameLst>
                                          <p:attrName>fill.type</p:attrName>
                                        </p:attrNameLst>
                                      </p:cBhvr>
                                      <p:to>
                                        <p:strVal val="solid"/>
                                      </p:to>
                                    </p:set>
                                    <p:set>
                                      <p:cBhvr>
                                        <p:cTn id="5344" dur="1" fill="hold">
                                          <p:stCondLst>
                                            <p:cond delay="79"/>
                                          </p:stCondLst>
                                        </p:cTn>
                                        <p:tgtEl>
                                          <p:spTgt spid="1974"/>
                                        </p:tgtEl>
                                        <p:attrNameLst>
                                          <p:attrName>style.visibility</p:attrName>
                                        </p:attrNameLst>
                                      </p:cBhvr>
                                      <p:to>
                                        <p:strVal val="hidden"/>
                                      </p:to>
                                    </p:set>
                                  </p:childTnLst>
                                </p:cTn>
                              </p:par>
                              <p:par>
                                <p:cTn id="5345" nodeType="withEffect" fill="hold" presetClass="entr" presetID="9">
                                  <p:stCondLst>
                                    <p:cond delay="0"/>
                                  </p:stCondLst>
                                  <p:childTnLst>
                                    <p:set>
                                      <p:cBhvr>
                                        <p:cTn id="5346" dur="1" fill="hold">
                                          <p:stCondLst>
                                            <p:cond delay="0"/>
                                          </p:stCondLst>
                                        </p:cTn>
                                        <p:tgtEl>
                                          <p:spTgt spid="1981"/>
                                        </p:tgtEl>
                                        <p:attrNameLst>
                                          <p:attrName>style.visibility</p:attrName>
                                        </p:attrNameLst>
                                      </p:cBhvr>
                                      <p:to>
                                        <p:strVal val="visible"/>
                                      </p:to>
                                    </p:set>
                                    <p:animEffect filter="dissolve" transition="in">
                                      <p:cBhvr additive="repl">
                                        <p:cTn id="5347" dur="500"/>
                                        <p:tgtEl>
                                          <p:spTgt spid="1981"/>
                                        </p:tgtEl>
                                      </p:cBhvr>
                                    </p:animEffect>
                                  </p:childTnLst>
                                </p:cTn>
                              </p:par>
                            </p:childTnLst>
                          </p:cTn>
                        </p:par>
                        <p:par>
                          <p:cTn id="5348" fill="hold">
                            <p:stCondLst>
                              <p:cond delay="16320"/>
                            </p:stCondLst>
                            <p:childTnLst>
                              <p:par>
                                <p:cTn id="5349" nodeType="afterEffect" fill="hold" presetClass="entr" presetID="1">
                                  <p:stCondLst>
                                    <p:cond delay="0"/>
                                  </p:stCondLst>
                                  <p:childTnLst>
                                    <p:set>
                                      <p:cBhvr>
                                        <p:cTn id="5350" dur="1" fill="hold">
                                          <p:stCondLst>
                                            <p:cond delay="0"/>
                                          </p:stCondLst>
                                        </p:cTn>
                                        <p:tgtEl>
                                          <p:spTgt spid="1981"/>
                                        </p:tgtEl>
                                        <p:attrNameLst>
                                          <p:attrName>style.visibility</p:attrName>
                                        </p:attrNameLst>
                                      </p:cBhvr>
                                      <p:to>
                                        <p:strVal val="visible"/>
                                      </p:to>
                                    </p:set>
                                  </p:childTnLst>
                                </p:cTn>
                              </p:par>
                              <p:par>
                                <p:cTn id="5351" nodeType="withEffect" fill="hold" presetClass="entr" presetID="9">
                                  <p:stCondLst>
                                    <p:cond delay="0"/>
                                  </p:stCondLst>
                                  <p:childTnLst>
                                    <p:set>
                                      <p:cBhvr>
                                        <p:cTn id="5352" dur="1" fill="hold">
                                          <p:stCondLst>
                                            <p:cond delay="0"/>
                                          </p:stCondLst>
                                        </p:cTn>
                                        <p:tgtEl>
                                          <p:spTgt spid="1982"/>
                                        </p:tgtEl>
                                        <p:attrNameLst>
                                          <p:attrName>style.visibility</p:attrName>
                                        </p:attrNameLst>
                                      </p:cBhvr>
                                      <p:to>
                                        <p:strVal val="visible"/>
                                      </p:to>
                                    </p:set>
                                    <p:animEffect filter="dissolve" transition="in">
                                      <p:cBhvr additive="repl">
                                        <p:cTn id="5353" dur="500"/>
                                        <p:tgtEl>
                                          <p:spTgt spid="1982"/>
                                        </p:tgtEl>
                                      </p:cBhvr>
                                    </p:animEffect>
                                  </p:childTnLst>
                                </p:cTn>
                              </p:par>
                            </p:childTnLst>
                          </p:cTn>
                        </p:par>
                        <p:par>
                          <p:cTn id="5354" fill="hold">
                            <p:stCondLst>
                              <p:cond delay="16820"/>
                            </p:stCondLst>
                            <p:childTnLst>
                              <p:par>
                                <p:cTn id="5355" nodeType="afterEffect" fill="hold" presetClass="entr" presetID="9">
                                  <p:stCondLst>
                                    <p:cond delay="0"/>
                                  </p:stCondLst>
                                  <p:childTnLst>
                                    <p:set>
                                      <p:cBhvr>
                                        <p:cTn id="5356" dur="1" fill="hold">
                                          <p:stCondLst>
                                            <p:cond delay="0"/>
                                          </p:stCondLst>
                                        </p:cTn>
                                        <p:tgtEl>
                                          <p:spTgt spid="1976"/>
                                        </p:tgtEl>
                                        <p:attrNameLst>
                                          <p:attrName>style.visibility</p:attrName>
                                        </p:attrNameLst>
                                      </p:cBhvr>
                                      <p:to>
                                        <p:strVal val="visible"/>
                                      </p:to>
                                    </p:set>
                                    <p:animEffect filter="dissolve" transition="in">
                                      <p:cBhvr additive="repl">
                                        <p:cTn id="5357" dur="500"/>
                                        <p:tgtEl>
                                          <p:spTgt spid="1976"/>
                                        </p:tgtEl>
                                      </p:cBhvr>
                                    </p:animEffect>
                                  </p:childTnLst>
                                </p:cTn>
                              </p:par>
                            </p:childTnLst>
                          </p:cTn>
                        </p:par>
                        <p:par>
                          <p:cTn id="5358" fill="hold">
                            <p:stCondLst>
                              <p:cond delay="17320"/>
                            </p:stCondLst>
                            <p:childTnLst>
                              <p:par>
                                <p:cTn id="5359" nodeType="afterEffect" fill="hold" presetClass="entr" presetID="27">
                                  <p:stCondLst>
                                    <p:cond delay="0"/>
                                  </p:stCondLst>
                                  <p:iterate type="lt">
                                    <p:tmAbs val="40"/>
                                  </p:iterate>
                                  <p:childTnLst>
                                    <p:set>
                                      <p:cBhvr>
                                        <p:cTn id="5360" dur="1" fill="hold">
                                          <p:stCondLst>
                                            <p:cond delay="0"/>
                                          </p:stCondLst>
                                        </p:cTn>
                                        <p:tgtEl>
                                          <p:spTgt spid="1977"/>
                                        </p:tgtEl>
                                        <p:attrNameLst>
                                          <p:attrName>style.visibility</p:attrName>
                                        </p:attrNameLst>
                                      </p:cBhvr>
                                      <p:to>
                                        <p:strVal val="visible"/>
                                      </p:to>
                                    </p:set>
                                    <p:anim calcmode="discrete" valueType="clr">
                                      <p:cBhvr additive="repl">
                                        <p:cTn id="5361" dur="80"/>
                                        <p:tgtEl>
                                          <p:spTgt spid="1977"/>
                                        </p:tgtEl>
                                        <p:attrNameLst>
                                          <p:attrName>style.color</p:attrName>
                                        </p:attrNameLst>
                                      </p:cBhvr>
                                      <p:tavLst>
                                        <p:tav tm="0">
                                          <p:val>
                                            <p:strVal val="rgb(-103,51,51)"/>
                                          </p:val>
                                        </p:tav>
                                        <p:tav tm="50000">
                                          <p:val>
                                            <p:strVal val="rgb(-103,-103,0)"/>
                                          </p:val>
                                        </p:tav>
                                      </p:tavLst>
                                    </p:anim>
                                    <p:anim calcmode="discrete" valueType="clr">
                                      <p:cBhvr additive="repl">
                                        <p:cTn id="5362" dur="80"/>
                                        <p:tgtEl>
                                          <p:spTgt spid="1977"/>
                                        </p:tgtEl>
                                        <p:attrNameLst>
                                          <p:attrName>fillcolor</p:attrName>
                                        </p:attrNameLst>
                                      </p:cBhvr>
                                      <p:tavLst>
                                        <p:tav tm="0">
                                          <p:val>
                                            <p:strVal val="rgb(-103,51,51)"/>
                                          </p:val>
                                        </p:tav>
                                        <p:tav tm="50000">
                                          <p:val>
                                            <p:strVal val="rgb(-103,-103,0)"/>
                                          </p:val>
                                        </p:tav>
                                      </p:tavLst>
                                    </p:anim>
                                    <p:set>
                                      <p:cBhvr>
                                        <p:cTn id="5363" dur="80"/>
                                        <p:tgtEl>
                                          <p:spTgt spid="1977"/>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83" name="" descr=""/>
          <p:cNvPicPr/>
          <p:nvPr/>
        </p:nvPicPr>
        <p:blipFill>
          <a:blip r:embed="rId1"/>
          <a:stretch/>
        </p:blipFill>
        <p:spPr>
          <a:xfrm>
            <a:off x="0" y="0"/>
            <a:ext cx="9144000" cy="6913440"/>
          </a:xfrm>
          <a:prstGeom prst="rect">
            <a:avLst/>
          </a:prstGeom>
          <a:ln w="0">
            <a:noFill/>
          </a:ln>
        </p:spPr>
      </p:pic>
      <p:pic>
        <p:nvPicPr>
          <p:cNvPr id="1984" name="" descr=""/>
          <p:cNvPicPr/>
          <p:nvPr/>
        </p:nvPicPr>
        <p:blipFill>
          <a:blip r:embed="rId2"/>
          <a:stretch/>
        </p:blipFill>
        <p:spPr>
          <a:xfrm>
            <a:off x="5943600" y="3352680"/>
            <a:ext cx="2933640" cy="1271880"/>
          </a:xfrm>
          <a:prstGeom prst="rect">
            <a:avLst/>
          </a:prstGeom>
          <a:ln w="0">
            <a:noFill/>
          </a:ln>
        </p:spPr>
      </p:pic>
      <p:pic>
        <p:nvPicPr>
          <p:cNvPr id="1985" name="" descr=""/>
          <p:cNvPicPr/>
          <p:nvPr/>
        </p:nvPicPr>
        <p:blipFill>
          <a:blip r:embed="rId3"/>
          <a:stretch/>
        </p:blipFill>
        <p:spPr>
          <a:xfrm>
            <a:off x="609480" y="2514600"/>
            <a:ext cx="3353040" cy="2706840"/>
          </a:xfrm>
          <a:prstGeom prst="rect">
            <a:avLst/>
          </a:prstGeom>
          <a:ln w="0">
            <a:noFill/>
          </a:ln>
        </p:spPr>
      </p:pic>
      <p:sp>
        <p:nvSpPr>
          <p:cNvPr id="1986"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87"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88"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89"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90"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91"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92"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93"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94"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95"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996" name=""/>
          <p:cNvSpPr/>
          <p:nvPr/>
        </p:nvSpPr>
        <p:spPr>
          <a:xfrm>
            <a:off x="6019920" y="25909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1997" name=""/>
          <p:cNvSpPr/>
          <p:nvPr/>
        </p:nvSpPr>
        <p:spPr>
          <a:xfrm>
            <a:off x="6629400" y="27432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1998" name=""/>
          <p:cNvSpPr/>
          <p:nvPr/>
        </p:nvSpPr>
        <p:spPr>
          <a:xfrm>
            <a:off x="1295280" y="205740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0</a:t>
            </a:r>
            <a:endParaRPr b="0" lang="en-US" sz="1800" spc="-1" strike="noStrike">
              <a:solidFill>
                <a:srgbClr val="000000"/>
              </a:solidFill>
              <a:latin typeface="Arial"/>
            </a:endParaRPr>
          </a:p>
        </p:txBody>
      </p:sp>
      <p:sp>
        <p:nvSpPr>
          <p:cNvPr id="1999" name=""/>
          <p:cNvSpPr/>
          <p:nvPr/>
        </p:nvSpPr>
        <p:spPr>
          <a:xfrm>
            <a:off x="1066680" y="16765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00" name=""/>
          <p:cNvSpPr/>
          <p:nvPr/>
        </p:nvSpPr>
        <p:spPr>
          <a:xfrm>
            <a:off x="1219320" y="1828800"/>
            <a:ext cx="26668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GOBLINs-3type missile</a:t>
            </a:r>
            <a:endParaRPr b="0" lang="en-US" sz="1800" spc="-1" strike="noStrike">
              <a:solidFill>
                <a:srgbClr val="000000"/>
              </a:solidFill>
              <a:latin typeface="Arial"/>
            </a:endParaRPr>
          </a:p>
        </p:txBody>
      </p:sp>
      <p:pic>
        <p:nvPicPr>
          <p:cNvPr id="2001" name="" descr=""/>
          <p:cNvPicPr/>
          <p:nvPr/>
        </p:nvPicPr>
        <p:blipFill>
          <a:blip r:embed="rId4"/>
          <a:stretch/>
        </p:blipFill>
        <p:spPr>
          <a:xfrm>
            <a:off x="1600200" y="4267080"/>
            <a:ext cx="1752480" cy="611280"/>
          </a:xfrm>
          <a:prstGeom prst="rect">
            <a:avLst/>
          </a:prstGeom>
          <a:ln w="0">
            <a:noFill/>
          </a:ln>
        </p:spPr>
      </p:pic>
      <p:sp>
        <p:nvSpPr>
          <p:cNvPr id="2002" name=""/>
          <p:cNvSpPr/>
          <p:nvPr/>
        </p:nvSpPr>
        <p:spPr>
          <a:xfrm>
            <a:off x="6781680" y="3276720"/>
            <a:ext cx="1219320" cy="10666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003" name="" descr=""/>
          <p:cNvPicPr/>
          <p:nvPr/>
        </p:nvPicPr>
        <p:blipFill>
          <a:blip r:embed="rId5"/>
          <a:stretch/>
        </p:blipFill>
        <p:spPr>
          <a:xfrm>
            <a:off x="1600200" y="3733920"/>
            <a:ext cx="1752480" cy="610920"/>
          </a:xfrm>
          <a:prstGeom prst="rect">
            <a:avLst/>
          </a:prstGeom>
          <a:ln w="0">
            <a:noFill/>
          </a:ln>
        </p:spPr>
      </p:pic>
      <p:sp>
        <p:nvSpPr>
          <p:cNvPr id="2004" name=""/>
          <p:cNvSpPr/>
          <p:nvPr/>
        </p:nvSpPr>
        <p:spPr>
          <a:xfrm>
            <a:off x="6248520" y="3048120"/>
            <a:ext cx="1218960" cy="10666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005" name="" descr=""/>
          <p:cNvPicPr/>
          <p:nvPr/>
        </p:nvPicPr>
        <p:blipFill>
          <a:blip r:embed="rId6"/>
          <a:stretch/>
        </p:blipFill>
        <p:spPr>
          <a:xfrm>
            <a:off x="1828800" y="3733920"/>
            <a:ext cx="1752480" cy="610920"/>
          </a:xfrm>
          <a:prstGeom prst="rect">
            <a:avLst/>
          </a:prstGeom>
          <a:ln w="0">
            <a:noFill/>
          </a:ln>
        </p:spPr>
      </p:pic>
      <p:sp>
        <p:nvSpPr>
          <p:cNvPr id="2006" name=""/>
          <p:cNvSpPr/>
          <p:nvPr/>
        </p:nvSpPr>
        <p:spPr>
          <a:xfrm>
            <a:off x="6019920" y="3505320"/>
            <a:ext cx="1218960" cy="10666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07" name=""/>
          <p:cNvSpPr/>
          <p:nvPr/>
        </p:nvSpPr>
        <p:spPr>
          <a:xfrm>
            <a:off x="6629400" y="472428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10</a:t>
            </a:r>
            <a:endParaRPr b="0" lang="en-US" sz="1800" spc="-1" strike="noStrike">
              <a:solidFill>
                <a:srgbClr val="000000"/>
              </a:solidFill>
              <a:latin typeface="Arial"/>
            </a:endParaRPr>
          </a:p>
        </p:txBody>
      </p:sp>
      <p:sp>
        <p:nvSpPr>
          <p:cNvPr id="2008" name=""/>
          <p:cNvSpPr/>
          <p:nvPr/>
        </p:nvSpPr>
        <p:spPr>
          <a:xfrm>
            <a:off x="2666880" y="-274680"/>
            <a:ext cx="33530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After first round of firing…</a:t>
            </a:r>
            <a:endParaRPr b="0" lang="en-US" sz="1200" spc="-1" strike="noStrike">
              <a:solidFill>
                <a:srgbClr val="000000"/>
              </a:solidFill>
              <a:latin typeface="Arial"/>
            </a:endParaRPr>
          </a:p>
        </p:txBody>
      </p:sp>
      <p:pic>
        <p:nvPicPr>
          <p:cNvPr id="2009" name="" descr=""/>
          <p:cNvPicPr/>
          <p:nvPr/>
        </p:nvPicPr>
        <p:blipFill>
          <a:blip r:embed="rId7"/>
          <a:stretch/>
        </p:blipFill>
        <p:spPr>
          <a:xfrm>
            <a:off x="7086600" y="533520"/>
            <a:ext cx="1819440" cy="2514600"/>
          </a:xfrm>
          <a:prstGeom prst="rect">
            <a:avLst/>
          </a:prstGeom>
          <a:ln w="0">
            <a:noFill/>
          </a:ln>
        </p:spPr>
      </p:pic>
      <p:sp>
        <p:nvSpPr>
          <p:cNvPr id="2010"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011"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10</a:t>
            </a:r>
            <a:endParaRPr b="0" lang="en-US" sz="1200" spc="-1" strike="noStrike">
              <a:solidFill>
                <a:srgbClr val="000000"/>
              </a:solidFill>
              <a:latin typeface="Arial"/>
            </a:endParaRPr>
          </a:p>
        </p:txBody>
      </p:sp>
      <p:sp>
        <p:nvSpPr>
          <p:cNvPr id="2012" name=""/>
          <p:cNvSpPr/>
          <p:nvPr/>
        </p:nvSpPr>
        <p:spPr>
          <a:xfrm>
            <a:off x="7924680" y="838080"/>
            <a:ext cx="38124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013"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pic>
        <p:nvPicPr>
          <p:cNvPr id="2014" name="" descr=""/>
          <p:cNvPicPr/>
          <p:nvPr/>
        </p:nvPicPr>
        <p:blipFill>
          <a:blip r:embed="rId8"/>
          <a:stretch/>
        </p:blipFill>
        <p:spPr>
          <a:xfrm>
            <a:off x="3962520" y="5214960"/>
            <a:ext cx="5181480" cy="1643040"/>
          </a:xfrm>
          <a:prstGeom prst="rect">
            <a:avLst/>
          </a:prstGeom>
          <a:ln w="0">
            <a:noFill/>
          </a:ln>
        </p:spPr>
      </p:pic>
      <p:sp>
        <p:nvSpPr>
          <p:cNvPr id="2015" name=""/>
          <p:cNvSpPr/>
          <p:nvPr/>
        </p:nvSpPr>
        <p:spPr>
          <a:xfrm>
            <a:off x="6019920" y="5638680"/>
            <a:ext cx="281916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Nope… It’s taken no damage at all…</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It must be because of that force field!</a:t>
            </a:r>
            <a:endParaRPr b="0" lang="en-US" sz="1200" spc="-1" strike="noStrike">
              <a:solidFill>
                <a:srgbClr val="000000"/>
              </a:solidFill>
              <a:latin typeface="Arial"/>
            </a:endParaRPr>
          </a:p>
        </p:txBody>
      </p:sp>
      <p:sp>
        <p:nvSpPr>
          <p:cNvPr id="2016" name=""/>
          <p:cNvSpPr/>
          <p:nvPr/>
        </p:nvSpPr>
        <p:spPr>
          <a:xfrm>
            <a:off x="6019920" y="6172200"/>
            <a:ext cx="312408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 long pause of indecisiveness…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Planning the battle strategy, are we?</a:t>
            </a:r>
            <a:endParaRPr b="0" lang="en-US" sz="1200" spc="-1" strike="noStrike">
              <a:solidFill>
                <a:srgbClr val="000000"/>
              </a:solidFill>
              <a:latin typeface="Arial"/>
            </a:endParaRPr>
          </a:p>
        </p:txBody>
      </p:sp>
      <p:sp>
        <p:nvSpPr>
          <p:cNvPr id="2017" name=""/>
          <p:cNvSpPr/>
          <p:nvPr/>
        </p:nvSpPr>
        <p:spPr>
          <a:xfrm>
            <a:off x="5867280" y="5562720"/>
            <a:ext cx="3124440" cy="119916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Had to include some sort of last secret…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like yah, how’re you doing?</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Having fun? Has the music looped yet? Did you really find this in-game or just scrolling through the PowerPoint show? Lol.</a:t>
            </a:r>
            <a:endParaRPr b="0" lang="en-US" sz="1200" spc="-1" strike="noStrike">
              <a:solidFill>
                <a:srgbClr val="000000"/>
              </a:solidFill>
              <a:latin typeface="Arial"/>
            </a:endParaRPr>
          </a:p>
        </p:txBody>
      </p:sp>
    </p:spTree>
  </p:cSld>
  <p:timing>
    <p:tnLst>
      <p:par>
        <p:cTn id="5364" dur="indefinite" restart="never" nodeType="tmRoot">
          <p:childTnLst>
            <p:seq>
              <p:cTn id="5365" dur="indefinite" nodeType="mainSeq">
                <p:childTnLst>
                  <p:par>
                    <p:cTn id="5366" fill="hold">
                      <p:stCondLst>
                        <p:cond delay="0"/>
                      </p:stCondLst>
                      <p:childTnLst>
                        <p:par>
                          <p:cTn id="5367" fill="hold">
                            <p:stCondLst>
                              <p:cond delay="0"/>
                            </p:stCondLst>
                            <p:childTnLst>
                              <p:par>
                                <p:cTn id="5368" nodeType="afterEffect" fill="hold" presetClass="entr" presetID="1">
                                  <p:stCondLst>
                                    <p:cond delay="500"/>
                                  </p:stCondLst>
                                  <p:childTnLst>
                                    <p:set>
                                      <p:cBhvr>
                                        <p:cTn id="5369" dur="1" fill="hold">
                                          <p:stCondLst>
                                            <p:cond delay="0"/>
                                          </p:stCondLst>
                                        </p:cTn>
                                        <p:tgtEl>
                                          <p:spTgt spid="1996"/>
                                        </p:tgtEl>
                                        <p:attrNameLst>
                                          <p:attrName>style.visibility</p:attrName>
                                        </p:attrNameLst>
                                      </p:cBhvr>
                                      <p:to>
                                        <p:strVal val="visible"/>
                                      </p:to>
                                    </p:set>
                                  </p:childTnLst>
                                </p:cTn>
                              </p:par>
                            </p:childTnLst>
                          </p:cTn>
                        </p:par>
                        <p:par>
                          <p:cTn id="5370" fill="hold">
                            <p:stCondLst>
                              <p:cond delay="500"/>
                            </p:stCondLst>
                            <p:childTnLst>
                              <p:par>
                                <p:cTn id="5371" nodeType="afterEffect" fill="hold" presetClass="exit" presetID="1">
                                  <p:stCondLst>
                                    <p:cond delay="1500"/>
                                  </p:stCondLst>
                                  <p:childTnLst>
                                    <p:set>
                                      <p:cBhvr>
                                        <p:cTn id="5372" dur="1" fill="hold">
                                          <p:stCondLst>
                                            <p:cond delay="0"/>
                                          </p:stCondLst>
                                        </p:cTn>
                                        <p:tgtEl>
                                          <p:spTgt spid="1996"/>
                                        </p:tgtEl>
                                        <p:attrNameLst>
                                          <p:attrName>style.visibility</p:attrName>
                                        </p:attrNameLst>
                                      </p:cBhvr>
                                      <p:to>
                                        <p:strVal val="hidden"/>
                                      </p:to>
                                    </p:set>
                                  </p:childTnLst>
                                </p:cTn>
                              </p:par>
                            </p:childTnLst>
                          </p:cTn>
                        </p:par>
                        <p:par>
                          <p:cTn id="5373" fill="hold">
                            <p:stCondLst>
                              <p:cond delay="2000"/>
                            </p:stCondLst>
                            <p:childTnLst>
                              <p:par>
                                <p:cTn id="5374" nodeType="afterEffect" fill="hold" presetClass="path" presetID="0">
                                  <p:stCondLst>
                                    <p:cond delay="0"/>
                                  </p:stCondLst>
                                  <p:childTnLst>
                                    <p:animMotion origin="layout" path="M -0.30833 -0.02219 L -0.73333 -0.02219 E">
                                      <p:cBhvr>
                                        <p:cTn id="5375" dur="500" fill="hold"/>
                                        <p:tgtEl>
                                          <p:spTgt spid="1986"/>
                                        </p:tgtEl>
                                      </p:cBhvr>
                                    </p:animMotion>
                                  </p:childTnLst>
                                </p:cTn>
                              </p:par>
                              <p:set>
                                <p:cBhvr>
                                  <p:cTn id="5376" dur="1" fill="hold">
                                    <p:stCondLst>
                                      <p:cond evt="end">
                                        <p:tn val="5374"/>
                                      </p:cond>
                                    </p:stCondLst>
                                  </p:cTn>
                                  <p:tgtEl>
                                    <p:spTgt spid="1986"/>
                                  </p:tgtEl>
                                  <p:attrNameLst>
                                    <p:attrName>style.visibility</p:attrName>
                                  </p:attrNameLst>
                                </p:cBhvr>
                                <p:to>
                                  <p:strVal val="hidden"/>
                                </p:to>
                              </p:set>
                              <p:par>
                                <p:cTn id="5377" nodeType="withEffect" fill="hold" presetClass="path" presetID="0">
                                  <p:stCondLst>
                                    <p:cond delay="0"/>
                                  </p:stCondLst>
                                  <p:childTnLst>
                                    <p:animMotion origin="layout" path="M -0.30833 -0.02219 L -0.73333 -0.02219 E">
                                      <p:cBhvr>
                                        <p:cTn id="5378" dur="500" fill="hold"/>
                                        <p:tgtEl>
                                          <p:spTgt spid="1987"/>
                                        </p:tgtEl>
                                      </p:cBhvr>
                                    </p:animMotion>
                                  </p:childTnLst>
                                </p:cTn>
                              </p:par>
                              <p:set>
                                <p:cBhvr>
                                  <p:cTn id="5379" dur="1" fill="hold">
                                    <p:stCondLst>
                                      <p:cond evt="end">
                                        <p:tn val="5377"/>
                                      </p:cond>
                                    </p:stCondLst>
                                  </p:cTn>
                                  <p:tgtEl>
                                    <p:spTgt spid="1987"/>
                                  </p:tgtEl>
                                  <p:attrNameLst>
                                    <p:attrName>style.visibility</p:attrName>
                                  </p:attrNameLst>
                                </p:cBhvr>
                                <p:to>
                                  <p:strVal val="hidden"/>
                                </p:to>
                              </p:set>
                            </p:childTnLst>
                          </p:cTn>
                        </p:par>
                        <p:par>
                          <p:cTn id="5380" fill="hold">
                            <p:stCondLst>
                              <p:cond delay="2500"/>
                            </p:stCondLst>
                            <p:childTnLst>
                              <p:par>
                                <p:cTn id="5381" nodeType="afterEffect" fill="hold" presetClass="path" presetID="0">
                                  <p:stCondLst>
                                    <p:cond delay="0"/>
                                  </p:stCondLst>
                                  <p:childTnLst>
                                    <p:animMotion origin="layout" path="M -0.475 -0.02219 L -0.9 -0.02219 E">
                                      <p:cBhvr>
                                        <p:cTn id="5382" dur="500" fill="hold"/>
                                        <p:tgtEl>
                                          <p:spTgt spid="1988"/>
                                        </p:tgtEl>
                                      </p:cBhvr>
                                    </p:animMotion>
                                  </p:childTnLst>
                                </p:cTn>
                              </p:par>
                              <p:set>
                                <p:cBhvr>
                                  <p:cTn id="5383" dur="1" fill="hold">
                                    <p:stCondLst>
                                      <p:cond evt="end">
                                        <p:tn val="5381"/>
                                      </p:cond>
                                    </p:stCondLst>
                                  </p:cTn>
                                  <p:tgtEl>
                                    <p:spTgt spid="1988"/>
                                  </p:tgtEl>
                                  <p:attrNameLst>
                                    <p:attrName>style.visibility</p:attrName>
                                  </p:attrNameLst>
                                </p:cBhvr>
                                <p:to>
                                  <p:strVal val="hidden"/>
                                </p:to>
                              </p:set>
                              <p:par>
                                <p:cTn id="5384" nodeType="withEffect" fill="hold" presetClass="path" presetID="0">
                                  <p:stCondLst>
                                    <p:cond delay="0"/>
                                  </p:stCondLst>
                                  <p:childTnLst>
                                    <p:animMotion origin="layout" path="M -0.475 -0.02219 L -0.9 -0.02219 E">
                                      <p:cBhvr>
                                        <p:cTn id="5385" dur="500" fill="hold"/>
                                        <p:tgtEl>
                                          <p:spTgt spid="1989"/>
                                        </p:tgtEl>
                                      </p:cBhvr>
                                    </p:animMotion>
                                  </p:childTnLst>
                                </p:cTn>
                              </p:par>
                              <p:set>
                                <p:cBhvr>
                                  <p:cTn id="5386" dur="1" fill="hold">
                                    <p:stCondLst>
                                      <p:cond evt="end">
                                        <p:tn val="5384"/>
                                      </p:cond>
                                    </p:stCondLst>
                                  </p:cTn>
                                  <p:tgtEl>
                                    <p:spTgt spid="1989"/>
                                  </p:tgtEl>
                                  <p:attrNameLst>
                                    <p:attrName>style.visibility</p:attrName>
                                  </p:attrNameLst>
                                </p:cBhvr>
                                <p:to>
                                  <p:strVal val="hidden"/>
                                </p:to>
                              </p:set>
                            </p:childTnLst>
                          </p:cTn>
                        </p:par>
                        <p:par>
                          <p:cTn id="5387" fill="hold">
                            <p:stCondLst>
                              <p:cond delay="3000"/>
                            </p:stCondLst>
                            <p:childTnLst>
                              <p:par>
                                <p:cTn id="5388" nodeType="afterEffect" fill="hold" presetClass="path" presetID="0">
                                  <p:stCondLst>
                                    <p:cond delay="0"/>
                                  </p:stCondLst>
                                  <p:childTnLst>
                                    <p:animMotion origin="layout" path="M -0.30833 -0.02219 L -0.73333 -0.02219 E">
                                      <p:cBhvr>
                                        <p:cTn id="5389" dur="500" fill="hold"/>
                                        <p:tgtEl>
                                          <p:spTgt spid="1990"/>
                                        </p:tgtEl>
                                      </p:cBhvr>
                                    </p:animMotion>
                                  </p:childTnLst>
                                </p:cTn>
                              </p:par>
                              <p:set>
                                <p:cBhvr>
                                  <p:cTn id="5390" dur="1" fill="hold">
                                    <p:stCondLst>
                                      <p:cond evt="end">
                                        <p:tn val="5388"/>
                                      </p:cond>
                                    </p:stCondLst>
                                  </p:cTn>
                                  <p:tgtEl>
                                    <p:spTgt spid="1990"/>
                                  </p:tgtEl>
                                  <p:attrNameLst>
                                    <p:attrName>style.visibility</p:attrName>
                                  </p:attrNameLst>
                                </p:cBhvr>
                                <p:to>
                                  <p:strVal val="hidden"/>
                                </p:to>
                              </p:set>
                              <p:par>
                                <p:cTn id="5391" nodeType="withEffect" fill="hold" presetClass="path" presetID="0">
                                  <p:stCondLst>
                                    <p:cond delay="0"/>
                                  </p:stCondLst>
                                  <p:childTnLst>
                                    <p:animMotion origin="layout" path="M -0.30833 -0.02219 L -0.73333 -0.02219 E">
                                      <p:cBhvr>
                                        <p:cTn id="5392" dur="500" fill="hold"/>
                                        <p:tgtEl>
                                          <p:spTgt spid="1991"/>
                                        </p:tgtEl>
                                      </p:cBhvr>
                                    </p:animMotion>
                                  </p:childTnLst>
                                </p:cTn>
                              </p:par>
                              <p:set>
                                <p:cBhvr>
                                  <p:cTn id="5393" dur="1" fill="hold">
                                    <p:stCondLst>
                                      <p:cond evt="end">
                                        <p:tn val="5391"/>
                                      </p:cond>
                                    </p:stCondLst>
                                  </p:cTn>
                                  <p:tgtEl>
                                    <p:spTgt spid="1991"/>
                                  </p:tgtEl>
                                  <p:attrNameLst>
                                    <p:attrName>style.visibility</p:attrName>
                                  </p:attrNameLst>
                                </p:cBhvr>
                                <p:to>
                                  <p:strVal val="hidden"/>
                                </p:to>
                              </p:set>
                            </p:childTnLst>
                          </p:cTn>
                        </p:par>
                        <p:par>
                          <p:cTn id="5394" fill="hold">
                            <p:stCondLst>
                              <p:cond delay="3500"/>
                            </p:stCondLst>
                            <p:childTnLst>
                              <p:par>
                                <p:cTn id="5395" nodeType="afterEffect" fill="hold" presetClass="path" presetID="0">
                                  <p:stCondLst>
                                    <p:cond delay="0"/>
                                  </p:stCondLst>
                                  <p:childTnLst>
                                    <p:animMotion origin="layout" path="M -0.3 -0.02219 L -0.73333 -0.02219 E">
                                      <p:cBhvr>
                                        <p:cTn id="5396" dur="500" fill="hold"/>
                                        <p:tgtEl>
                                          <p:spTgt spid="1992"/>
                                        </p:tgtEl>
                                      </p:cBhvr>
                                    </p:animMotion>
                                  </p:childTnLst>
                                </p:cTn>
                              </p:par>
                              <p:set>
                                <p:cBhvr>
                                  <p:cTn id="5397" dur="1" fill="hold">
                                    <p:stCondLst>
                                      <p:cond evt="end">
                                        <p:tn val="5395"/>
                                      </p:cond>
                                    </p:stCondLst>
                                  </p:cTn>
                                  <p:tgtEl>
                                    <p:spTgt spid="1992"/>
                                  </p:tgtEl>
                                  <p:attrNameLst>
                                    <p:attrName>style.visibility</p:attrName>
                                  </p:attrNameLst>
                                </p:cBhvr>
                                <p:to>
                                  <p:strVal val="hidden"/>
                                </p:to>
                              </p:set>
                              <p:par>
                                <p:cTn id="5398" nodeType="withEffect" fill="hold" presetClass="path" presetID="0">
                                  <p:stCondLst>
                                    <p:cond delay="0"/>
                                  </p:stCondLst>
                                  <p:childTnLst>
                                    <p:animMotion origin="layout" path="M -0.3 -0.02219 L -0.73333 -0.02219 E">
                                      <p:cBhvr>
                                        <p:cTn id="5399" dur="500" fill="hold"/>
                                        <p:tgtEl>
                                          <p:spTgt spid="1993"/>
                                        </p:tgtEl>
                                      </p:cBhvr>
                                    </p:animMotion>
                                  </p:childTnLst>
                                </p:cTn>
                              </p:par>
                              <p:set>
                                <p:cBhvr>
                                  <p:cTn id="5400" dur="1" fill="hold">
                                    <p:stCondLst>
                                      <p:cond evt="end">
                                        <p:tn val="5398"/>
                                      </p:cond>
                                    </p:stCondLst>
                                  </p:cTn>
                                  <p:tgtEl>
                                    <p:spTgt spid="1993"/>
                                  </p:tgtEl>
                                  <p:attrNameLst>
                                    <p:attrName>style.visibility</p:attrName>
                                  </p:attrNameLst>
                                </p:cBhvr>
                                <p:to>
                                  <p:strVal val="hidden"/>
                                </p:to>
                              </p:set>
                            </p:childTnLst>
                          </p:cTn>
                        </p:par>
                        <p:par>
                          <p:cTn id="5401" fill="hold">
                            <p:stCondLst>
                              <p:cond delay="4000"/>
                            </p:stCondLst>
                            <p:childTnLst>
                              <p:par>
                                <p:cTn id="5402" nodeType="afterEffect" fill="hold" presetClass="path" presetID="0">
                                  <p:stCondLst>
                                    <p:cond delay="0"/>
                                  </p:stCondLst>
                                  <p:childTnLst>
                                    <p:animMotion origin="layout" path="M -0.30833 -0.02219 L -0.73333 -0.02219 E">
                                      <p:cBhvr>
                                        <p:cTn id="5403" dur="500" fill="hold"/>
                                        <p:tgtEl>
                                          <p:spTgt spid="1994"/>
                                        </p:tgtEl>
                                      </p:cBhvr>
                                    </p:animMotion>
                                  </p:childTnLst>
                                </p:cTn>
                              </p:par>
                              <p:set>
                                <p:cBhvr>
                                  <p:cTn id="5404" dur="1" fill="hold">
                                    <p:stCondLst>
                                      <p:cond evt="end">
                                        <p:tn val="5402"/>
                                      </p:cond>
                                    </p:stCondLst>
                                  </p:cTn>
                                  <p:tgtEl>
                                    <p:spTgt spid="1994"/>
                                  </p:tgtEl>
                                  <p:attrNameLst>
                                    <p:attrName>style.visibility</p:attrName>
                                  </p:attrNameLst>
                                </p:cBhvr>
                                <p:to>
                                  <p:strVal val="hidden"/>
                                </p:to>
                              </p:set>
                              <p:par>
                                <p:cTn id="5405" nodeType="withEffect" fill="hold" presetClass="path" presetID="0">
                                  <p:stCondLst>
                                    <p:cond delay="0"/>
                                  </p:stCondLst>
                                  <p:childTnLst>
                                    <p:animMotion origin="layout" path="M -0.30833 -0.02219 L -0.73333 -0.02219 E">
                                      <p:cBhvr>
                                        <p:cTn id="5406" dur="500" fill="hold"/>
                                        <p:tgtEl>
                                          <p:spTgt spid="1995"/>
                                        </p:tgtEl>
                                      </p:cBhvr>
                                    </p:animMotion>
                                  </p:childTnLst>
                                </p:cTn>
                              </p:par>
                              <p:set>
                                <p:cBhvr>
                                  <p:cTn id="5407" dur="1" fill="hold">
                                    <p:stCondLst>
                                      <p:cond evt="end">
                                        <p:tn val="5405"/>
                                      </p:cond>
                                    </p:stCondLst>
                                  </p:cTn>
                                  <p:tgtEl>
                                    <p:spTgt spid="1995"/>
                                  </p:tgtEl>
                                  <p:attrNameLst>
                                    <p:attrName>style.visibility</p:attrName>
                                  </p:attrNameLst>
                                </p:cBhvr>
                                <p:to>
                                  <p:strVal val="hidden"/>
                                </p:to>
                              </p:set>
                            </p:childTnLst>
                          </p:cTn>
                        </p:par>
                        <p:par>
                          <p:cTn id="5408" fill="hold">
                            <p:stCondLst>
                              <p:cond delay="4500"/>
                            </p:stCondLst>
                            <p:childTnLst>
                              <p:par>
                                <p:cTn id="5409" nodeType="afterEffect" fill="hold" presetClass="entr" presetID="27">
                                  <p:stCondLst>
                                    <p:cond delay="0"/>
                                  </p:stCondLst>
                                  <p:iterate type="lt">
                                    <p:tmAbs val="40"/>
                                  </p:iterate>
                                  <p:childTnLst>
                                    <p:set>
                                      <p:cBhvr>
                                        <p:cTn id="5410" dur="1" fill="hold">
                                          <p:stCondLst>
                                            <p:cond delay="0"/>
                                          </p:stCondLst>
                                        </p:cTn>
                                        <p:tgtEl>
                                          <p:spTgt spid="1998"/>
                                        </p:tgtEl>
                                        <p:attrNameLst>
                                          <p:attrName>style.visibility</p:attrName>
                                        </p:attrNameLst>
                                      </p:cBhvr>
                                      <p:to>
                                        <p:strVal val="visible"/>
                                      </p:to>
                                    </p:set>
                                    <p:anim calcmode="discrete" valueType="clr">
                                      <p:cBhvr additive="repl">
                                        <p:cTn id="5411" dur="80"/>
                                        <p:tgtEl>
                                          <p:spTgt spid="1998"/>
                                        </p:tgtEl>
                                        <p:attrNameLst>
                                          <p:attrName>style.color</p:attrName>
                                        </p:attrNameLst>
                                      </p:cBhvr>
                                      <p:tavLst>
                                        <p:tav tm="0">
                                          <p:val>
                                            <p:strVal val="rgb(-103,51,51)"/>
                                          </p:val>
                                        </p:tav>
                                        <p:tav tm="50000">
                                          <p:val>
                                            <p:strVal val="rgb(-103,-103,0)"/>
                                          </p:val>
                                        </p:tav>
                                      </p:tavLst>
                                    </p:anim>
                                    <p:anim calcmode="discrete" valueType="clr">
                                      <p:cBhvr additive="repl">
                                        <p:cTn id="5412" dur="80"/>
                                        <p:tgtEl>
                                          <p:spTgt spid="1998"/>
                                        </p:tgtEl>
                                        <p:attrNameLst>
                                          <p:attrName>fillcolor</p:attrName>
                                        </p:attrNameLst>
                                      </p:cBhvr>
                                      <p:tavLst>
                                        <p:tav tm="0">
                                          <p:val>
                                            <p:strVal val="rgb(-103,51,51)"/>
                                          </p:val>
                                        </p:tav>
                                        <p:tav tm="50000">
                                          <p:val>
                                            <p:strVal val="rgb(-103,-103,0)"/>
                                          </p:val>
                                        </p:tav>
                                      </p:tavLst>
                                    </p:anim>
                                    <p:set>
                                      <p:cBhvr>
                                        <p:cTn id="5413" dur="80"/>
                                        <p:tgtEl>
                                          <p:spTgt spid="1998"/>
                                        </p:tgtEl>
                                        <p:attrNameLst>
                                          <p:attrName>fill.type</p:attrName>
                                        </p:attrNameLst>
                                      </p:cBhvr>
                                      <p:to>
                                        <p:strVal val="solid"/>
                                      </p:to>
                                    </p:set>
                                  </p:childTnLst>
                                </p:cTn>
                              </p:par>
                            </p:childTnLst>
                          </p:cTn>
                        </p:par>
                        <p:par>
                          <p:cTn id="5414" fill="hold">
                            <p:stCondLst>
                              <p:cond delay="5060"/>
                            </p:stCondLst>
                            <p:childTnLst>
                              <p:par>
                                <p:cTn id="5415" nodeType="afterEffect" fill="hold" presetClass="exit" presetID="27">
                                  <p:stCondLst>
                                    <p:cond delay="500"/>
                                  </p:stCondLst>
                                  <p:iterate type="lt">
                                    <p:tmAbs val="40"/>
                                  </p:iterate>
                                  <p:childTnLst>
                                    <p:anim calcmode="discrete" valueType="clr">
                                      <p:cBhvr additive="repl">
                                        <p:cTn id="5416" dur="80"/>
                                        <p:tgtEl>
                                          <p:spTgt spid="1998"/>
                                        </p:tgtEl>
                                        <p:attrNameLst>
                                          <p:attrName>style.color</p:attrName>
                                        </p:attrNameLst>
                                      </p:cBhvr>
                                      <p:tavLst>
                                        <p:tav tm="0">
                                          <p:val>
                                            <p:strVal val="rgb(-103,-103,0)"/>
                                          </p:val>
                                        </p:tav>
                                        <p:tav tm="50000">
                                          <p:val>
                                            <p:strVal val="rgb(-103,51,51)"/>
                                          </p:val>
                                        </p:tav>
                                      </p:tavLst>
                                    </p:anim>
                                    <p:anim calcmode="discrete" valueType="clr">
                                      <p:cBhvr additive="repl">
                                        <p:cTn id="5417" dur="80"/>
                                        <p:tgtEl>
                                          <p:spTgt spid="1998"/>
                                        </p:tgtEl>
                                        <p:attrNameLst>
                                          <p:attrName>fillcolor</p:attrName>
                                        </p:attrNameLst>
                                      </p:cBhvr>
                                      <p:tavLst>
                                        <p:tav tm="0">
                                          <p:val>
                                            <p:strVal val="rgb(-103,-103,0)"/>
                                          </p:val>
                                        </p:tav>
                                        <p:tav tm="50000">
                                          <p:val>
                                            <p:strVal val="rgb(-103,51,51)"/>
                                          </p:val>
                                        </p:tav>
                                      </p:tavLst>
                                    </p:anim>
                                    <p:set>
                                      <p:cBhvr>
                                        <p:cTn id="5418" dur="80"/>
                                        <p:tgtEl>
                                          <p:spTgt spid="1998"/>
                                        </p:tgtEl>
                                        <p:attrNameLst>
                                          <p:attrName>fill.type</p:attrName>
                                        </p:attrNameLst>
                                      </p:cBhvr>
                                      <p:to>
                                        <p:strVal val="solid"/>
                                      </p:to>
                                    </p:set>
                                    <p:set>
                                      <p:cBhvr>
                                        <p:cTn id="5419" dur="1" fill="hold">
                                          <p:stCondLst>
                                            <p:cond delay="79"/>
                                          </p:stCondLst>
                                        </p:cTn>
                                        <p:tgtEl>
                                          <p:spTgt spid="1998"/>
                                        </p:tgtEl>
                                        <p:attrNameLst>
                                          <p:attrName>style.visibility</p:attrName>
                                        </p:attrNameLst>
                                      </p:cBhvr>
                                      <p:to>
                                        <p:strVal val="hidden"/>
                                      </p:to>
                                    </p:set>
                                  </p:childTnLst>
                                </p:cTn>
                              </p:par>
                            </p:childTnLst>
                          </p:cTn>
                        </p:par>
                        <p:par>
                          <p:cTn id="5420" fill="hold">
                            <p:stCondLst>
                              <p:cond delay="6120"/>
                            </p:stCondLst>
                            <p:childTnLst>
                              <p:par>
                                <p:cTn id="5421" nodeType="afterEffect" fill="hold" presetClass="entr" presetID="9">
                                  <p:stCondLst>
                                    <p:cond delay="0"/>
                                  </p:stCondLst>
                                  <p:childTnLst>
                                    <p:set>
                                      <p:cBhvr>
                                        <p:cTn id="5422" dur="1" fill="hold">
                                          <p:stCondLst>
                                            <p:cond delay="0"/>
                                          </p:stCondLst>
                                        </p:cTn>
                                        <p:tgtEl>
                                          <p:spTgt spid="2009"/>
                                        </p:tgtEl>
                                        <p:attrNameLst>
                                          <p:attrName>style.visibility</p:attrName>
                                        </p:attrNameLst>
                                      </p:cBhvr>
                                      <p:to>
                                        <p:strVal val="visible"/>
                                      </p:to>
                                    </p:set>
                                    <p:animEffect filter="dissolve" transition="in">
                                      <p:cBhvr additive="repl">
                                        <p:cTn id="5423" dur="500"/>
                                        <p:tgtEl>
                                          <p:spTgt spid="2009"/>
                                        </p:tgtEl>
                                      </p:cBhvr>
                                    </p:animEffect>
                                  </p:childTnLst>
                                </p:cTn>
                              </p:par>
                              <p:par>
                                <p:cTn id="5424" nodeType="withEffect" fill="hold" presetClass="entr" presetID="9">
                                  <p:stCondLst>
                                    <p:cond delay="0"/>
                                  </p:stCondLst>
                                  <p:childTnLst>
                                    <p:set>
                                      <p:cBhvr>
                                        <p:cTn id="5425" dur="1" fill="hold">
                                          <p:stCondLst>
                                            <p:cond delay="0"/>
                                          </p:stCondLst>
                                        </p:cTn>
                                        <p:tgtEl>
                                          <p:spTgt spid="2010"/>
                                        </p:tgtEl>
                                        <p:attrNameLst>
                                          <p:attrName>style.visibility</p:attrName>
                                        </p:attrNameLst>
                                      </p:cBhvr>
                                      <p:to>
                                        <p:strVal val="visible"/>
                                      </p:to>
                                    </p:set>
                                    <p:animEffect filter="dissolve" transition="in">
                                      <p:cBhvr additive="repl">
                                        <p:cTn id="5426" dur="500"/>
                                        <p:tgtEl>
                                          <p:spTgt spid="2010"/>
                                        </p:tgtEl>
                                      </p:cBhvr>
                                    </p:animEffect>
                                  </p:childTnLst>
                                </p:cTn>
                              </p:par>
                              <p:par>
                                <p:cTn id="5427" nodeType="withEffect" fill="hold" presetClass="entr" presetID="9">
                                  <p:stCondLst>
                                    <p:cond delay="0"/>
                                  </p:stCondLst>
                                  <p:childTnLst>
                                    <p:set>
                                      <p:cBhvr>
                                        <p:cTn id="5428" dur="1" fill="hold">
                                          <p:stCondLst>
                                            <p:cond delay="0"/>
                                          </p:stCondLst>
                                        </p:cTn>
                                        <p:tgtEl>
                                          <p:spTgt spid="2011"/>
                                        </p:tgtEl>
                                        <p:attrNameLst>
                                          <p:attrName>style.visibility</p:attrName>
                                        </p:attrNameLst>
                                      </p:cBhvr>
                                      <p:to>
                                        <p:strVal val="visible"/>
                                      </p:to>
                                    </p:set>
                                    <p:animEffect filter="dissolve" transition="in">
                                      <p:cBhvr additive="repl">
                                        <p:cTn id="5429" dur="500"/>
                                        <p:tgtEl>
                                          <p:spTgt spid="2011"/>
                                        </p:tgtEl>
                                      </p:cBhvr>
                                    </p:animEffect>
                                  </p:childTnLst>
                                </p:cTn>
                              </p:par>
                            </p:childTnLst>
                          </p:cTn>
                        </p:par>
                        <p:par>
                          <p:cTn id="5430" fill="hold">
                            <p:stCondLst>
                              <p:cond delay="6620"/>
                            </p:stCondLst>
                            <p:childTnLst>
                              <p:par>
                                <p:cTn id="5431" nodeType="afterEffect" fill="hold" presetClass="entr" presetID="1">
                                  <p:stCondLst>
                                    <p:cond delay="500"/>
                                  </p:stCondLst>
                                  <p:childTnLst>
                                    <p:set>
                                      <p:cBhvr>
                                        <p:cTn id="5432" dur="1" fill="hold">
                                          <p:stCondLst>
                                            <p:cond delay="0"/>
                                          </p:stCondLst>
                                        </p:cTn>
                                        <p:tgtEl>
                                          <p:spTgt spid="1999"/>
                                        </p:tgtEl>
                                        <p:attrNameLst>
                                          <p:attrName>style.visibility</p:attrName>
                                        </p:attrNameLst>
                                      </p:cBhvr>
                                      <p:to>
                                        <p:strVal val="visible"/>
                                      </p:to>
                                    </p:set>
                                  </p:childTnLst>
                                </p:cTn>
                              </p:par>
                            </p:childTnLst>
                          </p:cTn>
                        </p:par>
                        <p:par>
                          <p:cTn id="5433" fill="hold">
                            <p:stCondLst>
                              <p:cond delay="7120"/>
                            </p:stCondLst>
                            <p:childTnLst>
                              <p:par>
                                <p:cTn id="5434" nodeType="afterEffect" fill="hold" presetClass="exit" presetID="1">
                                  <p:stCondLst>
                                    <p:cond delay="1500"/>
                                  </p:stCondLst>
                                  <p:childTnLst>
                                    <p:set>
                                      <p:cBhvr>
                                        <p:cTn id="5435" dur="1" fill="hold">
                                          <p:stCondLst>
                                            <p:cond delay="0"/>
                                          </p:stCondLst>
                                        </p:cTn>
                                        <p:tgtEl>
                                          <p:spTgt spid="1999"/>
                                        </p:tgtEl>
                                        <p:attrNameLst>
                                          <p:attrName>style.visibility</p:attrName>
                                        </p:attrNameLst>
                                      </p:cBhvr>
                                      <p:to>
                                        <p:strVal val="hidden"/>
                                      </p:to>
                                    </p:set>
                                  </p:childTnLst>
                                </p:cTn>
                              </p:par>
                            </p:childTnLst>
                          </p:cTn>
                        </p:par>
                        <p:par>
                          <p:cTn id="5436" fill="hold">
                            <p:stCondLst>
                              <p:cond delay="8620"/>
                            </p:stCondLst>
                            <p:childTnLst>
                              <p:par>
                                <p:cTn id="5437" nodeType="afterEffect" fill="hold" presetClass="entr" presetID="1">
                                  <p:stCondLst>
                                    <p:cond delay="0"/>
                                  </p:stCondLst>
                                  <p:childTnLst>
                                    <p:set>
                                      <p:cBhvr>
                                        <p:cTn id="5438" dur="1" fill="hold">
                                          <p:stCondLst>
                                            <p:cond delay="0"/>
                                          </p:stCondLst>
                                        </p:cTn>
                                        <p:tgtEl>
                                          <p:spTgt spid="2001"/>
                                        </p:tgtEl>
                                        <p:attrNameLst>
                                          <p:attrName>style.visibility</p:attrName>
                                        </p:attrNameLst>
                                      </p:cBhvr>
                                      <p:to>
                                        <p:strVal val="visible"/>
                                      </p:to>
                                    </p:set>
                                  </p:childTnLst>
                                </p:cTn>
                              </p:par>
                            </p:childTnLst>
                          </p:cTn>
                        </p:par>
                        <p:par>
                          <p:cTn id="5439" fill="hold">
                            <p:stCondLst>
                              <p:cond delay="8620"/>
                            </p:stCondLst>
                            <p:childTnLst>
                              <p:par>
                                <p:cTn id="5440" nodeType="afterEffect" fill="hold" presetClass="path" presetID="0">
                                  <p:stCondLst>
                                    <p:cond delay="0"/>
                                  </p:stCondLst>
                                  <p:childTnLst>
                                    <p:animMotion origin="layout" path="M 1.73472E-018 -1.7341E-006 L 1.73472E-018 0.05549 E">
                                      <p:cBhvr>
                                        <p:cTn id="5441" dur="1000" fill="hold"/>
                                        <p:tgtEl>
                                          <p:spTgt spid="2001"/>
                                        </p:tgtEl>
                                      </p:cBhvr>
                                    </p:animMotion>
                                  </p:childTnLst>
                                </p:cTn>
                              </p:par>
                            </p:childTnLst>
                          </p:cTn>
                        </p:par>
                        <p:par>
                          <p:cTn id="5442" fill="hold">
                            <p:stCondLst>
                              <p:cond delay="9620"/>
                            </p:stCondLst>
                            <p:childTnLst>
                              <p:par>
                                <p:cTn id="5443" nodeType="afterEffect" fill="hold" presetClass="entr" presetID="1">
                                  <p:stCondLst>
                                    <p:cond delay="0"/>
                                  </p:stCondLst>
                                  <p:childTnLst>
                                    <p:set>
                                      <p:cBhvr>
                                        <p:cTn id="5444" dur="1" fill="hold">
                                          <p:stCondLst>
                                            <p:cond delay="0"/>
                                          </p:stCondLst>
                                        </p:cTn>
                                        <p:tgtEl>
                                          <p:spTgt spid="2003"/>
                                        </p:tgtEl>
                                        <p:attrNameLst>
                                          <p:attrName>style.visibility</p:attrName>
                                        </p:attrNameLst>
                                      </p:cBhvr>
                                      <p:to>
                                        <p:strVal val="visible"/>
                                      </p:to>
                                    </p:set>
                                  </p:childTnLst>
                                </p:cTn>
                              </p:par>
                            </p:childTnLst>
                          </p:cTn>
                        </p:par>
                        <p:par>
                          <p:cTn id="5445" fill="hold">
                            <p:stCondLst>
                              <p:cond delay="9620"/>
                            </p:stCondLst>
                            <p:childTnLst>
                              <p:par>
                                <p:cTn id="5446" nodeType="afterEffect" fill="hold" presetClass="path" presetID="0">
                                  <p:stCondLst>
                                    <p:cond delay="0"/>
                                  </p:stCondLst>
                                  <p:childTnLst>
                                    <p:animMotion origin="layout" path="M -3.33333E-006 1.90751E-006 L -0.00416 0.17757 E">
                                      <p:cBhvr>
                                        <p:cTn id="5447" dur="1000" fill="hold"/>
                                        <p:tgtEl>
                                          <p:spTgt spid="2003"/>
                                        </p:tgtEl>
                                      </p:cBhvr>
                                    </p:animMotion>
                                  </p:childTnLst>
                                </p:cTn>
                              </p:par>
                            </p:childTnLst>
                          </p:cTn>
                        </p:par>
                        <p:par>
                          <p:cTn id="5448" fill="hold">
                            <p:stCondLst>
                              <p:cond delay="10620"/>
                            </p:stCondLst>
                            <p:childTnLst>
                              <p:par>
                                <p:cTn id="5449" nodeType="afterEffect" fill="hold" presetClass="entr" presetID="1">
                                  <p:stCondLst>
                                    <p:cond delay="0"/>
                                  </p:stCondLst>
                                  <p:childTnLst>
                                    <p:set>
                                      <p:cBhvr>
                                        <p:cTn id="5450" dur="1" fill="hold">
                                          <p:stCondLst>
                                            <p:cond delay="0"/>
                                          </p:stCondLst>
                                        </p:cTn>
                                        <p:tgtEl>
                                          <p:spTgt spid="2005"/>
                                        </p:tgtEl>
                                        <p:attrNameLst>
                                          <p:attrName>style.visibility</p:attrName>
                                        </p:attrNameLst>
                                      </p:cBhvr>
                                      <p:to>
                                        <p:strVal val="visible"/>
                                      </p:to>
                                    </p:set>
                                  </p:childTnLst>
                                </p:cTn>
                              </p:par>
                            </p:childTnLst>
                          </p:cTn>
                        </p:par>
                        <p:par>
                          <p:cTn id="5451" fill="hold">
                            <p:stCondLst>
                              <p:cond delay="10620"/>
                            </p:stCondLst>
                            <p:childTnLst>
                              <p:par>
                                <p:cTn id="5452" nodeType="afterEffect" fill="hold" presetClass="path" presetID="0">
                                  <p:stCondLst>
                                    <p:cond delay="0"/>
                                  </p:stCondLst>
                                  <p:childTnLst>
                                    <p:animMotion origin="layout" path="M -3.33333E-006 1.90751E-006 L -0.02916 0.23306 E">
                                      <p:cBhvr>
                                        <p:cTn id="5453" dur="1000" fill="hold"/>
                                        <p:tgtEl>
                                          <p:spTgt spid="2005"/>
                                        </p:tgtEl>
                                      </p:cBhvr>
                                    </p:animMotion>
                                  </p:childTnLst>
                                </p:cTn>
                              </p:par>
                            </p:childTnLst>
                          </p:cTn>
                        </p:par>
                        <p:par>
                          <p:cTn id="5454" fill="hold">
                            <p:stCondLst>
                              <p:cond delay="11620"/>
                            </p:stCondLst>
                            <p:childTnLst>
                              <p:par>
                                <p:cTn id="5455" nodeType="afterEffect" fill="hold" presetClass="path" presetID="0">
                                  <p:stCondLst>
                                    <p:cond delay="0"/>
                                  </p:stCondLst>
                                  <p:childTnLst>
                                    <p:animMotion origin="layout" path="M 6.66667E-006 4.04624E-006 L 0.46667 -0.07769 E">
                                      <p:cBhvr>
                                        <p:cTn id="5456" dur="500" fill="hold"/>
                                        <p:tgtEl>
                                          <p:spTgt spid="2001"/>
                                        </p:tgtEl>
                                      </p:cBhvr>
                                    </p:animMotion>
                                  </p:childTnLst>
                                </p:cTn>
                              </p:par>
                            </p:childTnLst>
                          </p:cTn>
                        </p:par>
                        <p:par>
                          <p:cTn id="5457" fill="hold">
                            <p:stCondLst>
                              <p:cond delay="12120"/>
                            </p:stCondLst>
                            <p:childTnLst>
                              <p:par>
                                <p:cTn id="5458" nodeType="afterEffect" fill="hold" presetClass="exit" presetID="1">
                                  <p:stCondLst>
                                    <p:cond delay="0"/>
                                  </p:stCondLst>
                                  <p:childTnLst>
                                    <p:set>
                                      <p:cBhvr>
                                        <p:cTn id="5459" dur="1" fill="hold">
                                          <p:stCondLst>
                                            <p:cond delay="0"/>
                                          </p:stCondLst>
                                        </p:cTn>
                                        <p:tgtEl>
                                          <p:spTgt spid="2001"/>
                                        </p:tgtEl>
                                        <p:attrNameLst>
                                          <p:attrName>style.visibility</p:attrName>
                                        </p:attrNameLst>
                                      </p:cBhvr>
                                      <p:to>
                                        <p:strVal val="hidden"/>
                                      </p:to>
                                    </p:set>
                                  </p:childTnLst>
                                </p:cTn>
                              </p:par>
                            </p:childTnLst>
                          </p:cTn>
                        </p:par>
                        <p:par>
                          <p:cTn id="5460" fill="hold">
                            <p:stCondLst>
                              <p:cond delay="12120"/>
                            </p:stCondLst>
                            <p:childTnLst>
                              <p:par>
                                <p:cTn id="5461" nodeType="afterEffect" fill="hold" presetClass="entr" presetID="1">
                                  <p:stCondLst>
                                    <p:cond delay="0"/>
                                  </p:stCondLst>
                                  <p:childTnLst>
                                    <p:set>
                                      <p:cBhvr>
                                        <p:cTn id="5462" dur="1" fill="hold">
                                          <p:stCondLst>
                                            <p:cond delay="0"/>
                                          </p:stCondLst>
                                        </p:cTn>
                                        <p:tgtEl>
                                          <p:spTgt spid="2002"/>
                                        </p:tgtEl>
                                        <p:attrNameLst>
                                          <p:attrName>style.visibility</p:attrName>
                                        </p:attrNameLst>
                                      </p:cBhvr>
                                      <p:to>
                                        <p:strVal val="visible"/>
                                      </p:to>
                                    </p:set>
                                  </p:childTnLst>
                                </p:cTn>
                              </p:par>
                            </p:childTnLst>
                          </p:cTn>
                        </p:par>
                        <p:par>
                          <p:cTn id="5463" fill="hold">
                            <p:stCondLst>
                              <p:cond delay="12120"/>
                            </p:stCondLst>
                            <p:childTnLst>
                              <p:par>
                                <p:cTn id="5464" nodeType="afterEffect" fill="hold" presetClass="exit" presetID="9">
                                  <p:stCondLst>
                                    <p:cond delay="0"/>
                                  </p:stCondLst>
                                  <p:childTnLst>
                                    <p:animEffect filter="dissolve" transition="out">
                                      <p:cBhvr additive="repl">
                                        <p:cTn id="5465" dur="500"/>
                                        <p:tgtEl>
                                          <p:spTgt spid="2002"/>
                                        </p:tgtEl>
                                      </p:cBhvr>
                                    </p:animEffect>
                                    <p:set>
                                      <p:cBhvr>
                                        <p:cTn id="5466" dur="1" fill="hold">
                                          <p:stCondLst>
                                            <p:cond delay="499"/>
                                          </p:stCondLst>
                                        </p:cTn>
                                        <p:tgtEl>
                                          <p:spTgt spid="2002"/>
                                        </p:tgtEl>
                                        <p:attrNameLst>
                                          <p:attrName>style.visibility</p:attrName>
                                        </p:attrNameLst>
                                      </p:cBhvr>
                                      <p:to>
                                        <p:strVal val="hidden"/>
                                      </p:to>
                                    </p:set>
                                  </p:childTnLst>
                                </p:cTn>
                              </p:par>
                            </p:childTnLst>
                          </p:cTn>
                        </p:par>
                        <p:par>
                          <p:cTn id="5467" fill="hold">
                            <p:stCondLst>
                              <p:cond delay="12620"/>
                            </p:stCondLst>
                            <p:childTnLst>
                              <p:par>
                                <p:cTn id="5468" nodeType="afterEffect" fill="hold" presetClass="path" presetID="0">
                                  <p:stCondLst>
                                    <p:cond delay="0"/>
                                  </p:stCondLst>
                                  <p:childTnLst>
                                    <p:animMotion origin="layout" path="M -3.33333E-006 0.13318 L 0.47084 1.90751E-006 E">
                                      <p:cBhvr>
                                        <p:cTn id="5469" dur="500" fill="hold"/>
                                        <p:tgtEl>
                                          <p:spTgt spid="2003"/>
                                        </p:tgtEl>
                                      </p:cBhvr>
                                    </p:animMotion>
                                  </p:childTnLst>
                                </p:cTn>
                              </p:par>
                            </p:childTnLst>
                          </p:cTn>
                        </p:par>
                        <p:par>
                          <p:cTn id="5470" fill="hold">
                            <p:stCondLst>
                              <p:cond delay="13120"/>
                            </p:stCondLst>
                            <p:childTnLst>
                              <p:par>
                                <p:cTn id="5471" nodeType="afterEffect" fill="hold" presetClass="exit" presetID="1">
                                  <p:stCondLst>
                                    <p:cond delay="0"/>
                                  </p:stCondLst>
                                  <p:childTnLst>
                                    <p:set>
                                      <p:cBhvr>
                                        <p:cTn id="5472" dur="1" fill="hold">
                                          <p:stCondLst>
                                            <p:cond delay="0"/>
                                          </p:stCondLst>
                                        </p:cTn>
                                        <p:tgtEl>
                                          <p:spTgt spid="2003"/>
                                        </p:tgtEl>
                                        <p:attrNameLst>
                                          <p:attrName>style.visibility</p:attrName>
                                        </p:attrNameLst>
                                      </p:cBhvr>
                                      <p:to>
                                        <p:strVal val="hidden"/>
                                      </p:to>
                                    </p:set>
                                  </p:childTnLst>
                                </p:cTn>
                              </p:par>
                            </p:childTnLst>
                          </p:cTn>
                        </p:par>
                        <p:par>
                          <p:cTn id="5473" fill="hold">
                            <p:stCondLst>
                              <p:cond delay="13120"/>
                            </p:stCondLst>
                            <p:childTnLst>
                              <p:par>
                                <p:cTn id="5474" nodeType="afterEffect" fill="hold" presetClass="entr" presetID="1">
                                  <p:stCondLst>
                                    <p:cond delay="0"/>
                                  </p:stCondLst>
                                  <p:childTnLst>
                                    <p:set>
                                      <p:cBhvr>
                                        <p:cTn id="5475" dur="1" fill="hold">
                                          <p:stCondLst>
                                            <p:cond delay="0"/>
                                          </p:stCondLst>
                                        </p:cTn>
                                        <p:tgtEl>
                                          <p:spTgt spid="2004"/>
                                        </p:tgtEl>
                                        <p:attrNameLst>
                                          <p:attrName>style.visibility</p:attrName>
                                        </p:attrNameLst>
                                      </p:cBhvr>
                                      <p:to>
                                        <p:strVal val="visible"/>
                                      </p:to>
                                    </p:set>
                                  </p:childTnLst>
                                </p:cTn>
                              </p:par>
                            </p:childTnLst>
                          </p:cTn>
                        </p:par>
                        <p:par>
                          <p:cTn id="5476" fill="hold">
                            <p:stCondLst>
                              <p:cond delay="13120"/>
                            </p:stCondLst>
                            <p:childTnLst>
                              <p:par>
                                <p:cTn id="5477" nodeType="afterEffect" fill="hold" presetClass="exit" presetID="9">
                                  <p:stCondLst>
                                    <p:cond delay="0"/>
                                  </p:stCondLst>
                                  <p:childTnLst>
                                    <p:animEffect filter="dissolve" transition="out">
                                      <p:cBhvr additive="repl">
                                        <p:cTn id="5478" dur="500"/>
                                        <p:tgtEl>
                                          <p:spTgt spid="2004"/>
                                        </p:tgtEl>
                                      </p:cBhvr>
                                    </p:animEffect>
                                    <p:set>
                                      <p:cBhvr>
                                        <p:cTn id="5479" dur="1" fill="hold">
                                          <p:stCondLst>
                                            <p:cond delay="499"/>
                                          </p:stCondLst>
                                        </p:cTn>
                                        <p:tgtEl>
                                          <p:spTgt spid="2004"/>
                                        </p:tgtEl>
                                        <p:attrNameLst>
                                          <p:attrName>style.visibility</p:attrName>
                                        </p:attrNameLst>
                                      </p:cBhvr>
                                      <p:to>
                                        <p:strVal val="hidden"/>
                                      </p:to>
                                    </p:set>
                                  </p:childTnLst>
                                </p:cTn>
                              </p:par>
                            </p:childTnLst>
                          </p:cTn>
                        </p:par>
                        <p:par>
                          <p:cTn id="5480" fill="hold">
                            <p:stCondLst>
                              <p:cond delay="13620"/>
                            </p:stCondLst>
                            <p:childTnLst>
                              <p:par>
                                <p:cTn id="5481" nodeType="afterEffect" fill="hold" presetClass="path" presetID="0">
                                  <p:stCondLst>
                                    <p:cond delay="0"/>
                                  </p:stCondLst>
                                  <p:childTnLst>
                                    <p:animMotion origin="layout" path="M -3.33333E-006 0.13318 L 0.47084 1.90751E-006 E">
                                      <p:cBhvr>
                                        <p:cTn id="5482" dur="500" fill="hold"/>
                                        <p:tgtEl>
                                          <p:spTgt spid="2005"/>
                                        </p:tgtEl>
                                      </p:cBhvr>
                                    </p:animMotion>
                                  </p:childTnLst>
                                </p:cTn>
                              </p:par>
                            </p:childTnLst>
                          </p:cTn>
                        </p:par>
                        <p:par>
                          <p:cTn id="5483" fill="hold">
                            <p:stCondLst>
                              <p:cond delay="14120"/>
                            </p:stCondLst>
                            <p:childTnLst>
                              <p:par>
                                <p:cTn id="5484" nodeType="afterEffect" fill="hold" presetClass="exit" presetID="1">
                                  <p:stCondLst>
                                    <p:cond delay="0"/>
                                  </p:stCondLst>
                                  <p:childTnLst>
                                    <p:set>
                                      <p:cBhvr>
                                        <p:cTn id="5485" dur="1" fill="hold">
                                          <p:stCondLst>
                                            <p:cond delay="0"/>
                                          </p:stCondLst>
                                        </p:cTn>
                                        <p:tgtEl>
                                          <p:spTgt spid="2005"/>
                                        </p:tgtEl>
                                        <p:attrNameLst>
                                          <p:attrName>style.visibility</p:attrName>
                                        </p:attrNameLst>
                                      </p:cBhvr>
                                      <p:to>
                                        <p:strVal val="hidden"/>
                                      </p:to>
                                    </p:set>
                                  </p:childTnLst>
                                </p:cTn>
                              </p:par>
                            </p:childTnLst>
                          </p:cTn>
                        </p:par>
                        <p:par>
                          <p:cTn id="5486" fill="hold">
                            <p:stCondLst>
                              <p:cond delay="14120"/>
                            </p:stCondLst>
                            <p:childTnLst>
                              <p:par>
                                <p:cTn id="5487" nodeType="afterEffect" fill="hold" presetClass="entr" presetID="1">
                                  <p:stCondLst>
                                    <p:cond delay="0"/>
                                  </p:stCondLst>
                                  <p:childTnLst>
                                    <p:set>
                                      <p:cBhvr>
                                        <p:cTn id="5488" dur="1" fill="hold">
                                          <p:stCondLst>
                                            <p:cond delay="0"/>
                                          </p:stCondLst>
                                        </p:cTn>
                                        <p:tgtEl>
                                          <p:spTgt spid="2006"/>
                                        </p:tgtEl>
                                        <p:attrNameLst>
                                          <p:attrName>style.visibility</p:attrName>
                                        </p:attrNameLst>
                                      </p:cBhvr>
                                      <p:to>
                                        <p:strVal val="visible"/>
                                      </p:to>
                                    </p:set>
                                  </p:childTnLst>
                                </p:cTn>
                              </p:par>
                            </p:childTnLst>
                          </p:cTn>
                        </p:par>
                        <p:par>
                          <p:cTn id="5489" fill="hold">
                            <p:stCondLst>
                              <p:cond delay="14120"/>
                            </p:stCondLst>
                            <p:childTnLst>
                              <p:par>
                                <p:cTn id="5490" nodeType="afterEffect" fill="hold" presetClass="exit" presetID="9">
                                  <p:stCondLst>
                                    <p:cond delay="0"/>
                                  </p:stCondLst>
                                  <p:childTnLst>
                                    <p:animEffect filter="dissolve" transition="out">
                                      <p:cBhvr additive="repl">
                                        <p:cTn id="5491" dur="500"/>
                                        <p:tgtEl>
                                          <p:spTgt spid="2006"/>
                                        </p:tgtEl>
                                      </p:cBhvr>
                                    </p:animEffect>
                                    <p:set>
                                      <p:cBhvr>
                                        <p:cTn id="5492" dur="1" fill="hold">
                                          <p:stCondLst>
                                            <p:cond delay="499"/>
                                          </p:stCondLst>
                                        </p:cTn>
                                        <p:tgtEl>
                                          <p:spTgt spid="2006"/>
                                        </p:tgtEl>
                                        <p:attrNameLst>
                                          <p:attrName>style.visibility</p:attrName>
                                        </p:attrNameLst>
                                      </p:cBhvr>
                                      <p:to>
                                        <p:strVal val="hidden"/>
                                      </p:to>
                                    </p:set>
                                  </p:childTnLst>
                                </p:cTn>
                              </p:par>
                            </p:childTnLst>
                          </p:cTn>
                        </p:par>
                        <p:par>
                          <p:cTn id="5493" fill="hold">
                            <p:stCondLst>
                              <p:cond delay="14620"/>
                            </p:stCondLst>
                            <p:childTnLst>
                              <p:par>
                                <p:cTn id="5494" nodeType="afterEffect" fill="hold" presetClass="entr" presetID="27">
                                  <p:stCondLst>
                                    <p:cond delay="0"/>
                                  </p:stCondLst>
                                  <p:iterate type="lt">
                                    <p:tmAbs val="40"/>
                                  </p:iterate>
                                  <p:childTnLst>
                                    <p:set>
                                      <p:cBhvr>
                                        <p:cTn id="5495" dur="1" fill="hold">
                                          <p:stCondLst>
                                            <p:cond delay="0"/>
                                          </p:stCondLst>
                                        </p:cTn>
                                        <p:tgtEl>
                                          <p:spTgt spid="2007"/>
                                        </p:tgtEl>
                                        <p:attrNameLst>
                                          <p:attrName>style.visibility</p:attrName>
                                        </p:attrNameLst>
                                      </p:cBhvr>
                                      <p:to>
                                        <p:strVal val="visible"/>
                                      </p:to>
                                    </p:set>
                                    <p:anim calcmode="discrete" valueType="clr">
                                      <p:cBhvr additive="repl">
                                        <p:cTn id="5496" dur="80"/>
                                        <p:tgtEl>
                                          <p:spTgt spid="2007"/>
                                        </p:tgtEl>
                                        <p:attrNameLst>
                                          <p:attrName>style.color</p:attrName>
                                        </p:attrNameLst>
                                      </p:cBhvr>
                                      <p:tavLst>
                                        <p:tav tm="0">
                                          <p:val>
                                            <p:strVal val="rgb(-103,51,51)"/>
                                          </p:val>
                                        </p:tav>
                                        <p:tav tm="50000">
                                          <p:val>
                                            <p:strVal val="rgb(-103,-103,0)"/>
                                          </p:val>
                                        </p:tav>
                                      </p:tavLst>
                                    </p:anim>
                                    <p:anim calcmode="discrete" valueType="clr">
                                      <p:cBhvr additive="repl">
                                        <p:cTn id="5497" dur="80"/>
                                        <p:tgtEl>
                                          <p:spTgt spid="2007"/>
                                        </p:tgtEl>
                                        <p:attrNameLst>
                                          <p:attrName>fillcolor</p:attrName>
                                        </p:attrNameLst>
                                      </p:cBhvr>
                                      <p:tavLst>
                                        <p:tav tm="0">
                                          <p:val>
                                            <p:strVal val="rgb(-103,51,51)"/>
                                          </p:val>
                                        </p:tav>
                                        <p:tav tm="50000">
                                          <p:val>
                                            <p:strVal val="rgb(-103,-103,0)"/>
                                          </p:val>
                                        </p:tav>
                                      </p:tavLst>
                                    </p:anim>
                                    <p:set>
                                      <p:cBhvr>
                                        <p:cTn id="5498" dur="80"/>
                                        <p:tgtEl>
                                          <p:spTgt spid="2007"/>
                                        </p:tgtEl>
                                        <p:attrNameLst>
                                          <p:attrName>fill.type</p:attrName>
                                        </p:attrNameLst>
                                      </p:cBhvr>
                                      <p:to>
                                        <p:strVal val="solid"/>
                                      </p:to>
                                    </p:set>
                                  </p:childTnLst>
                                </p:cTn>
                              </p:par>
                            </p:childTnLst>
                          </p:cTn>
                        </p:par>
                        <p:par>
                          <p:cTn id="5499" fill="hold">
                            <p:stCondLst>
                              <p:cond delay="15220"/>
                            </p:stCondLst>
                            <p:childTnLst>
                              <p:par>
                                <p:cTn id="5500" nodeType="afterEffect" fill="hold" presetClass="exit" presetID="27">
                                  <p:stCondLst>
                                    <p:cond delay="500"/>
                                  </p:stCondLst>
                                  <p:iterate type="lt">
                                    <p:tmAbs val="40"/>
                                  </p:iterate>
                                  <p:childTnLst>
                                    <p:anim calcmode="discrete" valueType="clr">
                                      <p:cBhvr additive="repl">
                                        <p:cTn id="5501" dur="80"/>
                                        <p:tgtEl>
                                          <p:spTgt spid="2007"/>
                                        </p:tgtEl>
                                        <p:attrNameLst>
                                          <p:attrName>style.color</p:attrName>
                                        </p:attrNameLst>
                                      </p:cBhvr>
                                      <p:tavLst>
                                        <p:tav tm="0">
                                          <p:val>
                                            <p:strVal val="rgb(-103,-103,0)"/>
                                          </p:val>
                                        </p:tav>
                                        <p:tav tm="50000">
                                          <p:val>
                                            <p:strVal val="rgb(-103,51,51)"/>
                                          </p:val>
                                        </p:tav>
                                      </p:tavLst>
                                    </p:anim>
                                    <p:anim calcmode="discrete" valueType="clr">
                                      <p:cBhvr additive="repl">
                                        <p:cTn id="5502" dur="80"/>
                                        <p:tgtEl>
                                          <p:spTgt spid="2007"/>
                                        </p:tgtEl>
                                        <p:attrNameLst>
                                          <p:attrName>fillcolor</p:attrName>
                                        </p:attrNameLst>
                                      </p:cBhvr>
                                      <p:tavLst>
                                        <p:tav tm="0">
                                          <p:val>
                                            <p:strVal val="rgb(-103,-103,0)"/>
                                          </p:val>
                                        </p:tav>
                                        <p:tav tm="50000">
                                          <p:val>
                                            <p:strVal val="rgb(-103,51,51)"/>
                                          </p:val>
                                        </p:tav>
                                      </p:tavLst>
                                    </p:anim>
                                    <p:set>
                                      <p:cBhvr>
                                        <p:cTn id="5503" dur="80"/>
                                        <p:tgtEl>
                                          <p:spTgt spid="2007"/>
                                        </p:tgtEl>
                                        <p:attrNameLst>
                                          <p:attrName>fill.type</p:attrName>
                                        </p:attrNameLst>
                                      </p:cBhvr>
                                      <p:to>
                                        <p:strVal val="solid"/>
                                      </p:to>
                                    </p:set>
                                    <p:set>
                                      <p:cBhvr>
                                        <p:cTn id="5504" dur="1" fill="hold">
                                          <p:stCondLst>
                                            <p:cond delay="79"/>
                                          </p:stCondLst>
                                        </p:cTn>
                                        <p:tgtEl>
                                          <p:spTgt spid="2007"/>
                                        </p:tgtEl>
                                        <p:attrNameLst>
                                          <p:attrName>style.visibility</p:attrName>
                                        </p:attrNameLst>
                                      </p:cBhvr>
                                      <p:to>
                                        <p:strVal val="hidden"/>
                                      </p:to>
                                    </p:set>
                                  </p:childTnLst>
                                </p:cTn>
                              </p:par>
                              <p:par>
                                <p:cTn id="5505" nodeType="withEffect" fill="hold" presetClass="entr" presetID="9">
                                  <p:stCondLst>
                                    <p:cond delay="0"/>
                                  </p:stCondLst>
                                  <p:childTnLst>
                                    <p:set>
                                      <p:cBhvr>
                                        <p:cTn id="5506" dur="1" fill="hold">
                                          <p:stCondLst>
                                            <p:cond delay="0"/>
                                          </p:stCondLst>
                                        </p:cTn>
                                        <p:tgtEl>
                                          <p:spTgt spid="2012"/>
                                        </p:tgtEl>
                                        <p:attrNameLst>
                                          <p:attrName>style.visibility</p:attrName>
                                        </p:attrNameLst>
                                      </p:cBhvr>
                                      <p:to>
                                        <p:strVal val="visible"/>
                                      </p:to>
                                    </p:set>
                                    <p:animEffect filter="dissolve" transition="in">
                                      <p:cBhvr additive="repl">
                                        <p:cTn id="5507" dur="500"/>
                                        <p:tgtEl>
                                          <p:spTgt spid="2012"/>
                                        </p:tgtEl>
                                      </p:cBhvr>
                                    </p:animEffect>
                                  </p:childTnLst>
                                </p:cTn>
                              </p:par>
                            </p:childTnLst>
                          </p:cTn>
                        </p:par>
                        <p:par>
                          <p:cTn id="5508" fill="hold">
                            <p:stCondLst>
                              <p:cond delay="16320"/>
                            </p:stCondLst>
                            <p:childTnLst>
                              <p:par>
                                <p:cTn id="5509" nodeType="afterEffect" fill="hold" presetClass="entr" presetID="9">
                                  <p:stCondLst>
                                    <p:cond delay="0"/>
                                  </p:stCondLst>
                                  <p:childTnLst>
                                    <p:set>
                                      <p:cBhvr>
                                        <p:cTn id="5510" dur="1" fill="hold">
                                          <p:stCondLst>
                                            <p:cond delay="0"/>
                                          </p:stCondLst>
                                        </p:cTn>
                                        <p:tgtEl>
                                          <p:spTgt spid="2014"/>
                                        </p:tgtEl>
                                        <p:attrNameLst>
                                          <p:attrName>style.visibility</p:attrName>
                                        </p:attrNameLst>
                                      </p:cBhvr>
                                      <p:to>
                                        <p:strVal val="visible"/>
                                      </p:to>
                                    </p:set>
                                    <p:animEffect filter="dissolve" transition="in">
                                      <p:cBhvr additive="repl">
                                        <p:cTn id="5511" dur="500"/>
                                        <p:tgtEl>
                                          <p:spTgt spid="2014"/>
                                        </p:tgtEl>
                                      </p:cBhvr>
                                    </p:animEffect>
                                  </p:childTnLst>
                                </p:cTn>
                              </p:par>
                            </p:childTnLst>
                          </p:cTn>
                        </p:par>
                        <p:par>
                          <p:cTn id="5512" fill="hold">
                            <p:stCondLst>
                              <p:cond delay="16820"/>
                            </p:stCondLst>
                            <p:childTnLst>
                              <p:par>
                                <p:cTn id="5513" nodeType="afterEffect" fill="hold" presetClass="entr" presetID="27">
                                  <p:stCondLst>
                                    <p:cond delay="0"/>
                                  </p:stCondLst>
                                  <p:iterate type="lt">
                                    <p:tmAbs val="40"/>
                                  </p:iterate>
                                  <p:childTnLst>
                                    <p:set>
                                      <p:cBhvr>
                                        <p:cTn id="5514" dur="1" fill="hold">
                                          <p:stCondLst>
                                            <p:cond delay="0"/>
                                          </p:stCondLst>
                                        </p:cTn>
                                        <p:tgtEl>
                                          <p:spTgt spid="2015"/>
                                        </p:tgtEl>
                                        <p:attrNameLst>
                                          <p:attrName>style.visibility</p:attrName>
                                        </p:attrNameLst>
                                      </p:cBhvr>
                                      <p:to>
                                        <p:strVal val="visible"/>
                                      </p:to>
                                    </p:set>
                                    <p:anim calcmode="discrete" valueType="clr">
                                      <p:cBhvr additive="repl">
                                        <p:cTn id="5515" dur="80"/>
                                        <p:tgtEl>
                                          <p:spTgt spid="2015"/>
                                        </p:tgtEl>
                                        <p:attrNameLst>
                                          <p:attrName>style.color</p:attrName>
                                        </p:attrNameLst>
                                      </p:cBhvr>
                                      <p:tavLst>
                                        <p:tav tm="0">
                                          <p:val>
                                            <p:strVal val="rgb(-103,51,51)"/>
                                          </p:val>
                                        </p:tav>
                                        <p:tav tm="50000">
                                          <p:val>
                                            <p:strVal val="rgb(-103,-103,0)"/>
                                          </p:val>
                                        </p:tav>
                                      </p:tavLst>
                                    </p:anim>
                                    <p:anim calcmode="discrete" valueType="clr">
                                      <p:cBhvr additive="repl">
                                        <p:cTn id="5516" dur="80"/>
                                        <p:tgtEl>
                                          <p:spTgt spid="2015"/>
                                        </p:tgtEl>
                                        <p:attrNameLst>
                                          <p:attrName>fillcolor</p:attrName>
                                        </p:attrNameLst>
                                      </p:cBhvr>
                                      <p:tavLst>
                                        <p:tav tm="0">
                                          <p:val>
                                            <p:strVal val="rgb(-103,51,51)"/>
                                          </p:val>
                                        </p:tav>
                                        <p:tav tm="50000">
                                          <p:val>
                                            <p:strVal val="rgb(-103,-103,0)"/>
                                          </p:val>
                                        </p:tav>
                                      </p:tavLst>
                                    </p:anim>
                                    <p:set>
                                      <p:cBhvr>
                                        <p:cTn id="5517" dur="80"/>
                                        <p:tgtEl>
                                          <p:spTgt spid="2015"/>
                                        </p:tgtEl>
                                        <p:attrNameLst>
                                          <p:attrName>fill.type</p:attrName>
                                        </p:attrNameLst>
                                      </p:cBhvr>
                                      <p:to>
                                        <p:strVal val="solid"/>
                                      </p:to>
                                    </p:set>
                                  </p:childTnLst>
                                </p:cTn>
                              </p:par>
                            </p:childTnLst>
                          </p:cTn>
                        </p:par>
                        <p:par>
                          <p:cTn id="5518" fill="hold">
                            <p:stCondLst>
                              <p:cond delay="19260"/>
                            </p:stCondLst>
                            <p:childTnLst>
                              <p:par>
                                <p:cTn id="5519" nodeType="afterEffect" fill="hold" presetClass="entr" presetID="27">
                                  <p:stCondLst>
                                    <p:cond delay="0"/>
                                  </p:stCondLst>
                                  <p:iterate type="lt">
                                    <p:tmAbs val="40"/>
                                  </p:iterate>
                                  <p:childTnLst>
                                    <p:set>
                                      <p:cBhvr>
                                        <p:cTn id="5520" dur="1" fill="hold">
                                          <p:stCondLst>
                                            <p:cond delay="0"/>
                                          </p:stCondLst>
                                        </p:cTn>
                                        <p:tgtEl>
                                          <p:spTgt spid="2013"/>
                                        </p:tgtEl>
                                        <p:attrNameLst>
                                          <p:attrName>style.visibility</p:attrName>
                                        </p:attrNameLst>
                                      </p:cBhvr>
                                      <p:to>
                                        <p:strVal val="visible"/>
                                      </p:to>
                                    </p:set>
                                    <p:anim calcmode="discrete" valueType="clr">
                                      <p:cBhvr additive="repl">
                                        <p:cTn id="5521" dur="80"/>
                                        <p:tgtEl>
                                          <p:spTgt spid="2013"/>
                                        </p:tgtEl>
                                        <p:attrNameLst>
                                          <p:attrName>style.color</p:attrName>
                                        </p:attrNameLst>
                                      </p:cBhvr>
                                      <p:tavLst>
                                        <p:tav tm="0">
                                          <p:val>
                                            <p:strVal val="rgb(-103,51,51)"/>
                                          </p:val>
                                        </p:tav>
                                        <p:tav tm="50000">
                                          <p:val>
                                            <p:strVal val="rgb(-103,-103,0)"/>
                                          </p:val>
                                        </p:tav>
                                      </p:tavLst>
                                    </p:anim>
                                    <p:anim calcmode="discrete" valueType="clr">
                                      <p:cBhvr additive="repl">
                                        <p:cTn id="5522" dur="80"/>
                                        <p:tgtEl>
                                          <p:spTgt spid="2013"/>
                                        </p:tgtEl>
                                        <p:attrNameLst>
                                          <p:attrName>fillcolor</p:attrName>
                                        </p:attrNameLst>
                                      </p:cBhvr>
                                      <p:tavLst>
                                        <p:tav tm="0">
                                          <p:val>
                                            <p:strVal val="rgb(-103,51,51)"/>
                                          </p:val>
                                        </p:tav>
                                        <p:tav tm="50000">
                                          <p:val>
                                            <p:strVal val="rgb(-103,-103,0)"/>
                                          </p:val>
                                        </p:tav>
                                      </p:tavLst>
                                    </p:anim>
                                    <p:set>
                                      <p:cBhvr>
                                        <p:cTn id="5523" dur="80"/>
                                        <p:tgtEl>
                                          <p:spTgt spid="2013"/>
                                        </p:tgtEl>
                                        <p:attrNameLst>
                                          <p:attrName>fill.type</p:attrName>
                                        </p:attrNameLst>
                                      </p:cBhvr>
                                      <p:to>
                                        <p:strVal val="solid"/>
                                      </p:to>
                                    </p:set>
                                  </p:childTnLst>
                                </p:cTn>
                              </p:par>
                            </p:childTnLst>
                          </p:cTn>
                        </p:par>
                        <p:par>
                          <p:cTn id="5524" fill="hold">
                            <p:stCondLst>
                              <p:cond delay="19500"/>
                            </p:stCondLst>
                            <p:childTnLst>
                              <p:par>
                                <p:cTn id="5525" nodeType="afterEffect" fill="hold" presetClass="entr" presetID="27">
                                  <p:stCondLst>
                                    <p:cond delay="5500"/>
                                  </p:stCondLst>
                                  <p:iterate type="lt">
                                    <p:tmAbs val="40"/>
                                  </p:iterate>
                                  <p:childTnLst>
                                    <p:set>
                                      <p:cBhvr>
                                        <p:cTn id="5526" dur="1" fill="hold">
                                          <p:stCondLst>
                                            <p:cond delay="0"/>
                                          </p:stCondLst>
                                        </p:cTn>
                                        <p:tgtEl>
                                          <p:spTgt spid="2016"/>
                                        </p:tgtEl>
                                        <p:attrNameLst>
                                          <p:attrName>style.visibility</p:attrName>
                                        </p:attrNameLst>
                                      </p:cBhvr>
                                      <p:to>
                                        <p:strVal val="visible"/>
                                      </p:to>
                                    </p:set>
                                    <p:anim calcmode="discrete" valueType="clr">
                                      <p:cBhvr additive="repl">
                                        <p:cTn id="5527" dur="80"/>
                                        <p:tgtEl>
                                          <p:spTgt spid="2016"/>
                                        </p:tgtEl>
                                        <p:attrNameLst>
                                          <p:attrName>style.color</p:attrName>
                                        </p:attrNameLst>
                                      </p:cBhvr>
                                      <p:tavLst>
                                        <p:tav tm="0">
                                          <p:val>
                                            <p:strVal val="rgb(-103,51,51)"/>
                                          </p:val>
                                        </p:tav>
                                        <p:tav tm="50000">
                                          <p:val>
                                            <p:strVal val="rgb(-103,-103,0)"/>
                                          </p:val>
                                        </p:tav>
                                      </p:tavLst>
                                    </p:anim>
                                    <p:anim calcmode="discrete" valueType="clr">
                                      <p:cBhvr additive="repl">
                                        <p:cTn id="5528" dur="80"/>
                                        <p:tgtEl>
                                          <p:spTgt spid="2016"/>
                                        </p:tgtEl>
                                        <p:attrNameLst>
                                          <p:attrName>fillcolor</p:attrName>
                                        </p:attrNameLst>
                                      </p:cBhvr>
                                      <p:tavLst>
                                        <p:tav tm="0">
                                          <p:val>
                                            <p:strVal val="rgb(-103,51,51)"/>
                                          </p:val>
                                        </p:tav>
                                        <p:tav tm="50000">
                                          <p:val>
                                            <p:strVal val="rgb(-103,-103,0)"/>
                                          </p:val>
                                        </p:tav>
                                      </p:tavLst>
                                    </p:anim>
                                    <p:set>
                                      <p:cBhvr>
                                        <p:cTn id="5529" dur="80"/>
                                        <p:tgtEl>
                                          <p:spTgt spid="2016"/>
                                        </p:tgtEl>
                                        <p:attrNameLst>
                                          <p:attrName>fill.type</p:attrName>
                                        </p:attrNameLst>
                                      </p:cBhvr>
                                      <p:to>
                                        <p:strVal val="solid"/>
                                      </p:to>
                                    </p:set>
                                  </p:childTnLst>
                                </p:cTn>
                              </p:par>
                            </p:childTnLst>
                          </p:cTn>
                        </p:par>
                        <p:par>
                          <p:cTn id="5530" fill="hold">
                            <p:stCondLst>
                              <p:cond delay="27400"/>
                            </p:stCondLst>
                            <p:childTnLst>
                              <p:par>
                                <p:cTn id="5531" nodeType="afterEffect" fill="hold" presetClass="entr" presetID="27">
                                  <p:stCondLst>
                                    <p:cond delay="5000"/>
                                  </p:stCondLst>
                                  <p:iterate type="lt">
                                    <p:tmAbs val="40"/>
                                  </p:iterate>
                                  <p:childTnLst>
                                    <p:set>
                                      <p:cBhvr>
                                        <p:cTn id="5532" dur="1" fill="hold">
                                          <p:stCondLst>
                                            <p:cond delay="0"/>
                                          </p:stCondLst>
                                        </p:cTn>
                                        <p:tgtEl>
                                          <p:spTgt spid="2017"/>
                                        </p:tgtEl>
                                        <p:attrNameLst>
                                          <p:attrName>style.visibility</p:attrName>
                                        </p:attrNameLst>
                                      </p:cBhvr>
                                      <p:to>
                                        <p:strVal val="visible"/>
                                      </p:to>
                                    </p:set>
                                    <p:anim calcmode="discrete" valueType="clr">
                                      <p:cBhvr additive="repl">
                                        <p:cTn id="5533" dur="80"/>
                                        <p:tgtEl>
                                          <p:spTgt spid="2017"/>
                                        </p:tgtEl>
                                        <p:attrNameLst>
                                          <p:attrName>style.color</p:attrName>
                                        </p:attrNameLst>
                                      </p:cBhvr>
                                      <p:tavLst>
                                        <p:tav tm="0">
                                          <p:val>
                                            <p:strVal val="rgb(-103,51,51)"/>
                                          </p:val>
                                        </p:tav>
                                        <p:tav tm="50000">
                                          <p:val>
                                            <p:strVal val="rgb(-103,-103,0)"/>
                                          </p:val>
                                        </p:tav>
                                      </p:tavLst>
                                    </p:anim>
                                    <p:anim calcmode="discrete" valueType="clr">
                                      <p:cBhvr additive="repl">
                                        <p:cTn id="5534" dur="80"/>
                                        <p:tgtEl>
                                          <p:spTgt spid="2017"/>
                                        </p:tgtEl>
                                        <p:attrNameLst>
                                          <p:attrName>fillcolor</p:attrName>
                                        </p:attrNameLst>
                                      </p:cBhvr>
                                      <p:tavLst>
                                        <p:tav tm="0">
                                          <p:val>
                                            <p:strVal val="rgb(-103,51,51)"/>
                                          </p:val>
                                        </p:tav>
                                        <p:tav tm="50000">
                                          <p:val>
                                            <p:strVal val="rgb(-103,-103,0)"/>
                                          </p:val>
                                        </p:tav>
                                      </p:tavLst>
                                    </p:anim>
                                    <p:set>
                                      <p:cBhvr>
                                        <p:cTn id="5535" dur="80"/>
                                        <p:tgtEl>
                                          <p:spTgt spid="2017"/>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18" name="" descr=""/>
          <p:cNvPicPr/>
          <p:nvPr/>
        </p:nvPicPr>
        <p:blipFill>
          <a:blip r:embed="rId1"/>
          <a:stretch/>
        </p:blipFill>
        <p:spPr>
          <a:xfrm>
            <a:off x="0" y="0"/>
            <a:ext cx="9144000" cy="6913440"/>
          </a:xfrm>
          <a:prstGeom prst="rect">
            <a:avLst/>
          </a:prstGeom>
          <a:ln w="0">
            <a:noFill/>
          </a:ln>
        </p:spPr>
      </p:pic>
      <p:pic>
        <p:nvPicPr>
          <p:cNvPr id="2019" name="" descr=""/>
          <p:cNvPicPr/>
          <p:nvPr/>
        </p:nvPicPr>
        <p:blipFill>
          <a:blip r:embed="rId2"/>
          <a:stretch/>
        </p:blipFill>
        <p:spPr>
          <a:xfrm>
            <a:off x="5943600" y="3352680"/>
            <a:ext cx="2933640" cy="1271880"/>
          </a:xfrm>
          <a:prstGeom prst="rect">
            <a:avLst/>
          </a:prstGeom>
          <a:ln w="0">
            <a:noFill/>
          </a:ln>
        </p:spPr>
      </p:pic>
      <p:pic>
        <p:nvPicPr>
          <p:cNvPr id="2020" name="" descr=""/>
          <p:cNvPicPr/>
          <p:nvPr/>
        </p:nvPicPr>
        <p:blipFill>
          <a:blip r:embed="rId3"/>
          <a:stretch/>
        </p:blipFill>
        <p:spPr>
          <a:xfrm>
            <a:off x="609480" y="2514600"/>
            <a:ext cx="3353040" cy="2706840"/>
          </a:xfrm>
          <a:prstGeom prst="rect">
            <a:avLst/>
          </a:prstGeom>
          <a:ln w="0">
            <a:noFill/>
          </a:ln>
        </p:spPr>
      </p:pic>
      <p:sp>
        <p:nvSpPr>
          <p:cNvPr id="2021"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22"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23"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24"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25"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26"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27"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28"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29"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30"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31" name=""/>
          <p:cNvSpPr/>
          <p:nvPr/>
        </p:nvSpPr>
        <p:spPr>
          <a:xfrm>
            <a:off x="6019920" y="25909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32" name=""/>
          <p:cNvSpPr/>
          <p:nvPr/>
        </p:nvSpPr>
        <p:spPr>
          <a:xfrm>
            <a:off x="6629400" y="27432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033" name=""/>
          <p:cNvSpPr/>
          <p:nvPr/>
        </p:nvSpPr>
        <p:spPr>
          <a:xfrm>
            <a:off x="1295280" y="205740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0</a:t>
            </a:r>
            <a:endParaRPr b="0" lang="en-US" sz="1800" spc="-1" strike="noStrike">
              <a:solidFill>
                <a:srgbClr val="000000"/>
              </a:solidFill>
              <a:latin typeface="Arial"/>
            </a:endParaRPr>
          </a:p>
        </p:txBody>
      </p:sp>
      <p:sp>
        <p:nvSpPr>
          <p:cNvPr id="2034" name=""/>
          <p:cNvSpPr/>
          <p:nvPr/>
        </p:nvSpPr>
        <p:spPr>
          <a:xfrm>
            <a:off x="1066680" y="1676520"/>
            <a:ext cx="2971800" cy="76176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35" name=""/>
          <p:cNvSpPr/>
          <p:nvPr/>
        </p:nvSpPr>
        <p:spPr>
          <a:xfrm>
            <a:off x="1219320" y="1828800"/>
            <a:ext cx="26668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#OUT OF MISSILES#</a:t>
            </a:r>
            <a:endParaRPr b="0" lang="en-US" sz="1800" spc="-1" strike="noStrike">
              <a:solidFill>
                <a:srgbClr val="000000"/>
              </a:solidFill>
              <a:latin typeface="Arial"/>
            </a:endParaRPr>
          </a:p>
        </p:txBody>
      </p:sp>
      <p:sp>
        <p:nvSpPr>
          <p:cNvPr id="2036" name=""/>
          <p:cNvSpPr/>
          <p:nvPr/>
        </p:nvSpPr>
        <p:spPr>
          <a:xfrm>
            <a:off x="5791320" y="-822240"/>
            <a:ext cx="4572000" cy="8254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Beginning self-destruct process… not gonna be fun… Stupid un-linearity… just more work for me… and there’s setting the music, on 3-diffirent branching paths!!! NOO!!     YAR!!! So much work ahead…   -1/27/06</a:t>
            </a:r>
            <a:endParaRPr b="0" lang="en-US" sz="1200" spc="-1" strike="noStrike">
              <a:solidFill>
                <a:srgbClr val="000000"/>
              </a:solidFill>
              <a:latin typeface="Arial"/>
            </a:endParaRPr>
          </a:p>
        </p:txBody>
      </p:sp>
      <p:sp>
        <p:nvSpPr>
          <p:cNvPr id="2037"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038" name=""/>
          <p:cNvSpPr/>
          <p:nvPr/>
        </p:nvSpPr>
        <p:spPr>
          <a:xfrm>
            <a:off x="1143000" y="1752480"/>
            <a:ext cx="281952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BEGINNING SELF DESTRUCT PROCESS...</a:t>
            </a:r>
            <a:endParaRPr b="0" lang="en-US" sz="1800" spc="-1" strike="noStrike">
              <a:solidFill>
                <a:srgbClr val="000000"/>
              </a:solidFill>
              <a:latin typeface="Arial"/>
            </a:endParaRPr>
          </a:p>
        </p:txBody>
      </p:sp>
      <p:sp>
        <p:nvSpPr>
          <p:cNvPr id="2039" name=""/>
          <p:cNvSpPr/>
          <p:nvPr/>
        </p:nvSpPr>
        <p:spPr>
          <a:xfrm>
            <a:off x="1143000" y="1828800"/>
            <a:ext cx="281952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3…                  </a:t>
            </a:r>
            <a:endParaRPr b="0" lang="en-US" sz="1800" spc="-1" strike="noStrike">
              <a:solidFill>
                <a:srgbClr val="000000"/>
              </a:solidFill>
              <a:latin typeface="Arial"/>
            </a:endParaRPr>
          </a:p>
        </p:txBody>
      </p:sp>
      <p:pic>
        <p:nvPicPr>
          <p:cNvPr id="2040" name="" descr=""/>
          <p:cNvPicPr/>
          <p:nvPr/>
        </p:nvPicPr>
        <p:blipFill>
          <a:blip r:embed="rId4"/>
          <a:stretch/>
        </p:blipFill>
        <p:spPr>
          <a:xfrm>
            <a:off x="7086600" y="533520"/>
            <a:ext cx="1819440" cy="2514600"/>
          </a:xfrm>
          <a:prstGeom prst="rect">
            <a:avLst/>
          </a:prstGeom>
          <a:ln w="0">
            <a:noFill/>
          </a:ln>
        </p:spPr>
      </p:pic>
      <p:sp>
        <p:nvSpPr>
          <p:cNvPr id="2041"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042"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043" name=""/>
          <p:cNvSpPr/>
          <p:nvPr/>
        </p:nvSpPr>
        <p:spPr>
          <a:xfrm>
            <a:off x="7315200" y="1752480"/>
            <a:ext cx="1447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044" name=""/>
          <p:cNvSpPr/>
          <p:nvPr/>
        </p:nvSpPr>
        <p:spPr>
          <a:xfrm>
            <a:off x="7315200" y="2133720"/>
            <a:ext cx="1447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-Missile</a:t>
            </a:r>
            <a:endParaRPr b="0" lang="en-US" sz="1800" spc="-1" strike="noStrike">
              <a:solidFill>
                <a:srgbClr val="000000"/>
              </a:solidFill>
              <a:latin typeface="Arial"/>
            </a:endParaRPr>
          </a:p>
        </p:txBody>
      </p:sp>
    </p:spTree>
  </p:cSld>
  <p:timing>
    <p:tnLst>
      <p:par>
        <p:cTn id="5536" dur="indefinite" restart="never" nodeType="tmRoot">
          <p:childTnLst>
            <p:seq>
              <p:cTn id="5537" dur="indefinite" nodeType="mainSeq">
                <p:childTnLst>
                  <p:par>
                    <p:cTn id="5538" fill="hold">
                      <p:stCondLst>
                        <p:cond delay="0"/>
                      </p:stCondLst>
                      <p:childTnLst>
                        <p:par>
                          <p:cTn id="5539" fill="hold">
                            <p:stCondLst>
                              <p:cond delay="0"/>
                            </p:stCondLst>
                            <p:childTnLst>
                              <p:par>
                                <p:cTn id="5540" nodeType="afterEffect" fill="hold" presetClass="entr" presetID="1">
                                  <p:stCondLst>
                                    <p:cond delay="500"/>
                                  </p:stCondLst>
                                  <p:childTnLst>
                                    <p:set>
                                      <p:cBhvr>
                                        <p:cTn id="5541" dur="1" fill="hold">
                                          <p:stCondLst>
                                            <p:cond delay="0"/>
                                          </p:stCondLst>
                                        </p:cTn>
                                        <p:tgtEl>
                                          <p:spTgt spid="2031"/>
                                        </p:tgtEl>
                                        <p:attrNameLst>
                                          <p:attrName>style.visibility</p:attrName>
                                        </p:attrNameLst>
                                      </p:cBhvr>
                                      <p:to>
                                        <p:strVal val="visible"/>
                                      </p:to>
                                    </p:set>
                                  </p:childTnLst>
                                </p:cTn>
                              </p:par>
                            </p:childTnLst>
                          </p:cTn>
                        </p:par>
                        <p:par>
                          <p:cTn id="5542" fill="hold">
                            <p:stCondLst>
                              <p:cond delay="500"/>
                            </p:stCondLst>
                            <p:childTnLst>
                              <p:par>
                                <p:cTn id="5543" nodeType="afterEffect" fill="hold" presetClass="exit" presetID="1">
                                  <p:stCondLst>
                                    <p:cond delay="1500"/>
                                  </p:stCondLst>
                                  <p:childTnLst>
                                    <p:set>
                                      <p:cBhvr>
                                        <p:cTn id="5544" dur="1" fill="hold">
                                          <p:stCondLst>
                                            <p:cond delay="0"/>
                                          </p:stCondLst>
                                        </p:cTn>
                                        <p:tgtEl>
                                          <p:spTgt spid="2031"/>
                                        </p:tgtEl>
                                        <p:attrNameLst>
                                          <p:attrName>style.visibility</p:attrName>
                                        </p:attrNameLst>
                                      </p:cBhvr>
                                      <p:to>
                                        <p:strVal val="hidden"/>
                                      </p:to>
                                    </p:set>
                                  </p:childTnLst>
                                </p:cTn>
                              </p:par>
                            </p:childTnLst>
                          </p:cTn>
                        </p:par>
                        <p:par>
                          <p:cTn id="5545" fill="hold">
                            <p:stCondLst>
                              <p:cond delay="2000"/>
                            </p:stCondLst>
                            <p:childTnLst>
                              <p:par>
                                <p:cTn id="5546" nodeType="afterEffect" fill="hold" presetClass="path" presetID="0">
                                  <p:stCondLst>
                                    <p:cond delay="0"/>
                                  </p:stCondLst>
                                  <p:childTnLst>
                                    <p:animMotion origin="layout" path="M -0.30833 -0.02219 L -0.73333 -0.02219 E">
                                      <p:cBhvr>
                                        <p:cTn id="5547" dur="500" fill="hold"/>
                                        <p:tgtEl>
                                          <p:spTgt spid="2021"/>
                                        </p:tgtEl>
                                      </p:cBhvr>
                                    </p:animMotion>
                                  </p:childTnLst>
                                </p:cTn>
                              </p:par>
                              <p:set>
                                <p:cBhvr>
                                  <p:cTn id="5548" dur="1" fill="hold">
                                    <p:stCondLst>
                                      <p:cond evt="end">
                                        <p:tn val="5546"/>
                                      </p:cond>
                                    </p:stCondLst>
                                  </p:cTn>
                                  <p:tgtEl>
                                    <p:spTgt spid="2021"/>
                                  </p:tgtEl>
                                  <p:attrNameLst>
                                    <p:attrName>style.visibility</p:attrName>
                                  </p:attrNameLst>
                                </p:cBhvr>
                                <p:to>
                                  <p:strVal val="hidden"/>
                                </p:to>
                              </p:set>
                              <p:par>
                                <p:cTn id="5549" nodeType="withEffect" fill="hold" presetClass="path" presetID="0">
                                  <p:stCondLst>
                                    <p:cond delay="0"/>
                                  </p:stCondLst>
                                  <p:childTnLst>
                                    <p:animMotion origin="layout" path="M -0.30833 -0.02219 L -0.73333 -0.02219 E">
                                      <p:cBhvr>
                                        <p:cTn id="5550" dur="500" fill="hold"/>
                                        <p:tgtEl>
                                          <p:spTgt spid="2022"/>
                                        </p:tgtEl>
                                      </p:cBhvr>
                                    </p:animMotion>
                                  </p:childTnLst>
                                </p:cTn>
                              </p:par>
                              <p:set>
                                <p:cBhvr>
                                  <p:cTn id="5551" dur="1" fill="hold">
                                    <p:stCondLst>
                                      <p:cond evt="end">
                                        <p:tn val="5549"/>
                                      </p:cond>
                                    </p:stCondLst>
                                  </p:cTn>
                                  <p:tgtEl>
                                    <p:spTgt spid="2022"/>
                                  </p:tgtEl>
                                  <p:attrNameLst>
                                    <p:attrName>style.visibility</p:attrName>
                                  </p:attrNameLst>
                                </p:cBhvr>
                                <p:to>
                                  <p:strVal val="hidden"/>
                                </p:to>
                              </p:set>
                            </p:childTnLst>
                          </p:cTn>
                        </p:par>
                        <p:par>
                          <p:cTn id="5552" fill="hold">
                            <p:stCondLst>
                              <p:cond delay="2500"/>
                            </p:stCondLst>
                            <p:childTnLst>
                              <p:par>
                                <p:cTn id="5553" nodeType="afterEffect" fill="hold" presetClass="path" presetID="0">
                                  <p:stCondLst>
                                    <p:cond delay="0"/>
                                  </p:stCondLst>
                                  <p:childTnLst>
                                    <p:animMotion origin="layout" path="M -0.475 -0.02219 L -0.9 -0.02219 E">
                                      <p:cBhvr>
                                        <p:cTn id="5554" dur="500" fill="hold"/>
                                        <p:tgtEl>
                                          <p:spTgt spid="2023"/>
                                        </p:tgtEl>
                                      </p:cBhvr>
                                    </p:animMotion>
                                  </p:childTnLst>
                                </p:cTn>
                              </p:par>
                              <p:set>
                                <p:cBhvr>
                                  <p:cTn id="5555" dur="1" fill="hold">
                                    <p:stCondLst>
                                      <p:cond evt="end">
                                        <p:tn val="5553"/>
                                      </p:cond>
                                    </p:stCondLst>
                                  </p:cTn>
                                  <p:tgtEl>
                                    <p:spTgt spid="2023"/>
                                  </p:tgtEl>
                                  <p:attrNameLst>
                                    <p:attrName>style.visibility</p:attrName>
                                  </p:attrNameLst>
                                </p:cBhvr>
                                <p:to>
                                  <p:strVal val="hidden"/>
                                </p:to>
                              </p:set>
                              <p:par>
                                <p:cTn id="5556" nodeType="withEffect" fill="hold" presetClass="path" presetID="0">
                                  <p:stCondLst>
                                    <p:cond delay="0"/>
                                  </p:stCondLst>
                                  <p:childTnLst>
                                    <p:animMotion origin="layout" path="M -0.475 -0.02219 L -0.9 -0.02219 E">
                                      <p:cBhvr>
                                        <p:cTn id="5557" dur="500" fill="hold"/>
                                        <p:tgtEl>
                                          <p:spTgt spid="2024"/>
                                        </p:tgtEl>
                                      </p:cBhvr>
                                    </p:animMotion>
                                  </p:childTnLst>
                                </p:cTn>
                              </p:par>
                              <p:set>
                                <p:cBhvr>
                                  <p:cTn id="5558" dur="1" fill="hold">
                                    <p:stCondLst>
                                      <p:cond evt="end">
                                        <p:tn val="5556"/>
                                      </p:cond>
                                    </p:stCondLst>
                                  </p:cTn>
                                  <p:tgtEl>
                                    <p:spTgt spid="2024"/>
                                  </p:tgtEl>
                                  <p:attrNameLst>
                                    <p:attrName>style.visibility</p:attrName>
                                  </p:attrNameLst>
                                </p:cBhvr>
                                <p:to>
                                  <p:strVal val="hidden"/>
                                </p:to>
                              </p:set>
                            </p:childTnLst>
                          </p:cTn>
                        </p:par>
                        <p:par>
                          <p:cTn id="5559" fill="hold">
                            <p:stCondLst>
                              <p:cond delay="3000"/>
                            </p:stCondLst>
                            <p:childTnLst>
                              <p:par>
                                <p:cTn id="5560" nodeType="afterEffect" fill="hold" presetClass="path" presetID="0">
                                  <p:stCondLst>
                                    <p:cond delay="0"/>
                                  </p:stCondLst>
                                  <p:childTnLst>
                                    <p:animMotion origin="layout" path="M -0.30833 -0.02219 L -0.73333 -0.02219 E">
                                      <p:cBhvr>
                                        <p:cTn id="5561" dur="500" fill="hold"/>
                                        <p:tgtEl>
                                          <p:spTgt spid="2025"/>
                                        </p:tgtEl>
                                      </p:cBhvr>
                                    </p:animMotion>
                                  </p:childTnLst>
                                </p:cTn>
                              </p:par>
                              <p:set>
                                <p:cBhvr>
                                  <p:cTn id="5562" dur="1" fill="hold">
                                    <p:stCondLst>
                                      <p:cond evt="end">
                                        <p:tn val="5560"/>
                                      </p:cond>
                                    </p:stCondLst>
                                  </p:cTn>
                                  <p:tgtEl>
                                    <p:spTgt spid="2025"/>
                                  </p:tgtEl>
                                  <p:attrNameLst>
                                    <p:attrName>style.visibility</p:attrName>
                                  </p:attrNameLst>
                                </p:cBhvr>
                                <p:to>
                                  <p:strVal val="hidden"/>
                                </p:to>
                              </p:set>
                              <p:par>
                                <p:cTn id="5563" nodeType="withEffect" fill="hold" presetClass="path" presetID="0">
                                  <p:stCondLst>
                                    <p:cond delay="0"/>
                                  </p:stCondLst>
                                  <p:childTnLst>
                                    <p:animMotion origin="layout" path="M -0.30833 -0.02219 L -0.73333 -0.02219 E">
                                      <p:cBhvr>
                                        <p:cTn id="5564" dur="500" fill="hold"/>
                                        <p:tgtEl>
                                          <p:spTgt spid="2026"/>
                                        </p:tgtEl>
                                      </p:cBhvr>
                                    </p:animMotion>
                                  </p:childTnLst>
                                </p:cTn>
                              </p:par>
                              <p:set>
                                <p:cBhvr>
                                  <p:cTn id="5565" dur="1" fill="hold">
                                    <p:stCondLst>
                                      <p:cond evt="end">
                                        <p:tn val="5563"/>
                                      </p:cond>
                                    </p:stCondLst>
                                  </p:cTn>
                                  <p:tgtEl>
                                    <p:spTgt spid="2026"/>
                                  </p:tgtEl>
                                  <p:attrNameLst>
                                    <p:attrName>style.visibility</p:attrName>
                                  </p:attrNameLst>
                                </p:cBhvr>
                                <p:to>
                                  <p:strVal val="hidden"/>
                                </p:to>
                              </p:set>
                            </p:childTnLst>
                          </p:cTn>
                        </p:par>
                        <p:par>
                          <p:cTn id="5566" fill="hold">
                            <p:stCondLst>
                              <p:cond delay="3500"/>
                            </p:stCondLst>
                            <p:childTnLst>
                              <p:par>
                                <p:cTn id="5567" nodeType="afterEffect" fill="hold" presetClass="path" presetID="0">
                                  <p:stCondLst>
                                    <p:cond delay="0"/>
                                  </p:stCondLst>
                                  <p:childTnLst>
                                    <p:animMotion origin="layout" path="M -0.3 -0.02219 L -0.73333 -0.02219 E">
                                      <p:cBhvr>
                                        <p:cTn id="5568" dur="500" fill="hold"/>
                                        <p:tgtEl>
                                          <p:spTgt spid="2027"/>
                                        </p:tgtEl>
                                      </p:cBhvr>
                                    </p:animMotion>
                                  </p:childTnLst>
                                </p:cTn>
                              </p:par>
                              <p:set>
                                <p:cBhvr>
                                  <p:cTn id="5569" dur="1" fill="hold">
                                    <p:stCondLst>
                                      <p:cond evt="end">
                                        <p:tn val="5567"/>
                                      </p:cond>
                                    </p:stCondLst>
                                  </p:cTn>
                                  <p:tgtEl>
                                    <p:spTgt spid="2027"/>
                                  </p:tgtEl>
                                  <p:attrNameLst>
                                    <p:attrName>style.visibility</p:attrName>
                                  </p:attrNameLst>
                                </p:cBhvr>
                                <p:to>
                                  <p:strVal val="hidden"/>
                                </p:to>
                              </p:set>
                              <p:par>
                                <p:cTn id="5570" nodeType="withEffect" fill="hold" presetClass="path" presetID="0">
                                  <p:stCondLst>
                                    <p:cond delay="0"/>
                                  </p:stCondLst>
                                  <p:childTnLst>
                                    <p:animMotion origin="layout" path="M -0.3 -0.02219 L -0.73333 -0.02219 E">
                                      <p:cBhvr>
                                        <p:cTn id="5571" dur="500" fill="hold"/>
                                        <p:tgtEl>
                                          <p:spTgt spid="2028"/>
                                        </p:tgtEl>
                                      </p:cBhvr>
                                    </p:animMotion>
                                  </p:childTnLst>
                                </p:cTn>
                              </p:par>
                              <p:set>
                                <p:cBhvr>
                                  <p:cTn id="5572" dur="1" fill="hold">
                                    <p:stCondLst>
                                      <p:cond evt="end">
                                        <p:tn val="5570"/>
                                      </p:cond>
                                    </p:stCondLst>
                                  </p:cTn>
                                  <p:tgtEl>
                                    <p:spTgt spid="2028"/>
                                  </p:tgtEl>
                                  <p:attrNameLst>
                                    <p:attrName>style.visibility</p:attrName>
                                  </p:attrNameLst>
                                </p:cBhvr>
                                <p:to>
                                  <p:strVal val="hidden"/>
                                </p:to>
                              </p:set>
                            </p:childTnLst>
                          </p:cTn>
                        </p:par>
                        <p:par>
                          <p:cTn id="5573" fill="hold">
                            <p:stCondLst>
                              <p:cond delay="4000"/>
                            </p:stCondLst>
                            <p:childTnLst>
                              <p:par>
                                <p:cTn id="5574" nodeType="afterEffect" fill="hold" presetClass="path" presetID="0">
                                  <p:stCondLst>
                                    <p:cond delay="0"/>
                                  </p:stCondLst>
                                  <p:childTnLst>
                                    <p:animMotion origin="layout" path="M -0.30833 -0.02219 L -0.73333 -0.02219 E">
                                      <p:cBhvr>
                                        <p:cTn id="5575" dur="500" fill="hold"/>
                                        <p:tgtEl>
                                          <p:spTgt spid="2029"/>
                                        </p:tgtEl>
                                      </p:cBhvr>
                                    </p:animMotion>
                                  </p:childTnLst>
                                </p:cTn>
                              </p:par>
                              <p:set>
                                <p:cBhvr>
                                  <p:cTn id="5576" dur="1" fill="hold">
                                    <p:stCondLst>
                                      <p:cond evt="end">
                                        <p:tn val="5574"/>
                                      </p:cond>
                                    </p:stCondLst>
                                  </p:cTn>
                                  <p:tgtEl>
                                    <p:spTgt spid="2029"/>
                                  </p:tgtEl>
                                  <p:attrNameLst>
                                    <p:attrName>style.visibility</p:attrName>
                                  </p:attrNameLst>
                                </p:cBhvr>
                                <p:to>
                                  <p:strVal val="hidden"/>
                                </p:to>
                              </p:set>
                              <p:par>
                                <p:cTn id="5577" nodeType="withEffect" fill="hold" presetClass="path" presetID="0">
                                  <p:stCondLst>
                                    <p:cond delay="0"/>
                                  </p:stCondLst>
                                  <p:childTnLst>
                                    <p:animMotion origin="layout" path="M -0.30833 -0.02219 L -0.73333 -0.02219 E">
                                      <p:cBhvr>
                                        <p:cTn id="5578" dur="500" fill="hold"/>
                                        <p:tgtEl>
                                          <p:spTgt spid="2030"/>
                                        </p:tgtEl>
                                      </p:cBhvr>
                                    </p:animMotion>
                                  </p:childTnLst>
                                </p:cTn>
                              </p:par>
                              <p:set>
                                <p:cBhvr>
                                  <p:cTn id="5579" dur="1" fill="hold">
                                    <p:stCondLst>
                                      <p:cond evt="end">
                                        <p:tn val="5577"/>
                                      </p:cond>
                                    </p:stCondLst>
                                  </p:cTn>
                                  <p:tgtEl>
                                    <p:spTgt spid="2030"/>
                                  </p:tgtEl>
                                  <p:attrNameLst>
                                    <p:attrName>style.visibility</p:attrName>
                                  </p:attrNameLst>
                                </p:cBhvr>
                                <p:to>
                                  <p:strVal val="hidden"/>
                                </p:to>
                              </p:set>
                            </p:childTnLst>
                          </p:cTn>
                        </p:par>
                        <p:par>
                          <p:cTn id="5580" fill="hold">
                            <p:stCondLst>
                              <p:cond delay="4500"/>
                            </p:stCondLst>
                            <p:childTnLst>
                              <p:par>
                                <p:cTn id="5581" nodeType="afterEffect" fill="hold" presetClass="entr" presetID="27">
                                  <p:stCondLst>
                                    <p:cond delay="0"/>
                                  </p:stCondLst>
                                  <p:iterate type="lt">
                                    <p:tmAbs val="40"/>
                                  </p:iterate>
                                  <p:childTnLst>
                                    <p:set>
                                      <p:cBhvr>
                                        <p:cTn id="5582" dur="1" fill="hold">
                                          <p:stCondLst>
                                            <p:cond delay="0"/>
                                          </p:stCondLst>
                                        </p:cTn>
                                        <p:tgtEl>
                                          <p:spTgt spid="2033"/>
                                        </p:tgtEl>
                                        <p:attrNameLst>
                                          <p:attrName>style.visibility</p:attrName>
                                        </p:attrNameLst>
                                      </p:cBhvr>
                                      <p:to>
                                        <p:strVal val="visible"/>
                                      </p:to>
                                    </p:set>
                                    <p:anim calcmode="discrete" valueType="clr">
                                      <p:cBhvr additive="repl">
                                        <p:cTn id="5583" dur="80"/>
                                        <p:tgtEl>
                                          <p:spTgt spid="2033"/>
                                        </p:tgtEl>
                                        <p:attrNameLst>
                                          <p:attrName>style.color</p:attrName>
                                        </p:attrNameLst>
                                      </p:cBhvr>
                                      <p:tavLst>
                                        <p:tav tm="0">
                                          <p:val>
                                            <p:strVal val="rgb(-103,51,51)"/>
                                          </p:val>
                                        </p:tav>
                                        <p:tav tm="50000">
                                          <p:val>
                                            <p:strVal val="rgb(-103,-103,0)"/>
                                          </p:val>
                                        </p:tav>
                                      </p:tavLst>
                                    </p:anim>
                                    <p:anim calcmode="discrete" valueType="clr">
                                      <p:cBhvr additive="repl">
                                        <p:cTn id="5584" dur="80"/>
                                        <p:tgtEl>
                                          <p:spTgt spid="2033"/>
                                        </p:tgtEl>
                                        <p:attrNameLst>
                                          <p:attrName>fillcolor</p:attrName>
                                        </p:attrNameLst>
                                      </p:cBhvr>
                                      <p:tavLst>
                                        <p:tav tm="0">
                                          <p:val>
                                            <p:strVal val="rgb(-103,51,51)"/>
                                          </p:val>
                                        </p:tav>
                                        <p:tav tm="50000">
                                          <p:val>
                                            <p:strVal val="rgb(-103,-103,0)"/>
                                          </p:val>
                                        </p:tav>
                                      </p:tavLst>
                                    </p:anim>
                                    <p:set>
                                      <p:cBhvr>
                                        <p:cTn id="5585" dur="80"/>
                                        <p:tgtEl>
                                          <p:spTgt spid="2033"/>
                                        </p:tgtEl>
                                        <p:attrNameLst>
                                          <p:attrName>fill.type</p:attrName>
                                        </p:attrNameLst>
                                      </p:cBhvr>
                                      <p:to>
                                        <p:strVal val="solid"/>
                                      </p:to>
                                    </p:set>
                                  </p:childTnLst>
                                </p:cTn>
                              </p:par>
                            </p:childTnLst>
                          </p:cTn>
                        </p:par>
                        <p:par>
                          <p:cTn id="5586" fill="hold">
                            <p:stCondLst>
                              <p:cond delay="5060"/>
                            </p:stCondLst>
                            <p:childTnLst>
                              <p:par>
                                <p:cTn id="5587" nodeType="afterEffect" fill="hold" presetClass="exit" presetID="27">
                                  <p:stCondLst>
                                    <p:cond delay="500"/>
                                  </p:stCondLst>
                                  <p:iterate type="lt">
                                    <p:tmAbs val="40"/>
                                  </p:iterate>
                                  <p:childTnLst>
                                    <p:anim calcmode="discrete" valueType="clr">
                                      <p:cBhvr additive="repl">
                                        <p:cTn id="5588" dur="80"/>
                                        <p:tgtEl>
                                          <p:spTgt spid="2033"/>
                                        </p:tgtEl>
                                        <p:attrNameLst>
                                          <p:attrName>style.color</p:attrName>
                                        </p:attrNameLst>
                                      </p:cBhvr>
                                      <p:tavLst>
                                        <p:tav tm="0">
                                          <p:val>
                                            <p:strVal val="rgb(-103,-103,0)"/>
                                          </p:val>
                                        </p:tav>
                                        <p:tav tm="50000">
                                          <p:val>
                                            <p:strVal val="rgb(-103,51,51)"/>
                                          </p:val>
                                        </p:tav>
                                      </p:tavLst>
                                    </p:anim>
                                    <p:anim calcmode="discrete" valueType="clr">
                                      <p:cBhvr additive="repl">
                                        <p:cTn id="5589" dur="80"/>
                                        <p:tgtEl>
                                          <p:spTgt spid="2033"/>
                                        </p:tgtEl>
                                        <p:attrNameLst>
                                          <p:attrName>fillcolor</p:attrName>
                                        </p:attrNameLst>
                                      </p:cBhvr>
                                      <p:tavLst>
                                        <p:tav tm="0">
                                          <p:val>
                                            <p:strVal val="rgb(-103,-103,0)"/>
                                          </p:val>
                                        </p:tav>
                                        <p:tav tm="50000">
                                          <p:val>
                                            <p:strVal val="rgb(-103,51,51)"/>
                                          </p:val>
                                        </p:tav>
                                      </p:tavLst>
                                    </p:anim>
                                    <p:set>
                                      <p:cBhvr>
                                        <p:cTn id="5590" dur="80"/>
                                        <p:tgtEl>
                                          <p:spTgt spid="2033"/>
                                        </p:tgtEl>
                                        <p:attrNameLst>
                                          <p:attrName>fill.type</p:attrName>
                                        </p:attrNameLst>
                                      </p:cBhvr>
                                      <p:to>
                                        <p:strVal val="solid"/>
                                      </p:to>
                                    </p:set>
                                    <p:set>
                                      <p:cBhvr>
                                        <p:cTn id="5591" dur="1" fill="hold">
                                          <p:stCondLst>
                                            <p:cond delay="79"/>
                                          </p:stCondLst>
                                        </p:cTn>
                                        <p:tgtEl>
                                          <p:spTgt spid="2033"/>
                                        </p:tgtEl>
                                        <p:attrNameLst>
                                          <p:attrName>style.visibility</p:attrName>
                                        </p:attrNameLst>
                                      </p:cBhvr>
                                      <p:to>
                                        <p:strVal val="hidden"/>
                                      </p:to>
                                    </p:set>
                                  </p:childTnLst>
                                </p:cTn>
                              </p:par>
                            </p:childTnLst>
                          </p:cTn>
                        </p:par>
                        <p:par>
                          <p:cTn id="5592" fill="hold">
                            <p:stCondLst>
                              <p:cond delay="6120"/>
                            </p:stCondLst>
                            <p:childTnLst>
                              <p:par>
                                <p:cTn id="5593" nodeType="afterEffect" fill="hold" presetClass="entr" presetID="9">
                                  <p:stCondLst>
                                    <p:cond delay="0"/>
                                  </p:stCondLst>
                                  <p:childTnLst>
                                    <p:set>
                                      <p:cBhvr>
                                        <p:cTn id="5594" dur="1" fill="hold">
                                          <p:stCondLst>
                                            <p:cond delay="0"/>
                                          </p:stCondLst>
                                        </p:cTn>
                                        <p:tgtEl>
                                          <p:spTgt spid="2040"/>
                                        </p:tgtEl>
                                        <p:attrNameLst>
                                          <p:attrName>style.visibility</p:attrName>
                                        </p:attrNameLst>
                                      </p:cBhvr>
                                      <p:to>
                                        <p:strVal val="visible"/>
                                      </p:to>
                                    </p:set>
                                    <p:animEffect filter="dissolve" transition="in">
                                      <p:cBhvr additive="repl">
                                        <p:cTn id="5595" dur="500"/>
                                        <p:tgtEl>
                                          <p:spTgt spid="2040"/>
                                        </p:tgtEl>
                                      </p:cBhvr>
                                    </p:animEffect>
                                  </p:childTnLst>
                                </p:cTn>
                              </p:par>
                              <p:par>
                                <p:cTn id="5596" nodeType="withEffect" fill="hold" presetClass="entr" presetID="9">
                                  <p:stCondLst>
                                    <p:cond delay="0"/>
                                  </p:stCondLst>
                                  <p:childTnLst>
                                    <p:set>
                                      <p:cBhvr>
                                        <p:cTn id="5597" dur="1" fill="hold">
                                          <p:stCondLst>
                                            <p:cond delay="0"/>
                                          </p:stCondLst>
                                        </p:cTn>
                                        <p:tgtEl>
                                          <p:spTgt spid="2041"/>
                                        </p:tgtEl>
                                        <p:attrNameLst>
                                          <p:attrName>style.visibility</p:attrName>
                                        </p:attrNameLst>
                                      </p:cBhvr>
                                      <p:to>
                                        <p:strVal val="visible"/>
                                      </p:to>
                                    </p:set>
                                    <p:animEffect filter="dissolve" transition="in">
                                      <p:cBhvr additive="repl">
                                        <p:cTn id="5598" dur="500"/>
                                        <p:tgtEl>
                                          <p:spTgt spid="2041"/>
                                        </p:tgtEl>
                                      </p:cBhvr>
                                    </p:animEffect>
                                  </p:childTnLst>
                                </p:cTn>
                              </p:par>
                              <p:par>
                                <p:cTn id="5599" nodeType="withEffect" fill="hold" presetClass="entr" presetID="9">
                                  <p:stCondLst>
                                    <p:cond delay="0"/>
                                  </p:stCondLst>
                                  <p:childTnLst>
                                    <p:set>
                                      <p:cBhvr>
                                        <p:cTn id="5600" dur="1" fill="hold">
                                          <p:stCondLst>
                                            <p:cond delay="0"/>
                                          </p:stCondLst>
                                        </p:cTn>
                                        <p:tgtEl>
                                          <p:spTgt spid="2042"/>
                                        </p:tgtEl>
                                        <p:attrNameLst>
                                          <p:attrName>style.visibility</p:attrName>
                                        </p:attrNameLst>
                                      </p:cBhvr>
                                      <p:to>
                                        <p:strVal val="visible"/>
                                      </p:to>
                                    </p:set>
                                    <p:animEffect filter="dissolve" transition="in">
                                      <p:cBhvr additive="repl">
                                        <p:cTn id="5601" dur="500"/>
                                        <p:tgtEl>
                                          <p:spTgt spid="2042"/>
                                        </p:tgtEl>
                                      </p:cBhvr>
                                    </p:animEffect>
                                  </p:childTnLst>
                                </p:cTn>
                              </p:par>
                            </p:childTnLst>
                          </p:cTn>
                        </p:par>
                        <p:par>
                          <p:cTn id="5602" fill="hold">
                            <p:stCondLst>
                              <p:cond delay="6620"/>
                            </p:stCondLst>
                            <p:childTnLst>
                              <p:par>
                                <p:cTn id="5603" nodeType="afterEffect" fill="hold" presetClass="entr" presetID="1">
                                  <p:stCondLst>
                                    <p:cond delay="500"/>
                                  </p:stCondLst>
                                  <p:childTnLst>
                                    <p:set>
                                      <p:cBhvr>
                                        <p:cTn id="5604" dur="1" fill="hold">
                                          <p:stCondLst>
                                            <p:cond delay="0"/>
                                          </p:stCondLst>
                                        </p:cTn>
                                        <p:tgtEl>
                                          <p:spTgt spid="2034"/>
                                        </p:tgtEl>
                                        <p:attrNameLst>
                                          <p:attrName>style.visibility</p:attrName>
                                        </p:attrNameLst>
                                      </p:cBhvr>
                                      <p:to>
                                        <p:strVal val="visible"/>
                                      </p:to>
                                    </p:set>
                                  </p:childTnLst>
                                </p:cTn>
                              </p:par>
                            </p:childTnLst>
                          </p:cTn>
                        </p:par>
                        <p:par>
                          <p:cTn id="5605" fill="hold">
                            <p:stCondLst>
                              <p:cond delay="7120"/>
                            </p:stCondLst>
                            <p:childTnLst>
                              <p:par>
                                <p:cTn id="5606" nodeType="afterEffect" fill="hold" presetClass="entr" presetID="1">
                                  <p:stCondLst>
                                    <p:cond delay="2500"/>
                                  </p:stCondLst>
                                  <p:childTnLst>
                                    <p:set>
                                      <p:cBhvr>
                                        <p:cTn id="5607" dur="1" fill="hold">
                                          <p:stCondLst>
                                            <p:cond delay="0"/>
                                          </p:stCondLst>
                                        </p:cTn>
                                        <p:tgtEl>
                                          <p:spTgt spid="2038"/>
                                        </p:tgtEl>
                                        <p:attrNameLst>
                                          <p:attrName>style.visibility</p:attrName>
                                        </p:attrNameLst>
                                      </p:cBhvr>
                                      <p:to>
                                        <p:strVal val="visible"/>
                                      </p:to>
                                    </p:set>
                                  </p:childTnLst>
                                </p:cTn>
                              </p:par>
                            </p:childTnLst>
                          </p:cTn>
                        </p:par>
                        <p:par>
                          <p:cTn id="5608" fill="hold">
                            <p:stCondLst>
                              <p:cond delay="9620"/>
                            </p:stCondLst>
                            <p:childTnLst>
                              <p:par>
                                <p:cTn id="5609" nodeType="afterEffect" fill="hold" presetClass="exit" presetID="1">
                                  <p:stCondLst>
                                    <p:cond delay="4000"/>
                                  </p:stCondLst>
                                  <p:childTnLst>
                                    <p:set>
                                      <p:cBhvr>
                                        <p:cTn id="5610" dur="1" fill="hold">
                                          <p:stCondLst>
                                            <p:cond delay="0"/>
                                          </p:stCondLst>
                                        </p:cTn>
                                        <p:tgtEl>
                                          <p:spTgt spid="2038"/>
                                        </p:tgtEl>
                                        <p:attrNameLst>
                                          <p:attrName>style.visibility</p:attrName>
                                        </p:attrNameLst>
                                      </p:cBhvr>
                                      <p:to>
                                        <p:strVal val="hidden"/>
                                      </p:to>
                                    </p:set>
                                  </p:childTnLst>
                                </p:cTn>
                              </p:par>
                            </p:childTnLst>
                          </p:cTn>
                        </p:par>
                        <p:par>
                          <p:cTn id="5611" fill="hold">
                            <p:stCondLst>
                              <p:cond delay="13620"/>
                            </p:stCondLst>
                            <p:childTnLst>
                              <p:par>
                                <p:cTn id="5612" nodeType="afterEffect" fill="hold" presetClass="entr" presetID="1">
                                  <p:stCondLst>
                                    <p:cond delay="0"/>
                                  </p:stCondLst>
                                  <p:childTnLst>
                                    <p:set>
                                      <p:cBhvr>
                                        <p:cTn id="5613" dur="1" fill="hold">
                                          <p:stCondLst>
                                            <p:cond delay="0"/>
                                          </p:stCondLst>
                                        </p:cTn>
                                        <p:tgtEl>
                                          <p:spTgt spid="2039"/>
                                        </p:tgtEl>
                                        <p:attrNameLst>
                                          <p:attrName>style.visibility</p:attrName>
                                        </p:attrNameLst>
                                      </p:cBhvr>
                                      <p:to>
                                        <p:strVal val="visible"/>
                                      </p:to>
                                    </p:set>
                                  </p:childTnLst>
                                </p:cTn>
                              </p:par>
                            </p:childTnLst>
                          </p:cTn>
                        </p:par>
                        <p:par>
                          <p:cTn id="5614" fill="hold">
                            <p:stCondLst>
                              <p:cond delay="13620"/>
                            </p:stCondLst>
                            <p:childTnLst>
                              <p:par>
                                <p:cTn id="5615" nodeType="afterEffect" fill="hold" presetClass="exit" presetID="1">
                                  <p:stCondLst>
                                    <p:cond delay="3000"/>
                                  </p:stCondLst>
                                  <p:childTnLst>
                                    <p:set>
                                      <p:cBhvr>
                                        <p:cTn id="5616" dur="1" fill="hold">
                                          <p:stCondLst>
                                            <p:cond delay="0"/>
                                          </p:stCondLst>
                                        </p:cTn>
                                        <p:tgtEl>
                                          <p:spTgt spid="2034"/>
                                        </p:tgtEl>
                                        <p:attrNameLst>
                                          <p:attrName>style.visibility</p:attrName>
                                        </p:attrNameLst>
                                      </p:cBhvr>
                                      <p:to>
                                        <p:strVal val="hidden"/>
                                      </p:to>
                                    </p:set>
                                  </p:childTnLst>
                                </p:cTn>
                              </p:par>
                            </p:childTnLst>
                          </p:cTn>
                        </p:par>
                        <p:par>
                          <p:cTn id="5617" fill="hold">
                            <p:stCondLst>
                              <p:cond delay="16620"/>
                            </p:stCondLst>
                            <p:childTnLst>
                              <p:par>
                                <p:cTn id="5618" nodeType="afterEffect" fill="hold" presetClass="exit" presetID="1">
                                  <p:stCondLst>
                                    <p:cond delay="0"/>
                                  </p:stCondLst>
                                  <p:childTnLst>
                                    <p:set>
                                      <p:cBhvr>
                                        <p:cTn id="5619" dur="1" fill="hold">
                                          <p:stCondLst>
                                            <p:cond delay="0"/>
                                          </p:stCondLst>
                                        </p:cTn>
                                        <p:tgtEl>
                                          <p:spTgt spid="2035"/>
                                        </p:tgtEl>
                                        <p:attrNameLst>
                                          <p:attrName>style.visibility</p:attrName>
                                        </p:attrNameLst>
                                      </p:cBhvr>
                                      <p:to>
                                        <p:strVal val="hidden"/>
                                      </p:to>
                                    </p:set>
                                  </p:childTnLst>
                                </p:cTn>
                              </p:par>
                            </p:childTnLst>
                          </p:cTn>
                        </p:par>
                        <p:par>
                          <p:cTn id="5620" fill="hold">
                            <p:stCondLst>
                              <p:cond delay="16620"/>
                            </p:stCondLst>
                            <p:childTnLst>
                              <p:par>
                                <p:cTn id="5621" nodeType="afterEffect" fill="hold" presetClass="exit" presetID="1">
                                  <p:stCondLst>
                                    <p:cond delay="0"/>
                                  </p:stCondLst>
                                  <p:childTnLst>
                                    <p:set>
                                      <p:cBhvr>
                                        <p:cTn id="5622" dur="1" fill="hold">
                                          <p:stCondLst>
                                            <p:cond delay="0"/>
                                          </p:stCondLst>
                                        </p:cTn>
                                        <p:tgtEl>
                                          <p:spTgt spid="2038"/>
                                        </p:tgtEl>
                                        <p:attrNameLst>
                                          <p:attrName>style.visibility</p:attrName>
                                        </p:attrNameLst>
                                      </p:cBhvr>
                                      <p:to>
                                        <p:strVal val="hidden"/>
                                      </p:to>
                                    </p:set>
                                  </p:childTnLst>
                                </p:cTn>
                              </p:par>
                            </p:childTnLst>
                          </p:cTn>
                        </p:par>
                        <p:par>
                          <p:cTn id="5623" fill="hold">
                            <p:stCondLst>
                              <p:cond delay="16620"/>
                            </p:stCondLst>
                            <p:childTnLst>
                              <p:par>
                                <p:cTn id="5624" nodeType="afterEffect" fill="hold" presetClass="exit" presetID="1">
                                  <p:stCondLst>
                                    <p:cond delay="0"/>
                                  </p:stCondLst>
                                  <p:childTnLst>
                                    <p:set>
                                      <p:cBhvr>
                                        <p:cTn id="5625" dur="1" fill="hold">
                                          <p:stCondLst>
                                            <p:cond delay="0"/>
                                          </p:stCondLst>
                                        </p:cTn>
                                        <p:tgtEl>
                                          <p:spTgt spid="2039"/>
                                        </p:tgtEl>
                                        <p:attrNameLst>
                                          <p:attrName>style.visibility</p:attrName>
                                        </p:attrNameLst>
                                      </p:cBhvr>
                                      <p:to>
                                        <p:strVal val="hidden"/>
                                      </p:to>
                                    </p:set>
                                  </p:childTnLst>
                                </p:cTn>
                              </p:par>
                            </p:childTnLst>
                          </p:cTn>
                        </p:par>
                        <p:par>
                          <p:cTn id="5626" fill="hold">
                            <p:stCondLst>
                              <p:cond delay="16620"/>
                            </p:stCondLst>
                            <p:childTnLst>
                              <p:par>
                                <p:cTn id="5627" nodeType="afterEffect" fill="hold" presetClass="entr" presetID="9">
                                  <p:stCondLst>
                                    <p:cond delay="0"/>
                                  </p:stCondLst>
                                  <p:childTnLst>
                                    <p:set>
                                      <p:cBhvr>
                                        <p:cTn id="5628" dur="1" fill="hold">
                                          <p:stCondLst>
                                            <p:cond delay="0"/>
                                          </p:stCondLst>
                                        </p:cTn>
                                        <p:tgtEl>
                                          <p:spTgt spid="2043"/>
                                        </p:tgtEl>
                                        <p:attrNameLst>
                                          <p:attrName>style.visibility</p:attrName>
                                        </p:attrNameLst>
                                      </p:cBhvr>
                                      <p:to>
                                        <p:strVal val="visible"/>
                                      </p:to>
                                    </p:set>
                                    <p:animEffect filter="dissolve" transition="in">
                                      <p:cBhvr additive="repl">
                                        <p:cTn id="5629" dur="500"/>
                                        <p:tgtEl>
                                          <p:spTgt spid="2043"/>
                                        </p:tgtEl>
                                      </p:cBhvr>
                                    </p:animEffect>
                                  </p:childTnLst>
                                </p:cTn>
                              </p:par>
                            </p:childTnLst>
                          </p:cTn>
                        </p:par>
                        <p:par>
                          <p:cTn id="5630" fill="hold">
                            <p:stCondLst>
                              <p:cond delay="17120"/>
                            </p:stCondLst>
                            <p:childTnLst>
                              <p:par>
                                <p:cTn id="5631" nodeType="afterEffect" fill="hold" presetClass="entr" presetID="9">
                                  <p:stCondLst>
                                    <p:cond delay="0"/>
                                  </p:stCondLst>
                                  <p:childTnLst>
                                    <p:set>
                                      <p:cBhvr>
                                        <p:cTn id="5632" dur="1" fill="hold">
                                          <p:stCondLst>
                                            <p:cond delay="0"/>
                                          </p:stCondLst>
                                        </p:cTn>
                                        <p:tgtEl>
                                          <p:spTgt spid="2044"/>
                                        </p:tgtEl>
                                        <p:attrNameLst>
                                          <p:attrName>style.visibility</p:attrName>
                                        </p:attrNameLst>
                                      </p:cBhvr>
                                      <p:to>
                                        <p:strVal val="visible"/>
                                      </p:to>
                                    </p:set>
                                    <p:animEffect filter="dissolve" transition="in">
                                      <p:cBhvr additive="repl">
                                        <p:cTn id="5633" dur="500"/>
                                        <p:tgtEl>
                                          <p:spTgt spid="20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45" name="" descr=""/>
          <p:cNvPicPr/>
          <p:nvPr/>
        </p:nvPicPr>
        <p:blipFill>
          <a:blip r:embed="rId1"/>
          <a:stretch/>
        </p:blipFill>
        <p:spPr>
          <a:xfrm>
            <a:off x="0" y="0"/>
            <a:ext cx="9144000" cy="6913440"/>
          </a:xfrm>
          <a:prstGeom prst="rect">
            <a:avLst/>
          </a:prstGeom>
          <a:ln w="0">
            <a:noFill/>
          </a:ln>
        </p:spPr>
      </p:pic>
      <p:pic>
        <p:nvPicPr>
          <p:cNvPr id="2046" name="" descr=""/>
          <p:cNvPicPr/>
          <p:nvPr/>
        </p:nvPicPr>
        <p:blipFill>
          <a:blip r:embed="rId2"/>
          <a:stretch/>
        </p:blipFill>
        <p:spPr>
          <a:xfrm>
            <a:off x="5943600" y="3352680"/>
            <a:ext cx="2933640" cy="1271880"/>
          </a:xfrm>
          <a:prstGeom prst="rect">
            <a:avLst/>
          </a:prstGeom>
          <a:ln w="0">
            <a:noFill/>
          </a:ln>
        </p:spPr>
      </p:pic>
      <p:pic>
        <p:nvPicPr>
          <p:cNvPr id="2047" name="" descr=""/>
          <p:cNvPicPr/>
          <p:nvPr/>
        </p:nvPicPr>
        <p:blipFill>
          <a:blip r:embed="rId3"/>
          <a:stretch/>
        </p:blipFill>
        <p:spPr>
          <a:xfrm>
            <a:off x="609480" y="2514600"/>
            <a:ext cx="3353040" cy="2706840"/>
          </a:xfrm>
          <a:prstGeom prst="rect">
            <a:avLst/>
          </a:prstGeom>
          <a:ln w="0">
            <a:noFill/>
          </a:ln>
        </p:spPr>
      </p:pic>
      <p:sp>
        <p:nvSpPr>
          <p:cNvPr id="2048"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49"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50"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51"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52"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53"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54"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55"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56"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57"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58" name=""/>
          <p:cNvSpPr/>
          <p:nvPr/>
        </p:nvSpPr>
        <p:spPr>
          <a:xfrm>
            <a:off x="6019920" y="25909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59" name=""/>
          <p:cNvSpPr/>
          <p:nvPr/>
        </p:nvSpPr>
        <p:spPr>
          <a:xfrm>
            <a:off x="6629400" y="27432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060" name=""/>
          <p:cNvSpPr/>
          <p:nvPr/>
        </p:nvSpPr>
        <p:spPr>
          <a:xfrm>
            <a:off x="1295280" y="205740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0</a:t>
            </a:r>
            <a:endParaRPr b="0" lang="en-US" sz="1800" spc="-1" strike="noStrike">
              <a:solidFill>
                <a:srgbClr val="000000"/>
              </a:solidFill>
              <a:latin typeface="Arial"/>
            </a:endParaRPr>
          </a:p>
        </p:txBody>
      </p:sp>
      <p:sp>
        <p:nvSpPr>
          <p:cNvPr id="2061" name=""/>
          <p:cNvSpPr/>
          <p:nvPr/>
        </p:nvSpPr>
        <p:spPr>
          <a:xfrm>
            <a:off x="1066680" y="1676520"/>
            <a:ext cx="2971800" cy="76176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62" name=""/>
          <p:cNvSpPr/>
          <p:nvPr/>
        </p:nvSpPr>
        <p:spPr>
          <a:xfrm>
            <a:off x="-990720" y="1752480"/>
            <a:ext cx="45720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debug</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3. shot</a:t>
            </a:r>
            <a:endParaRPr b="0" lang="en-US" sz="1200" spc="-1" strike="noStrike">
              <a:solidFill>
                <a:srgbClr val="000000"/>
              </a:solidFill>
              <a:latin typeface="Arial"/>
            </a:endParaRPr>
          </a:p>
        </p:txBody>
      </p:sp>
      <p:sp>
        <p:nvSpPr>
          <p:cNvPr id="2063"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064" name=""/>
          <p:cNvSpPr/>
          <p:nvPr/>
        </p:nvSpPr>
        <p:spPr>
          <a:xfrm>
            <a:off x="1219320" y="1905120"/>
            <a:ext cx="28191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2…                  </a:t>
            </a:r>
            <a:endParaRPr b="0" lang="en-US" sz="1800" spc="-1" strike="noStrike">
              <a:solidFill>
                <a:srgbClr val="000000"/>
              </a:solidFill>
              <a:latin typeface="Arial"/>
            </a:endParaRPr>
          </a:p>
        </p:txBody>
      </p:sp>
      <p:pic>
        <p:nvPicPr>
          <p:cNvPr id="2065" name="" descr=""/>
          <p:cNvPicPr/>
          <p:nvPr/>
        </p:nvPicPr>
        <p:blipFill>
          <a:blip r:embed="rId4"/>
          <a:stretch/>
        </p:blipFill>
        <p:spPr>
          <a:xfrm>
            <a:off x="7086600" y="533520"/>
            <a:ext cx="1819440" cy="2514600"/>
          </a:xfrm>
          <a:prstGeom prst="rect">
            <a:avLst/>
          </a:prstGeom>
          <a:ln w="0">
            <a:noFill/>
          </a:ln>
        </p:spPr>
      </p:pic>
      <p:sp>
        <p:nvSpPr>
          <p:cNvPr id="2066"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067"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068" name=""/>
          <p:cNvSpPr/>
          <p:nvPr/>
        </p:nvSpPr>
        <p:spPr>
          <a:xfrm>
            <a:off x="7315200" y="1752480"/>
            <a:ext cx="1447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069" name=""/>
          <p:cNvSpPr/>
          <p:nvPr/>
        </p:nvSpPr>
        <p:spPr>
          <a:xfrm>
            <a:off x="7315200" y="2057400"/>
            <a:ext cx="1447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-Missile</a:t>
            </a:r>
            <a:endParaRPr b="0" lang="en-US" sz="1800" spc="-1" strike="noStrike">
              <a:solidFill>
                <a:srgbClr val="000000"/>
              </a:solidFill>
              <a:latin typeface="Arial"/>
            </a:endParaRPr>
          </a:p>
        </p:txBody>
      </p:sp>
    </p:spTree>
  </p:cSld>
  <p:timing>
    <p:tnLst>
      <p:par>
        <p:cTn id="5634" dur="indefinite" restart="never" nodeType="tmRoot">
          <p:childTnLst>
            <p:seq>
              <p:cTn id="5635" dur="indefinite" nodeType="mainSeq">
                <p:childTnLst>
                  <p:par>
                    <p:cTn id="5636" fill="hold">
                      <p:stCondLst>
                        <p:cond delay="0"/>
                      </p:stCondLst>
                      <p:childTnLst>
                        <p:par>
                          <p:cTn id="5637" fill="hold">
                            <p:stCondLst>
                              <p:cond delay="0"/>
                            </p:stCondLst>
                            <p:childTnLst>
                              <p:par>
                                <p:cTn id="5638" nodeType="afterEffect" fill="hold" presetClass="entr" presetID="1">
                                  <p:stCondLst>
                                    <p:cond delay="500"/>
                                  </p:stCondLst>
                                  <p:childTnLst>
                                    <p:set>
                                      <p:cBhvr>
                                        <p:cTn id="5639" dur="1" fill="hold">
                                          <p:stCondLst>
                                            <p:cond delay="0"/>
                                          </p:stCondLst>
                                        </p:cTn>
                                        <p:tgtEl>
                                          <p:spTgt spid="2058"/>
                                        </p:tgtEl>
                                        <p:attrNameLst>
                                          <p:attrName>style.visibility</p:attrName>
                                        </p:attrNameLst>
                                      </p:cBhvr>
                                      <p:to>
                                        <p:strVal val="visible"/>
                                      </p:to>
                                    </p:set>
                                  </p:childTnLst>
                                </p:cTn>
                              </p:par>
                            </p:childTnLst>
                          </p:cTn>
                        </p:par>
                        <p:par>
                          <p:cTn id="5640" fill="hold">
                            <p:stCondLst>
                              <p:cond delay="500"/>
                            </p:stCondLst>
                            <p:childTnLst>
                              <p:par>
                                <p:cTn id="5641" nodeType="afterEffect" fill="hold" presetClass="exit" presetID="1">
                                  <p:stCondLst>
                                    <p:cond delay="1500"/>
                                  </p:stCondLst>
                                  <p:childTnLst>
                                    <p:set>
                                      <p:cBhvr>
                                        <p:cTn id="5642" dur="1" fill="hold">
                                          <p:stCondLst>
                                            <p:cond delay="0"/>
                                          </p:stCondLst>
                                        </p:cTn>
                                        <p:tgtEl>
                                          <p:spTgt spid="2058"/>
                                        </p:tgtEl>
                                        <p:attrNameLst>
                                          <p:attrName>style.visibility</p:attrName>
                                        </p:attrNameLst>
                                      </p:cBhvr>
                                      <p:to>
                                        <p:strVal val="hidden"/>
                                      </p:to>
                                    </p:set>
                                  </p:childTnLst>
                                </p:cTn>
                              </p:par>
                            </p:childTnLst>
                          </p:cTn>
                        </p:par>
                        <p:par>
                          <p:cTn id="5643" fill="hold">
                            <p:stCondLst>
                              <p:cond delay="2000"/>
                            </p:stCondLst>
                            <p:childTnLst>
                              <p:par>
                                <p:cTn id="5644" nodeType="afterEffect" fill="hold" presetClass="path" presetID="0">
                                  <p:stCondLst>
                                    <p:cond delay="0"/>
                                  </p:stCondLst>
                                  <p:childTnLst>
                                    <p:animMotion origin="layout" path="M -0.30833 -0.02219 L -0.73333 -0.02219 E">
                                      <p:cBhvr>
                                        <p:cTn id="5645" dur="500" fill="hold"/>
                                        <p:tgtEl>
                                          <p:spTgt spid="2048"/>
                                        </p:tgtEl>
                                      </p:cBhvr>
                                    </p:animMotion>
                                  </p:childTnLst>
                                </p:cTn>
                              </p:par>
                              <p:set>
                                <p:cBhvr>
                                  <p:cTn id="5646" dur="1" fill="hold">
                                    <p:stCondLst>
                                      <p:cond evt="end">
                                        <p:tn val="5644"/>
                                      </p:cond>
                                    </p:stCondLst>
                                  </p:cTn>
                                  <p:tgtEl>
                                    <p:spTgt spid="2048"/>
                                  </p:tgtEl>
                                  <p:attrNameLst>
                                    <p:attrName>style.visibility</p:attrName>
                                  </p:attrNameLst>
                                </p:cBhvr>
                                <p:to>
                                  <p:strVal val="hidden"/>
                                </p:to>
                              </p:set>
                              <p:par>
                                <p:cTn id="5647" nodeType="withEffect" fill="hold" presetClass="path" presetID="0">
                                  <p:stCondLst>
                                    <p:cond delay="0"/>
                                  </p:stCondLst>
                                  <p:childTnLst>
                                    <p:animMotion origin="layout" path="M -0.30833 -0.02219 L -0.73333 -0.02219 E">
                                      <p:cBhvr>
                                        <p:cTn id="5648" dur="500" fill="hold"/>
                                        <p:tgtEl>
                                          <p:spTgt spid="2049"/>
                                        </p:tgtEl>
                                      </p:cBhvr>
                                    </p:animMotion>
                                  </p:childTnLst>
                                </p:cTn>
                              </p:par>
                              <p:set>
                                <p:cBhvr>
                                  <p:cTn id="5649" dur="1" fill="hold">
                                    <p:stCondLst>
                                      <p:cond evt="end">
                                        <p:tn val="5647"/>
                                      </p:cond>
                                    </p:stCondLst>
                                  </p:cTn>
                                  <p:tgtEl>
                                    <p:spTgt spid="2049"/>
                                  </p:tgtEl>
                                  <p:attrNameLst>
                                    <p:attrName>style.visibility</p:attrName>
                                  </p:attrNameLst>
                                </p:cBhvr>
                                <p:to>
                                  <p:strVal val="hidden"/>
                                </p:to>
                              </p:set>
                            </p:childTnLst>
                          </p:cTn>
                        </p:par>
                        <p:par>
                          <p:cTn id="5650" fill="hold">
                            <p:stCondLst>
                              <p:cond delay="2500"/>
                            </p:stCondLst>
                            <p:childTnLst>
                              <p:par>
                                <p:cTn id="5651" nodeType="afterEffect" fill="hold" presetClass="path" presetID="0">
                                  <p:stCondLst>
                                    <p:cond delay="0"/>
                                  </p:stCondLst>
                                  <p:childTnLst>
                                    <p:animMotion origin="layout" path="M -0.475 -0.02219 L -0.9 -0.02219 E">
                                      <p:cBhvr>
                                        <p:cTn id="5652" dur="500" fill="hold"/>
                                        <p:tgtEl>
                                          <p:spTgt spid="2050"/>
                                        </p:tgtEl>
                                      </p:cBhvr>
                                    </p:animMotion>
                                  </p:childTnLst>
                                </p:cTn>
                              </p:par>
                              <p:set>
                                <p:cBhvr>
                                  <p:cTn id="5653" dur="1" fill="hold">
                                    <p:stCondLst>
                                      <p:cond evt="end">
                                        <p:tn val="5651"/>
                                      </p:cond>
                                    </p:stCondLst>
                                  </p:cTn>
                                  <p:tgtEl>
                                    <p:spTgt spid="2050"/>
                                  </p:tgtEl>
                                  <p:attrNameLst>
                                    <p:attrName>style.visibility</p:attrName>
                                  </p:attrNameLst>
                                </p:cBhvr>
                                <p:to>
                                  <p:strVal val="hidden"/>
                                </p:to>
                              </p:set>
                              <p:par>
                                <p:cTn id="5654" nodeType="withEffect" fill="hold" presetClass="path" presetID="0">
                                  <p:stCondLst>
                                    <p:cond delay="0"/>
                                  </p:stCondLst>
                                  <p:childTnLst>
                                    <p:animMotion origin="layout" path="M -0.475 -0.02219 L -0.9 -0.02219 E">
                                      <p:cBhvr>
                                        <p:cTn id="5655" dur="500" fill="hold"/>
                                        <p:tgtEl>
                                          <p:spTgt spid="2051"/>
                                        </p:tgtEl>
                                      </p:cBhvr>
                                    </p:animMotion>
                                  </p:childTnLst>
                                </p:cTn>
                              </p:par>
                              <p:set>
                                <p:cBhvr>
                                  <p:cTn id="5656" dur="1" fill="hold">
                                    <p:stCondLst>
                                      <p:cond evt="end">
                                        <p:tn val="5654"/>
                                      </p:cond>
                                    </p:stCondLst>
                                  </p:cTn>
                                  <p:tgtEl>
                                    <p:spTgt spid="2051"/>
                                  </p:tgtEl>
                                  <p:attrNameLst>
                                    <p:attrName>style.visibility</p:attrName>
                                  </p:attrNameLst>
                                </p:cBhvr>
                                <p:to>
                                  <p:strVal val="hidden"/>
                                </p:to>
                              </p:set>
                            </p:childTnLst>
                          </p:cTn>
                        </p:par>
                        <p:par>
                          <p:cTn id="5657" fill="hold">
                            <p:stCondLst>
                              <p:cond delay="3000"/>
                            </p:stCondLst>
                            <p:childTnLst>
                              <p:par>
                                <p:cTn id="5658" nodeType="afterEffect" fill="hold" presetClass="path" presetID="0">
                                  <p:stCondLst>
                                    <p:cond delay="0"/>
                                  </p:stCondLst>
                                  <p:childTnLst>
                                    <p:animMotion origin="layout" path="M -0.30833 -0.02219 L -0.73333 -0.02219 E">
                                      <p:cBhvr>
                                        <p:cTn id="5659" dur="500" fill="hold"/>
                                        <p:tgtEl>
                                          <p:spTgt spid="2052"/>
                                        </p:tgtEl>
                                      </p:cBhvr>
                                    </p:animMotion>
                                  </p:childTnLst>
                                </p:cTn>
                              </p:par>
                              <p:set>
                                <p:cBhvr>
                                  <p:cTn id="5660" dur="1" fill="hold">
                                    <p:stCondLst>
                                      <p:cond evt="end">
                                        <p:tn val="5658"/>
                                      </p:cond>
                                    </p:stCondLst>
                                  </p:cTn>
                                  <p:tgtEl>
                                    <p:spTgt spid="2052"/>
                                  </p:tgtEl>
                                  <p:attrNameLst>
                                    <p:attrName>style.visibility</p:attrName>
                                  </p:attrNameLst>
                                </p:cBhvr>
                                <p:to>
                                  <p:strVal val="hidden"/>
                                </p:to>
                              </p:set>
                              <p:par>
                                <p:cTn id="5661" nodeType="withEffect" fill="hold" presetClass="path" presetID="0">
                                  <p:stCondLst>
                                    <p:cond delay="0"/>
                                  </p:stCondLst>
                                  <p:childTnLst>
                                    <p:animMotion origin="layout" path="M -0.30833 -0.02219 L -0.73333 -0.02219 E">
                                      <p:cBhvr>
                                        <p:cTn id="5662" dur="500" fill="hold"/>
                                        <p:tgtEl>
                                          <p:spTgt spid="2053"/>
                                        </p:tgtEl>
                                      </p:cBhvr>
                                    </p:animMotion>
                                  </p:childTnLst>
                                </p:cTn>
                              </p:par>
                              <p:set>
                                <p:cBhvr>
                                  <p:cTn id="5663" dur="1" fill="hold">
                                    <p:stCondLst>
                                      <p:cond evt="end">
                                        <p:tn val="5661"/>
                                      </p:cond>
                                    </p:stCondLst>
                                  </p:cTn>
                                  <p:tgtEl>
                                    <p:spTgt spid="2053"/>
                                  </p:tgtEl>
                                  <p:attrNameLst>
                                    <p:attrName>style.visibility</p:attrName>
                                  </p:attrNameLst>
                                </p:cBhvr>
                                <p:to>
                                  <p:strVal val="hidden"/>
                                </p:to>
                              </p:set>
                            </p:childTnLst>
                          </p:cTn>
                        </p:par>
                        <p:par>
                          <p:cTn id="5664" fill="hold">
                            <p:stCondLst>
                              <p:cond delay="3500"/>
                            </p:stCondLst>
                            <p:childTnLst>
                              <p:par>
                                <p:cTn id="5665" nodeType="afterEffect" fill="hold" presetClass="path" presetID="0">
                                  <p:stCondLst>
                                    <p:cond delay="0"/>
                                  </p:stCondLst>
                                  <p:childTnLst>
                                    <p:animMotion origin="layout" path="M -0.3 -0.02219 L -0.73333 -0.02219 E">
                                      <p:cBhvr>
                                        <p:cTn id="5666" dur="500" fill="hold"/>
                                        <p:tgtEl>
                                          <p:spTgt spid="2054"/>
                                        </p:tgtEl>
                                      </p:cBhvr>
                                    </p:animMotion>
                                  </p:childTnLst>
                                </p:cTn>
                              </p:par>
                              <p:set>
                                <p:cBhvr>
                                  <p:cTn id="5667" dur="1" fill="hold">
                                    <p:stCondLst>
                                      <p:cond evt="end">
                                        <p:tn val="5665"/>
                                      </p:cond>
                                    </p:stCondLst>
                                  </p:cTn>
                                  <p:tgtEl>
                                    <p:spTgt spid="2054"/>
                                  </p:tgtEl>
                                  <p:attrNameLst>
                                    <p:attrName>style.visibility</p:attrName>
                                  </p:attrNameLst>
                                </p:cBhvr>
                                <p:to>
                                  <p:strVal val="hidden"/>
                                </p:to>
                              </p:set>
                              <p:par>
                                <p:cTn id="5668" nodeType="withEffect" fill="hold" presetClass="path" presetID="0">
                                  <p:stCondLst>
                                    <p:cond delay="0"/>
                                  </p:stCondLst>
                                  <p:childTnLst>
                                    <p:animMotion origin="layout" path="M -0.3 -0.02219 L -0.73333 -0.02219 E">
                                      <p:cBhvr>
                                        <p:cTn id="5669" dur="500" fill="hold"/>
                                        <p:tgtEl>
                                          <p:spTgt spid="2055"/>
                                        </p:tgtEl>
                                      </p:cBhvr>
                                    </p:animMotion>
                                  </p:childTnLst>
                                </p:cTn>
                              </p:par>
                              <p:set>
                                <p:cBhvr>
                                  <p:cTn id="5670" dur="1" fill="hold">
                                    <p:stCondLst>
                                      <p:cond evt="end">
                                        <p:tn val="5668"/>
                                      </p:cond>
                                    </p:stCondLst>
                                  </p:cTn>
                                  <p:tgtEl>
                                    <p:spTgt spid="2055"/>
                                  </p:tgtEl>
                                  <p:attrNameLst>
                                    <p:attrName>style.visibility</p:attrName>
                                  </p:attrNameLst>
                                </p:cBhvr>
                                <p:to>
                                  <p:strVal val="hidden"/>
                                </p:to>
                              </p:set>
                            </p:childTnLst>
                          </p:cTn>
                        </p:par>
                        <p:par>
                          <p:cTn id="5671" fill="hold">
                            <p:stCondLst>
                              <p:cond delay="4000"/>
                            </p:stCondLst>
                            <p:childTnLst>
                              <p:par>
                                <p:cTn id="5672" nodeType="afterEffect" fill="hold" presetClass="path" presetID="0">
                                  <p:stCondLst>
                                    <p:cond delay="0"/>
                                  </p:stCondLst>
                                  <p:childTnLst>
                                    <p:animMotion origin="layout" path="M -0.30833 -0.02219 L -0.73333 -0.02219 E">
                                      <p:cBhvr>
                                        <p:cTn id="5673" dur="500" fill="hold"/>
                                        <p:tgtEl>
                                          <p:spTgt spid="2056"/>
                                        </p:tgtEl>
                                      </p:cBhvr>
                                    </p:animMotion>
                                  </p:childTnLst>
                                </p:cTn>
                              </p:par>
                              <p:set>
                                <p:cBhvr>
                                  <p:cTn id="5674" dur="1" fill="hold">
                                    <p:stCondLst>
                                      <p:cond evt="end">
                                        <p:tn val="5672"/>
                                      </p:cond>
                                    </p:stCondLst>
                                  </p:cTn>
                                  <p:tgtEl>
                                    <p:spTgt spid="2056"/>
                                  </p:tgtEl>
                                  <p:attrNameLst>
                                    <p:attrName>style.visibility</p:attrName>
                                  </p:attrNameLst>
                                </p:cBhvr>
                                <p:to>
                                  <p:strVal val="hidden"/>
                                </p:to>
                              </p:set>
                              <p:par>
                                <p:cTn id="5675" nodeType="withEffect" fill="hold" presetClass="path" presetID="0">
                                  <p:stCondLst>
                                    <p:cond delay="0"/>
                                  </p:stCondLst>
                                  <p:childTnLst>
                                    <p:animMotion origin="layout" path="M -0.30833 -0.02219 L -0.73333 -0.02219 E">
                                      <p:cBhvr>
                                        <p:cTn id="5676" dur="500" fill="hold"/>
                                        <p:tgtEl>
                                          <p:spTgt spid="2057"/>
                                        </p:tgtEl>
                                      </p:cBhvr>
                                    </p:animMotion>
                                  </p:childTnLst>
                                </p:cTn>
                              </p:par>
                              <p:set>
                                <p:cBhvr>
                                  <p:cTn id="5677" dur="1" fill="hold">
                                    <p:stCondLst>
                                      <p:cond evt="end">
                                        <p:tn val="5675"/>
                                      </p:cond>
                                    </p:stCondLst>
                                  </p:cTn>
                                  <p:tgtEl>
                                    <p:spTgt spid="2057"/>
                                  </p:tgtEl>
                                  <p:attrNameLst>
                                    <p:attrName>style.visibility</p:attrName>
                                  </p:attrNameLst>
                                </p:cBhvr>
                                <p:to>
                                  <p:strVal val="hidden"/>
                                </p:to>
                              </p:set>
                            </p:childTnLst>
                          </p:cTn>
                        </p:par>
                        <p:par>
                          <p:cTn id="5678" fill="hold">
                            <p:stCondLst>
                              <p:cond delay="4500"/>
                            </p:stCondLst>
                            <p:childTnLst>
                              <p:par>
                                <p:cTn id="5679" nodeType="afterEffect" fill="hold" presetClass="entr" presetID="27">
                                  <p:stCondLst>
                                    <p:cond delay="0"/>
                                  </p:stCondLst>
                                  <p:iterate type="lt">
                                    <p:tmAbs val="40"/>
                                  </p:iterate>
                                  <p:childTnLst>
                                    <p:set>
                                      <p:cBhvr>
                                        <p:cTn id="5680" dur="1" fill="hold">
                                          <p:stCondLst>
                                            <p:cond delay="0"/>
                                          </p:stCondLst>
                                        </p:cTn>
                                        <p:tgtEl>
                                          <p:spTgt spid="2060"/>
                                        </p:tgtEl>
                                        <p:attrNameLst>
                                          <p:attrName>style.visibility</p:attrName>
                                        </p:attrNameLst>
                                      </p:cBhvr>
                                      <p:to>
                                        <p:strVal val="visible"/>
                                      </p:to>
                                    </p:set>
                                    <p:anim calcmode="discrete" valueType="clr">
                                      <p:cBhvr additive="repl">
                                        <p:cTn id="5681" dur="80"/>
                                        <p:tgtEl>
                                          <p:spTgt spid="2060"/>
                                        </p:tgtEl>
                                        <p:attrNameLst>
                                          <p:attrName>style.color</p:attrName>
                                        </p:attrNameLst>
                                      </p:cBhvr>
                                      <p:tavLst>
                                        <p:tav tm="0">
                                          <p:val>
                                            <p:strVal val="rgb(-103,51,51)"/>
                                          </p:val>
                                        </p:tav>
                                        <p:tav tm="50000">
                                          <p:val>
                                            <p:strVal val="rgb(-103,-103,0)"/>
                                          </p:val>
                                        </p:tav>
                                      </p:tavLst>
                                    </p:anim>
                                    <p:anim calcmode="discrete" valueType="clr">
                                      <p:cBhvr additive="repl">
                                        <p:cTn id="5682" dur="80"/>
                                        <p:tgtEl>
                                          <p:spTgt spid="2060"/>
                                        </p:tgtEl>
                                        <p:attrNameLst>
                                          <p:attrName>fillcolor</p:attrName>
                                        </p:attrNameLst>
                                      </p:cBhvr>
                                      <p:tavLst>
                                        <p:tav tm="0">
                                          <p:val>
                                            <p:strVal val="rgb(-103,51,51)"/>
                                          </p:val>
                                        </p:tav>
                                        <p:tav tm="50000">
                                          <p:val>
                                            <p:strVal val="rgb(-103,-103,0)"/>
                                          </p:val>
                                        </p:tav>
                                      </p:tavLst>
                                    </p:anim>
                                    <p:set>
                                      <p:cBhvr>
                                        <p:cTn id="5683" dur="80"/>
                                        <p:tgtEl>
                                          <p:spTgt spid="2060"/>
                                        </p:tgtEl>
                                        <p:attrNameLst>
                                          <p:attrName>fill.type</p:attrName>
                                        </p:attrNameLst>
                                      </p:cBhvr>
                                      <p:to>
                                        <p:strVal val="solid"/>
                                      </p:to>
                                    </p:set>
                                  </p:childTnLst>
                                </p:cTn>
                              </p:par>
                            </p:childTnLst>
                          </p:cTn>
                        </p:par>
                        <p:par>
                          <p:cTn id="5684" fill="hold">
                            <p:stCondLst>
                              <p:cond delay="5060"/>
                            </p:stCondLst>
                            <p:childTnLst>
                              <p:par>
                                <p:cTn id="5685" nodeType="afterEffect" fill="hold" presetClass="exit" presetID="27">
                                  <p:stCondLst>
                                    <p:cond delay="500"/>
                                  </p:stCondLst>
                                  <p:iterate type="lt">
                                    <p:tmAbs val="40"/>
                                  </p:iterate>
                                  <p:childTnLst>
                                    <p:anim calcmode="discrete" valueType="clr">
                                      <p:cBhvr additive="repl">
                                        <p:cTn id="5686" dur="80"/>
                                        <p:tgtEl>
                                          <p:spTgt spid="2060"/>
                                        </p:tgtEl>
                                        <p:attrNameLst>
                                          <p:attrName>style.color</p:attrName>
                                        </p:attrNameLst>
                                      </p:cBhvr>
                                      <p:tavLst>
                                        <p:tav tm="0">
                                          <p:val>
                                            <p:strVal val="rgb(-103,-103,0)"/>
                                          </p:val>
                                        </p:tav>
                                        <p:tav tm="50000">
                                          <p:val>
                                            <p:strVal val="rgb(-103,51,51)"/>
                                          </p:val>
                                        </p:tav>
                                      </p:tavLst>
                                    </p:anim>
                                    <p:anim calcmode="discrete" valueType="clr">
                                      <p:cBhvr additive="repl">
                                        <p:cTn id="5687" dur="80"/>
                                        <p:tgtEl>
                                          <p:spTgt spid="2060"/>
                                        </p:tgtEl>
                                        <p:attrNameLst>
                                          <p:attrName>fillcolor</p:attrName>
                                        </p:attrNameLst>
                                      </p:cBhvr>
                                      <p:tavLst>
                                        <p:tav tm="0">
                                          <p:val>
                                            <p:strVal val="rgb(-103,-103,0)"/>
                                          </p:val>
                                        </p:tav>
                                        <p:tav tm="50000">
                                          <p:val>
                                            <p:strVal val="rgb(-103,51,51)"/>
                                          </p:val>
                                        </p:tav>
                                      </p:tavLst>
                                    </p:anim>
                                    <p:set>
                                      <p:cBhvr>
                                        <p:cTn id="5688" dur="80"/>
                                        <p:tgtEl>
                                          <p:spTgt spid="2060"/>
                                        </p:tgtEl>
                                        <p:attrNameLst>
                                          <p:attrName>fill.type</p:attrName>
                                        </p:attrNameLst>
                                      </p:cBhvr>
                                      <p:to>
                                        <p:strVal val="solid"/>
                                      </p:to>
                                    </p:set>
                                    <p:set>
                                      <p:cBhvr>
                                        <p:cTn id="5689" dur="1" fill="hold">
                                          <p:stCondLst>
                                            <p:cond delay="79"/>
                                          </p:stCondLst>
                                        </p:cTn>
                                        <p:tgtEl>
                                          <p:spTgt spid="2060"/>
                                        </p:tgtEl>
                                        <p:attrNameLst>
                                          <p:attrName>style.visibility</p:attrName>
                                        </p:attrNameLst>
                                      </p:cBhvr>
                                      <p:to>
                                        <p:strVal val="hidden"/>
                                      </p:to>
                                    </p:set>
                                  </p:childTnLst>
                                </p:cTn>
                              </p:par>
                            </p:childTnLst>
                          </p:cTn>
                        </p:par>
                        <p:par>
                          <p:cTn id="5690" fill="hold">
                            <p:stCondLst>
                              <p:cond delay="6120"/>
                            </p:stCondLst>
                            <p:childTnLst>
                              <p:par>
                                <p:cTn id="5691" nodeType="afterEffect" fill="hold" presetClass="entr" presetID="9">
                                  <p:stCondLst>
                                    <p:cond delay="0"/>
                                  </p:stCondLst>
                                  <p:childTnLst>
                                    <p:set>
                                      <p:cBhvr>
                                        <p:cTn id="5692" dur="1" fill="hold">
                                          <p:stCondLst>
                                            <p:cond delay="0"/>
                                          </p:stCondLst>
                                        </p:cTn>
                                        <p:tgtEl>
                                          <p:spTgt spid="2065"/>
                                        </p:tgtEl>
                                        <p:attrNameLst>
                                          <p:attrName>style.visibility</p:attrName>
                                        </p:attrNameLst>
                                      </p:cBhvr>
                                      <p:to>
                                        <p:strVal val="visible"/>
                                      </p:to>
                                    </p:set>
                                    <p:animEffect filter="dissolve" transition="in">
                                      <p:cBhvr additive="repl">
                                        <p:cTn id="5693" dur="500"/>
                                        <p:tgtEl>
                                          <p:spTgt spid="2065"/>
                                        </p:tgtEl>
                                      </p:cBhvr>
                                    </p:animEffect>
                                  </p:childTnLst>
                                </p:cTn>
                              </p:par>
                              <p:par>
                                <p:cTn id="5694" nodeType="withEffect" fill="hold" presetClass="entr" presetID="9">
                                  <p:stCondLst>
                                    <p:cond delay="0"/>
                                  </p:stCondLst>
                                  <p:childTnLst>
                                    <p:set>
                                      <p:cBhvr>
                                        <p:cTn id="5695" dur="1" fill="hold">
                                          <p:stCondLst>
                                            <p:cond delay="0"/>
                                          </p:stCondLst>
                                        </p:cTn>
                                        <p:tgtEl>
                                          <p:spTgt spid="2066"/>
                                        </p:tgtEl>
                                        <p:attrNameLst>
                                          <p:attrName>style.visibility</p:attrName>
                                        </p:attrNameLst>
                                      </p:cBhvr>
                                      <p:to>
                                        <p:strVal val="visible"/>
                                      </p:to>
                                    </p:set>
                                    <p:animEffect filter="dissolve" transition="in">
                                      <p:cBhvr additive="repl">
                                        <p:cTn id="5696" dur="500"/>
                                        <p:tgtEl>
                                          <p:spTgt spid="2066"/>
                                        </p:tgtEl>
                                      </p:cBhvr>
                                    </p:animEffect>
                                  </p:childTnLst>
                                </p:cTn>
                              </p:par>
                              <p:par>
                                <p:cTn id="5697" nodeType="withEffect" fill="hold" presetClass="entr" presetID="9">
                                  <p:stCondLst>
                                    <p:cond delay="0"/>
                                  </p:stCondLst>
                                  <p:childTnLst>
                                    <p:set>
                                      <p:cBhvr>
                                        <p:cTn id="5698" dur="1" fill="hold">
                                          <p:stCondLst>
                                            <p:cond delay="0"/>
                                          </p:stCondLst>
                                        </p:cTn>
                                        <p:tgtEl>
                                          <p:spTgt spid="2067"/>
                                        </p:tgtEl>
                                        <p:attrNameLst>
                                          <p:attrName>style.visibility</p:attrName>
                                        </p:attrNameLst>
                                      </p:cBhvr>
                                      <p:to>
                                        <p:strVal val="visible"/>
                                      </p:to>
                                    </p:set>
                                    <p:animEffect filter="dissolve" transition="in">
                                      <p:cBhvr additive="repl">
                                        <p:cTn id="5699" dur="500"/>
                                        <p:tgtEl>
                                          <p:spTgt spid="2067"/>
                                        </p:tgtEl>
                                      </p:cBhvr>
                                    </p:animEffect>
                                  </p:childTnLst>
                                </p:cTn>
                              </p:par>
                            </p:childTnLst>
                          </p:cTn>
                        </p:par>
                        <p:par>
                          <p:cTn id="5700" fill="hold">
                            <p:stCondLst>
                              <p:cond delay="6620"/>
                            </p:stCondLst>
                            <p:childTnLst>
                              <p:par>
                                <p:cTn id="5701" nodeType="afterEffect" fill="hold" presetClass="entr" presetID="1">
                                  <p:stCondLst>
                                    <p:cond delay="1000"/>
                                  </p:stCondLst>
                                  <p:childTnLst>
                                    <p:set>
                                      <p:cBhvr>
                                        <p:cTn id="5702" dur="1" fill="hold">
                                          <p:stCondLst>
                                            <p:cond delay="0"/>
                                          </p:stCondLst>
                                        </p:cTn>
                                        <p:tgtEl>
                                          <p:spTgt spid="2061"/>
                                        </p:tgtEl>
                                        <p:attrNameLst>
                                          <p:attrName>style.visibility</p:attrName>
                                        </p:attrNameLst>
                                      </p:cBhvr>
                                      <p:to>
                                        <p:strVal val="visible"/>
                                      </p:to>
                                    </p:set>
                                  </p:childTnLst>
                                </p:cTn>
                              </p:par>
                            </p:childTnLst>
                          </p:cTn>
                        </p:par>
                        <p:par>
                          <p:cTn id="5703" fill="hold">
                            <p:stCondLst>
                              <p:cond delay="7620"/>
                            </p:stCondLst>
                            <p:childTnLst>
                              <p:par>
                                <p:cTn id="5704" nodeType="afterEffect" fill="hold" presetClass="entr" presetID="1">
                                  <p:stCondLst>
                                    <p:cond delay="0"/>
                                  </p:stCondLst>
                                  <p:childTnLst>
                                    <p:set>
                                      <p:cBhvr>
                                        <p:cTn id="5705" dur="1" fill="hold">
                                          <p:stCondLst>
                                            <p:cond delay="0"/>
                                          </p:stCondLst>
                                        </p:cTn>
                                        <p:tgtEl>
                                          <p:spTgt spid="2064"/>
                                        </p:tgtEl>
                                        <p:attrNameLst>
                                          <p:attrName>style.visibility</p:attrName>
                                        </p:attrNameLst>
                                      </p:cBhvr>
                                      <p:to>
                                        <p:strVal val="visible"/>
                                      </p:to>
                                    </p:set>
                                  </p:childTnLst>
                                </p:cTn>
                              </p:par>
                            </p:childTnLst>
                          </p:cTn>
                        </p:par>
                        <p:par>
                          <p:cTn id="5706" fill="hold">
                            <p:stCondLst>
                              <p:cond delay="7620"/>
                            </p:stCondLst>
                            <p:childTnLst>
                              <p:par>
                                <p:cTn id="5707" nodeType="afterEffect" fill="hold" presetClass="exit" presetID="1">
                                  <p:stCondLst>
                                    <p:cond delay="3000"/>
                                  </p:stCondLst>
                                  <p:childTnLst>
                                    <p:set>
                                      <p:cBhvr>
                                        <p:cTn id="5708" dur="1" fill="hold">
                                          <p:stCondLst>
                                            <p:cond delay="0"/>
                                          </p:stCondLst>
                                        </p:cTn>
                                        <p:tgtEl>
                                          <p:spTgt spid="2061"/>
                                        </p:tgtEl>
                                        <p:attrNameLst>
                                          <p:attrName>style.visibility</p:attrName>
                                        </p:attrNameLst>
                                      </p:cBhvr>
                                      <p:to>
                                        <p:strVal val="hidden"/>
                                      </p:to>
                                    </p:set>
                                  </p:childTnLst>
                                </p:cTn>
                              </p:par>
                            </p:childTnLst>
                          </p:cTn>
                        </p:par>
                        <p:par>
                          <p:cTn id="5709" fill="hold">
                            <p:stCondLst>
                              <p:cond delay="10620"/>
                            </p:stCondLst>
                            <p:childTnLst>
                              <p:par>
                                <p:cTn id="5710" nodeType="afterEffect" fill="hold" presetClass="exit" presetID="1">
                                  <p:stCondLst>
                                    <p:cond delay="0"/>
                                  </p:stCondLst>
                                  <p:childTnLst>
                                    <p:set>
                                      <p:cBhvr>
                                        <p:cTn id="5711" dur="1" fill="hold">
                                          <p:stCondLst>
                                            <p:cond delay="0"/>
                                          </p:stCondLst>
                                        </p:cTn>
                                        <p:tgtEl>
                                          <p:spTgt spid="2064"/>
                                        </p:tgtEl>
                                        <p:attrNameLst>
                                          <p:attrName>style.visibility</p:attrName>
                                        </p:attrNameLst>
                                      </p:cBhvr>
                                      <p:to>
                                        <p:strVal val="hidden"/>
                                      </p:to>
                                    </p:set>
                                  </p:childTnLst>
                                </p:cTn>
                              </p:par>
                            </p:childTnLst>
                          </p:cTn>
                        </p:par>
                        <p:par>
                          <p:cTn id="5712" fill="hold">
                            <p:stCondLst>
                              <p:cond delay="10620"/>
                            </p:stCondLst>
                            <p:childTnLst>
                              <p:par>
                                <p:cTn id="5713" nodeType="afterEffect" fill="hold" presetClass="entr" presetID="9">
                                  <p:stCondLst>
                                    <p:cond delay="0"/>
                                  </p:stCondLst>
                                  <p:childTnLst>
                                    <p:set>
                                      <p:cBhvr>
                                        <p:cTn id="5714" dur="1" fill="hold">
                                          <p:stCondLst>
                                            <p:cond delay="0"/>
                                          </p:stCondLst>
                                        </p:cTn>
                                        <p:tgtEl>
                                          <p:spTgt spid="2068"/>
                                        </p:tgtEl>
                                        <p:attrNameLst>
                                          <p:attrName>style.visibility</p:attrName>
                                        </p:attrNameLst>
                                      </p:cBhvr>
                                      <p:to>
                                        <p:strVal val="visible"/>
                                      </p:to>
                                    </p:set>
                                    <p:animEffect filter="dissolve" transition="in">
                                      <p:cBhvr additive="repl">
                                        <p:cTn id="5715" dur="500"/>
                                        <p:tgtEl>
                                          <p:spTgt spid="2068"/>
                                        </p:tgtEl>
                                      </p:cBhvr>
                                    </p:animEffect>
                                  </p:childTnLst>
                                </p:cTn>
                              </p:par>
                            </p:childTnLst>
                          </p:cTn>
                        </p:par>
                        <p:par>
                          <p:cTn id="5716" fill="hold">
                            <p:stCondLst>
                              <p:cond delay="11120"/>
                            </p:stCondLst>
                            <p:childTnLst>
                              <p:par>
                                <p:cTn id="5717" nodeType="afterEffect" fill="hold" presetClass="entr" presetID="9">
                                  <p:stCondLst>
                                    <p:cond delay="0"/>
                                  </p:stCondLst>
                                  <p:childTnLst>
                                    <p:set>
                                      <p:cBhvr>
                                        <p:cTn id="5718" dur="1" fill="hold">
                                          <p:stCondLst>
                                            <p:cond delay="0"/>
                                          </p:stCondLst>
                                        </p:cTn>
                                        <p:tgtEl>
                                          <p:spTgt spid="2069"/>
                                        </p:tgtEl>
                                        <p:attrNameLst>
                                          <p:attrName>style.visibility</p:attrName>
                                        </p:attrNameLst>
                                      </p:cBhvr>
                                      <p:to>
                                        <p:strVal val="visible"/>
                                      </p:to>
                                    </p:set>
                                    <p:animEffect filter="dissolve" transition="in">
                                      <p:cBhvr additive="repl">
                                        <p:cTn id="5719" dur="500"/>
                                        <p:tgtEl>
                                          <p:spTgt spid="20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70" name="" descr=""/>
          <p:cNvPicPr/>
          <p:nvPr/>
        </p:nvPicPr>
        <p:blipFill>
          <a:blip r:embed="rId1"/>
          <a:stretch/>
        </p:blipFill>
        <p:spPr>
          <a:xfrm>
            <a:off x="0" y="0"/>
            <a:ext cx="9144000" cy="6913440"/>
          </a:xfrm>
          <a:prstGeom prst="rect">
            <a:avLst/>
          </a:prstGeom>
          <a:ln w="0">
            <a:noFill/>
          </a:ln>
        </p:spPr>
      </p:pic>
      <p:pic>
        <p:nvPicPr>
          <p:cNvPr id="2071" name="" descr=""/>
          <p:cNvPicPr/>
          <p:nvPr/>
        </p:nvPicPr>
        <p:blipFill>
          <a:blip r:embed="rId2"/>
          <a:stretch/>
        </p:blipFill>
        <p:spPr>
          <a:xfrm>
            <a:off x="5943600" y="3352680"/>
            <a:ext cx="2933640" cy="1271880"/>
          </a:xfrm>
          <a:prstGeom prst="rect">
            <a:avLst/>
          </a:prstGeom>
          <a:ln w="0">
            <a:noFill/>
          </a:ln>
        </p:spPr>
      </p:pic>
      <p:sp>
        <p:nvSpPr>
          <p:cNvPr id="2072" name=""/>
          <p:cNvSpPr/>
          <p:nvPr/>
        </p:nvSpPr>
        <p:spPr>
          <a:xfrm>
            <a:off x="6019920" y="25909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73" name=""/>
          <p:cNvSpPr/>
          <p:nvPr/>
        </p:nvSpPr>
        <p:spPr>
          <a:xfrm>
            <a:off x="6629400" y="27432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074" name=""/>
          <p:cNvSpPr/>
          <p:nvPr/>
        </p:nvSpPr>
        <p:spPr>
          <a:xfrm>
            <a:off x="1295280" y="205740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0</a:t>
            </a:r>
            <a:endParaRPr b="0" lang="en-US" sz="1800" spc="-1" strike="noStrike">
              <a:solidFill>
                <a:srgbClr val="000000"/>
              </a:solidFill>
              <a:latin typeface="Arial"/>
            </a:endParaRPr>
          </a:p>
        </p:txBody>
      </p:sp>
      <p:sp>
        <p:nvSpPr>
          <p:cNvPr id="2075" name=""/>
          <p:cNvSpPr/>
          <p:nvPr/>
        </p:nvSpPr>
        <p:spPr>
          <a:xfrm>
            <a:off x="1066680" y="1676520"/>
            <a:ext cx="2971800" cy="76176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076" name=""/>
          <p:cNvSpPr/>
          <p:nvPr/>
        </p:nvSpPr>
        <p:spPr>
          <a:xfrm>
            <a:off x="-990720" y="1752480"/>
            <a:ext cx="4572000" cy="8334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debug</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3. Shot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 shot</a:t>
            </a:r>
            <a:endParaRPr b="0" lang="en-US" sz="1200" spc="-1" strike="noStrike">
              <a:solidFill>
                <a:srgbClr val="000000"/>
              </a:solidFill>
              <a:latin typeface="Arial"/>
            </a:endParaRPr>
          </a:p>
        </p:txBody>
      </p:sp>
      <p:sp>
        <p:nvSpPr>
          <p:cNvPr id="2077"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078" name=""/>
          <p:cNvSpPr/>
          <p:nvPr/>
        </p:nvSpPr>
        <p:spPr>
          <a:xfrm>
            <a:off x="1219320" y="1905120"/>
            <a:ext cx="28191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1…                  </a:t>
            </a:r>
            <a:endParaRPr b="0" lang="en-US" sz="1800" spc="-1" strike="noStrike">
              <a:solidFill>
                <a:srgbClr val="000000"/>
              </a:solidFill>
              <a:latin typeface="Arial"/>
            </a:endParaRPr>
          </a:p>
        </p:txBody>
      </p:sp>
      <p:pic>
        <p:nvPicPr>
          <p:cNvPr id="2079" name="" descr=""/>
          <p:cNvPicPr/>
          <p:nvPr/>
        </p:nvPicPr>
        <p:blipFill>
          <a:blip r:embed="rId3"/>
          <a:stretch/>
        </p:blipFill>
        <p:spPr>
          <a:xfrm>
            <a:off x="7086600" y="533520"/>
            <a:ext cx="1819440" cy="2514600"/>
          </a:xfrm>
          <a:prstGeom prst="rect">
            <a:avLst/>
          </a:prstGeom>
          <a:ln w="0">
            <a:noFill/>
          </a:ln>
        </p:spPr>
      </p:pic>
      <p:sp>
        <p:nvSpPr>
          <p:cNvPr id="2080"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081"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082" name=""/>
          <p:cNvSpPr/>
          <p:nvPr/>
        </p:nvSpPr>
        <p:spPr>
          <a:xfrm>
            <a:off x="7315200" y="1752480"/>
            <a:ext cx="1447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083" name=""/>
          <p:cNvSpPr/>
          <p:nvPr/>
        </p:nvSpPr>
        <p:spPr>
          <a:xfrm>
            <a:off x="7315200" y="2057400"/>
            <a:ext cx="1447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-Missile</a:t>
            </a:r>
            <a:endParaRPr b="0" lang="en-US" sz="1800" spc="-1" strike="noStrike">
              <a:solidFill>
                <a:srgbClr val="000000"/>
              </a:solidFill>
              <a:latin typeface="Arial"/>
            </a:endParaRPr>
          </a:p>
        </p:txBody>
      </p:sp>
      <p:sp>
        <p:nvSpPr>
          <p:cNvPr id="2084" name=""/>
          <p:cNvSpPr/>
          <p:nvPr/>
        </p:nvSpPr>
        <p:spPr>
          <a:xfrm>
            <a:off x="1447920" y="1828800"/>
            <a:ext cx="2438280" cy="3682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SHIELD RELEASE</a:t>
            </a:r>
            <a:endParaRPr b="0" lang="en-US" sz="1800" spc="-1" strike="noStrike">
              <a:solidFill>
                <a:srgbClr val="000000"/>
              </a:solidFill>
              <a:latin typeface="Arial"/>
            </a:endParaRPr>
          </a:p>
        </p:txBody>
      </p:sp>
      <p:pic>
        <p:nvPicPr>
          <p:cNvPr id="2085" name="" descr=""/>
          <p:cNvPicPr/>
          <p:nvPr/>
        </p:nvPicPr>
        <p:blipFill>
          <a:blip r:embed="rId4"/>
          <a:stretch/>
        </p:blipFill>
        <p:spPr>
          <a:xfrm>
            <a:off x="533520" y="2438280"/>
            <a:ext cx="3352680" cy="2711520"/>
          </a:xfrm>
          <a:prstGeom prst="rect">
            <a:avLst/>
          </a:prstGeom>
          <a:ln w="0">
            <a:noFill/>
          </a:ln>
        </p:spPr>
      </p:pic>
      <p:pic>
        <p:nvPicPr>
          <p:cNvPr id="2086" name="" descr=""/>
          <p:cNvPicPr/>
          <p:nvPr/>
        </p:nvPicPr>
        <p:blipFill>
          <a:blip r:embed="rId5"/>
          <a:stretch/>
        </p:blipFill>
        <p:spPr>
          <a:xfrm>
            <a:off x="609480" y="2514600"/>
            <a:ext cx="3353040" cy="2706840"/>
          </a:xfrm>
          <a:prstGeom prst="rect">
            <a:avLst/>
          </a:prstGeom>
          <a:ln w="0">
            <a:noFill/>
          </a:ln>
        </p:spPr>
      </p:pic>
      <p:sp>
        <p:nvSpPr>
          <p:cNvPr id="2087"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88"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89"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90"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91"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92"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93"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94"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95"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096"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Tree>
  </p:cSld>
  <p:timing>
    <p:tnLst>
      <p:par>
        <p:cTn id="5720" dur="indefinite" restart="never" nodeType="tmRoot">
          <p:childTnLst>
            <p:seq>
              <p:cTn id="5721" dur="indefinite" nodeType="mainSeq">
                <p:childTnLst>
                  <p:par>
                    <p:cTn id="5722" fill="hold">
                      <p:stCondLst>
                        <p:cond delay="0"/>
                      </p:stCondLst>
                      <p:childTnLst>
                        <p:par>
                          <p:cTn id="5723" fill="hold">
                            <p:stCondLst>
                              <p:cond delay="0"/>
                            </p:stCondLst>
                            <p:childTnLst>
                              <p:par>
                                <p:cTn id="5724" nodeType="afterEffect" fill="hold" presetClass="entr" presetID="1">
                                  <p:stCondLst>
                                    <p:cond delay="500"/>
                                  </p:stCondLst>
                                  <p:childTnLst>
                                    <p:set>
                                      <p:cBhvr>
                                        <p:cTn id="5725" dur="1" fill="hold">
                                          <p:stCondLst>
                                            <p:cond delay="0"/>
                                          </p:stCondLst>
                                        </p:cTn>
                                        <p:tgtEl>
                                          <p:spTgt spid="2072"/>
                                        </p:tgtEl>
                                        <p:attrNameLst>
                                          <p:attrName>style.visibility</p:attrName>
                                        </p:attrNameLst>
                                      </p:cBhvr>
                                      <p:to>
                                        <p:strVal val="visible"/>
                                      </p:to>
                                    </p:set>
                                  </p:childTnLst>
                                </p:cTn>
                              </p:par>
                            </p:childTnLst>
                          </p:cTn>
                        </p:par>
                        <p:par>
                          <p:cTn id="5726" fill="hold">
                            <p:stCondLst>
                              <p:cond delay="500"/>
                            </p:stCondLst>
                            <p:childTnLst>
                              <p:par>
                                <p:cTn id="5727" nodeType="afterEffect" fill="hold" presetClass="exit" presetID="1">
                                  <p:stCondLst>
                                    <p:cond delay="1500"/>
                                  </p:stCondLst>
                                  <p:childTnLst>
                                    <p:set>
                                      <p:cBhvr>
                                        <p:cTn id="5728" dur="1" fill="hold">
                                          <p:stCondLst>
                                            <p:cond delay="0"/>
                                          </p:stCondLst>
                                        </p:cTn>
                                        <p:tgtEl>
                                          <p:spTgt spid="2072"/>
                                        </p:tgtEl>
                                        <p:attrNameLst>
                                          <p:attrName>style.visibility</p:attrName>
                                        </p:attrNameLst>
                                      </p:cBhvr>
                                      <p:to>
                                        <p:strVal val="hidden"/>
                                      </p:to>
                                    </p:set>
                                  </p:childTnLst>
                                </p:cTn>
                              </p:par>
                            </p:childTnLst>
                          </p:cTn>
                        </p:par>
                        <p:par>
                          <p:cTn id="5729" fill="hold">
                            <p:stCondLst>
                              <p:cond delay="2000"/>
                            </p:stCondLst>
                            <p:childTnLst>
                              <p:par>
                                <p:cTn id="5730" nodeType="afterEffect" fill="hold" presetClass="path" presetID="0">
                                  <p:stCondLst>
                                    <p:cond delay="0"/>
                                  </p:stCondLst>
                                  <p:childTnLst>
                                    <p:animMotion origin="layout" path="M -0.30833 -0.02219 L -0.73333 -0.02219 E">
                                      <p:cBhvr>
                                        <p:cTn id="5731" dur="500" fill="hold"/>
                                        <p:tgtEl>
                                          <p:spTgt spid="2087"/>
                                        </p:tgtEl>
                                      </p:cBhvr>
                                    </p:animMotion>
                                  </p:childTnLst>
                                </p:cTn>
                              </p:par>
                              <p:set>
                                <p:cBhvr>
                                  <p:cTn id="5732" dur="1" fill="hold">
                                    <p:stCondLst>
                                      <p:cond evt="end">
                                        <p:tn val="5730"/>
                                      </p:cond>
                                    </p:stCondLst>
                                  </p:cTn>
                                  <p:tgtEl>
                                    <p:spTgt spid="2087"/>
                                  </p:tgtEl>
                                  <p:attrNameLst>
                                    <p:attrName>style.visibility</p:attrName>
                                  </p:attrNameLst>
                                </p:cBhvr>
                                <p:to>
                                  <p:strVal val="hidden"/>
                                </p:to>
                              </p:set>
                              <p:par>
                                <p:cTn id="5733" nodeType="withEffect" fill="hold" presetClass="path" presetID="0">
                                  <p:stCondLst>
                                    <p:cond delay="0"/>
                                  </p:stCondLst>
                                  <p:childTnLst>
                                    <p:animMotion origin="layout" path="M -0.30833 -0.02219 L -0.73333 -0.02219 E">
                                      <p:cBhvr>
                                        <p:cTn id="5734" dur="500" fill="hold"/>
                                        <p:tgtEl>
                                          <p:spTgt spid="2088"/>
                                        </p:tgtEl>
                                      </p:cBhvr>
                                    </p:animMotion>
                                  </p:childTnLst>
                                </p:cTn>
                              </p:par>
                              <p:set>
                                <p:cBhvr>
                                  <p:cTn id="5735" dur="1" fill="hold">
                                    <p:stCondLst>
                                      <p:cond evt="end">
                                        <p:tn val="5733"/>
                                      </p:cond>
                                    </p:stCondLst>
                                  </p:cTn>
                                  <p:tgtEl>
                                    <p:spTgt spid="2088"/>
                                  </p:tgtEl>
                                  <p:attrNameLst>
                                    <p:attrName>style.visibility</p:attrName>
                                  </p:attrNameLst>
                                </p:cBhvr>
                                <p:to>
                                  <p:strVal val="hidden"/>
                                </p:to>
                              </p:set>
                            </p:childTnLst>
                          </p:cTn>
                        </p:par>
                        <p:par>
                          <p:cTn id="5736" fill="hold">
                            <p:stCondLst>
                              <p:cond delay="2500"/>
                            </p:stCondLst>
                            <p:childTnLst>
                              <p:par>
                                <p:cTn id="5737" nodeType="afterEffect" fill="hold" presetClass="path" presetID="0">
                                  <p:stCondLst>
                                    <p:cond delay="0"/>
                                  </p:stCondLst>
                                  <p:childTnLst>
                                    <p:animMotion origin="layout" path="M -0.475 -0.02219 L -0.9 -0.02219 E">
                                      <p:cBhvr>
                                        <p:cTn id="5738" dur="500" fill="hold"/>
                                        <p:tgtEl>
                                          <p:spTgt spid="2089"/>
                                        </p:tgtEl>
                                      </p:cBhvr>
                                    </p:animMotion>
                                  </p:childTnLst>
                                </p:cTn>
                              </p:par>
                              <p:set>
                                <p:cBhvr>
                                  <p:cTn id="5739" dur="1" fill="hold">
                                    <p:stCondLst>
                                      <p:cond evt="end">
                                        <p:tn val="5737"/>
                                      </p:cond>
                                    </p:stCondLst>
                                  </p:cTn>
                                  <p:tgtEl>
                                    <p:spTgt spid="2089"/>
                                  </p:tgtEl>
                                  <p:attrNameLst>
                                    <p:attrName>style.visibility</p:attrName>
                                  </p:attrNameLst>
                                </p:cBhvr>
                                <p:to>
                                  <p:strVal val="hidden"/>
                                </p:to>
                              </p:set>
                              <p:par>
                                <p:cTn id="5740" nodeType="withEffect" fill="hold" presetClass="path" presetID="0">
                                  <p:stCondLst>
                                    <p:cond delay="0"/>
                                  </p:stCondLst>
                                  <p:childTnLst>
                                    <p:animMotion origin="layout" path="M -0.475 -0.02219 L -0.9 -0.02219 E">
                                      <p:cBhvr>
                                        <p:cTn id="5741" dur="500" fill="hold"/>
                                        <p:tgtEl>
                                          <p:spTgt spid="2090"/>
                                        </p:tgtEl>
                                      </p:cBhvr>
                                    </p:animMotion>
                                  </p:childTnLst>
                                </p:cTn>
                              </p:par>
                              <p:set>
                                <p:cBhvr>
                                  <p:cTn id="5742" dur="1" fill="hold">
                                    <p:stCondLst>
                                      <p:cond evt="end">
                                        <p:tn val="5740"/>
                                      </p:cond>
                                    </p:stCondLst>
                                  </p:cTn>
                                  <p:tgtEl>
                                    <p:spTgt spid="2090"/>
                                  </p:tgtEl>
                                  <p:attrNameLst>
                                    <p:attrName>style.visibility</p:attrName>
                                  </p:attrNameLst>
                                </p:cBhvr>
                                <p:to>
                                  <p:strVal val="hidden"/>
                                </p:to>
                              </p:set>
                            </p:childTnLst>
                          </p:cTn>
                        </p:par>
                        <p:par>
                          <p:cTn id="5743" fill="hold">
                            <p:stCondLst>
                              <p:cond delay="3000"/>
                            </p:stCondLst>
                            <p:childTnLst>
                              <p:par>
                                <p:cTn id="5744" nodeType="afterEffect" fill="hold" presetClass="path" presetID="0">
                                  <p:stCondLst>
                                    <p:cond delay="0"/>
                                  </p:stCondLst>
                                  <p:childTnLst>
                                    <p:animMotion origin="layout" path="M -0.30833 -0.02219 L -0.73333 -0.02219 E">
                                      <p:cBhvr>
                                        <p:cTn id="5745" dur="500" fill="hold"/>
                                        <p:tgtEl>
                                          <p:spTgt spid="2091"/>
                                        </p:tgtEl>
                                      </p:cBhvr>
                                    </p:animMotion>
                                  </p:childTnLst>
                                </p:cTn>
                              </p:par>
                              <p:set>
                                <p:cBhvr>
                                  <p:cTn id="5746" dur="1" fill="hold">
                                    <p:stCondLst>
                                      <p:cond evt="end">
                                        <p:tn val="5744"/>
                                      </p:cond>
                                    </p:stCondLst>
                                  </p:cTn>
                                  <p:tgtEl>
                                    <p:spTgt spid="2091"/>
                                  </p:tgtEl>
                                  <p:attrNameLst>
                                    <p:attrName>style.visibility</p:attrName>
                                  </p:attrNameLst>
                                </p:cBhvr>
                                <p:to>
                                  <p:strVal val="hidden"/>
                                </p:to>
                              </p:set>
                              <p:par>
                                <p:cTn id="5747" nodeType="withEffect" fill="hold" presetClass="path" presetID="0">
                                  <p:stCondLst>
                                    <p:cond delay="0"/>
                                  </p:stCondLst>
                                  <p:childTnLst>
                                    <p:animMotion origin="layout" path="M -0.30833 -0.02219 L -0.73333 -0.02219 E">
                                      <p:cBhvr>
                                        <p:cTn id="5748" dur="500" fill="hold"/>
                                        <p:tgtEl>
                                          <p:spTgt spid="2092"/>
                                        </p:tgtEl>
                                      </p:cBhvr>
                                    </p:animMotion>
                                  </p:childTnLst>
                                </p:cTn>
                              </p:par>
                              <p:set>
                                <p:cBhvr>
                                  <p:cTn id="5749" dur="1" fill="hold">
                                    <p:stCondLst>
                                      <p:cond evt="end">
                                        <p:tn val="5747"/>
                                      </p:cond>
                                    </p:stCondLst>
                                  </p:cTn>
                                  <p:tgtEl>
                                    <p:spTgt spid="2092"/>
                                  </p:tgtEl>
                                  <p:attrNameLst>
                                    <p:attrName>style.visibility</p:attrName>
                                  </p:attrNameLst>
                                </p:cBhvr>
                                <p:to>
                                  <p:strVal val="hidden"/>
                                </p:to>
                              </p:set>
                            </p:childTnLst>
                          </p:cTn>
                        </p:par>
                        <p:par>
                          <p:cTn id="5750" fill="hold">
                            <p:stCondLst>
                              <p:cond delay="3500"/>
                            </p:stCondLst>
                            <p:childTnLst>
                              <p:par>
                                <p:cTn id="5751" nodeType="afterEffect" fill="hold" presetClass="path" presetID="0">
                                  <p:stCondLst>
                                    <p:cond delay="0"/>
                                  </p:stCondLst>
                                  <p:childTnLst>
                                    <p:animMotion origin="layout" path="M -0.3 -0.02219 L -0.73333 -0.02219 E">
                                      <p:cBhvr>
                                        <p:cTn id="5752" dur="500" fill="hold"/>
                                        <p:tgtEl>
                                          <p:spTgt spid="2093"/>
                                        </p:tgtEl>
                                      </p:cBhvr>
                                    </p:animMotion>
                                  </p:childTnLst>
                                </p:cTn>
                              </p:par>
                              <p:set>
                                <p:cBhvr>
                                  <p:cTn id="5753" dur="1" fill="hold">
                                    <p:stCondLst>
                                      <p:cond evt="end">
                                        <p:tn val="5751"/>
                                      </p:cond>
                                    </p:stCondLst>
                                  </p:cTn>
                                  <p:tgtEl>
                                    <p:spTgt spid="2093"/>
                                  </p:tgtEl>
                                  <p:attrNameLst>
                                    <p:attrName>style.visibility</p:attrName>
                                  </p:attrNameLst>
                                </p:cBhvr>
                                <p:to>
                                  <p:strVal val="hidden"/>
                                </p:to>
                              </p:set>
                              <p:par>
                                <p:cTn id="5754" nodeType="withEffect" fill="hold" presetClass="path" presetID="0">
                                  <p:stCondLst>
                                    <p:cond delay="0"/>
                                  </p:stCondLst>
                                  <p:childTnLst>
                                    <p:animMotion origin="layout" path="M -0.3 -0.02219 L -0.73333 -0.02219 E">
                                      <p:cBhvr>
                                        <p:cTn id="5755" dur="500" fill="hold"/>
                                        <p:tgtEl>
                                          <p:spTgt spid="2094"/>
                                        </p:tgtEl>
                                      </p:cBhvr>
                                    </p:animMotion>
                                  </p:childTnLst>
                                </p:cTn>
                              </p:par>
                              <p:set>
                                <p:cBhvr>
                                  <p:cTn id="5756" dur="1" fill="hold">
                                    <p:stCondLst>
                                      <p:cond evt="end">
                                        <p:tn val="5754"/>
                                      </p:cond>
                                    </p:stCondLst>
                                  </p:cTn>
                                  <p:tgtEl>
                                    <p:spTgt spid="2094"/>
                                  </p:tgtEl>
                                  <p:attrNameLst>
                                    <p:attrName>style.visibility</p:attrName>
                                  </p:attrNameLst>
                                </p:cBhvr>
                                <p:to>
                                  <p:strVal val="hidden"/>
                                </p:to>
                              </p:set>
                            </p:childTnLst>
                          </p:cTn>
                        </p:par>
                        <p:par>
                          <p:cTn id="5757" fill="hold">
                            <p:stCondLst>
                              <p:cond delay="4000"/>
                            </p:stCondLst>
                            <p:childTnLst>
                              <p:par>
                                <p:cTn id="5758" nodeType="afterEffect" fill="hold" presetClass="path" presetID="0">
                                  <p:stCondLst>
                                    <p:cond delay="0"/>
                                  </p:stCondLst>
                                  <p:childTnLst>
                                    <p:animMotion origin="layout" path="M -0.30833 -0.02219 L -0.73333 -0.02219 E">
                                      <p:cBhvr>
                                        <p:cTn id="5759" dur="500" fill="hold"/>
                                        <p:tgtEl>
                                          <p:spTgt spid="2095"/>
                                        </p:tgtEl>
                                      </p:cBhvr>
                                    </p:animMotion>
                                  </p:childTnLst>
                                </p:cTn>
                              </p:par>
                              <p:set>
                                <p:cBhvr>
                                  <p:cTn id="5760" dur="1" fill="hold">
                                    <p:stCondLst>
                                      <p:cond evt="end">
                                        <p:tn val="5758"/>
                                      </p:cond>
                                    </p:stCondLst>
                                  </p:cTn>
                                  <p:tgtEl>
                                    <p:spTgt spid="2095"/>
                                  </p:tgtEl>
                                  <p:attrNameLst>
                                    <p:attrName>style.visibility</p:attrName>
                                  </p:attrNameLst>
                                </p:cBhvr>
                                <p:to>
                                  <p:strVal val="hidden"/>
                                </p:to>
                              </p:set>
                              <p:par>
                                <p:cTn id="5761" nodeType="withEffect" fill="hold" presetClass="path" presetID="0">
                                  <p:stCondLst>
                                    <p:cond delay="0"/>
                                  </p:stCondLst>
                                  <p:childTnLst>
                                    <p:animMotion origin="layout" path="M -0.30833 -0.02219 L -0.73333 -0.02219 E">
                                      <p:cBhvr>
                                        <p:cTn id="5762" dur="500" fill="hold"/>
                                        <p:tgtEl>
                                          <p:spTgt spid="2096"/>
                                        </p:tgtEl>
                                      </p:cBhvr>
                                    </p:animMotion>
                                  </p:childTnLst>
                                </p:cTn>
                              </p:par>
                              <p:set>
                                <p:cBhvr>
                                  <p:cTn id="5763" dur="1" fill="hold">
                                    <p:stCondLst>
                                      <p:cond evt="end">
                                        <p:tn val="5761"/>
                                      </p:cond>
                                    </p:stCondLst>
                                  </p:cTn>
                                  <p:tgtEl>
                                    <p:spTgt spid="2096"/>
                                  </p:tgtEl>
                                  <p:attrNameLst>
                                    <p:attrName>style.visibility</p:attrName>
                                  </p:attrNameLst>
                                </p:cBhvr>
                                <p:to>
                                  <p:strVal val="hidden"/>
                                </p:to>
                              </p:set>
                            </p:childTnLst>
                          </p:cTn>
                        </p:par>
                        <p:par>
                          <p:cTn id="5764" fill="hold">
                            <p:stCondLst>
                              <p:cond delay="4500"/>
                            </p:stCondLst>
                            <p:childTnLst>
                              <p:par>
                                <p:cTn id="5765" nodeType="afterEffect" fill="hold" presetClass="entr" presetID="27">
                                  <p:stCondLst>
                                    <p:cond delay="0"/>
                                  </p:stCondLst>
                                  <p:iterate type="lt">
                                    <p:tmAbs val="40"/>
                                  </p:iterate>
                                  <p:childTnLst>
                                    <p:set>
                                      <p:cBhvr>
                                        <p:cTn id="5766" dur="1" fill="hold">
                                          <p:stCondLst>
                                            <p:cond delay="0"/>
                                          </p:stCondLst>
                                        </p:cTn>
                                        <p:tgtEl>
                                          <p:spTgt spid="2074"/>
                                        </p:tgtEl>
                                        <p:attrNameLst>
                                          <p:attrName>style.visibility</p:attrName>
                                        </p:attrNameLst>
                                      </p:cBhvr>
                                      <p:to>
                                        <p:strVal val="visible"/>
                                      </p:to>
                                    </p:set>
                                    <p:anim calcmode="discrete" valueType="clr">
                                      <p:cBhvr additive="repl">
                                        <p:cTn id="5767" dur="80"/>
                                        <p:tgtEl>
                                          <p:spTgt spid="2074"/>
                                        </p:tgtEl>
                                        <p:attrNameLst>
                                          <p:attrName>style.color</p:attrName>
                                        </p:attrNameLst>
                                      </p:cBhvr>
                                      <p:tavLst>
                                        <p:tav tm="0">
                                          <p:val>
                                            <p:strVal val="rgb(-103,51,51)"/>
                                          </p:val>
                                        </p:tav>
                                        <p:tav tm="50000">
                                          <p:val>
                                            <p:strVal val="rgb(-103,-103,0)"/>
                                          </p:val>
                                        </p:tav>
                                      </p:tavLst>
                                    </p:anim>
                                    <p:anim calcmode="discrete" valueType="clr">
                                      <p:cBhvr additive="repl">
                                        <p:cTn id="5768" dur="80"/>
                                        <p:tgtEl>
                                          <p:spTgt spid="2074"/>
                                        </p:tgtEl>
                                        <p:attrNameLst>
                                          <p:attrName>fillcolor</p:attrName>
                                        </p:attrNameLst>
                                      </p:cBhvr>
                                      <p:tavLst>
                                        <p:tav tm="0">
                                          <p:val>
                                            <p:strVal val="rgb(-103,51,51)"/>
                                          </p:val>
                                        </p:tav>
                                        <p:tav tm="50000">
                                          <p:val>
                                            <p:strVal val="rgb(-103,-103,0)"/>
                                          </p:val>
                                        </p:tav>
                                      </p:tavLst>
                                    </p:anim>
                                    <p:set>
                                      <p:cBhvr>
                                        <p:cTn id="5769" dur="80"/>
                                        <p:tgtEl>
                                          <p:spTgt spid="2074"/>
                                        </p:tgtEl>
                                        <p:attrNameLst>
                                          <p:attrName>fill.type</p:attrName>
                                        </p:attrNameLst>
                                      </p:cBhvr>
                                      <p:to>
                                        <p:strVal val="solid"/>
                                      </p:to>
                                    </p:set>
                                  </p:childTnLst>
                                </p:cTn>
                              </p:par>
                            </p:childTnLst>
                          </p:cTn>
                        </p:par>
                        <p:par>
                          <p:cTn id="5770" fill="hold">
                            <p:stCondLst>
                              <p:cond delay="5060"/>
                            </p:stCondLst>
                            <p:childTnLst>
                              <p:par>
                                <p:cTn id="5771" nodeType="afterEffect" fill="hold" presetClass="exit" presetID="27">
                                  <p:stCondLst>
                                    <p:cond delay="500"/>
                                  </p:stCondLst>
                                  <p:iterate type="lt">
                                    <p:tmAbs val="40"/>
                                  </p:iterate>
                                  <p:childTnLst>
                                    <p:anim calcmode="discrete" valueType="clr">
                                      <p:cBhvr additive="repl">
                                        <p:cTn id="5772" dur="80"/>
                                        <p:tgtEl>
                                          <p:spTgt spid="2074"/>
                                        </p:tgtEl>
                                        <p:attrNameLst>
                                          <p:attrName>style.color</p:attrName>
                                        </p:attrNameLst>
                                      </p:cBhvr>
                                      <p:tavLst>
                                        <p:tav tm="0">
                                          <p:val>
                                            <p:strVal val="rgb(-103,-103,0)"/>
                                          </p:val>
                                        </p:tav>
                                        <p:tav tm="50000">
                                          <p:val>
                                            <p:strVal val="rgb(-103,51,51)"/>
                                          </p:val>
                                        </p:tav>
                                      </p:tavLst>
                                    </p:anim>
                                    <p:anim calcmode="discrete" valueType="clr">
                                      <p:cBhvr additive="repl">
                                        <p:cTn id="5773" dur="80"/>
                                        <p:tgtEl>
                                          <p:spTgt spid="2074"/>
                                        </p:tgtEl>
                                        <p:attrNameLst>
                                          <p:attrName>fillcolor</p:attrName>
                                        </p:attrNameLst>
                                      </p:cBhvr>
                                      <p:tavLst>
                                        <p:tav tm="0">
                                          <p:val>
                                            <p:strVal val="rgb(-103,-103,0)"/>
                                          </p:val>
                                        </p:tav>
                                        <p:tav tm="50000">
                                          <p:val>
                                            <p:strVal val="rgb(-103,51,51)"/>
                                          </p:val>
                                        </p:tav>
                                      </p:tavLst>
                                    </p:anim>
                                    <p:set>
                                      <p:cBhvr>
                                        <p:cTn id="5774" dur="80"/>
                                        <p:tgtEl>
                                          <p:spTgt spid="2074"/>
                                        </p:tgtEl>
                                        <p:attrNameLst>
                                          <p:attrName>fill.type</p:attrName>
                                        </p:attrNameLst>
                                      </p:cBhvr>
                                      <p:to>
                                        <p:strVal val="solid"/>
                                      </p:to>
                                    </p:set>
                                    <p:set>
                                      <p:cBhvr>
                                        <p:cTn id="5775" dur="1" fill="hold">
                                          <p:stCondLst>
                                            <p:cond delay="79"/>
                                          </p:stCondLst>
                                        </p:cTn>
                                        <p:tgtEl>
                                          <p:spTgt spid="2074"/>
                                        </p:tgtEl>
                                        <p:attrNameLst>
                                          <p:attrName>style.visibility</p:attrName>
                                        </p:attrNameLst>
                                      </p:cBhvr>
                                      <p:to>
                                        <p:strVal val="hidden"/>
                                      </p:to>
                                    </p:set>
                                  </p:childTnLst>
                                </p:cTn>
                              </p:par>
                            </p:childTnLst>
                          </p:cTn>
                        </p:par>
                        <p:par>
                          <p:cTn id="5776" fill="hold">
                            <p:stCondLst>
                              <p:cond delay="6120"/>
                            </p:stCondLst>
                            <p:childTnLst>
                              <p:par>
                                <p:cTn id="5777" nodeType="afterEffect" fill="hold" presetClass="entr" presetID="9">
                                  <p:stCondLst>
                                    <p:cond delay="0"/>
                                  </p:stCondLst>
                                  <p:childTnLst>
                                    <p:set>
                                      <p:cBhvr>
                                        <p:cTn id="5778" dur="1" fill="hold">
                                          <p:stCondLst>
                                            <p:cond delay="0"/>
                                          </p:stCondLst>
                                        </p:cTn>
                                        <p:tgtEl>
                                          <p:spTgt spid="2079"/>
                                        </p:tgtEl>
                                        <p:attrNameLst>
                                          <p:attrName>style.visibility</p:attrName>
                                        </p:attrNameLst>
                                      </p:cBhvr>
                                      <p:to>
                                        <p:strVal val="visible"/>
                                      </p:to>
                                    </p:set>
                                    <p:animEffect filter="dissolve" transition="in">
                                      <p:cBhvr additive="repl">
                                        <p:cTn id="5779" dur="500"/>
                                        <p:tgtEl>
                                          <p:spTgt spid="2079"/>
                                        </p:tgtEl>
                                      </p:cBhvr>
                                    </p:animEffect>
                                  </p:childTnLst>
                                </p:cTn>
                              </p:par>
                              <p:par>
                                <p:cTn id="5780" nodeType="withEffect" fill="hold" presetClass="entr" presetID="9">
                                  <p:stCondLst>
                                    <p:cond delay="0"/>
                                  </p:stCondLst>
                                  <p:childTnLst>
                                    <p:set>
                                      <p:cBhvr>
                                        <p:cTn id="5781" dur="1" fill="hold">
                                          <p:stCondLst>
                                            <p:cond delay="0"/>
                                          </p:stCondLst>
                                        </p:cTn>
                                        <p:tgtEl>
                                          <p:spTgt spid="2080"/>
                                        </p:tgtEl>
                                        <p:attrNameLst>
                                          <p:attrName>style.visibility</p:attrName>
                                        </p:attrNameLst>
                                      </p:cBhvr>
                                      <p:to>
                                        <p:strVal val="visible"/>
                                      </p:to>
                                    </p:set>
                                    <p:animEffect filter="dissolve" transition="in">
                                      <p:cBhvr additive="repl">
                                        <p:cTn id="5782" dur="500"/>
                                        <p:tgtEl>
                                          <p:spTgt spid="2080"/>
                                        </p:tgtEl>
                                      </p:cBhvr>
                                    </p:animEffect>
                                  </p:childTnLst>
                                </p:cTn>
                              </p:par>
                              <p:par>
                                <p:cTn id="5783" nodeType="withEffect" fill="hold" presetClass="entr" presetID="9">
                                  <p:stCondLst>
                                    <p:cond delay="0"/>
                                  </p:stCondLst>
                                  <p:childTnLst>
                                    <p:set>
                                      <p:cBhvr>
                                        <p:cTn id="5784" dur="1" fill="hold">
                                          <p:stCondLst>
                                            <p:cond delay="0"/>
                                          </p:stCondLst>
                                        </p:cTn>
                                        <p:tgtEl>
                                          <p:spTgt spid="2081"/>
                                        </p:tgtEl>
                                        <p:attrNameLst>
                                          <p:attrName>style.visibility</p:attrName>
                                        </p:attrNameLst>
                                      </p:cBhvr>
                                      <p:to>
                                        <p:strVal val="visible"/>
                                      </p:to>
                                    </p:set>
                                    <p:animEffect filter="dissolve" transition="in">
                                      <p:cBhvr additive="repl">
                                        <p:cTn id="5785" dur="500"/>
                                        <p:tgtEl>
                                          <p:spTgt spid="2081"/>
                                        </p:tgtEl>
                                      </p:cBhvr>
                                    </p:animEffect>
                                  </p:childTnLst>
                                </p:cTn>
                              </p:par>
                            </p:childTnLst>
                          </p:cTn>
                        </p:par>
                        <p:par>
                          <p:cTn id="5786" fill="hold">
                            <p:stCondLst>
                              <p:cond delay="6620"/>
                            </p:stCondLst>
                            <p:childTnLst>
                              <p:par>
                                <p:cTn id="5787" nodeType="afterEffect" fill="hold" presetClass="entr" presetID="1">
                                  <p:stCondLst>
                                    <p:cond delay="1000"/>
                                  </p:stCondLst>
                                  <p:childTnLst>
                                    <p:set>
                                      <p:cBhvr>
                                        <p:cTn id="5788" dur="1" fill="hold">
                                          <p:stCondLst>
                                            <p:cond delay="0"/>
                                          </p:stCondLst>
                                        </p:cTn>
                                        <p:tgtEl>
                                          <p:spTgt spid="2075"/>
                                        </p:tgtEl>
                                        <p:attrNameLst>
                                          <p:attrName>style.visibility</p:attrName>
                                        </p:attrNameLst>
                                      </p:cBhvr>
                                      <p:to>
                                        <p:strVal val="visible"/>
                                      </p:to>
                                    </p:set>
                                  </p:childTnLst>
                                </p:cTn>
                              </p:par>
                            </p:childTnLst>
                          </p:cTn>
                        </p:par>
                        <p:par>
                          <p:cTn id="5789" fill="hold">
                            <p:stCondLst>
                              <p:cond delay="7620"/>
                            </p:stCondLst>
                            <p:childTnLst>
                              <p:par>
                                <p:cTn id="5790" nodeType="afterEffect" fill="hold" presetClass="entr" presetID="1">
                                  <p:stCondLst>
                                    <p:cond delay="0"/>
                                  </p:stCondLst>
                                  <p:childTnLst>
                                    <p:set>
                                      <p:cBhvr>
                                        <p:cTn id="5791" dur="1" fill="hold">
                                          <p:stCondLst>
                                            <p:cond delay="0"/>
                                          </p:stCondLst>
                                        </p:cTn>
                                        <p:tgtEl>
                                          <p:spTgt spid="2078"/>
                                        </p:tgtEl>
                                        <p:attrNameLst>
                                          <p:attrName>style.visibility</p:attrName>
                                        </p:attrNameLst>
                                      </p:cBhvr>
                                      <p:to>
                                        <p:strVal val="visible"/>
                                      </p:to>
                                    </p:set>
                                  </p:childTnLst>
                                </p:cTn>
                              </p:par>
                            </p:childTnLst>
                          </p:cTn>
                        </p:par>
                        <p:par>
                          <p:cTn id="5792" fill="hold">
                            <p:stCondLst>
                              <p:cond delay="7620"/>
                            </p:stCondLst>
                            <p:childTnLst>
                              <p:par>
                                <p:cTn id="5793" nodeType="afterEffect" fill="hold" presetClass="entr" presetID="1">
                                  <p:stCondLst>
                                    <p:cond delay="3000"/>
                                  </p:stCondLst>
                                  <p:childTnLst>
                                    <p:set>
                                      <p:cBhvr>
                                        <p:cTn id="5794" dur="1" fill="hold">
                                          <p:stCondLst>
                                            <p:cond delay="0"/>
                                          </p:stCondLst>
                                        </p:cTn>
                                        <p:tgtEl>
                                          <p:spTgt spid="2084"/>
                                        </p:tgtEl>
                                        <p:attrNameLst>
                                          <p:attrName>style.visibility</p:attrName>
                                        </p:attrNameLst>
                                      </p:cBhvr>
                                      <p:to>
                                        <p:strVal val="visible"/>
                                      </p:to>
                                    </p:set>
                                  </p:childTnLst>
                                </p:cTn>
                              </p:par>
                              <p:par>
                                <p:cTn id="5795" nodeType="withEffect" fill="hold" presetClass="exit" presetID="8" presetSubtype="16">
                                  <p:stCondLst>
                                    <p:cond delay="2500"/>
                                  </p:stCondLst>
                                  <p:childTnLst>
                                    <p:animEffect filter="diamond(in)" transition="out">
                                      <p:cBhvr additive="repl">
                                        <p:cTn id="5796" dur="2000"/>
                                        <p:tgtEl>
                                          <p:spTgt spid="2086"/>
                                        </p:tgtEl>
                                      </p:cBhvr>
                                    </p:animEffect>
                                    <p:set>
                                      <p:cBhvr>
                                        <p:cTn id="5797" dur="1" fill="hold">
                                          <p:stCondLst>
                                            <p:cond delay="1999"/>
                                          </p:stCondLst>
                                        </p:cTn>
                                        <p:tgtEl>
                                          <p:spTgt spid="2086"/>
                                        </p:tgtEl>
                                        <p:attrNameLst>
                                          <p:attrName>style.visibility</p:attrName>
                                        </p:attrNameLst>
                                      </p:cBhvr>
                                      <p:to>
                                        <p:strVal val="hidden"/>
                                      </p:to>
                                    </p:set>
                                  </p:childTnLst>
                                </p:cTn>
                              </p:par>
                            </p:childTnLst>
                          </p:cTn>
                        </p:par>
                        <p:par>
                          <p:cTn id="5798" fill="hold">
                            <p:stCondLst>
                              <p:cond delay="12120"/>
                            </p:stCondLst>
                            <p:childTnLst>
                              <p:par>
                                <p:cTn id="5799" nodeType="afterEffect" fill="hold" presetClass="exit" presetID="1">
                                  <p:stCondLst>
                                    <p:cond delay="3000"/>
                                  </p:stCondLst>
                                  <p:childTnLst>
                                    <p:set>
                                      <p:cBhvr>
                                        <p:cTn id="5800" dur="1" fill="hold">
                                          <p:stCondLst>
                                            <p:cond delay="0"/>
                                          </p:stCondLst>
                                        </p:cTn>
                                        <p:tgtEl>
                                          <p:spTgt spid="2075"/>
                                        </p:tgtEl>
                                        <p:attrNameLst>
                                          <p:attrName>style.visibility</p:attrName>
                                        </p:attrNameLst>
                                      </p:cBhvr>
                                      <p:to>
                                        <p:strVal val="hidden"/>
                                      </p:to>
                                    </p:set>
                                  </p:childTnLst>
                                </p:cTn>
                              </p:par>
                            </p:childTnLst>
                          </p:cTn>
                        </p:par>
                        <p:par>
                          <p:cTn id="5801" fill="hold">
                            <p:stCondLst>
                              <p:cond delay="15120"/>
                            </p:stCondLst>
                            <p:childTnLst>
                              <p:par>
                                <p:cTn id="5802" nodeType="afterEffect" fill="hold" presetClass="exit" presetID="1">
                                  <p:stCondLst>
                                    <p:cond delay="0"/>
                                  </p:stCondLst>
                                  <p:childTnLst>
                                    <p:set>
                                      <p:cBhvr>
                                        <p:cTn id="5803" dur="1" fill="hold">
                                          <p:stCondLst>
                                            <p:cond delay="0"/>
                                          </p:stCondLst>
                                        </p:cTn>
                                        <p:tgtEl>
                                          <p:spTgt spid="2078"/>
                                        </p:tgtEl>
                                        <p:attrNameLst>
                                          <p:attrName>style.visibility</p:attrName>
                                        </p:attrNameLst>
                                      </p:cBhvr>
                                      <p:to>
                                        <p:strVal val="hidden"/>
                                      </p:to>
                                    </p:set>
                                  </p:childTnLst>
                                </p:cTn>
                              </p:par>
                            </p:childTnLst>
                          </p:cTn>
                        </p:par>
                        <p:par>
                          <p:cTn id="5804" fill="hold">
                            <p:stCondLst>
                              <p:cond delay="15120"/>
                            </p:stCondLst>
                            <p:childTnLst>
                              <p:par>
                                <p:cTn id="5805" nodeType="afterEffect" fill="hold" presetClass="exit" presetID="1">
                                  <p:stCondLst>
                                    <p:cond delay="0"/>
                                  </p:stCondLst>
                                  <p:childTnLst>
                                    <p:set>
                                      <p:cBhvr>
                                        <p:cTn id="5806" dur="1" fill="hold">
                                          <p:stCondLst>
                                            <p:cond delay="0"/>
                                          </p:stCondLst>
                                        </p:cTn>
                                        <p:tgtEl>
                                          <p:spTgt spid="2084"/>
                                        </p:tgtEl>
                                        <p:attrNameLst>
                                          <p:attrName>style.visibility</p:attrName>
                                        </p:attrNameLst>
                                      </p:cBhvr>
                                      <p:to>
                                        <p:strVal val="hidden"/>
                                      </p:to>
                                    </p:set>
                                  </p:childTnLst>
                                </p:cTn>
                              </p:par>
                            </p:childTnLst>
                          </p:cTn>
                        </p:par>
                        <p:par>
                          <p:cTn id="5807" fill="hold">
                            <p:stCondLst>
                              <p:cond delay="15120"/>
                            </p:stCondLst>
                            <p:childTnLst>
                              <p:par>
                                <p:cTn id="5808" nodeType="afterEffect" fill="hold" presetClass="entr" presetID="9">
                                  <p:stCondLst>
                                    <p:cond delay="0"/>
                                  </p:stCondLst>
                                  <p:childTnLst>
                                    <p:set>
                                      <p:cBhvr>
                                        <p:cTn id="5809" dur="1" fill="hold">
                                          <p:stCondLst>
                                            <p:cond delay="0"/>
                                          </p:stCondLst>
                                        </p:cTn>
                                        <p:tgtEl>
                                          <p:spTgt spid="2082"/>
                                        </p:tgtEl>
                                        <p:attrNameLst>
                                          <p:attrName>style.visibility</p:attrName>
                                        </p:attrNameLst>
                                      </p:cBhvr>
                                      <p:to>
                                        <p:strVal val="visible"/>
                                      </p:to>
                                    </p:set>
                                    <p:animEffect filter="dissolve" transition="in">
                                      <p:cBhvr additive="repl">
                                        <p:cTn id="5810" dur="500"/>
                                        <p:tgtEl>
                                          <p:spTgt spid="2082"/>
                                        </p:tgtEl>
                                      </p:cBhvr>
                                    </p:animEffect>
                                  </p:childTnLst>
                                </p:cTn>
                              </p:par>
                            </p:childTnLst>
                          </p:cTn>
                        </p:par>
                        <p:par>
                          <p:cTn id="5811" fill="hold">
                            <p:stCondLst>
                              <p:cond delay="15620"/>
                            </p:stCondLst>
                            <p:childTnLst>
                              <p:par>
                                <p:cTn id="5812" nodeType="afterEffect" fill="hold" presetClass="entr" presetID="9">
                                  <p:stCondLst>
                                    <p:cond delay="0"/>
                                  </p:stCondLst>
                                  <p:childTnLst>
                                    <p:set>
                                      <p:cBhvr>
                                        <p:cTn id="5813" dur="1" fill="hold">
                                          <p:stCondLst>
                                            <p:cond delay="0"/>
                                          </p:stCondLst>
                                        </p:cTn>
                                        <p:tgtEl>
                                          <p:spTgt spid="2083"/>
                                        </p:tgtEl>
                                        <p:attrNameLst>
                                          <p:attrName>style.visibility</p:attrName>
                                        </p:attrNameLst>
                                      </p:cBhvr>
                                      <p:to>
                                        <p:strVal val="visible"/>
                                      </p:to>
                                    </p:set>
                                    <p:animEffect filter="dissolve" transition="in">
                                      <p:cBhvr additive="repl">
                                        <p:cTn id="5814" dur="500"/>
                                        <p:tgtEl>
                                          <p:spTgt spid="20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97" name="" descr=""/>
          <p:cNvPicPr/>
          <p:nvPr/>
        </p:nvPicPr>
        <p:blipFill>
          <a:blip r:embed="rId1"/>
          <a:stretch/>
        </p:blipFill>
        <p:spPr>
          <a:xfrm>
            <a:off x="0" y="0"/>
            <a:ext cx="9144000" cy="6913440"/>
          </a:xfrm>
          <a:prstGeom prst="rect">
            <a:avLst/>
          </a:prstGeom>
          <a:ln w="0">
            <a:noFill/>
          </a:ln>
        </p:spPr>
      </p:pic>
      <p:pic>
        <p:nvPicPr>
          <p:cNvPr id="2098" name="" descr=""/>
          <p:cNvPicPr/>
          <p:nvPr/>
        </p:nvPicPr>
        <p:blipFill>
          <a:blip r:embed="rId2"/>
          <a:stretch/>
        </p:blipFill>
        <p:spPr>
          <a:xfrm>
            <a:off x="5943600" y="3352680"/>
            <a:ext cx="2933640" cy="1271880"/>
          </a:xfrm>
          <a:prstGeom prst="rect">
            <a:avLst/>
          </a:prstGeom>
          <a:ln w="0">
            <a:noFill/>
          </a:ln>
        </p:spPr>
      </p:pic>
      <p:sp>
        <p:nvSpPr>
          <p:cNvPr id="2099" name=""/>
          <p:cNvSpPr/>
          <p:nvPr/>
        </p:nvSpPr>
        <p:spPr>
          <a:xfrm>
            <a:off x="6019920" y="25909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00" name=""/>
          <p:cNvSpPr/>
          <p:nvPr/>
        </p:nvSpPr>
        <p:spPr>
          <a:xfrm>
            <a:off x="6629400" y="27432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101" name=""/>
          <p:cNvSpPr/>
          <p:nvPr/>
        </p:nvSpPr>
        <p:spPr>
          <a:xfrm>
            <a:off x="1295280" y="205740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cc3300"/>
                </a:solidFill>
                <a:latin typeface="Arial"/>
              </a:rPr>
              <a:t>Hull Damage 10</a:t>
            </a:r>
            <a:endParaRPr b="0" lang="en-US" sz="1800" spc="-1" strike="noStrike">
              <a:solidFill>
                <a:srgbClr val="000000"/>
              </a:solidFill>
              <a:latin typeface="Arial"/>
            </a:endParaRPr>
          </a:p>
        </p:txBody>
      </p:sp>
      <p:sp>
        <p:nvSpPr>
          <p:cNvPr id="2102" name=""/>
          <p:cNvSpPr/>
          <p:nvPr/>
        </p:nvSpPr>
        <p:spPr>
          <a:xfrm>
            <a:off x="1066680" y="1752480"/>
            <a:ext cx="2971800" cy="76212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03" name=""/>
          <p:cNvSpPr/>
          <p:nvPr/>
        </p:nvSpPr>
        <p:spPr>
          <a:xfrm>
            <a:off x="-990720" y="1752480"/>
            <a:ext cx="4572000" cy="1389960"/>
          </a:xfrm>
          <a:prstGeom prst="rect">
            <a:avLst/>
          </a:prstGeom>
          <a:noFill/>
          <a:ln w="0">
            <a:noFill/>
          </a:ln>
        </p:spPr>
        <p:style>
          <a:lnRef idx="0"/>
          <a:fillRef idx="0"/>
          <a:effectRef idx="0"/>
          <a:fontRef idx="minor"/>
        </p:style>
        <p:txBody>
          <a:bodyPr lIns="90000" rIns="90000" tIns="46800" bIns="46800" anchor="t">
            <a:spAutoFit/>
          </a:bodyPr>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debug</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3. Shot</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 Shot</a:t>
            </a:r>
            <a:endParaRPr b="0" lang="en-US" sz="1200" spc="-1" strike="noStrike">
              <a:solidFill>
                <a:srgbClr val="000000"/>
              </a:solidFill>
              <a:latin typeface="Arial"/>
            </a:endParaRPr>
          </a:p>
          <a:p>
            <a:pPr marL="343080" indent="-343080">
              <a:spcBef>
                <a:spcPts val="751"/>
              </a:spcBef>
              <a:buClr>
                <a:srgbClr val="000000"/>
              </a:buClr>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Shot</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DEAD!</a:t>
            </a:r>
            <a:endParaRPr b="0" lang="en-US" sz="1200" spc="-1" strike="noStrike">
              <a:solidFill>
                <a:srgbClr val="000000"/>
              </a:solidFill>
              <a:latin typeface="Arial"/>
            </a:endParaRPr>
          </a:p>
        </p:txBody>
      </p:sp>
      <p:sp>
        <p:nvSpPr>
          <p:cNvPr id="2104"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105" name=""/>
          <p:cNvSpPr/>
          <p:nvPr/>
        </p:nvSpPr>
        <p:spPr>
          <a:xfrm>
            <a:off x="1219320" y="1905120"/>
            <a:ext cx="28191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0…                  </a:t>
            </a:r>
            <a:endParaRPr b="0" lang="en-US" sz="1800" spc="-1" strike="noStrike">
              <a:solidFill>
                <a:srgbClr val="000000"/>
              </a:solidFill>
              <a:latin typeface="Arial"/>
            </a:endParaRPr>
          </a:p>
        </p:txBody>
      </p:sp>
      <p:pic>
        <p:nvPicPr>
          <p:cNvPr id="2106" name="" descr=""/>
          <p:cNvPicPr/>
          <p:nvPr/>
        </p:nvPicPr>
        <p:blipFill>
          <a:blip r:embed="rId3"/>
          <a:stretch/>
        </p:blipFill>
        <p:spPr>
          <a:xfrm>
            <a:off x="7086600" y="533520"/>
            <a:ext cx="1819440" cy="2514600"/>
          </a:xfrm>
          <a:prstGeom prst="rect">
            <a:avLst/>
          </a:prstGeom>
          <a:ln w="0">
            <a:noFill/>
          </a:ln>
        </p:spPr>
      </p:pic>
      <p:sp>
        <p:nvSpPr>
          <p:cNvPr id="2107"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108"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109" name=""/>
          <p:cNvSpPr/>
          <p:nvPr/>
        </p:nvSpPr>
        <p:spPr>
          <a:xfrm>
            <a:off x="1447920" y="1981080"/>
            <a:ext cx="2438280" cy="3682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SELF-DESTRUCT</a:t>
            </a:r>
            <a:endParaRPr b="0" lang="en-US" sz="1800" spc="-1" strike="noStrike">
              <a:solidFill>
                <a:srgbClr val="000000"/>
              </a:solidFill>
              <a:latin typeface="Arial"/>
            </a:endParaRPr>
          </a:p>
        </p:txBody>
      </p:sp>
      <p:pic>
        <p:nvPicPr>
          <p:cNvPr id="2110" name="" descr=""/>
          <p:cNvPicPr/>
          <p:nvPr/>
        </p:nvPicPr>
        <p:blipFill>
          <a:blip r:embed="rId4"/>
          <a:stretch/>
        </p:blipFill>
        <p:spPr>
          <a:xfrm>
            <a:off x="533520" y="2438280"/>
            <a:ext cx="3352680" cy="2711520"/>
          </a:xfrm>
          <a:prstGeom prst="rect">
            <a:avLst/>
          </a:prstGeom>
          <a:ln w="0">
            <a:noFill/>
          </a:ln>
        </p:spPr>
      </p:pic>
      <p:sp>
        <p:nvSpPr>
          <p:cNvPr id="2111"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12"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13"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14"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15"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16"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17"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18"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19"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20"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121" name=""/>
          <p:cNvSpPr/>
          <p:nvPr/>
        </p:nvSpPr>
        <p:spPr>
          <a:xfrm>
            <a:off x="2362320" y="3276720"/>
            <a:ext cx="1295280" cy="121896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22" name=""/>
          <p:cNvSpPr/>
          <p:nvPr/>
        </p:nvSpPr>
        <p:spPr>
          <a:xfrm>
            <a:off x="1600200" y="2743200"/>
            <a:ext cx="129528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23" name=""/>
          <p:cNvSpPr/>
          <p:nvPr/>
        </p:nvSpPr>
        <p:spPr>
          <a:xfrm>
            <a:off x="1523880" y="3809880"/>
            <a:ext cx="129564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24" name=""/>
          <p:cNvSpPr/>
          <p:nvPr/>
        </p:nvSpPr>
        <p:spPr>
          <a:xfrm>
            <a:off x="5638680" y="3200400"/>
            <a:ext cx="129564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25" name=""/>
          <p:cNvSpPr/>
          <p:nvPr/>
        </p:nvSpPr>
        <p:spPr>
          <a:xfrm>
            <a:off x="6095880" y="3809880"/>
            <a:ext cx="129564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26" name=""/>
          <p:cNvSpPr/>
          <p:nvPr/>
        </p:nvSpPr>
        <p:spPr>
          <a:xfrm>
            <a:off x="6705720" y="3200400"/>
            <a:ext cx="129528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27" name=""/>
          <p:cNvSpPr/>
          <p:nvPr/>
        </p:nvSpPr>
        <p:spPr>
          <a:xfrm>
            <a:off x="7238880" y="3733920"/>
            <a:ext cx="1295640" cy="121896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28" name=""/>
          <p:cNvSpPr/>
          <p:nvPr/>
        </p:nvSpPr>
        <p:spPr>
          <a:xfrm>
            <a:off x="7543800" y="3200400"/>
            <a:ext cx="129528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29" name=""/>
          <p:cNvSpPr/>
          <p:nvPr/>
        </p:nvSpPr>
        <p:spPr>
          <a:xfrm>
            <a:off x="5562720" y="2438280"/>
            <a:ext cx="2438280" cy="22100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30" name=""/>
          <p:cNvSpPr/>
          <p:nvPr/>
        </p:nvSpPr>
        <p:spPr>
          <a:xfrm>
            <a:off x="6400800" y="2971800"/>
            <a:ext cx="2438280" cy="22096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31" name=""/>
          <p:cNvSpPr/>
          <p:nvPr/>
        </p:nvSpPr>
        <p:spPr>
          <a:xfrm>
            <a:off x="6629400" y="472428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cc3300"/>
                </a:solidFill>
                <a:latin typeface="Arial"/>
              </a:rPr>
              <a:t>Hull damage 30</a:t>
            </a:r>
            <a:endParaRPr b="0" lang="en-US" sz="1800" spc="-1" strike="noStrike">
              <a:solidFill>
                <a:srgbClr val="000000"/>
              </a:solidFill>
              <a:latin typeface="Arial"/>
            </a:endParaRPr>
          </a:p>
        </p:txBody>
      </p:sp>
      <p:sp>
        <p:nvSpPr>
          <p:cNvPr id="2132" name=""/>
          <p:cNvSpPr/>
          <p:nvPr/>
        </p:nvSpPr>
        <p:spPr>
          <a:xfrm>
            <a:off x="7696080" y="1143000"/>
            <a:ext cx="83844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0</a:t>
            </a:r>
            <a:endParaRPr b="0" lang="en-US" sz="1200" spc="-1" strike="noStrike">
              <a:solidFill>
                <a:srgbClr val="000000"/>
              </a:solidFill>
              <a:latin typeface="Arial"/>
            </a:endParaRPr>
          </a:p>
        </p:txBody>
      </p:sp>
      <p:sp>
        <p:nvSpPr>
          <p:cNvPr id="2133" name=""/>
          <p:cNvSpPr/>
          <p:nvPr/>
        </p:nvSpPr>
        <p:spPr>
          <a:xfrm>
            <a:off x="-762120" y="5486400"/>
            <a:ext cx="533520" cy="76212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5815" dur="indefinite" restart="never" nodeType="tmRoot">
          <p:childTnLst>
            <p:seq>
              <p:cTn id="5816" dur="indefinite" nodeType="mainSeq">
                <p:childTnLst>
                  <p:par>
                    <p:cTn id="5817" fill="hold">
                      <p:stCondLst>
                        <p:cond delay="0"/>
                      </p:stCondLst>
                      <p:childTnLst>
                        <p:par>
                          <p:cTn id="5818" fill="hold">
                            <p:stCondLst>
                              <p:cond delay="0"/>
                            </p:stCondLst>
                            <p:childTnLst>
                              <p:par>
                                <p:cTn id="5819" nodeType="afterEffect" fill="hold" presetClass="entr" presetID="1">
                                  <p:stCondLst>
                                    <p:cond delay="500"/>
                                  </p:stCondLst>
                                  <p:childTnLst>
                                    <p:set>
                                      <p:cBhvr>
                                        <p:cTn id="5820" dur="1" fill="hold">
                                          <p:stCondLst>
                                            <p:cond delay="0"/>
                                          </p:stCondLst>
                                        </p:cTn>
                                        <p:tgtEl>
                                          <p:spTgt spid="2099"/>
                                        </p:tgtEl>
                                        <p:attrNameLst>
                                          <p:attrName>style.visibility</p:attrName>
                                        </p:attrNameLst>
                                      </p:cBhvr>
                                      <p:to>
                                        <p:strVal val="visible"/>
                                      </p:to>
                                    </p:set>
                                  </p:childTnLst>
                                </p:cTn>
                              </p:par>
                            </p:childTnLst>
                          </p:cTn>
                        </p:par>
                        <p:par>
                          <p:cTn id="5821" fill="hold">
                            <p:stCondLst>
                              <p:cond delay="500"/>
                            </p:stCondLst>
                            <p:childTnLst>
                              <p:par>
                                <p:cTn id="5822" nodeType="afterEffect" fill="hold" presetClass="exit" presetID="1">
                                  <p:stCondLst>
                                    <p:cond delay="1500"/>
                                  </p:stCondLst>
                                  <p:childTnLst>
                                    <p:set>
                                      <p:cBhvr>
                                        <p:cTn id="5823" dur="1" fill="hold">
                                          <p:stCondLst>
                                            <p:cond delay="0"/>
                                          </p:stCondLst>
                                        </p:cTn>
                                        <p:tgtEl>
                                          <p:spTgt spid="2099"/>
                                        </p:tgtEl>
                                        <p:attrNameLst>
                                          <p:attrName>style.visibility</p:attrName>
                                        </p:attrNameLst>
                                      </p:cBhvr>
                                      <p:to>
                                        <p:strVal val="hidden"/>
                                      </p:to>
                                    </p:set>
                                  </p:childTnLst>
                                </p:cTn>
                              </p:par>
                            </p:childTnLst>
                          </p:cTn>
                        </p:par>
                        <p:par>
                          <p:cTn id="5824" fill="hold">
                            <p:stCondLst>
                              <p:cond delay="2000"/>
                            </p:stCondLst>
                            <p:childTnLst>
                              <p:par>
                                <p:cTn id="5825" nodeType="afterEffect" fill="hold" presetClass="path" presetID="0">
                                  <p:stCondLst>
                                    <p:cond delay="0"/>
                                  </p:stCondLst>
                                  <p:childTnLst>
                                    <p:animMotion origin="layout" path="M -0.30833 -0.02219 L -0.73333 -0.02219 E">
                                      <p:cBhvr>
                                        <p:cTn id="5826" dur="500" fill="hold"/>
                                        <p:tgtEl>
                                          <p:spTgt spid="2111"/>
                                        </p:tgtEl>
                                      </p:cBhvr>
                                    </p:animMotion>
                                  </p:childTnLst>
                                </p:cTn>
                              </p:par>
                              <p:set>
                                <p:cBhvr>
                                  <p:cTn id="5827" dur="1" fill="hold">
                                    <p:stCondLst>
                                      <p:cond evt="end">
                                        <p:tn val="5825"/>
                                      </p:cond>
                                    </p:stCondLst>
                                  </p:cTn>
                                  <p:tgtEl>
                                    <p:spTgt spid="2111"/>
                                  </p:tgtEl>
                                  <p:attrNameLst>
                                    <p:attrName>style.visibility</p:attrName>
                                  </p:attrNameLst>
                                </p:cBhvr>
                                <p:to>
                                  <p:strVal val="hidden"/>
                                </p:to>
                              </p:set>
                              <p:par>
                                <p:cTn id="5828" nodeType="withEffect" fill="hold" presetClass="path" presetID="0">
                                  <p:stCondLst>
                                    <p:cond delay="0"/>
                                  </p:stCondLst>
                                  <p:childTnLst>
                                    <p:animMotion origin="layout" path="M -0.30833 -0.02219 L -0.73333 -0.02219 E">
                                      <p:cBhvr>
                                        <p:cTn id="5829" dur="500" fill="hold"/>
                                        <p:tgtEl>
                                          <p:spTgt spid="2112"/>
                                        </p:tgtEl>
                                      </p:cBhvr>
                                    </p:animMotion>
                                  </p:childTnLst>
                                </p:cTn>
                              </p:par>
                              <p:set>
                                <p:cBhvr>
                                  <p:cTn id="5830" dur="1" fill="hold">
                                    <p:stCondLst>
                                      <p:cond evt="end">
                                        <p:tn val="5828"/>
                                      </p:cond>
                                    </p:stCondLst>
                                  </p:cTn>
                                  <p:tgtEl>
                                    <p:spTgt spid="2112"/>
                                  </p:tgtEl>
                                  <p:attrNameLst>
                                    <p:attrName>style.visibility</p:attrName>
                                  </p:attrNameLst>
                                </p:cBhvr>
                                <p:to>
                                  <p:strVal val="hidden"/>
                                </p:to>
                              </p:set>
                            </p:childTnLst>
                          </p:cTn>
                        </p:par>
                        <p:par>
                          <p:cTn id="5831" fill="hold">
                            <p:stCondLst>
                              <p:cond delay="2500"/>
                            </p:stCondLst>
                            <p:childTnLst>
                              <p:par>
                                <p:cTn id="5832" nodeType="afterEffect" fill="hold" presetClass="path" presetID="0">
                                  <p:stCondLst>
                                    <p:cond delay="0"/>
                                  </p:stCondLst>
                                  <p:childTnLst>
                                    <p:animMotion origin="layout" path="M -0.475 -0.02219 L -0.9 -0.02219 E">
                                      <p:cBhvr>
                                        <p:cTn id="5833" dur="500" fill="hold"/>
                                        <p:tgtEl>
                                          <p:spTgt spid="2113"/>
                                        </p:tgtEl>
                                      </p:cBhvr>
                                    </p:animMotion>
                                  </p:childTnLst>
                                </p:cTn>
                              </p:par>
                              <p:set>
                                <p:cBhvr>
                                  <p:cTn id="5834" dur="1" fill="hold">
                                    <p:stCondLst>
                                      <p:cond evt="end">
                                        <p:tn val="5832"/>
                                      </p:cond>
                                    </p:stCondLst>
                                  </p:cTn>
                                  <p:tgtEl>
                                    <p:spTgt spid="2113"/>
                                  </p:tgtEl>
                                  <p:attrNameLst>
                                    <p:attrName>style.visibility</p:attrName>
                                  </p:attrNameLst>
                                </p:cBhvr>
                                <p:to>
                                  <p:strVal val="hidden"/>
                                </p:to>
                              </p:set>
                              <p:par>
                                <p:cTn id="5835" nodeType="withEffect" fill="hold" presetClass="path" presetID="0">
                                  <p:stCondLst>
                                    <p:cond delay="0"/>
                                  </p:stCondLst>
                                  <p:childTnLst>
                                    <p:animMotion origin="layout" path="M -0.475 -0.02219 L -0.9 -0.02219 E">
                                      <p:cBhvr>
                                        <p:cTn id="5836" dur="500" fill="hold"/>
                                        <p:tgtEl>
                                          <p:spTgt spid="2114"/>
                                        </p:tgtEl>
                                      </p:cBhvr>
                                    </p:animMotion>
                                  </p:childTnLst>
                                </p:cTn>
                              </p:par>
                              <p:set>
                                <p:cBhvr>
                                  <p:cTn id="5837" dur="1" fill="hold">
                                    <p:stCondLst>
                                      <p:cond evt="end">
                                        <p:tn val="5835"/>
                                      </p:cond>
                                    </p:stCondLst>
                                  </p:cTn>
                                  <p:tgtEl>
                                    <p:spTgt spid="2114"/>
                                  </p:tgtEl>
                                  <p:attrNameLst>
                                    <p:attrName>style.visibility</p:attrName>
                                  </p:attrNameLst>
                                </p:cBhvr>
                                <p:to>
                                  <p:strVal val="hidden"/>
                                </p:to>
                              </p:set>
                            </p:childTnLst>
                          </p:cTn>
                        </p:par>
                        <p:par>
                          <p:cTn id="5838" fill="hold">
                            <p:stCondLst>
                              <p:cond delay="3000"/>
                            </p:stCondLst>
                            <p:childTnLst>
                              <p:par>
                                <p:cTn id="5839" nodeType="afterEffect" fill="hold" presetClass="path" presetID="0">
                                  <p:stCondLst>
                                    <p:cond delay="0"/>
                                  </p:stCondLst>
                                  <p:childTnLst>
                                    <p:animMotion origin="layout" path="M -0.30833 -0.02219 L -0.73333 -0.02219 E">
                                      <p:cBhvr>
                                        <p:cTn id="5840" dur="500" fill="hold"/>
                                        <p:tgtEl>
                                          <p:spTgt spid="2115"/>
                                        </p:tgtEl>
                                      </p:cBhvr>
                                    </p:animMotion>
                                  </p:childTnLst>
                                </p:cTn>
                              </p:par>
                              <p:set>
                                <p:cBhvr>
                                  <p:cTn id="5841" dur="1" fill="hold">
                                    <p:stCondLst>
                                      <p:cond evt="end">
                                        <p:tn val="5839"/>
                                      </p:cond>
                                    </p:stCondLst>
                                  </p:cTn>
                                  <p:tgtEl>
                                    <p:spTgt spid="2115"/>
                                  </p:tgtEl>
                                  <p:attrNameLst>
                                    <p:attrName>style.visibility</p:attrName>
                                  </p:attrNameLst>
                                </p:cBhvr>
                                <p:to>
                                  <p:strVal val="hidden"/>
                                </p:to>
                              </p:set>
                              <p:par>
                                <p:cTn id="5842" nodeType="withEffect" fill="hold" presetClass="path" presetID="0">
                                  <p:stCondLst>
                                    <p:cond delay="0"/>
                                  </p:stCondLst>
                                  <p:childTnLst>
                                    <p:animMotion origin="layout" path="M -0.30833 -0.02219 L -0.73333 -0.02219 E">
                                      <p:cBhvr>
                                        <p:cTn id="5843" dur="500" fill="hold"/>
                                        <p:tgtEl>
                                          <p:spTgt spid="2116"/>
                                        </p:tgtEl>
                                      </p:cBhvr>
                                    </p:animMotion>
                                  </p:childTnLst>
                                </p:cTn>
                              </p:par>
                              <p:set>
                                <p:cBhvr>
                                  <p:cTn id="5844" dur="1" fill="hold">
                                    <p:stCondLst>
                                      <p:cond evt="end">
                                        <p:tn val="5842"/>
                                      </p:cond>
                                    </p:stCondLst>
                                  </p:cTn>
                                  <p:tgtEl>
                                    <p:spTgt spid="2116"/>
                                  </p:tgtEl>
                                  <p:attrNameLst>
                                    <p:attrName>style.visibility</p:attrName>
                                  </p:attrNameLst>
                                </p:cBhvr>
                                <p:to>
                                  <p:strVal val="hidden"/>
                                </p:to>
                              </p:set>
                            </p:childTnLst>
                          </p:cTn>
                        </p:par>
                        <p:par>
                          <p:cTn id="5845" fill="hold">
                            <p:stCondLst>
                              <p:cond delay="3500"/>
                            </p:stCondLst>
                            <p:childTnLst>
                              <p:par>
                                <p:cTn id="5846" nodeType="afterEffect" fill="hold" presetClass="path" presetID="0">
                                  <p:stCondLst>
                                    <p:cond delay="0"/>
                                  </p:stCondLst>
                                  <p:childTnLst>
                                    <p:animMotion origin="layout" path="M -0.3 -0.02219 L -0.73333 -0.02219 E">
                                      <p:cBhvr>
                                        <p:cTn id="5847" dur="500" fill="hold"/>
                                        <p:tgtEl>
                                          <p:spTgt spid="2117"/>
                                        </p:tgtEl>
                                      </p:cBhvr>
                                    </p:animMotion>
                                  </p:childTnLst>
                                </p:cTn>
                              </p:par>
                              <p:set>
                                <p:cBhvr>
                                  <p:cTn id="5848" dur="1" fill="hold">
                                    <p:stCondLst>
                                      <p:cond evt="end">
                                        <p:tn val="5846"/>
                                      </p:cond>
                                    </p:stCondLst>
                                  </p:cTn>
                                  <p:tgtEl>
                                    <p:spTgt spid="2117"/>
                                  </p:tgtEl>
                                  <p:attrNameLst>
                                    <p:attrName>style.visibility</p:attrName>
                                  </p:attrNameLst>
                                </p:cBhvr>
                                <p:to>
                                  <p:strVal val="hidden"/>
                                </p:to>
                              </p:set>
                              <p:par>
                                <p:cTn id="5849" nodeType="withEffect" fill="hold" presetClass="path" presetID="0">
                                  <p:stCondLst>
                                    <p:cond delay="0"/>
                                  </p:stCondLst>
                                  <p:childTnLst>
                                    <p:animMotion origin="layout" path="M -0.3 -0.02219 L -0.73333 -0.02219 E">
                                      <p:cBhvr>
                                        <p:cTn id="5850" dur="500" fill="hold"/>
                                        <p:tgtEl>
                                          <p:spTgt spid="2118"/>
                                        </p:tgtEl>
                                      </p:cBhvr>
                                    </p:animMotion>
                                  </p:childTnLst>
                                </p:cTn>
                              </p:par>
                              <p:set>
                                <p:cBhvr>
                                  <p:cTn id="5851" dur="1" fill="hold">
                                    <p:stCondLst>
                                      <p:cond evt="end">
                                        <p:tn val="5849"/>
                                      </p:cond>
                                    </p:stCondLst>
                                  </p:cTn>
                                  <p:tgtEl>
                                    <p:spTgt spid="2118"/>
                                  </p:tgtEl>
                                  <p:attrNameLst>
                                    <p:attrName>style.visibility</p:attrName>
                                  </p:attrNameLst>
                                </p:cBhvr>
                                <p:to>
                                  <p:strVal val="hidden"/>
                                </p:to>
                              </p:set>
                            </p:childTnLst>
                          </p:cTn>
                        </p:par>
                        <p:par>
                          <p:cTn id="5852" fill="hold">
                            <p:stCondLst>
                              <p:cond delay="4000"/>
                            </p:stCondLst>
                            <p:childTnLst>
                              <p:par>
                                <p:cTn id="5853" nodeType="afterEffect" fill="hold" presetClass="path" presetID="0">
                                  <p:stCondLst>
                                    <p:cond delay="0"/>
                                  </p:stCondLst>
                                  <p:childTnLst>
                                    <p:animMotion origin="layout" path="M -0.30833 -0.02219 L -0.73333 -0.02219 E">
                                      <p:cBhvr>
                                        <p:cTn id="5854" dur="500" fill="hold"/>
                                        <p:tgtEl>
                                          <p:spTgt spid="2119"/>
                                        </p:tgtEl>
                                      </p:cBhvr>
                                    </p:animMotion>
                                  </p:childTnLst>
                                </p:cTn>
                              </p:par>
                              <p:set>
                                <p:cBhvr>
                                  <p:cTn id="5855" dur="1" fill="hold">
                                    <p:stCondLst>
                                      <p:cond evt="end">
                                        <p:tn val="5853"/>
                                      </p:cond>
                                    </p:stCondLst>
                                  </p:cTn>
                                  <p:tgtEl>
                                    <p:spTgt spid="2119"/>
                                  </p:tgtEl>
                                  <p:attrNameLst>
                                    <p:attrName>style.visibility</p:attrName>
                                  </p:attrNameLst>
                                </p:cBhvr>
                                <p:to>
                                  <p:strVal val="hidden"/>
                                </p:to>
                              </p:set>
                              <p:par>
                                <p:cTn id="5856" nodeType="withEffect" fill="hold" presetClass="path" presetID="0">
                                  <p:stCondLst>
                                    <p:cond delay="0"/>
                                  </p:stCondLst>
                                  <p:childTnLst>
                                    <p:animMotion origin="layout" path="M -0.30833 -0.02219 L -0.73333 -0.02219 E">
                                      <p:cBhvr>
                                        <p:cTn id="5857" dur="500" fill="hold"/>
                                        <p:tgtEl>
                                          <p:spTgt spid="2120"/>
                                        </p:tgtEl>
                                      </p:cBhvr>
                                    </p:animMotion>
                                  </p:childTnLst>
                                </p:cTn>
                              </p:par>
                              <p:set>
                                <p:cBhvr>
                                  <p:cTn id="5858" dur="1" fill="hold">
                                    <p:stCondLst>
                                      <p:cond evt="end">
                                        <p:tn val="5856"/>
                                      </p:cond>
                                    </p:stCondLst>
                                  </p:cTn>
                                  <p:tgtEl>
                                    <p:spTgt spid="2120"/>
                                  </p:tgtEl>
                                  <p:attrNameLst>
                                    <p:attrName>style.visibility</p:attrName>
                                  </p:attrNameLst>
                                </p:cBhvr>
                                <p:to>
                                  <p:strVal val="hidden"/>
                                </p:to>
                              </p:set>
                            </p:childTnLst>
                          </p:cTn>
                        </p:par>
                        <p:par>
                          <p:cTn id="5859" fill="hold">
                            <p:stCondLst>
                              <p:cond delay="4500"/>
                            </p:stCondLst>
                            <p:childTnLst>
                              <p:par>
                                <p:cTn id="5860" nodeType="afterEffect" fill="hold" presetClass="entr" presetID="27">
                                  <p:stCondLst>
                                    <p:cond delay="0"/>
                                  </p:stCondLst>
                                  <p:iterate type="lt">
                                    <p:tmAbs val="40"/>
                                  </p:iterate>
                                  <p:childTnLst>
                                    <p:set>
                                      <p:cBhvr>
                                        <p:cTn id="5861" dur="1" fill="hold">
                                          <p:stCondLst>
                                            <p:cond delay="0"/>
                                          </p:stCondLst>
                                        </p:cTn>
                                        <p:tgtEl>
                                          <p:spTgt spid="2101"/>
                                        </p:tgtEl>
                                        <p:attrNameLst>
                                          <p:attrName>style.visibility</p:attrName>
                                        </p:attrNameLst>
                                      </p:cBhvr>
                                      <p:to>
                                        <p:strVal val="visible"/>
                                      </p:to>
                                    </p:set>
                                    <p:anim calcmode="discrete" valueType="clr">
                                      <p:cBhvr additive="repl">
                                        <p:cTn id="5862" dur="80"/>
                                        <p:tgtEl>
                                          <p:spTgt spid="2101"/>
                                        </p:tgtEl>
                                        <p:attrNameLst>
                                          <p:attrName>style.color</p:attrName>
                                        </p:attrNameLst>
                                      </p:cBhvr>
                                      <p:tavLst>
                                        <p:tav tm="0">
                                          <p:val>
                                            <p:strVal val="rgb(-103,51,51)"/>
                                          </p:val>
                                        </p:tav>
                                        <p:tav tm="50000">
                                          <p:val>
                                            <p:strVal val="rgb(-103,-103,0)"/>
                                          </p:val>
                                        </p:tav>
                                      </p:tavLst>
                                    </p:anim>
                                    <p:anim calcmode="discrete" valueType="clr">
                                      <p:cBhvr additive="repl">
                                        <p:cTn id="5863" dur="80"/>
                                        <p:tgtEl>
                                          <p:spTgt spid="2101"/>
                                        </p:tgtEl>
                                        <p:attrNameLst>
                                          <p:attrName>fillcolor</p:attrName>
                                        </p:attrNameLst>
                                      </p:cBhvr>
                                      <p:tavLst>
                                        <p:tav tm="0">
                                          <p:val>
                                            <p:strVal val="rgb(-103,51,51)"/>
                                          </p:val>
                                        </p:tav>
                                        <p:tav tm="50000">
                                          <p:val>
                                            <p:strVal val="rgb(-103,-103,0)"/>
                                          </p:val>
                                        </p:tav>
                                      </p:tavLst>
                                    </p:anim>
                                    <p:set>
                                      <p:cBhvr>
                                        <p:cTn id="5864" dur="80"/>
                                        <p:tgtEl>
                                          <p:spTgt spid="2101"/>
                                        </p:tgtEl>
                                        <p:attrNameLst>
                                          <p:attrName>fill.type</p:attrName>
                                        </p:attrNameLst>
                                      </p:cBhvr>
                                      <p:to>
                                        <p:strVal val="solid"/>
                                      </p:to>
                                    </p:set>
                                  </p:childTnLst>
                                </p:cTn>
                              </p:par>
                            </p:childTnLst>
                          </p:cTn>
                        </p:par>
                        <p:par>
                          <p:cTn id="5865" fill="hold">
                            <p:stCondLst>
                              <p:cond delay="5020"/>
                            </p:stCondLst>
                            <p:childTnLst>
                              <p:par>
                                <p:cTn id="5866" nodeType="afterEffect" fill="hold" presetClass="exit" presetID="27">
                                  <p:stCondLst>
                                    <p:cond delay="500"/>
                                  </p:stCondLst>
                                  <p:iterate type="lt">
                                    <p:tmAbs val="40"/>
                                  </p:iterate>
                                  <p:childTnLst>
                                    <p:anim calcmode="discrete" valueType="clr">
                                      <p:cBhvr additive="repl">
                                        <p:cTn id="5867" dur="80"/>
                                        <p:tgtEl>
                                          <p:spTgt spid="2101"/>
                                        </p:tgtEl>
                                        <p:attrNameLst>
                                          <p:attrName>style.color</p:attrName>
                                        </p:attrNameLst>
                                      </p:cBhvr>
                                      <p:tavLst>
                                        <p:tav tm="0">
                                          <p:val>
                                            <p:strVal val="rgb(-103,-103,0)"/>
                                          </p:val>
                                        </p:tav>
                                        <p:tav tm="50000">
                                          <p:val>
                                            <p:strVal val="rgb(-103,51,51)"/>
                                          </p:val>
                                        </p:tav>
                                      </p:tavLst>
                                    </p:anim>
                                    <p:anim calcmode="discrete" valueType="clr">
                                      <p:cBhvr additive="repl">
                                        <p:cTn id="5868" dur="80"/>
                                        <p:tgtEl>
                                          <p:spTgt spid="2101"/>
                                        </p:tgtEl>
                                        <p:attrNameLst>
                                          <p:attrName>fillcolor</p:attrName>
                                        </p:attrNameLst>
                                      </p:cBhvr>
                                      <p:tavLst>
                                        <p:tav tm="0">
                                          <p:val>
                                            <p:strVal val="rgb(-103,-103,0)"/>
                                          </p:val>
                                        </p:tav>
                                        <p:tav tm="50000">
                                          <p:val>
                                            <p:strVal val="rgb(-103,51,51)"/>
                                          </p:val>
                                        </p:tav>
                                      </p:tavLst>
                                    </p:anim>
                                    <p:set>
                                      <p:cBhvr>
                                        <p:cTn id="5869" dur="80"/>
                                        <p:tgtEl>
                                          <p:spTgt spid="2101"/>
                                        </p:tgtEl>
                                        <p:attrNameLst>
                                          <p:attrName>fill.type</p:attrName>
                                        </p:attrNameLst>
                                      </p:cBhvr>
                                      <p:to>
                                        <p:strVal val="solid"/>
                                      </p:to>
                                    </p:set>
                                    <p:set>
                                      <p:cBhvr>
                                        <p:cTn id="5870" dur="1" fill="hold">
                                          <p:stCondLst>
                                            <p:cond delay="79"/>
                                          </p:stCondLst>
                                        </p:cTn>
                                        <p:tgtEl>
                                          <p:spTgt spid="2101"/>
                                        </p:tgtEl>
                                        <p:attrNameLst>
                                          <p:attrName>style.visibility</p:attrName>
                                        </p:attrNameLst>
                                      </p:cBhvr>
                                      <p:to>
                                        <p:strVal val="hidden"/>
                                      </p:to>
                                    </p:set>
                                  </p:childTnLst>
                                </p:cTn>
                              </p:par>
                            </p:childTnLst>
                          </p:cTn>
                        </p:par>
                        <p:par>
                          <p:cTn id="5871" fill="hold">
                            <p:stCondLst>
                              <p:cond delay="6040"/>
                            </p:stCondLst>
                            <p:childTnLst>
                              <p:par>
                                <p:cTn id="5872" nodeType="afterEffect" fill="hold" presetClass="entr" presetID="9">
                                  <p:stCondLst>
                                    <p:cond delay="0"/>
                                  </p:stCondLst>
                                  <p:childTnLst>
                                    <p:set>
                                      <p:cBhvr>
                                        <p:cTn id="5873" dur="1" fill="hold">
                                          <p:stCondLst>
                                            <p:cond delay="0"/>
                                          </p:stCondLst>
                                        </p:cTn>
                                        <p:tgtEl>
                                          <p:spTgt spid="2106"/>
                                        </p:tgtEl>
                                        <p:attrNameLst>
                                          <p:attrName>style.visibility</p:attrName>
                                        </p:attrNameLst>
                                      </p:cBhvr>
                                      <p:to>
                                        <p:strVal val="visible"/>
                                      </p:to>
                                    </p:set>
                                    <p:animEffect filter="dissolve" transition="in">
                                      <p:cBhvr additive="repl">
                                        <p:cTn id="5874" dur="500"/>
                                        <p:tgtEl>
                                          <p:spTgt spid="2106"/>
                                        </p:tgtEl>
                                      </p:cBhvr>
                                    </p:animEffect>
                                  </p:childTnLst>
                                </p:cTn>
                              </p:par>
                              <p:par>
                                <p:cTn id="5875" nodeType="withEffect" fill="hold" presetClass="entr" presetID="9">
                                  <p:stCondLst>
                                    <p:cond delay="0"/>
                                  </p:stCondLst>
                                  <p:childTnLst>
                                    <p:set>
                                      <p:cBhvr>
                                        <p:cTn id="5876" dur="1" fill="hold">
                                          <p:stCondLst>
                                            <p:cond delay="0"/>
                                          </p:stCondLst>
                                        </p:cTn>
                                        <p:tgtEl>
                                          <p:spTgt spid="2107"/>
                                        </p:tgtEl>
                                        <p:attrNameLst>
                                          <p:attrName>style.visibility</p:attrName>
                                        </p:attrNameLst>
                                      </p:cBhvr>
                                      <p:to>
                                        <p:strVal val="visible"/>
                                      </p:to>
                                    </p:set>
                                    <p:animEffect filter="dissolve" transition="in">
                                      <p:cBhvr additive="repl">
                                        <p:cTn id="5877" dur="500"/>
                                        <p:tgtEl>
                                          <p:spTgt spid="2107"/>
                                        </p:tgtEl>
                                      </p:cBhvr>
                                    </p:animEffect>
                                  </p:childTnLst>
                                </p:cTn>
                              </p:par>
                              <p:par>
                                <p:cTn id="5878" nodeType="withEffect" fill="hold" presetClass="entr" presetID="9">
                                  <p:stCondLst>
                                    <p:cond delay="0"/>
                                  </p:stCondLst>
                                  <p:childTnLst>
                                    <p:set>
                                      <p:cBhvr>
                                        <p:cTn id="5879" dur="1" fill="hold">
                                          <p:stCondLst>
                                            <p:cond delay="0"/>
                                          </p:stCondLst>
                                        </p:cTn>
                                        <p:tgtEl>
                                          <p:spTgt spid="2108"/>
                                        </p:tgtEl>
                                        <p:attrNameLst>
                                          <p:attrName>style.visibility</p:attrName>
                                        </p:attrNameLst>
                                      </p:cBhvr>
                                      <p:to>
                                        <p:strVal val="visible"/>
                                      </p:to>
                                    </p:set>
                                    <p:animEffect filter="dissolve" transition="in">
                                      <p:cBhvr additive="repl">
                                        <p:cTn id="5880" dur="500"/>
                                        <p:tgtEl>
                                          <p:spTgt spid="2108"/>
                                        </p:tgtEl>
                                      </p:cBhvr>
                                    </p:animEffect>
                                  </p:childTnLst>
                                </p:cTn>
                              </p:par>
                            </p:childTnLst>
                          </p:cTn>
                        </p:par>
                        <p:par>
                          <p:cTn id="5881" fill="hold">
                            <p:stCondLst>
                              <p:cond delay="6540"/>
                            </p:stCondLst>
                            <p:childTnLst>
                              <p:par>
                                <p:cTn id="5882" nodeType="afterEffect" fill="hold" presetClass="entr" presetID="1">
                                  <p:stCondLst>
                                    <p:cond delay="1000"/>
                                  </p:stCondLst>
                                  <p:childTnLst>
                                    <p:set>
                                      <p:cBhvr>
                                        <p:cTn id="5883" dur="1" fill="hold">
                                          <p:stCondLst>
                                            <p:cond delay="0"/>
                                          </p:stCondLst>
                                        </p:cTn>
                                        <p:tgtEl>
                                          <p:spTgt spid="2102"/>
                                        </p:tgtEl>
                                        <p:attrNameLst>
                                          <p:attrName>style.visibility</p:attrName>
                                        </p:attrNameLst>
                                      </p:cBhvr>
                                      <p:to>
                                        <p:strVal val="visible"/>
                                      </p:to>
                                    </p:set>
                                  </p:childTnLst>
                                </p:cTn>
                              </p:par>
                            </p:childTnLst>
                          </p:cTn>
                        </p:par>
                        <p:par>
                          <p:cTn id="5884" fill="hold">
                            <p:stCondLst>
                              <p:cond delay="7540"/>
                            </p:stCondLst>
                            <p:childTnLst>
                              <p:par>
                                <p:cTn id="5885" nodeType="afterEffect" fill="hold" presetClass="entr" presetID="1">
                                  <p:stCondLst>
                                    <p:cond delay="0"/>
                                  </p:stCondLst>
                                  <p:childTnLst>
                                    <p:set>
                                      <p:cBhvr>
                                        <p:cTn id="5886" dur="1" fill="hold">
                                          <p:stCondLst>
                                            <p:cond delay="0"/>
                                          </p:stCondLst>
                                        </p:cTn>
                                        <p:tgtEl>
                                          <p:spTgt spid="2105"/>
                                        </p:tgtEl>
                                        <p:attrNameLst>
                                          <p:attrName>style.visibility</p:attrName>
                                        </p:attrNameLst>
                                      </p:cBhvr>
                                      <p:to>
                                        <p:strVal val="visible"/>
                                      </p:to>
                                    </p:set>
                                  </p:childTnLst>
                                </p:cTn>
                              </p:par>
                            </p:childTnLst>
                          </p:cTn>
                        </p:par>
                        <p:par>
                          <p:cTn id="5887" fill="hold">
                            <p:stCondLst>
                              <p:cond delay="7540"/>
                            </p:stCondLst>
                            <p:childTnLst>
                              <p:par>
                                <p:cTn id="5888" nodeType="afterEffect" fill="hold" presetClass="entr" presetID="1">
                                  <p:stCondLst>
                                    <p:cond delay="3000"/>
                                  </p:stCondLst>
                                  <p:childTnLst>
                                    <p:set>
                                      <p:cBhvr>
                                        <p:cTn id="5889" dur="1" fill="hold">
                                          <p:stCondLst>
                                            <p:cond delay="0"/>
                                          </p:stCondLst>
                                        </p:cTn>
                                        <p:tgtEl>
                                          <p:spTgt spid="2109"/>
                                        </p:tgtEl>
                                        <p:attrNameLst>
                                          <p:attrName>style.visibility</p:attrName>
                                        </p:attrNameLst>
                                      </p:cBhvr>
                                      <p:to>
                                        <p:strVal val="visible"/>
                                      </p:to>
                                    </p:set>
                                  </p:childTnLst>
                                </p:cTn>
                              </p:par>
                            </p:childTnLst>
                          </p:cTn>
                        </p:par>
                        <p:par>
                          <p:cTn id="5890" fill="hold">
                            <p:stCondLst>
                              <p:cond delay="10540"/>
                            </p:stCondLst>
                            <p:childTnLst>
                              <p:par>
                                <p:cTn id="5891" nodeType="afterEffect" fill="hold" presetClass="exit" presetID="1">
                                  <p:stCondLst>
                                    <p:cond delay="3000"/>
                                  </p:stCondLst>
                                  <p:childTnLst>
                                    <p:set>
                                      <p:cBhvr>
                                        <p:cTn id="5892" dur="1" fill="hold">
                                          <p:stCondLst>
                                            <p:cond delay="0"/>
                                          </p:stCondLst>
                                        </p:cTn>
                                        <p:tgtEl>
                                          <p:spTgt spid="2102"/>
                                        </p:tgtEl>
                                        <p:attrNameLst>
                                          <p:attrName>style.visibility</p:attrName>
                                        </p:attrNameLst>
                                      </p:cBhvr>
                                      <p:to>
                                        <p:strVal val="hidden"/>
                                      </p:to>
                                    </p:set>
                                  </p:childTnLst>
                                </p:cTn>
                              </p:par>
                            </p:childTnLst>
                          </p:cTn>
                        </p:par>
                        <p:par>
                          <p:cTn id="5893" fill="hold">
                            <p:stCondLst>
                              <p:cond delay="13540"/>
                            </p:stCondLst>
                            <p:childTnLst>
                              <p:par>
                                <p:cTn id="5894" nodeType="afterEffect" fill="hold" presetClass="exit" presetID="1">
                                  <p:stCondLst>
                                    <p:cond delay="0"/>
                                  </p:stCondLst>
                                  <p:childTnLst>
                                    <p:set>
                                      <p:cBhvr>
                                        <p:cTn id="5895" dur="1" fill="hold">
                                          <p:stCondLst>
                                            <p:cond delay="0"/>
                                          </p:stCondLst>
                                        </p:cTn>
                                        <p:tgtEl>
                                          <p:spTgt spid="2105"/>
                                        </p:tgtEl>
                                        <p:attrNameLst>
                                          <p:attrName>style.visibility</p:attrName>
                                        </p:attrNameLst>
                                      </p:cBhvr>
                                      <p:to>
                                        <p:strVal val="hidden"/>
                                      </p:to>
                                    </p:set>
                                  </p:childTnLst>
                                </p:cTn>
                              </p:par>
                            </p:childTnLst>
                          </p:cTn>
                        </p:par>
                        <p:par>
                          <p:cTn id="5896" fill="hold">
                            <p:stCondLst>
                              <p:cond delay="13540"/>
                            </p:stCondLst>
                            <p:childTnLst>
                              <p:par>
                                <p:cTn id="5897" nodeType="afterEffect" fill="hold" presetClass="exit" presetID="1">
                                  <p:stCondLst>
                                    <p:cond delay="0"/>
                                  </p:stCondLst>
                                  <p:childTnLst>
                                    <p:set>
                                      <p:cBhvr>
                                        <p:cTn id="5898" dur="1" fill="hold">
                                          <p:stCondLst>
                                            <p:cond delay="0"/>
                                          </p:stCondLst>
                                        </p:cTn>
                                        <p:tgtEl>
                                          <p:spTgt spid="2109"/>
                                        </p:tgtEl>
                                        <p:attrNameLst>
                                          <p:attrName>style.visibility</p:attrName>
                                        </p:attrNameLst>
                                      </p:cBhvr>
                                      <p:to>
                                        <p:strVal val="hidden"/>
                                      </p:to>
                                    </p:set>
                                  </p:childTnLst>
                                </p:cTn>
                              </p:par>
                            </p:childTnLst>
                          </p:cTn>
                        </p:par>
                        <p:par>
                          <p:cTn id="5899" fill="hold">
                            <p:stCondLst>
                              <p:cond delay="13540"/>
                            </p:stCondLst>
                            <p:childTnLst>
                              <p:par>
                                <p:cTn id="5900" nodeType="afterEffect" fill="hold" presetClass="entr" presetID="1">
                                  <p:stCondLst>
                                    <p:cond delay="0"/>
                                  </p:stCondLst>
                                  <p:childTnLst>
                                    <p:set>
                                      <p:cBhvr>
                                        <p:cTn id="5901" dur="1" fill="hold">
                                          <p:stCondLst>
                                            <p:cond delay="0"/>
                                          </p:stCondLst>
                                        </p:cTn>
                                        <p:tgtEl>
                                          <p:spTgt spid="2121"/>
                                        </p:tgtEl>
                                        <p:attrNameLst>
                                          <p:attrName>style.visibility</p:attrName>
                                        </p:attrNameLst>
                                      </p:cBhvr>
                                      <p:to>
                                        <p:strVal val="visible"/>
                                      </p:to>
                                    </p:set>
                                  </p:childTnLst>
                                </p:cTn>
                              </p:par>
                            </p:childTnLst>
                          </p:cTn>
                        </p:par>
                        <p:par>
                          <p:cTn id="5902" fill="hold">
                            <p:stCondLst>
                              <p:cond delay="13540"/>
                            </p:stCondLst>
                            <p:childTnLst>
                              <p:par>
                                <p:cTn id="5903" nodeType="afterEffect" fill="hold" presetClass="exit" presetID="9">
                                  <p:stCondLst>
                                    <p:cond delay="0"/>
                                  </p:stCondLst>
                                  <p:childTnLst>
                                    <p:animEffect filter="dissolve" transition="out">
                                      <p:cBhvr additive="repl">
                                        <p:cTn id="5904" dur="500"/>
                                        <p:tgtEl>
                                          <p:spTgt spid="2121"/>
                                        </p:tgtEl>
                                      </p:cBhvr>
                                    </p:animEffect>
                                    <p:set>
                                      <p:cBhvr>
                                        <p:cTn id="5905" dur="1" fill="hold">
                                          <p:stCondLst>
                                            <p:cond delay="499"/>
                                          </p:stCondLst>
                                        </p:cTn>
                                        <p:tgtEl>
                                          <p:spTgt spid="2121"/>
                                        </p:tgtEl>
                                        <p:attrNameLst>
                                          <p:attrName>style.visibility</p:attrName>
                                        </p:attrNameLst>
                                      </p:cBhvr>
                                      <p:to>
                                        <p:strVal val="hidden"/>
                                      </p:to>
                                    </p:set>
                                  </p:childTnLst>
                                </p:cTn>
                              </p:par>
                            </p:childTnLst>
                          </p:cTn>
                        </p:par>
                        <p:par>
                          <p:cTn id="5906" fill="hold">
                            <p:stCondLst>
                              <p:cond delay="14040"/>
                            </p:stCondLst>
                            <p:childTnLst>
                              <p:par>
                                <p:cTn id="5907" nodeType="afterEffect" fill="hold" presetClass="entr" presetID="1">
                                  <p:stCondLst>
                                    <p:cond delay="0"/>
                                  </p:stCondLst>
                                  <p:childTnLst>
                                    <p:set>
                                      <p:cBhvr>
                                        <p:cTn id="5908" dur="1" fill="hold">
                                          <p:stCondLst>
                                            <p:cond delay="0"/>
                                          </p:stCondLst>
                                        </p:cTn>
                                        <p:tgtEl>
                                          <p:spTgt spid="2122"/>
                                        </p:tgtEl>
                                        <p:attrNameLst>
                                          <p:attrName>style.visibility</p:attrName>
                                        </p:attrNameLst>
                                      </p:cBhvr>
                                      <p:to>
                                        <p:strVal val="visible"/>
                                      </p:to>
                                    </p:set>
                                  </p:childTnLst>
                                </p:cTn>
                              </p:par>
                            </p:childTnLst>
                          </p:cTn>
                        </p:par>
                        <p:par>
                          <p:cTn id="5909" fill="hold">
                            <p:stCondLst>
                              <p:cond delay="14040"/>
                            </p:stCondLst>
                            <p:childTnLst>
                              <p:par>
                                <p:cTn id="5910" nodeType="afterEffect" fill="hold" presetClass="exit" presetID="9">
                                  <p:stCondLst>
                                    <p:cond delay="0"/>
                                  </p:stCondLst>
                                  <p:childTnLst>
                                    <p:animEffect filter="dissolve" transition="out">
                                      <p:cBhvr additive="repl">
                                        <p:cTn id="5911" dur="500"/>
                                        <p:tgtEl>
                                          <p:spTgt spid="2122"/>
                                        </p:tgtEl>
                                      </p:cBhvr>
                                    </p:animEffect>
                                    <p:set>
                                      <p:cBhvr>
                                        <p:cTn id="5912" dur="1" fill="hold">
                                          <p:stCondLst>
                                            <p:cond delay="499"/>
                                          </p:stCondLst>
                                        </p:cTn>
                                        <p:tgtEl>
                                          <p:spTgt spid="2122"/>
                                        </p:tgtEl>
                                        <p:attrNameLst>
                                          <p:attrName>style.visibility</p:attrName>
                                        </p:attrNameLst>
                                      </p:cBhvr>
                                      <p:to>
                                        <p:strVal val="hidden"/>
                                      </p:to>
                                    </p:set>
                                  </p:childTnLst>
                                </p:cTn>
                              </p:par>
                            </p:childTnLst>
                          </p:cTn>
                        </p:par>
                        <p:par>
                          <p:cTn id="5913" fill="hold">
                            <p:stCondLst>
                              <p:cond delay="14540"/>
                            </p:stCondLst>
                            <p:childTnLst>
                              <p:par>
                                <p:cTn id="5914" nodeType="afterEffect" fill="hold" presetClass="entr" presetID="1">
                                  <p:stCondLst>
                                    <p:cond delay="0"/>
                                  </p:stCondLst>
                                  <p:childTnLst>
                                    <p:set>
                                      <p:cBhvr>
                                        <p:cTn id="5915" dur="1" fill="hold">
                                          <p:stCondLst>
                                            <p:cond delay="0"/>
                                          </p:stCondLst>
                                        </p:cTn>
                                        <p:tgtEl>
                                          <p:spTgt spid="2123"/>
                                        </p:tgtEl>
                                        <p:attrNameLst>
                                          <p:attrName>style.visibility</p:attrName>
                                        </p:attrNameLst>
                                      </p:cBhvr>
                                      <p:to>
                                        <p:strVal val="visible"/>
                                      </p:to>
                                    </p:set>
                                  </p:childTnLst>
                                </p:cTn>
                              </p:par>
                            </p:childTnLst>
                          </p:cTn>
                        </p:par>
                        <p:par>
                          <p:cTn id="5916" fill="hold">
                            <p:stCondLst>
                              <p:cond delay="14540"/>
                            </p:stCondLst>
                            <p:childTnLst>
                              <p:par>
                                <p:cTn id="5917" nodeType="afterEffect" fill="hold" presetClass="exit" presetID="9">
                                  <p:stCondLst>
                                    <p:cond delay="0"/>
                                  </p:stCondLst>
                                  <p:childTnLst>
                                    <p:animEffect filter="dissolve" transition="out">
                                      <p:cBhvr additive="repl">
                                        <p:cTn id="5918" dur="500"/>
                                        <p:tgtEl>
                                          <p:spTgt spid="2123"/>
                                        </p:tgtEl>
                                      </p:cBhvr>
                                    </p:animEffect>
                                    <p:set>
                                      <p:cBhvr>
                                        <p:cTn id="5919" dur="1" fill="hold">
                                          <p:stCondLst>
                                            <p:cond delay="499"/>
                                          </p:stCondLst>
                                        </p:cTn>
                                        <p:tgtEl>
                                          <p:spTgt spid="2123"/>
                                        </p:tgtEl>
                                        <p:attrNameLst>
                                          <p:attrName>style.visibility</p:attrName>
                                        </p:attrNameLst>
                                      </p:cBhvr>
                                      <p:to>
                                        <p:strVal val="hidden"/>
                                      </p:to>
                                    </p:set>
                                  </p:childTnLst>
                                </p:cTn>
                              </p:par>
                            </p:childTnLst>
                          </p:cTn>
                        </p:par>
                        <p:par>
                          <p:cTn id="5920" fill="hold">
                            <p:stCondLst>
                              <p:cond delay="15040"/>
                            </p:stCondLst>
                            <p:childTnLst>
                              <p:par>
                                <p:cTn id="5921" nodeType="afterEffect" fill="hold" presetClass="emph" presetID="8">
                                  <p:stCondLst>
                                    <p:cond delay="0"/>
                                  </p:stCondLst>
                                  <p:childTnLst>
                                    <p:animRot by="43200000">
                                      <p:cBhvr>
                                        <p:cTn id="5922" dur="2000" fill="hold"/>
                                        <p:tgtEl>
                                          <p:spTgt spid="2110"/>
                                        </p:tgtEl>
                                        <p:attrNameLst>
                                          <p:attrName>r</p:attrName>
                                        </p:attrNameLst>
                                      </p:cBhvr>
                                    </p:animRot>
                                  </p:childTnLst>
                                </p:cTn>
                              </p:par>
                              <p:par>
                                <p:cTn id="5923" nodeType="withEffect" fill="hold" presetClass="path" presetID="0">
                                  <p:stCondLst>
                                    <p:cond delay="0"/>
                                  </p:stCondLst>
                                  <p:childTnLst>
                                    <p:animMotion origin="layout" path="M 3.46945E-018 -2.13873E-006 L 0.5 -2.13873E-006 E">
                                      <p:cBhvr>
                                        <p:cTn id="5924" dur="2000" fill="hold"/>
                                        <p:tgtEl>
                                          <p:spTgt spid="2110"/>
                                        </p:tgtEl>
                                      </p:cBhvr>
                                    </p:animMotion>
                                  </p:childTnLst>
                                </p:cTn>
                              </p:par>
                              <p:par>
                                <p:cTn id="5925" nodeType="withEffect" fill="hold" presetClass="exit" presetID="9">
                                  <p:stCondLst>
                                    <p:cond delay="1000"/>
                                  </p:stCondLst>
                                  <p:childTnLst>
                                    <p:animEffect filter="dissolve" transition="out">
                                      <p:cBhvr additive="repl">
                                        <p:cTn id="5926" dur="500"/>
                                        <p:tgtEl>
                                          <p:spTgt spid="2110"/>
                                        </p:tgtEl>
                                      </p:cBhvr>
                                    </p:animEffect>
                                    <p:set>
                                      <p:cBhvr>
                                        <p:cTn id="5927" dur="1" fill="hold">
                                          <p:stCondLst>
                                            <p:cond delay="499"/>
                                          </p:stCondLst>
                                        </p:cTn>
                                        <p:tgtEl>
                                          <p:spTgt spid="2110"/>
                                        </p:tgtEl>
                                        <p:attrNameLst>
                                          <p:attrName>style.visibility</p:attrName>
                                        </p:attrNameLst>
                                      </p:cBhvr>
                                      <p:to>
                                        <p:strVal val="hidden"/>
                                      </p:to>
                                    </p:set>
                                  </p:childTnLst>
                                </p:cTn>
                              </p:par>
                            </p:childTnLst>
                          </p:cTn>
                        </p:par>
                        <p:par>
                          <p:cTn id="5928" fill="hold">
                            <p:stCondLst>
                              <p:cond delay="17040"/>
                            </p:stCondLst>
                            <p:childTnLst>
                              <p:par>
                                <p:cTn id="5929" nodeType="afterEffect" fill="hold" presetClass="entr" presetID="1">
                                  <p:stCondLst>
                                    <p:cond delay="0"/>
                                  </p:stCondLst>
                                  <p:childTnLst>
                                    <p:set>
                                      <p:cBhvr>
                                        <p:cTn id="5930" dur="1" fill="hold">
                                          <p:stCondLst>
                                            <p:cond delay="0"/>
                                          </p:stCondLst>
                                        </p:cTn>
                                        <p:tgtEl>
                                          <p:spTgt spid="2124"/>
                                        </p:tgtEl>
                                        <p:attrNameLst>
                                          <p:attrName>style.visibility</p:attrName>
                                        </p:attrNameLst>
                                      </p:cBhvr>
                                      <p:to>
                                        <p:strVal val="visible"/>
                                      </p:to>
                                    </p:set>
                                  </p:childTnLst>
                                </p:cTn>
                              </p:par>
                            </p:childTnLst>
                          </p:cTn>
                        </p:par>
                        <p:par>
                          <p:cTn id="5931" fill="hold">
                            <p:stCondLst>
                              <p:cond delay="17040"/>
                            </p:stCondLst>
                            <p:childTnLst>
                              <p:par>
                                <p:cTn id="5932" nodeType="afterEffect" fill="hold" presetClass="exit" presetID="9">
                                  <p:stCondLst>
                                    <p:cond delay="0"/>
                                  </p:stCondLst>
                                  <p:childTnLst>
                                    <p:animEffect filter="dissolve" transition="out">
                                      <p:cBhvr additive="repl">
                                        <p:cTn id="5933" dur="500"/>
                                        <p:tgtEl>
                                          <p:spTgt spid="2124"/>
                                        </p:tgtEl>
                                      </p:cBhvr>
                                    </p:animEffect>
                                    <p:set>
                                      <p:cBhvr>
                                        <p:cTn id="5934" dur="1" fill="hold">
                                          <p:stCondLst>
                                            <p:cond delay="499"/>
                                          </p:stCondLst>
                                        </p:cTn>
                                        <p:tgtEl>
                                          <p:spTgt spid="2124"/>
                                        </p:tgtEl>
                                        <p:attrNameLst>
                                          <p:attrName>style.visibility</p:attrName>
                                        </p:attrNameLst>
                                      </p:cBhvr>
                                      <p:to>
                                        <p:strVal val="hidden"/>
                                      </p:to>
                                    </p:set>
                                  </p:childTnLst>
                                </p:cTn>
                              </p:par>
                            </p:childTnLst>
                          </p:cTn>
                        </p:par>
                        <p:par>
                          <p:cTn id="5935" fill="hold">
                            <p:stCondLst>
                              <p:cond delay="17540"/>
                            </p:stCondLst>
                            <p:childTnLst>
                              <p:par>
                                <p:cTn id="5936" nodeType="afterEffect" fill="hold" presetClass="entr" presetID="1">
                                  <p:stCondLst>
                                    <p:cond delay="0"/>
                                  </p:stCondLst>
                                  <p:childTnLst>
                                    <p:set>
                                      <p:cBhvr>
                                        <p:cTn id="5937" dur="1" fill="hold">
                                          <p:stCondLst>
                                            <p:cond delay="0"/>
                                          </p:stCondLst>
                                        </p:cTn>
                                        <p:tgtEl>
                                          <p:spTgt spid="2125"/>
                                        </p:tgtEl>
                                        <p:attrNameLst>
                                          <p:attrName>style.visibility</p:attrName>
                                        </p:attrNameLst>
                                      </p:cBhvr>
                                      <p:to>
                                        <p:strVal val="visible"/>
                                      </p:to>
                                    </p:set>
                                  </p:childTnLst>
                                </p:cTn>
                              </p:par>
                            </p:childTnLst>
                          </p:cTn>
                        </p:par>
                        <p:par>
                          <p:cTn id="5938" fill="hold">
                            <p:stCondLst>
                              <p:cond delay="17540"/>
                            </p:stCondLst>
                            <p:childTnLst>
                              <p:par>
                                <p:cTn id="5939" nodeType="afterEffect" fill="hold" presetClass="exit" presetID="9">
                                  <p:stCondLst>
                                    <p:cond delay="0"/>
                                  </p:stCondLst>
                                  <p:childTnLst>
                                    <p:animEffect filter="dissolve" transition="out">
                                      <p:cBhvr additive="repl">
                                        <p:cTn id="5940" dur="500"/>
                                        <p:tgtEl>
                                          <p:spTgt spid="2125"/>
                                        </p:tgtEl>
                                      </p:cBhvr>
                                    </p:animEffect>
                                    <p:set>
                                      <p:cBhvr>
                                        <p:cTn id="5941" dur="1" fill="hold">
                                          <p:stCondLst>
                                            <p:cond delay="499"/>
                                          </p:stCondLst>
                                        </p:cTn>
                                        <p:tgtEl>
                                          <p:spTgt spid="2125"/>
                                        </p:tgtEl>
                                        <p:attrNameLst>
                                          <p:attrName>style.visibility</p:attrName>
                                        </p:attrNameLst>
                                      </p:cBhvr>
                                      <p:to>
                                        <p:strVal val="hidden"/>
                                      </p:to>
                                    </p:set>
                                  </p:childTnLst>
                                </p:cTn>
                              </p:par>
                            </p:childTnLst>
                          </p:cTn>
                        </p:par>
                        <p:par>
                          <p:cTn id="5942" fill="hold">
                            <p:stCondLst>
                              <p:cond delay="18040"/>
                            </p:stCondLst>
                            <p:childTnLst>
                              <p:par>
                                <p:cTn id="5943" nodeType="afterEffect" fill="hold" presetClass="entr" presetID="1">
                                  <p:stCondLst>
                                    <p:cond delay="0"/>
                                  </p:stCondLst>
                                  <p:childTnLst>
                                    <p:set>
                                      <p:cBhvr>
                                        <p:cTn id="5944" dur="1" fill="hold">
                                          <p:stCondLst>
                                            <p:cond delay="0"/>
                                          </p:stCondLst>
                                        </p:cTn>
                                        <p:tgtEl>
                                          <p:spTgt spid="2126"/>
                                        </p:tgtEl>
                                        <p:attrNameLst>
                                          <p:attrName>style.visibility</p:attrName>
                                        </p:attrNameLst>
                                      </p:cBhvr>
                                      <p:to>
                                        <p:strVal val="visible"/>
                                      </p:to>
                                    </p:set>
                                  </p:childTnLst>
                                </p:cTn>
                              </p:par>
                            </p:childTnLst>
                          </p:cTn>
                        </p:par>
                        <p:par>
                          <p:cTn id="5945" fill="hold">
                            <p:stCondLst>
                              <p:cond delay="18040"/>
                            </p:stCondLst>
                            <p:childTnLst>
                              <p:par>
                                <p:cTn id="5946" nodeType="afterEffect" fill="hold" presetClass="exit" presetID="9">
                                  <p:stCondLst>
                                    <p:cond delay="0"/>
                                  </p:stCondLst>
                                  <p:childTnLst>
                                    <p:animEffect filter="dissolve" transition="out">
                                      <p:cBhvr additive="repl">
                                        <p:cTn id="5947" dur="500"/>
                                        <p:tgtEl>
                                          <p:spTgt spid="2126"/>
                                        </p:tgtEl>
                                      </p:cBhvr>
                                    </p:animEffect>
                                    <p:set>
                                      <p:cBhvr>
                                        <p:cTn id="5948" dur="1" fill="hold">
                                          <p:stCondLst>
                                            <p:cond delay="499"/>
                                          </p:stCondLst>
                                        </p:cTn>
                                        <p:tgtEl>
                                          <p:spTgt spid="2126"/>
                                        </p:tgtEl>
                                        <p:attrNameLst>
                                          <p:attrName>style.visibility</p:attrName>
                                        </p:attrNameLst>
                                      </p:cBhvr>
                                      <p:to>
                                        <p:strVal val="hidden"/>
                                      </p:to>
                                    </p:set>
                                  </p:childTnLst>
                                </p:cTn>
                              </p:par>
                            </p:childTnLst>
                          </p:cTn>
                        </p:par>
                        <p:par>
                          <p:cTn id="5949" fill="hold">
                            <p:stCondLst>
                              <p:cond delay="18540"/>
                            </p:stCondLst>
                            <p:childTnLst>
                              <p:par>
                                <p:cTn id="5950" nodeType="afterEffect" fill="hold" presetClass="entr" presetID="1">
                                  <p:stCondLst>
                                    <p:cond delay="0"/>
                                  </p:stCondLst>
                                  <p:childTnLst>
                                    <p:set>
                                      <p:cBhvr>
                                        <p:cTn id="5951" dur="1" fill="hold">
                                          <p:stCondLst>
                                            <p:cond delay="0"/>
                                          </p:stCondLst>
                                        </p:cTn>
                                        <p:tgtEl>
                                          <p:spTgt spid="2127"/>
                                        </p:tgtEl>
                                        <p:attrNameLst>
                                          <p:attrName>style.visibility</p:attrName>
                                        </p:attrNameLst>
                                      </p:cBhvr>
                                      <p:to>
                                        <p:strVal val="visible"/>
                                      </p:to>
                                    </p:set>
                                  </p:childTnLst>
                                </p:cTn>
                              </p:par>
                            </p:childTnLst>
                          </p:cTn>
                        </p:par>
                        <p:par>
                          <p:cTn id="5952" fill="hold">
                            <p:stCondLst>
                              <p:cond delay="18540"/>
                            </p:stCondLst>
                            <p:childTnLst>
                              <p:par>
                                <p:cTn id="5953" nodeType="afterEffect" fill="hold" presetClass="exit" presetID="9">
                                  <p:stCondLst>
                                    <p:cond delay="0"/>
                                  </p:stCondLst>
                                  <p:childTnLst>
                                    <p:animEffect filter="dissolve" transition="out">
                                      <p:cBhvr additive="repl">
                                        <p:cTn id="5954" dur="500"/>
                                        <p:tgtEl>
                                          <p:spTgt spid="2127"/>
                                        </p:tgtEl>
                                      </p:cBhvr>
                                    </p:animEffect>
                                    <p:set>
                                      <p:cBhvr>
                                        <p:cTn id="5955" dur="1" fill="hold">
                                          <p:stCondLst>
                                            <p:cond delay="499"/>
                                          </p:stCondLst>
                                        </p:cTn>
                                        <p:tgtEl>
                                          <p:spTgt spid="2127"/>
                                        </p:tgtEl>
                                        <p:attrNameLst>
                                          <p:attrName>style.visibility</p:attrName>
                                        </p:attrNameLst>
                                      </p:cBhvr>
                                      <p:to>
                                        <p:strVal val="hidden"/>
                                      </p:to>
                                    </p:set>
                                  </p:childTnLst>
                                </p:cTn>
                              </p:par>
                            </p:childTnLst>
                          </p:cTn>
                        </p:par>
                        <p:par>
                          <p:cTn id="5956" fill="hold">
                            <p:stCondLst>
                              <p:cond delay="19040"/>
                            </p:stCondLst>
                            <p:childTnLst>
                              <p:par>
                                <p:cTn id="5957" nodeType="afterEffect" fill="hold" presetClass="entr" presetID="1">
                                  <p:stCondLst>
                                    <p:cond delay="0"/>
                                  </p:stCondLst>
                                  <p:childTnLst>
                                    <p:set>
                                      <p:cBhvr>
                                        <p:cTn id="5958" dur="1" fill="hold">
                                          <p:stCondLst>
                                            <p:cond delay="0"/>
                                          </p:stCondLst>
                                        </p:cTn>
                                        <p:tgtEl>
                                          <p:spTgt spid="2128"/>
                                        </p:tgtEl>
                                        <p:attrNameLst>
                                          <p:attrName>style.visibility</p:attrName>
                                        </p:attrNameLst>
                                      </p:cBhvr>
                                      <p:to>
                                        <p:strVal val="visible"/>
                                      </p:to>
                                    </p:set>
                                  </p:childTnLst>
                                </p:cTn>
                              </p:par>
                            </p:childTnLst>
                          </p:cTn>
                        </p:par>
                        <p:par>
                          <p:cTn id="5959" fill="hold">
                            <p:stCondLst>
                              <p:cond delay="19040"/>
                            </p:stCondLst>
                            <p:childTnLst>
                              <p:par>
                                <p:cTn id="5960" nodeType="afterEffect" fill="hold" presetClass="exit" presetID="9">
                                  <p:stCondLst>
                                    <p:cond delay="0"/>
                                  </p:stCondLst>
                                  <p:childTnLst>
                                    <p:animEffect filter="dissolve" transition="out">
                                      <p:cBhvr additive="repl">
                                        <p:cTn id="5961" dur="500"/>
                                        <p:tgtEl>
                                          <p:spTgt spid="2128"/>
                                        </p:tgtEl>
                                      </p:cBhvr>
                                    </p:animEffect>
                                    <p:set>
                                      <p:cBhvr>
                                        <p:cTn id="5962" dur="1" fill="hold">
                                          <p:stCondLst>
                                            <p:cond delay="499"/>
                                          </p:stCondLst>
                                        </p:cTn>
                                        <p:tgtEl>
                                          <p:spTgt spid="2128"/>
                                        </p:tgtEl>
                                        <p:attrNameLst>
                                          <p:attrName>style.visibility</p:attrName>
                                        </p:attrNameLst>
                                      </p:cBhvr>
                                      <p:to>
                                        <p:strVal val="hidden"/>
                                      </p:to>
                                    </p:set>
                                  </p:childTnLst>
                                </p:cTn>
                              </p:par>
                            </p:childTnLst>
                          </p:cTn>
                        </p:par>
                        <p:par>
                          <p:cTn id="5963" fill="hold">
                            <p:stCondLst>
                              <p:cond delay="19540"/>
                            </p:stCondLst>
                            <p:childTnLst>
                              <p:par>
                                <p:cTn id="5964" nodeType="afterEffect" fill="hold" presetClass="entr" presetID="1">
                                  <p:stCondLst>
                                    <p:cond delay="0"/>
                                  </p:stCondLst>
                                  <p:childTnLst>
                                    <p:set>
                                      <p:cBhvr>
                                        <p:cTn id="5965" dur="1" fill="hold">
                                          <p:stCondLst>
                                            <p:cond delay="0"/>
                                          </p:stCondLst>
                                        </p:cTn>
                                        <p:tgtEl>
                                          <p:spTgt spid="2129"/>
                                        </p:tgtEl>
                                        <p:attrNameLst>
                                          <p:attrName>style.visibility</p:attrName>
                                        </p:attrNameLst>
                                      </p:cBhvr>
                                      <p:to>
                                        <p:strVal val="visible"/>
                                      </p:to>
                                    </p:set>
                                  </p:childTnLst>
                                </p:cTn>
                              </p:par>
                            </p:childTnLst>
                          </p:cTn>
                        </p:par>
                        <p:par>
                          <p:cTn id="5966" fill="hold">
                            <p:stCondLst>
                              <p:cond delay="19540"/>
                            </p:stCondLst>
                            <p:childTnLst>
                              <p:par>
                                <p:cTn id="5967" nodeType="afterEffect" fill="hold" presetClass="exit" presetID="9">
                                  <p:stCondLst>
                                    <p:cond delay="0"/>
                                  </p:stCondLst>
                                  <p:childTnLst>
                                    <p:animEffect filter="dissolve" transition="out">
                                      <p:cBhvr additive="repl">
                                        <p:cTn id="5968" dur="500"/>
                                        <p:tgtEl>
                                          <p:spTgt spid="2129"/>
                                        </p:tgtEl>
                                      </p:cBhvr>
                                    </p:animEffect>
                                    <p:set>
                                      <p:cBhvr>
                                        <p:cTn id="5969" dur="1" fill="hold">
                                          <p:stCondLst>
                                            <p:cond delay="499"/>
                                          </p:stCondLst>
                                        </p:cTn>
                                        <p:tgtEl>
                                          <p:spTgt spid="2129"/>
                                        </p:tgtEl>
                                        <p:attrNameLst>
                                          <p:attrName>style.visibility</p:attrName>
                                        </p:attrNameLst>
                                      </p:cBhvr>
                                      <p:to>
                                        <p:strVal val="hidden"/>
                                      </p:to>
                                    </p:set>
                                  </p:childTnLst>
                                </p:cTn>
                              </p:par>
                            </p:childTnLst>
                          </p:cTn>
                        </p:par>
                        <p:par>
                          <p:cTn id="5970" fill="hold">
                            <p:stCondLst>
                              <p:cond delay="20040"/>
                            </p:stCondLst>
                            <p:childTnLst>
                              <p:par>
                                <p:cTn id="5971" nodeType="afterEffect" fill="hold" presetClass="entr" presetID="1">
                                  <p:stCondLst>
                                    <p:cond delay="0"/>
                                  </p:stCondLst>
                                  <p:childTnLst>
                                    <p:set>
                                      <p:cBhvr>
                                        <p:cTn id="5972" dur="1" fill="hold">
                                          <p:stCondLst>
                                            <p:cond delay="0"/>
                                          </p:stCondLst>
                                        </p:cTn>
                                        <p:tgtEl>
                                          <p:spTgt spid="2130"/>
                                        </p:tgtEl>
                                        <p:attrNameLst>
                                          <p:attrName>style.visibility</p:attrName>
                                        </p:attrNameLst>
                                      </p:cBhvr>
                                      <p:to>
                                        <p:strVal val="visible"/>
                                      </p:to>
                                    </p:set>
                                  </p:childTnLst>
                                </p:cTn>
                              </p:par>
                            </p:childTnLst>
                          </p:cTn>
                        </p:par>
                        <p:par>
                          <p:cTn id="5973" fill="hold">
                            <p:stCondLst>
                              <p:cond delay="20040"/>
                            </p:stCondLst>
                            <p:childTnLst>
                              <p:par>
                                <p:cTn id="5974" nodeType="afterEffect" fill="hold" presetClass="exit" presetID="9">
                                  <p:stCondLst>
                                    <p:cond delay="0"/>
                                  </p:stCondLst>
                                  <p:childTnLst>
                                    <p:animEffect filter="dissolve" transition="out">
                                      <p:cBhvr additive="repl">
                                        <p:cTn id="5975" dur="500"/>
                                        <p:tgtEl>
                                          <p:spTgt spid="2130"/>
                                        </p:tgtEl>
                                      </p:cBhvr>
                                    </p:animEffect>
                                    <p:set>
                                      <p:cBhvr>
                                        <p:cTn id="5976" dur="1" fill="hold">
                                          <p:stCondLst>
                                            <p:cond delay="499"/>
                                          </p:stCondLst>
                                        </p:cTn>
                                        <p:tgtEl>
                                          <p:spTgt spid="2130"/>
                                        </p:tgtEl>
                                        <p:attrNameLst>
                                          <p:attrName>style.visibility</p:attrName>
                                        </p:attrNameLst>
                                      </p:cBhvr>
                                      <p:to>
                                        <p:strVal val="hidden"/>
                                      </p:to>
                                    </p:set>
                                  </p:childTnLst>
                                </p:cTn>
                              </p:par>
                            </p:childTnLst>
                          </p:cTn>
                        </p:par>
                        <p:par>
                          <p:cTn id="5977" fill="hold">
                            <p:stCondLst>
                              <p:cond delay="20540"/>
                            </p:stCondLst>
                            <p:childTnLst>
                              <p:par>
                                <p:cTn id="5978" nodeType="afterEffect" fill="hold" presetClass="entr" presetID="27">
                                  <p:stCondLst>
                                    <p:cond delay="0"/>
                                  </p:stCondLst>
                                  <p:iterate type="lt">
                                    <p:tmAbs val="40"/>
                                  </p:iterate>
                                  <p:childTnLst>
                                    <p:set>
                                      <p:cBhvr>
                                        <p:cTn id="5979" dur="1" fill="hold">
                                          <p:stCondLst>
                                            <p:cond delay="0"/>
                                          </p:stCondLst>
                                        </p:cTn>
                                        <p:tgtEl>
                                          <p:spTgt spid="2131"/>
                                        </p:tgtEl>
                                        <p:attrNameLst>
                                          <p:attrName>style.visibility</p:attrName>
                                        </p:attrNameLst>
                                      </p:cBhvr>
                                      <p:to>
                                        <p:strVal val="visible"/>
                                      </p:to>
                                    </p:set>
                                    <p:anim calcmode="discrete" valueType="clr">
                                      <p:cBhvr additive="repl">
                                        <p:cTn id="5980" dur="80"/>
                                        <p:tgtEl>
                                          <p:spTgt spid="2131"/>
                                        </p:tgtEl>
                                        <p:attrNameLst>
                                          <p:attrName>style.color</p:attrName>
                                        </p:attrNameLst>
                                      </p:cBhvr>
                                      <p:tavLst>
                                        <p:tav tm="0">
                                          <p:val>
                                            <p:strVal val="rgb(-103,51,51)"/>
                                          </p:val>
                                        </p:tav>
                                        <p:tav tm="50000">
                                          <p:val>
                                            <p:strVal val="rgb(-103,-103,0)"/>
                                          </p:val>
                                        </p:tav>
                                      </p:tavLst>
                                    </p:anim>
                                    <p:anim calcmode="discrete" valueType="clr">
                                      <p:cBhvr additive="repl">
                                        <p:cTn id="5981" dur="80"/>
                                        <p:tgtEl>
                                          <p:spTgt spid="2131"/>
                                        </p:tgtEl>
                                        <p:attrNameLst>
                                          <p:attrName>fillcolor</p:attrName>
                                        </p:attrNameLst>
                                      </p:cBhvr>
                                      <p:tavLst>
                                        <p:tav tm="0">
                                          <p:val>
                                            <p:strVal val="rgb(-103,51,51)"/>
                                          </p:val>
                                        </p:tav>
                                        <p:tav tm="50000">
                                          <p:val>
                                            <p:strVal val="rgb(-103,-103,0)"/>
                                          </p:val>
                                        </p:tav>
                                      </p:tavLst>
                                    </p:anim>
                                    <p:set>
                                      <p:cBhvr>
                                        <p:cTn id="5982" dur="80"/>
                                        <p:tgtEl>
                                          <p:spTgt spid="2131"/>
                                        </p:tgtEl>
                                        <p:attrNameLst>
                                          <p:attrName>fill.type</p:attrName>
                                        </p:attrNameLst>
                                      </p:cBhvr>
                                      <p:to>
                                        <p:strVal val="solid"/>
                                      </p:to>
                                    </p:set>
                                  </p:childTnLst>
                                </p:cTn>
                              </p:par>
                            </p:childTnLst>
                          </p:cTn>
                        </p:par>
                        <p:par>
                          <p:cTn id="5983" fill="hold">
                            <p:stCondLst>
                              <p:cond delay="21060"/>
                            </p:stCondLst>
                            <p:childTnLst>
                              <p:par>
                                <p:cTn id="5984" nodeType="afterEffect" fill="hold" presetClass="exit" presetID="27">
                                  <p:stCondLst>
                                    <p:cond delay="500"/>
                                  </p:stCondLst>
                                  <p:iterate type="lt">
                                    <p:tmAbs val="40"/>
                                  </p:iterate>
                                  <p:childTnLst>
                                    <p:anim calcmode="discrete" valueType="clr">
                                      <p:cBhvr additive="repl">
                                        <p:cTn id="5985" dur="80"/>
                                        <p:tgtEl>
                                          <p:spTgt spid="2131"/>
                                        </p:tgtEl>
                                        <p:attrNameLst>
                                          <p:attrName>style.color</p:attrName>
                                        </p:attrNameLst>
                                      </p:cBhvr>
                                      <p:tavLst>
                                        <p:tav tm="0">
                                          <p:val>
                                            <p:strVal val="rgb(-103,-103,0)"/>
                                          </p:val>
                                        </p:tav>
                                        <p:tav tm="50000">
                                          <p:val>
                                            <p:strVal val="rgb(-103,51,51)"/>
                                          </p:val>
                                        </p:tav>
                                      </p:tavLst>
                                    </p:anim>
                                    <p:anim calcmode="discrete" valueType="clr">
                                      <p:cBhvr additive="repl">
                                        <p:cTn id="5986" dur="80"/>
                                        <p:tgtEl>
                                          <p:spTgt spid="2131"/>
                                        </p:tgtEl>
                                        <p:attrNameLst>
                                          <p:attrName>fillcolor</p:attrName>
                                        </p:attrNameLst>
                                      </p:cBhvr>
                                      <p:tavLst>
                                        <p:tav tm="0">
                                          <p:val>
                                            <p:strVal val="rgb(-103,-103,0)"/>
                                          </p:val>
                                        </p:tav>
                                        <p:tav tm="50000">
                                          <p:val>
                                            <p:strVal val="rgb(-103,51,51)"/>
                                          </p:val>
                                        </p:tav>
                                      </p:tavLst>
                                    </p:anim>
                                    <p:set>
                                      <p:cBhvr>
                                        <p:cTn id="5987" dur="80"/>
                                        <p:tgtEl>
                                          <p:spTgt spid="2131"/>
                                        </p:tgtEl>
                                        <p:attrNameLst>
                                          <p:attrName>fill.type</p:attrName>
                                        </p:attrNameLst>
                                      </p:cBhvr>
                                      <p:to>
                                        <p:strVal val="solid"/>
                                      </p:to>
                                    </p:set>
                                    <p:set>
                                      <p:cBhvr>
                                        <p:cTn id="5988" dur="1" fill="hold">
                                          <p:stCondLst>
                                            <p:cond delay="79"/>
                                          </p:stCondLst>
                                        </p:cTn>
                                        <p:tgtEl>
                                          <p:spTgt spid="2131"/>
                                        </p:tgtEl>
                                        <p:attrNameLst>
                                          <p:attrName>style.visibility</p:attrName>
                                        </p:attrNameLst>
                                      </p:cBhvr>
                                      <p:to>
                                        <p:strVal val="hidden"/>
                                      </p:to>
                                    </p:set>
                                  </p:childTnLst>
                                </p:cTn>
                              </p:par>
                            </p:childTnLst>
                          </p:cTn>
                        </p:par>
                        <p:par>
                          <p:cTn id="5989" fill="hold">
                            <p:stCondLst>
                              <p:cond delay="22080"/>
                            </p:stCondLst>
                            <p:childTnLst>
                              <p:par>
                                <p:cTn id="5990" nodeType="afterEffect" fill="hold" presetClass="entr" presetID="9">
                                  <p:stCondLst>
                                    <p:cond delay="0"/>
                                  </p:stCondLst>
                                  <p:childTnLst>
                                    <p:set>
                                      <p:cBhvr>
                                        <p:cTn id="5991" dur="1" fill="hold">
                                          <p:stCondLst>
                                            <p:cond delay="0"/>
                                          </p:stCondLst>
                                        </p:cTn>
                                        <p:tgtEl>
                                          <p:spTgt spid="2132"/>
                                        </p:tgtEl>
                                        <p:attrNameLst>
                                          <p:attrName>style.visibility</p:attrName>
                                        </p:attrNameLst>
                                      </p:cBhvr>
                                      <p:to>
                                        <p:strVal val="visible"/>
                                      </p:to>
                                    </p:set>
                                    <p:animEffect filter="dissolve" transition="in">
                                      <p:cBhvr additive="repl">
                                        <p:cTn id="5992" dur="500"/>
                                        <p:tgtEl>
                                          <p:spTgt spid="2132"/>
                                        </p:tgtEl>
                                      </p:cBhvr>
                                    </p:animEffect>
                                  </p:childTnLst>
                                </p:cTn>
                              </p:par>
                            </p:childTnLst>
                          </p:cTn>
                        </p:par>
                        <p:par>
                          <p:cTn id="5993" fill="hold">
                            <p:stCondLst>
                              <p:cond delay="22580"/>
                            </p:stCondLst>
                            <p:childTnLst>
                              <p:par>
                                <p:cTn id="5994" nodeType="afterEffect" fill="hold" presetClass="entr" presetID="1">
                                  <p:stCondLst>
                                    <p:cond delay="1500"/>
                                  </p:stCondLst>
                                  <p:childTnLst>
                                    <p:set>
                                      <p:cBhvr>
                                        <p:cTn id="5995" dur="1" fill="hold">
                                          <p:stCondLst>
                                            <p:cond delay="0"/>
                                          </p:stCondLst>
                                        </p:cTn>
                                        <p:tgtEl>
                                          <p:spTgt spid="2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34" name=""/>
          <p:cNvSpPr/>
          <p:nvPr/>
        </p:nvSpPr>
        <p:spPr>
          <a:xfrm>
            <a:off x="-380880" y="-304920"/>
            <a:ext cx="10058400" cy="73915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135" name="" descr=""/>
          <p:cNvPicPr/>
          <p:nvPr/>
        </p:nvPicPr>
        <p:blipFill>
          <a:blip r:embed="rId1"/>
          <a:stretch/>
        </p:blipFill>
        <p:spPr>
          <a:xfrm>
            <a:off x="0" y="0"/>
            <a:ext cx="9144000" cy="4275000"/>
          </a:xfrm>
          <a:prstGeom prst="rect">
            <a:avLst/>
          </a:prstGeom>
          <a:ln w="0">
            <a:noFill/>
          </a:ln>
        </p:spPr>
      </p:pic>
    </p:spTree>
  </p:cSld>
</p:sld>
</file>

<file path=ppt/slides/slide3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36" name=""/>
          <p:cNvSpPr/>
          <p:nvPr/>
        </p:nvSpPr>
        <p:spPr>
          <a:xfrm>
            <a:off x="-380880" y="-304920"/>
            <a:ext cx="10058400" cy="73915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137" name="" descr=""/>
          <p:cNvPicPr/>
          <p:nvPr/>
        </p:nvPicPr>
        <p:blipFill>
          <a:blip r:embed="rId1"/>
          <a:stretch/>
        </p:blipFill>
        <p:spPr>
          <a:xfrm>
            <a:off x="0" y="0"/>
            <a:ext cx="9144000" cy="4275000"/>
          </a:xfrm>
          <a:prstGeom prst="rect">
            <a:avLst/>
          </a:prstGeom>
          <a:ln w="0">
            <a:noFill/>
          </a:ln>
        </p:spPr>
      </p:pic>
    </p:spTree>
  </p:cSld>
</p:sld>
</file>

<file path=ppt/slides/slide3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38" name=""/>
          <p:cNvSpPr/>
          <p:nvPr/>
        </p:nvSpPr>
        <p:spPr>
          <a:xfrm>
            <a:off x="-380880" y="-304920"/>
            <a:ext cx="10058400" cy="73915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139" name="" descr=""/>
          <p:cNvPicPr/>
          <p:nvPr/>
        </p:nvPicPr>
        <p:blipFill>
          <a:blip r:embed="rId1"/>
          <a:stretch/>
        </p:blipFill>
        <p:spPr>
          <a:xfrm>
            <a:off x="0" y="0"/>
            <a:ext cx="9144000" cy="4275000"/>
          </a:xfrm>
          <a:prstGeom prst="rect">
            <a:avLst/>
          </a:prstGeom>
          <a:ln w="0">
            <a:noFill/>
          </a:ln>
        </p:spPr>
      </p:pic>
    </p:spTree>
  </p:cSld>
</p:sld>
</file>

<file path=ppt/slides/slide3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40" name=""/>
          <p:cNvSpPr/>
          <p:nvPr/>
        </p:nvSpPr>
        <p:spPr>
          <a:xfrm>
            <a:off x="-380880" y="-304920"/>
            <a:ext cx="10058400" cy="73915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141" name="" descr=""/>
          <p:cNvPicPr/>
          <p:nvPr/>
        </p:nvPicPr>
        <p:blipFill>
          <a:blip r:embed="rId1"/>
          <a:stretch/>
        </p:blipFill>
        <p:spPr>
          <a:xfrm>
            <a:off x="0" y="0"/>
            <a:ext cx="9144000" cy="4275000"/>
          </a:xfrm>
          <a:prstGeom prst="rect">
            <a:avLst/>
          </a:prstGeom>
          <a:ln w="0">
            <a:noFill/>
          </a:ln>
        </p:spPr>
      </p:pic>
      <p:sp>
        <p:nvSpPr>
          <p:cNvPr id="2142" name=""/>
          <p:cNvSpPr/>
          <p:nvPr/>
        </p:nvSpPr>
        <p:spPr>
          <a:xfrm>
            <a:off x="4495680" y="45720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43" name=""/>
          <p:cNvSpPr/>
          <p:nvPr/>
        </p:nvSpPr>
        <p:spPr>
          <a:xfrm>
            <a:off x="2590920" y="762120"/>
            <a:ext cx="2971800" cy="236196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44" name=""/>
          <p:cNvSpPr/>
          <p:nvPr/>
        </p:nvSpPr>
        <p:spPr>
          <a:xfrm>
            <a:off x="4419720" y="129528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45" name=""/>
          <p:cNvSpPr/>
          <p:nvPr/>
        </p:nvSpPr>
        <p:spPr>
          <a:xfrm>
            <a:off x="2743200" y="137160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46" name=""/>
          <p:cNvSpPr/>
          <p:nvPr/>
        </p:nvSpPr>
        <p:spPr>
          <a:xfrm>
            <a:off x="1600200" y="114300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147" name="" descr=""/>
          <p:cNvPicPr/>
          <p:nvPr/>
        </p:nvPicPr>
        <p:blipFill>
          <a:blip r:embed="rId2"/>
          <a:stretch/>
        </p:blipFill>
        <p:spPr>
          <a:xfrm>
            <a:off x="3962520" y="5214960"/>
            <a:ext cx="5181480" cy="1643040"/>
          </a:xfrm>
          <a:prstGeom prst="rect">
            <a:avLst/>
          </a:prstGeom>
          <a:ln w="0">
            <a:noFill/>
          </a:ln>
        </p:spPr>
      </p:pic>
      <p:sp>
        <p:nvSpPr>
          <p:cNvPr id="2148" name=""/>
          <p:cNvSpPr/>
          <p:nvPr/>
        </p:nvSpPr>
        <p:spPr>
          <a:xfrm>
            <a:off x="5943600" y="5638680"/>
            <a:ext cx="25146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a:t>
            </a:r>
            <a:endParaRPr b="0" lang="en-US" sz="1200" spc="-1" strike="noStrike">
              <a:solidFill>
                <a:srgbClr val="000000"/>
              </a:solidFill>
              <a:latin typeface="Arial"/>
            </a:endParaRPr>
          </a:p>
        </p:txBody>
      </p:sp>
    </p:spTree>
  </p:cSld>
  <p:timing>
    <p:tnLst>
      <p:par>
        <p:cTn id="5996" dur="indefinite" restart="never" nodeType="tmRoot">
          <p:childTnLst>
            <p:seq>
              <p:cTn id="5997" dur="indefinite" nodeType="mainSeq">
                <p:childTnLst>
                  <p:par>
                    <p:cTn id="5998" fill="hold">
                      <p:stCondLst>
                        <p:cond delay="0"/>
                      </p:stCondLst>
                      <p:childTnLst>
                        <p:par>
                          <p:cTn id="5999" fill="hold">
                            <p:stCondLst>
                              <p:cond delay="0"/>
                            </p:stCondLst>
                            <p:childTnLst>
                              <p:par>
                                <p:cTn id="6000" nodeType="afterEffect" fill="hold" presetClass="entr" presetID="9">
                                  <p:stCondLst>
                                    <p:cond delay="0"/>
                                  </p:stCondLst>
                                  <p:childTnLst>
                                    <p:set>
                                      <p:cBhvr>
                                        <p:cTn id="6001" dur="1" fill="hold">
                                          <p:stCondLst>
                                            <p:cond delay="0"/>
                                          </p:stCondLst>
                                        </p:cTn>
                                        <p:tgtEl>
                                          <p:spTgt spid="2147"/>
                                        </p:tgtEl>
                                        <p:attrNameLst>
                                          <p:attrName>style.visibility</p:attrName>
                                        </p:attrNameLst>
                                      </p:cBhvr>
                                      <p:to>
                                        <p:strVal val="visible"/>
                                      </p:to>
                                    </p:set>
                                    <p:animEffect filter="dissolve" transition="in">
                                      <p:cBhvr additive="repl">
                                        <p:cTn id="6002" dur="500"/>
                                        <p:tgtEl>
                                          <p:spTgt spid="2147"/>
                                        </p:tgtEl>
                                      </p:cBhvr>
                                    </p:animEffect>
                                  </p:childTnLst>
                                </p:cTn>
                              </p:par>
                            </p:childTnLst>
                          </p:cTn>
                        </p:par>
                        <p:par>
                          <p:cTn id="6003" fill="hold">
                            <p:stCondLst>
                              <p:cond delay="500"/>
                            </p:stCondLst>
                            <p:childTnLst>
                              <p:par>
                                <p:cTn id="6004" nodeType="afterEffect" fill="hold" presetClass="entr" presetID="27">
                                  <p:stCondLst>
                                    <p:cond delay="0"/>
                                  </p:stCondLst>
                                  <p:iterate type="lt">
                                    <p:tmAbs val="40"/>
                                  </p:iterate>
                                  <p:childTnLst>
                                    <p:set>
                                      <p:cBhvr>
                                        <p:cTn id="6005" dur="1" fill="hold">
                                          <p:stCondLst>
                                            <p:cond delay="0"/>
                                          </p:stCondLst>
                                        </p:cTn>
                                        <p:tgtEl>
                                          <p:spTgt spid="2148"/>
                                        </p:tgtEl>
                                        <p:attrNameLst>
                                          <p:attrName>style.visibility</p:attrName>
                                        </p:attrNameLst>
                                      </p:cBhvr>
                                      <p:to>
                                        <p:strVal val="visible"/>
                                      </p:to>
                                    </p:set>
                                    <p:anim calcmode="discrete" valueType="clr">
                                      <p:cBhvr additive="repl">
                                        <p:cTn id="6006" dur="80"/>
                                        <p:tgtEl>
                                          <p:spTgt spid="2148"/>
                                        </p:tgtEl>
                                        <p:attrNameLst>
                                          <p:attrName>style.color</p:attrName>
                                        </p:attrNameLst>
                                      </p:cBhvr>
                                      <p:tavLst>
                                        <p:tav tm="0">
                                          <p:val>
                                            <p:strVal val="rgb(-103,51,51)"/>
                                          </p:val>
                                        </p:tav>
                                        <p:tav tm="50000">
                                          <p:val>
                                            <p:strVal val="rgb(-103,-103,0)"/>
                                          </p:val>
                                        </p:tav>
                                      </p:tavLst>
                                    </p:anim>
                                    <p:anim calcmode="discrete" valueType="clr">
                                      <p:cBhvr additive="repl">
                                        <p:cTn id="6007" dur="80"/>
                                        <p:tgtEl>
                                          <p:spTgt spid="2148"/>
                                        </p:tgtEl>
                                        <p:attrNameLst>
                                          <p:attrName>fillcolor</p:attrName>
                                        </p:attrNameLst>
                                      </p:cBhvr>
                                      <p:tavLst>
                                        <p:tav tm="0">
                                          <p:val>
                                            <p:strVal val="rgb(-103,51,51)"/>
                                          </p:val>
                                        </p:tav>
                                        <p:tav tm="50000">
                                          <p:val>
                                            <p:strVal val="rgb(-103,-103,0)"/>
                                          </p:val>
                                        </p:tav>
                                      </p:tavLst>
                                    </p:anim>
                                    <p:set>
                                      <p:cBhvr>
                                        <p:cTn id="6008" dur="80"/>
                                        <p:tgtEl>
                                          <p:spTgt spid="2148"/>
                                        </p:tgtEl>
                                        <p:attrNameLst>
                                          <p:attrName>fill.type</p:attrName>
                                        </p:attrNameLst>
                                      </p:cBhvr>
                                      <p:to>
                                        <p:strVal val="solid"/>
                                      </p:to>
                                    </p:set>
                                  </p:childTnLst>
                                </p:cTn>
                              </p:par>
                            </p:childTnLst>
                          </p:cTn>
                        </p:par>
                        <p:par>
                          <p:cTn id="6009" fill="hold">
                            <p:stCondLst>
                              <p:cond delay="740"/>
                            </p:stCondLst>
                            <p:childTnLst>
                              <p:par>
                                <p:cTn id="6010" nodeType="afterEffect" fill="hold" presetClass="exit" presetID="9">
                                  <p:stCondLst>
                                    <p:cond delay="2000"/>
                                  </p:stCondLst>
                                  <p:childTnLst>
                                    <p:animEffect filter="dissolve" transition="out">
                                      <p:cBhvr additive="repl">
                                        <p:cTn id="6011" dur="500"/>
                                        <p:tgtEl>
                                          <p:spTgt spid="2147"/>
                                        </p:tgtEl>
                                      </p:cBhvr>
                                    </p:animEffect>
                                    <p:set>
                                      <p:cBhvr>
                                        <p:cTn id="6012" dur="1" fill="hold">
                                          <p:stCondLst>
                                            <p:cond delay="499"/>
                                          </p:stCondLst>
                                        </p:cTn>
                                        <p:tgtEl>
                                          <p:spTgt spid="2147"/>
                                        </p:tgtEl>
                                        <p:attrNameLst>
                                          <p:attrName>style.visibility</p:attrName>
                                        </p:attrNameLst>
                                      </p:cBhvr>
                                      <p:to>
                                        <p:strVal val="hidden"/>
                                      </p:to>
                                    </p:set>
                                  </p:childTnLst>
                                </p:cTn>
                              </p:par>
                            </p:childTnLst>
                          </p:cTn>
                        </p:par>
                        <p:par>
                          <p:cTn id="6013" fill="hold">
                            <p:stCondLst>
                              <p:cond delay="3240"/>
                            </p:stCondLst>
                            <p:childTnLst>
                              <p:par>
                                <p:cTn id="6014" nodeType="afterEffect" fill="hold" presetClass="entr" presetID="1" repeatCount="1000">
                                  <p:stCondLst>
                                    <p:cond delay="0"/>
                                  </p:stCondLst>
                                  <p:childTnLst>
                                    <p:audio isNarration="0">
                                      <p:cMediaNode showWhenStopped="1">
                                        <p:cTn/>
                                        <p:tgtEl>
                                          <p:sndTgt r:embed="rId3" name="explode.wav"/>
                                        </p:tgtEl>
                                      </p:cMediaNode>
                                    </p:audio>
                                    <p:set>
                                      <p:cBhvr>
                                        <p:cTn id="6015" dur="1" fill="hold">
                                          <p:stCondLst>
                                            <p:cond delay="0"/>
                                          </p:stCondLst>
                                        </p:cTn>
                                        <p:tgtEl>
                                          <p:spTgt spid="2142"/>
                                        </p:tgtEl>
                                        <p:attrNameLst>
                                          <p:attrName>style.visibility</p:attrName>
                                        </p:attrNameLst>
                                      </p:cBhvr>
                                      <p:to>
                                        <p:strVal val="visible"/>
                                      </p:to>
                                    </p:set>
                                  </p:childTnLst>
                                </p:cTn>
                              </p:par>
                            </p:childTnLst>
                          </p:cTn>
                        </p:par>
                        <p:par>
                          <p:cTn id="6016" fill="hold">
                            <p:stCondLst>
                              <p:cond delay="3240"/>
                            </p:stCondLst>
                            <p:childTnLst>
                              <p:par>
                                <p:cTn id="6017" nodeType="afterEffect" fill="hold" presetClass="exit" presetID="9">
                                  <p:stCondLst>
                                    <p:cond delay="0"/>
                                  </p:stCondLst>
                                  <p:childTnLst>
                                    <p:animEffect filter="dissolve" transition="out">
                                      <p:cBhvr additive="repl">
                                        <p:cTn id="6018" dur="500"/>
                                        <p:tgtEl>
                                          <p:spTgt spid="2142"/>
                                        </p:tgtEl>
                                      </p:cBhvr>
                                    </p:animEffect>
                                    <p:set>
                                      <p:cBhvr>
                                        <p:cTn id="6019" dur="1" fill="hold">
                                          <p:stCondLst>
                                            <p:cond delay="499"/>
                                          </p:stCondLst>
                                        </p:cTn>
                                        <p:tgtEl>
                                          <p:spTgt spid="2142"/>
                                        </p:tgtEl>
                                        <p:attrNameLst>
                                          <p:attrName>style.visibility</p:attrName>
                                        </p:attrNameLst>
                                      </p:cBhvr>
                                      <p:to>
                                        <p:strVal val="hidden"/>
                                      </p:to>
                                    </p:set>
                                  </p:childTnLst>
                                </p:cTn>
                              </p:par>
                            </p:childTnLst>
                          </p:cTn>
                        </p:par>
                        <p:par>
                          <p:cTn id="6020" fill="hold">
                            <p:stCondLst>
                              <p:cond delay="3740"/>
                            </p:stCondLst>
                            <p:childTnLst>
                              <p:par>
                                <p:cTn id="6021" nodeType="afterEffect" fill="hold" presetClass="entr" presetID="1" repeatCount="1000">
                                  <p:stCondLst>
                                    <p:cond delay="0"/>
                                  </p:stCondLst>
                                  <p:childTnLst>
                                    <p:audio isNarration="0">
                                      <p:cMediaNode showWhenStopped="1">
                                        <p:cTn/>
                                        <p:tgtEl>
                                          <p:sndTgt r:embed="rId4" name="explode.wav"/>
                                        </p:tgtEl>
                                      </p:cMediaNode>
                                    </p:audio>
                                    <p:set>
                                      <p:cBhvr>
                                        <p:cTn id="6022" dur="1" fill="hold">
                                          <p:stCondLst>
                                            <p:cond delay="0"/>
                                          </p:stCondLst>
                                        </p:cTn>
                                        <p:tgtEl>
                                          <p:spTgt spid="2143"/>
                                        </p:tgtEl>
                                        <p:attrNameLst>
                                          <p:attrName>style.visibility</p:attrName>
                                        </p:attrNameLst>
                                      </p:cBhvr>
                                      <p:to>
                                        <p:strVal val="visible"/>
                                      </p:to>
                                    </p:set>
                                  </p:childTnLst>
                                </p:cTn>
                              </p:par>
                            </p:childTnLst>
                          </p:cTn>
                        </p:par>
                        <p:par>
                          <p:cTn id="6023" fill="hold">
                            <p:stCondLst>
                              <p:cond delay="3740"/>
                            </p:stCondLst>
                            <p:childTnLst>
                              <p:par>
                                <p:cTn id="6024" nodeType="afterEffect" fill="hold" presetClass="exit" presetID="9">
                                  <p:stCondLst>
                                    <p:cond delay="0"/>
                                  </p:stCondLst>
                                  <p:childTnLst>
                                    <p:animEffect filter="dissolve" transition="out">
                                      <p:cBhvr additive="repl">
                                        <p:cTn id="6025" dur="500"/>
                                        <p:tgtEl>
                                          <p:spTgt spid="2143"/>
                                        </p:tgtEl>
                                      </p:cBhvr>
                                    </p:animEffect>
                                    <p:set>
                                      <p:cBhvr>
                                        <p:cTn id="6026" dur="1" fill="hold">
                                          <p:stCondLst>
                                            <p:cond delay="499"/>
                                          </p:stCondLst>
                                        </p:cTn>
                                        <p:tgtEl>
                                          <p:spTgt spid="2143"/>
                                        </p:tgtEl>
                                        <p:attrNameLst>
                                          <p:attrName>style.visibility</p:attrName>
                                        </p:attrNameLst>
                                      </p:cBhvr>
                                      <p:to>
                                        <p:strVal val="hidden"/>
                                      </p:to>
                                    </p:set>
                                  </p:childTnLst>
                                </p:cTn>
                              </p:par>
                            </p:childTnLst>
                          </p:cTn>
                        </p:par>
                        <p:par>
                          <p:cTn id="6027" fill="hold">
                            <p:stCondLst>
                              <p:cond delay="4240"/>
                            </p:stCondLst>
                            <p:childTnLst>
                              <p:par>
                                <p:cTn id="6028" nodeType="afterEffect" fill="hold" presetClass="entr" presetID="1" repeatCount="1000">
                                  <p:stCondLst>
                                    <p:cond delay="0"/>
                                  </p:stCondLst>
                                  <p:childTnLst>
                                    <p:audio isNarration="0">
                                      <p:cMediaNode showWhenStopped="1">
                                        <p:cTn/>
                                        <p:tgtEl>
                                          <p:sndTgt r:embed="rId5" name="explode.wav"/>
                                        </p:tgtEl>
                                      </p:cMediaNode>
                                    </p:audio>
                                    <p:set>
                                      <p:cBhvr>
                                        <p:cTn id="6029" dur="1" fill="hold">
                                          <p:stCondLst>
                                            <p:cond delay="0"/>
                                          </p:stCondLst>
                                        </p:cTn>
                                        <p:tgtEl>
                                          <p:spTgt spid="2144"/>
                                        </p:tgtEl>
                                        <p:attrNameLst>
                                          <p:attrName>style.visibility</p:attrName>
                                        </p:attrNameLst>
                                      </p:cBhvr>
                                      <p:to>
                                        <p:strVal val="visible"/>
                                      </p:to>
                                    </p:set>
                                  </p:childTnLst>
                                </p:cTn>
                              </p:par>
                            </p:childTnLst>
                          </p:cTn>
                        </p:par>
                        <p:par>
                          <p:cTn id="6030" fill="hold">
                            <p:stCondLst>
                              <p:cond delay="4240"/>
                            </p:stCondLst>
                            <p:childTnLst>
                              <p:par>
                                <p:cTn id="6031" nodeType="afterEffect" fill="hold" presetClass="exit" presetID="9">
                                  <p:stCondLst>
                                    <p:cond delay="0"/>
                                  </p:stCondLst>
                                  <p:childTnLst>
                                    <p:animEffect filter="dissolve" transition="out">
                                      <p:cBhvr additive="repl">
                                        <p:cTn id="6032" dur="500"/>
                                        <p:tgtEl>
                                          <p:spTgt spid="2144"/>
                                        </p:tgtEl>
                                      </p:cBhvr>
                                    </p:animEffect>
                                    <p:set>
                                      <p:cBhvr>
                                        <p:cTn id="6033" dur="1" fill="hold">
                                          <p:stCondLst>
                                            <p:cond delay="499"/>
                                          </p:stCondLst>
                                        </p:cTn>
                                        <p:tgtEl>
                                          <p:spTgt spid="2144"/>
                                        </p:tgtEl>
                                        <p:attrNameLst>
                                          <p:attrName>style.visibility</p:attrName>
                                        </p:attrNameLst>
                                      </p:cBhvr>
                                      <p:to>
                                        <p:strVal val="hidden"/>
                                      </p:to>
                                    </p:set>
                                  </p:childTnLst>
                                </p:cTn>
                              </p:par>
                            </p:childTnLst>
                          </p:cTn>
                        </p:par>
                        <p:par>
                          <p:cTn id="6034" fill="hold">
                            <p:stCondLst>
                              <p:cond delay="4740"/>
                            </p:stCondLst>
                            <p:childTnLst>
                              <p:par>
                                <p:cTn id="6035" nodeType="afterEffect" fill="hold" presetClass="entr" presetID="1" repeatCount="1000">
                                  <p:stCondLst>
                                    <p:cond delay="0"/>
                                  </p:stCondLst>
                                  <p:childTnLst>
                                    <p:audio isNarration="0">
                                      <p:cMediaNode showWhenStopped="1">
                                        <p:cTn/>
                                        <p:tgtEl>
                                          <p:sndTgt r:embed="rId6" name="explode.wav"/>
                                        </p:tgtEl>
                                      </p:cMediaNode>
                                    </p:audio>
                                    <p:set>
                                      <p:cBhvr>
                                        <p:cTn id="6036" dur="1" fill="hold">
                                          <p:stCondLst>
                                            <p:cond delay="0"/>
                                          </p:stCondLst>
                                        </p:cTn>
                                        <p:tgtEl>
                                          <p:spTgt spid="2145"/>
                                        </p:tgtEl>
                                        <p:attrNameLst>
                                          <p:attrName>style.visibility</p:attrName>
                                        </p:attrNameLst>
                                      </p:cBhvr>
                                      <p:to>
                                        <p:strVal val="visible"/>
                                      </p:to>
                                    </p:set>
                                  </p:childTnLst>
                                </p:cTn>
                              </p:par>
                            </p:childTnLst>
                          </p:cTn>
                        </p:par>
                        <p:par>
                          <p:cTn id="6037" fill="hold">
                            <p:stCondLst>
                              <p:cond delay="4740"/>
                            </p:stCondLst>
                            <p:childTnLst>
                              <p:par>
                                <p:cTn id="6038" nodeType="afterEffect" fill="hold" presetClass="exit" presetID="9">
                                  <p:stCondLst>
                                    <p:cond delay="0"/>
                                  </p:stCondLst>
                                  <p:childTnLst>
                                    <p:animEffect filter="dissolve" transition="out">
                                      <p:cBhvr additive="repl">
                                        <p:cTn id="6039" dur="500"/>
                                        <p:tgtEl>
                                          <p:spTgt spid="2145"/>
                                        </p:tgtEl>
                                      </p:cBhvr>
                                    </p:animEffect>
                                    <p:set>
                                      <p:cBhvr>
                                        <p:cTn id="6040" dur="1" fill="hold">
                                          <p:stCondLst>
                                            <p:cond delay="499"/>
                                          </p:stCondLst>
                                        </p:cTn>
                                        <p:tgtEl>
                                          <p:spTgt spid="2145"/>
                                        </p:tgtEl>
                                        <p:attrNameLst>
                                          <p:attrName>style.visibility</p:attrName>
                                        </p:attrNameLst>
                                      </p:cBhvr>
                                      <p:to>
                                        <p:strVal val="hidden"/>
                                      </p:to>
                                    </p:set>
                                  </p:childTnLst>
                                </p:cTn>
                              </p:par>
                            </p:childTnLst>
                          </p:cTn>
                        </p:par>
                        <p:par>
                          <p:cTn id="6041" fill="hold">
                            <p:stCondLst>
                              <p:cond delay="5240"/>
                            </p:stCondLst>
                            <p:childTnLst>
                              <p:par>
                                <p:cTn id="6042" nodeType="afterEffect" fill="hold" presetClass="entr" presetID="1" repeatCount="1000">
                                  <p:stCondLst>
                                    <p:cond delay="0"/>
                                  </p:stCondLst>
                                  <p:childTnLst>
                                    <p:audio isNarration="0">
                                      <p:cMediaNode showWhenStopped="1">
                                        <p:cTn/>
                                        <p:tgtEl>
                                          <p:sndTgt r:embed="rId7" name="explode.wav"/>
                                        </p:tgtEl>
                                      </p:cMediaNode>
                                    </p:audio>
                                    <p:set>
                                      <p:cBhvr>
                                        <p:cTn id="6043" dur="1" fill="hold">
                                          <p:stCondLst>
                                            <p:cond delay="0"/>
                                          </p:stCondLst>
                                        </p:cTn>
                                        <p:tgtEl>
                                          <p:spTgt spid="2146"/>
                                        </p:tgtEl>
                                        <p:attrNameLst>
                                          <p:attrName>style.visibility</p:attrName>
                                        </p:attrNameLst>
                                      </p:cBhvr>
                                      <p:to>
                                        <p:strVal val="visible"/>
                                      </p:to>
                                    </p:set>
                                  </p:childTnLst>
                                </p:cTn>
                              </p:par>
                            </p:childTnLst>
                          </p:cTn>
                        </p:par>
                        <p:par>
                          <p:cTn id="6044" fill="hold">
                            <p:stCondLst>
                              <p:cond delay="5240"/>
                            </p:stCondLst>
                            <p:childTnLst>
                              <p:par>
                                <p:cTn id="6045" nodeType="afterEffect" fill="hold" presetClass="exit" presetID="9">
                                  <p:stCondLst>
                                    <p:cond delay="0"/>
                                  </p:stCondLst>
                                  <p:childTnLst>
                                    <p:animEffect filter="dissolve" transition="out">
                                      <p:cBhvr additive="repl">
                                        <p:cTn id="6046" dur="500"/>
                                        <p:tgtEl>
                                          <p:spTgt spid="2146"/>
                                        </p:tgtEl>
                                      </p:cBhvr>
                                    </p:animEffect>
                                    <p:set>
                                      <p:cBhvr>
                                        <p:cTn id="6047" dur="1" fill="hold">
                                          <p:stCondLst>
                                            <p:cond delay="499"/>
                                          </p:stCondLst>
                                        </p:cTn>
                                        <p:tgtEl>
                                          <p:spTgt spid="2146"/>
                                        </p:tgtEl>
                                        <p:attrNameLst>
                                          <p:attrName>style.visibility</p:attrName>
                                        </p:attrNameLst>
                                      </p:cBhvr>
                                      <p:to>
                                        <p:strVal val="hidden"/>
                                      </p:to>
                                    </p:set>
                                  </p:childTnLst>
                                </p:cTn>
                              </p:par>
                            </p:childTnLst>
                          </p:cTn>
                        </p:par>
                        <p:par>
                          <p:cTn id="6048" fill="hold">
                            <p:stCondLst>
                              <p:cond delay="5740"/>
                            </p:stCondLst>
                            <p:childTnLst>
                              <p:par>
                                <p:cTn id="6049" nodeType="afterEffect" fill="hold" presetClass="exit" presetID="9">
                                  <p:stCondLst>
                                    <p:cond delay="0"/>
                                  </p:stCondLst>
                                  <p:childTnLst>
                                    <p:animEffect filter="dissolve" transition="out">
                                      <p:cBhvr additive="repl">
                                        <p:cTn id="6050" dur="500"/>
                                        <p:tgtEl>
                                          <p:spTgt spid="2141"/>
                                        </p:tgtEl>
                                      </p:cBhvr>
                                    </p:animEffect>
                                    <p:set>
                                      <p:cBhvr>
                                        <p:cTn id="6051" dur="1" fill="hold">
                                          <p:stCondLst>
                                            <p:cond delay="499"/>
                                          </p:stCondLst>
                                        </p:cTn>
                                        <p:tgtEl>
                                          <p:spTgt spid="214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149" name="" descr=""/>
          <p:cNvPicPr/>
          <p:nvPr/>
        </p:nvPicPr>
        <p:blipFill>
          <a:blip r:embed="rId1"/>
          <a:stretch/>
        </p:blipFill>
        <p:spPr>
          <a:xfrm>
            <a:off x="0" y="0"/>
            <a:ext cx="9144000" cy="7086600"/>
          </a:xfrm>
          <a:prstGeom prst="rect">
            <a:avLst/>
          </a:prstGeom>
          <a:ln w="0">
            <a:noFill/>
          </a:ln>
        </p:spPr>
      </p:pic>
      <p:sp>
        <p:nvSpPr>
          <p:cNvPr id="2150" name=""/>
          <p:cNvSpPr/>
          <p:nvPr/>
        </p:nvSpPr>
        <p:spPr>
          <a:xfrm>
            <a:off x="2819520" y="1371600"/>
            <a:ext cx="5638680" cy="764280"/>
          </a:xfrm>
          <a:prstGeom prst="rect">
            <a:avLst/>
          </a:prstGeom>
          <a:noFill/>
          <a:ln w="0">
            <a:noFill/>
          </a:ln>
        </p:spPr>
        <p:style>
          <a:lnRef idx="0"/>
          <a:fillRef idx="0"/>
          <a:effectRef idx="0"/>
          <a:fontRef idx="minor"/>
        </p:style>
        <p:txBody>
          <a:bodyPr lIns="90000" rIns="90000" tIns="46800" bIns="46800" anchor="t">
            <a:spAutoFit/>
          </a:bodyPr>
          <a:p>
            <a:pPr>
              <a:spcBef>
                <a:spcPts val="2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ffffff"/>
                </a:solidFill>
                <a:latin typeface="Arial"/>
              </a:rPr>
              <a:t>Game Over</a:t>
            </a:r>
            <a:endParaRPr b="0" lang="en-US" sz="4400" spc="-1" strike="noStrike">
              <a:solidFill>
                <a:srgbClr val="000000"/>
              </a:solidFill>
              <a:latin typeface="Arial"/>
            </a:endParaRPr>
          </a:p>
        </p:txBody>
      </p:sp>
      <p:pic>
        <p:nvPicPr>
          <p:cNvPr id="2151" name="" descr=""/>
          <p:cNvPicPr/>
          <p:nvPr/>
        </p:nvPicPr>
        <p:blipFill>
          <a:blip r:embed="rId2"/>
          <a:stretch/>
        </p:blipFill>
        <p:spPr>
          <a:xfrm>
            <a:off x="5715000" y="-704880"/>
            <a:ext cx="555480" cy="704880"/>
          </a:xfrm>
          <a:prstGeom prst="rect">
            <a:avLst/>
          </a:prstGeom>
          <a:ln w="0">
            <a:noFill/>
          </a:ln>
        </p:spPr>
      </p:pic>
      <p:sp>
        <p:nvSpPr>
          <p:cNvPr id="2152" name=""/>
          <p:cNvSpPr/>
          <p:nvPr/>
        </p:nvSpPr>
        <p:spPr>
          <a:xfrm>
            <a:off x="3581280" y="22860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Press ESC to exit</a:t>
            </a:r>
            <a:endParaRPr b="0" lang="en-US" sz="1200" spc="-1" strike="noStrike">
              <a:solidFill>
                <a:srgbClr val="000000"/>
              </a:solidFill>
              <a:latin typeface="Arial"/>
            </a:endParaRPr>
          </a:p>
        </p:txBody>
      </p:sp>
      <p:sp>
        <p:nvSpPr>
          <p:cNvPr id="2153" name=""/>
          <p:cNvSpPr/>
          <p:nvPr/>
        </p:nvSpPr>
        <p:spPr>
          <a:xfrm>
            <a:off x="2895480" y="3124080"/>
            <a:ext cx="47246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ffff00"/>
                </a:solidFill>
                <a:latin typeface="Arial"/>
              </a:rPr>
              <a:t>And You were so close to winning…</a:t>
            </a:r>
            <a:endParaRPr b="0" lang="en-US" sz="1200" spc="-1" strike="noStrike">
              <a:solidFill>
                <a:srgbClr val="000000"/>
              </a:solidFill>
              <a:latin typeface="Arial"/>
            </a:endParaRPr>
          </a:p>
        </p:txBody>
      </p:sp>
      <p:pic>
        <p:nvPicPr>
          <p:cNvPr id="2154" name="" descr=""/>
          <p:cNvPicPr/>
          <p:nvPr/>
        </p:nvPicPr>
        <p:blipFill>
          <a:blip r:embed="rId3"/>
          <a:stretch/>
        </p:blipFill>
        <p:spPr>
          <a:xfrm>
            <a:off x="9144000" y="3124080"/>
            <a:ext cx="2359080" cy="6153120"/>
          </a:xfrm>
          <a:prstGeom prst="rect">
            <a:avLst/>
          </a:prstGeom>
          <a:ln w="0">
            <a:noFill/>
          </a:ln>
        </p:spPr>
      </p:pic>
      <p:sp>
        <p:nvSpPr>
          <p:cNvPr id="2155" name=""/>
          <p:cNvSpPr/>
          <p:nvPr/>
        </p:nvSpPr>
        <p:spPr>
          <a:xfrm>
            <a:off x="6858000" y="1371600"/>
            <a:ext cx="2057400" cy="1219320"/>
          </a:xfrm>
          <a:prstGeom prst="wedgeEllipseCallout">
            <a:avLst>
              <a:gd name="adj1" fmla="val -15509"/>
              <a:gd name="adj2" fmla="val 85546"/>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0000"/>
                </a:solidFill>
                <a:latin typeface="Arial"/>
              </a:rPr>
              <a:t>You sujxx!!11!</a:t>
            </a:r>
            <a:endParaRPr b="0" lang="en-US" sz="1800" spc="-1" strike="noStrike">
              <a:solidFill>
                <a:srgbClr val="000000"/>
              </a:solidFill>
              <a:latin typeface="Arial"/>
            </a:endParaRPr>
          </a:p>
        </p:txBody>
      </p:sp>
    </p:spTree>
  </p:cSld>
  <p:timing>
    <p:tnLst>
      <p:par>
        <p:cTn id="6052" dur="indefinite" restart="never" nodeType="tmRoot">
          <p:childTnLst>
            <p:seq>
              <p:cTn id="6053" dur="indefinite" nodeType="mainSeq">
                <p:childTnLst>
                  <p:par>
                    <p:cTn id="6054" fill="hold">
                      <p:stCondLst>
                        <p:cond delay="0"/>
                      </p:stCondLst>
                      <p:childTnLst>
                        <p:par>
                          <p:cTn id="6055" fill="hold">
                            <p:stCondLst>
                              <p:cond delay="0"/>
                            </p:stCondLst>
                            <p:childTnLst>
                              <p:par>
                                <p:cTn id="6056" nodeType="afterEffect" fill="hold" presetClass="path" presetID="0">
                                  <p:stCondLst>
                                    <p:cond delay="500"/>
                                  </p:stCondLst>
                                  <p:childTnLst>
                                    <p:animMotion origin="layout" path="M -0.09166 0.14012 L -0.47205 0.64647 E">
                                      <p:cBhvr>
                                        <p:cTn id="6057" dur="1000" fill="hold"/>
                                        <p:tgtEl>
                                          <p:spTgt spid="2151"/>
                                        </p:tgtEl>
                                      </p:cBhvr>
                                    </p:animMotion>
                                  </p:childTnLst>
                                </p:cTn>
                              </p:par>
                              <p:set>
                                <p:cBhvr>
                                  <p:cTn id="6058" dur="1" fill="hold">
                                    <p:stCondLst>
                                      <p:cond evt="end">
                                        <p:tn val="6056"/>
                                      </p:cond>
                                    </p:stCondLst>
                                  </p:cTn>
                                  <p:tgtEl>
                                    <p:spTgt spid="2151"/>
                                  </p:tgtEl>
                                  <p:attrNameLst>
                                    <p:attrName>style.visibility</p:attrName>
                                  </p:attrNameLst>
                                </p:cBhvr>
                                <p:to>
                                  <p:strVal val="hidden"/>
                                </p:to>
                              </p:set>
                            </p:childTnLst>
                          </p:cTn>
                        </p:par>
                        <p:par>
                          <p:cTn id="6059" fill="hold">
                            <p:stCondLst>
                              <p:cond delay="1500"/>
                            </p:stCondLst>
                            <p:childTnLst>
                              <p:par>
                                <p:cTn id="6060" nodeType="afterEffect" fill="hold" presetClass="entr" presetID="9">
                                  <p:stCondLst>
                                    <p:cond delay="500"/>
                                  </p:stCondLst>
                                  <p:childTnLst>
                                    <p:set>
                                      <p:cBhvr>
                                        <p:cTn id="6061" dur="1" fill="hold">
                                          <p:stCondLst>
                                            <p:cond delay="0"/>
                                          </p:stCondLst>
                                        </p:cTn>
                                        <p:tgtEl>
                                          <p:spTgt spid="2150"/>
                                        </p:tgtEl>
                                        <p:attrNameLst>
                                          <p:attrName>style.visibility</p:attrName>
                                        </p:attrNameLst>
                                      </p:cBhvr>
                                      <p:to>
                                        <p:strVal val="visible"/>
                                      </p:to>
                                    </p:set>
                                    <p:animEffect filter="dissolve" transition="in">
                                      <p:cBhvr additive="repl">
                                        <p:cTn id="6062" dur="500"/>
                                        <p:tgtEl>
                                          <p:spTgt spid="2150"/>
                                        </p:tgtEl>
                                      </p:cBhvr>
                                    </p:animEffect>
                                  </p:childTnLst>
                                </p:cTn>
                              </p:par>
                            </p:childTnLst>
                          </p:cTn>
                        </p:par>
                        <p:par>
                          <p:cTn id="6063" fill="hold">
                            <p:stCondLst>
                              <p:cond delay="2500"/>
                            </p:stCondLst>
                            <p:childTnLst>
                              <p:par>
                                <p:cTn id="6064" nodeType="afterEffect" fill="hold" presetClass="entr" presetID="9">
                                  <p:stCondLst>
                                    <p:cond delay="0"/>
                                  </p:stCondLst>
                                  <p:childTnLst>
                                    <p:set>
                                      <p:cBhvr>
                                        <p:cTn id="6065" dur="1" fill="hold">
                                          <p:stCondLst>
                                            <p:cond delay="0"/>
                                          </p:stCondLst>
                                        </p:cTn>
                                        <p:tgtEl>
                                          <p:spTgt spid="2152"/>
                                        </p:tgtEl>
                                        <p:attrNameLst>
                                          <p:attrName>style.visibility</p:attrName>
                                        </p:attrNameLst>
                                      </p:cBhvr>
                                      <p:to>
                                        <p:strVal val="visible"/>
                                      </p:to>
                                    </p:set>
                                    <p:animEffect filter="dissolve" transition="in">
                                      <p:cBhvr additive="repl">
                                        <p:cTn id="6066" dur="500"/>
                                        <p:tgtEl>
                                          <p:spTgt spid="2152"/>
                                        </p:tgtEl>
                                      </p:cBhvr>
                                    </p:animEffect>
                                  </p:childTnLst>
                                </p:cTn>
                              </p:par>
                            </p:childTnLst>
                          </p:cTn>
                        </p:par>
                        <p:par>
                          <p:cTn id="6067" fill="hold">
                            <p:stCondLst>
                              <p:cond delay="3000"/>
                            </p:stCondLst>
                            <p:childTnLst>
                              <p:par>
                                <p:cTn id="6068" nodeType="afterEffect" fill="hold" presetClass="entr" presetID="9">
                                  <p:stCondLst>
                                    <p:cond delay="4500"/>
                                  </p:stCondLst>
                                  <p:childTnLst>
                                    <p:set>
                                      <p:cBhvr>
                                        <p:cTn id="6069" dur="1" fill="hold">
                                          <p:stCondLst>
                                            <p:cond delay="0"/>
                                          </p:stCondLst>
                                        </p:cTn>
                                        <p:tgtEl>
                                          <p:spTgt spid="2153"/>
                                        </p:tgtEl>
                                        <p:attrNameLst>
                                          <p:attrName>style.visibility</p:attrName>
                                        </p:attrNameLst>
                                      </p:cBhvr>
                                      <p:to>
                                        <p:strVal val="visible"/>
                                      </p:to>
                                    </p:set>
                                    <p:animEffect filter="dissolve" transition="in">
                                      <p:cBhvr additive="repl">
                                        <p:cTn id="6070" dur="500"/>
                                        <p:tgtEl>
                                          <p:spTgt spid="2153"/>
                                        </p:tgtEl>
                                      </p:cBhvr>
                                    </p:animEffect>
                                  </p:childTnLst>
                                </p:cTn>
                              </p:par>
                            </p:childTnLst>
                          </p:cTn>
                        </p:par>
                        <p:par>
                          <p:cTn id="6071" fill="hold">
                            <p:stCondLst>
                              <p:cond delay="8000"/>
                            </p:stCondLst>
                            <p:childTnLst>
                              <p:par>
                                <p:cTn id="6072" nodeType="afterEffect" fill="hold" presetClass="path" presetID="0">
                                  <p:stCondLst>
                                    <p:cond delay="0"/>
                                  </p:stCondLst>
                                  <p:childTnLst>
                                    <p:animMotion origin="layout" path="M 6.38889E-006 6.24277E-006 L -0.31666 6.24277E-006 E">
                                      <p:cBhvr>
                                        <p:cTn id="6073" dur="5000" fill="hold"/>
                                        <p:tgtEl>
                                          <p:spTgt spid="2154"/>
                                        </p:tgtEl>
                                      </p:cBhvr>
                                    </p:animMotion>
                                  </p:childTnLst>
                                </p:cTn>
                              </p:par>
                            </p:childTnLst>
                          </p:cTn>
                        </p:par>
                        <p:par>
                          <p:cTn id="6074" fill="hold">
                            <p:stCondLst>
                              <p:cond delay="13000"/>
                            </p:stCondLst>
                            <p:childTnLst>
                              <p:par>
                                <p:cTn id="6075" nodeType="afterEffect" fill="hold" presetClass="entr" presetID="9">
                                  <p:stCondLst>
                                    <p:cond delay="0"/>
                                  </p:stCondLst>
                                  <p:childTnLst>
                                    <p:set>
                                      <p:cBhvr>
                                        <p:cTn id="6076" dur="1" fill="hold">
                                          <p:stCondLst>
                                            <p:cond delay="0"/>
                                          </p:stCondLst>
                                        </p:cTn>
                                        <p:tgtEl>
                                          <p:spTgt spid="2155"/>
                                        </p:tgtEl>
                                        <p:attrNameLst>
                                          <p:attrName>style.visibility</p:attrName>
                                        </p:attrNameLst>
                                      </p:cBhvr>
                                      <p:to>
                                        <p:strVal val="visible"/>
                                      </p:to>
                                    </p:set>
                                    <p:animEffect filter="dissolve" transition="in">
                                      <p:cBhvr additive="repl">
                                        <p:cTn id="6077" dur="500"/>
                                        <p:tgtEl>
                                          <p:spTgt spid="2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156" name="" descr=""/>
          <p:cNvPicPr/>
          <p:nvPr/>
        </p:nvPicPr>
        <p:blipFill>
          <a:blip r:embed="rId1"/>
          <a:stretch/>
        </p:blipFill>
        <p:spPr>
          <a:xfrm>
            <a:off x="0" y="0"/>
            <a:ext cx="9144000" cy="6913440"/>
          </a:xfrm>
          <a:prstGeom prst="rect">
            <a:avLst/>
          </a:prstGeom>
          <a:ln w="0">
            <a:noFill/>
          </a:ln>
        </p:spPr>
      </p:pic>
      <p:pic>
        <p:nvPicPr>
          <p:cNvPr id="2157" name="" descr=""/>
          <p:cNvPicPr/>
          <p:nvPr/>
        </p:nvPicPr>
        <p:blipFill>
          <a:blip r:embed="rId2"/>
          <a:stretch/>
        </p:blipFill>
        <p:spPr>
          <a:xfrm>
            <a:off x="5943600" y="3352680"/>
            <a:ext cx="2933640" cy="1271880"/>
          </a:xfrm>
          <a:prstGeom prst="rect">
            <a:avLst/>
          </a:prstGeom>
          <a:ln w="0">
            <a:noFill/>
          </a:ln>
        </p:spPr>
      </p:pic>
      <p:pic>
        <p:nvPicPr>
          <p:cNvPr id="2158" name="" descr=""/>
          <p:cNvPicPr/>
          <p:nvPr/>
        </p:nvPicPr>
        <p:blipFill>
          <a:blip r:embed="rId3"/>
          <a:stretch/>
        </p:blipFill>
        <p:spPr>
          <a:xfrm>
            <a:off x="609480" y="2514600"/>
            <a:ext cx="3353040" cy="2706840"/>
          </a:xfrm>
          <a:prstGeom prst="rect">
            <a:avLst/>
          </a:prstGeom>
          <a:ln w="0">
            <a:noFill/>
          </a:ln>
        </p:spPr>
      </p:pic>
      <p:sp>
        <p:nvSpPr>
          <p:cNvPr id="2159" name=""/>
          <p:cNvSpPr/>
          <p:nvPr/>
        </p:nvSpPr>
        <p:spPr>
          <a:xfrm>
            <a:off x="1295280" y="205740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0</a:t>
            </a:r>
            <a:endParaRPr b="0" lang="en-US" sz="1800" spc="-1" strike="noStrike">
              <a:solidFill>
                <a:srgbClr val="000000"/>
              </a:solidFill>
              <a:latin typeface="Arial"/>
            </a:endParaRPr>
          </a:p>
        </p:txBody>
      </p:sp>
      <p:sp>
        <p:nvSpPr>
          <p:cNvPr id="2160" name=""/>
          <p:cNvSpPr/>
          <p:nvPr/>
        </p:nvSpPr>
        <p:spPr>
          <a:xfrm>
            <a:off x="1066680" y="1676520"/>
            <a:ext cx="2971800" cy="76176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61" name=""/>
          <p:cNvSpPr/>
          <p:nvPr/>
        </p:nvSpPr>
        <p:spPr>
          <a:xfrm>
            <a:off x="-990720" y="1752480"/>
            <a:ext cx="457200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debug</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3. missile</a:t>
            </a:r>
            <a:endParaRPr b="0" lang="en-US" sz="1200" spc="-1" strike="noStrike">
              <a:solidFill>
                <a:srgbClr val="000000"/>
              </a:solidFill>
              <a:latin typeface="Arial"/>
            </a:endParaRPr>
          </a:p>
        </p:txBody>
      </p:sp>
      <p:sp>
        <p:nvSpPr>
          <p:cNvPr id="2162" name=""/>
          <p:cNvSpPr/>
          <p:nvPr/>
        </p:nvSpPr>
        <p:spPr>
          <a:xfrm>
            <a:off x="1219320" y="1905120"/>
            <a:ext cx="28191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2…                  </a:t>
            </a:r>
            <a:endParaRPr b="0" lang="en-US" sz="1800" spc="-1" strike="noStrike">
              <a:solidFill>
                <a:srgbClr val="000000"/>
              </a:solidFill>
              <a:latin typeface="Arial"/>
            </a:endParaRPr>
          </a:p>
        </p:txBody>
      </p:sp>
      <p:sp>
        <p:nvSpPr>
          <p:cNvPr id="2163" name=""/>
          <p:cNvSpPr/>
          <p:nvPr/>
        </p:nvSpPr>
        <p:spPr>
          <a:xfrm>
            <a:off x="6019920" y="266688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64" name=""/>
          <p:cNvSpPr/>
          <p:nvPr/>
        </p:nvSpPr>
        <p:spPr>
          <a:xfrm>
            <a:off x="6629400" y="281952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SWE-IV Missile</a:t>
            </a:r>
            <a:endParaRPr b="0" lang="en-US" sz="1800" spc="-1" strike="noStrike">
              <a:solidFill>
                <a:srgbClr val="000000"/>
              </a:solidFill>
              <a:latin typeface="Arial"/>
            </a:endParaRPr>
          </a:p>
        </p:txBody>
      </p:sp>
      <p:sp>
        <p:nvSpPr>
          <p:cNvPr id="2165"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66"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67"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68"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69"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70"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71"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72"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73"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74"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75"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76"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77"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78"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79"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80" name=""/>
          <p:cNvSpPr/>
          <p:nvPr/>
        </p:nvSpPr>
        <p:spPr>
          <a:xfrm>
            <a:off x="2209680" y="3505320"/>
            <a:ext cx="1600200" cy="15238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81" name=""/>
          <p:cNvSpPr/>
          <p:nvPr/>
        </p:nvSpPr>
        <p:spPr>
          <a:xfrm>
            <a:off x="1752480" y="2895480"/>
            <a:ext cx="1600200" cy="15242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82" name=""/>
          <p:cNvSpPr/>
          <p:nvPr/>
        </p:nvSpPr>
        <p:spPr>
          <a:xfrm>
            <a:off x="1371600" y="3581280"/>
            <a:ext cx="1600200" cy="15242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83" name=""/>
          <p:cNvSpPr/>
          <p:nvPr/>
        </p:nvSpPr>
        <p:spPr>
          <a:xfrm>
            <a:off x="2286000" y="2819520"/>
            <a:ext cx="1600200" cy="15238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84" name=""/>
          <p:cNvSpPr/>
          <p:nvPr/>
        </p:nvSpPr>
        <p:spPr>
          <a:xfrm>
            <a:off x="1600200" y="3124080"/>
            <a:ext cx="1600200" cy="15242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185" name="" descr=""/>
          <p:cNvPicPr/>
          <p:nvPr/>
        </p:nvPicPr>
        <p:blipFill>
          <a:blip r:embed="rId4"/>
          <a:stretch/>
        </p:blipFill>
        <p:spPr>
          <a:xfrm>
            <a:off x="7086600" y="533520"/>
            <a:ext cx="1844640" cy="2543040"/>
          </a:xfrm>
          <a:prstGeom prst="rect">
            <a:avLst/>
          </a:prstGeom>
          <a:ln w="0">
            <a:noFill/>
          </a:ln>
        </p:spPr>
      </p:pic>
      <p:sp>
        <p:nvSpPr>
          <p:cNvPr id="2186" name=""/>
          <p:cNvSpPr/>
          <p:nvPr/>
        </p:nvSpPr>
        <p:spPr>
          <a:xfrm>
            <a:off x="7238880" y="1828800"/>
            <a:ext cx="1447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187" name=""/>
          <p:cNvSpPr/>
          <p:nvPr/>
        </p:nvSpPr>
        <p:spPr>
          <a:xfrm>
            <a:off x="7848720" y="914400"/>
            <a:ext cx="838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188" name=""/>
          <p:cNvSpPr/>
          <p:nvPr/>
        </p:nvSpPr>
        <p:spPr>
          <a:xfrm>
            <a:off x="7696080" y="121932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Tree>
  </p:cSld>
  <p:timing>
    <p:tnLst>
      <p:par>
        <p:cTn id="6078" dur="indefinite" restart="never" nodeType="tmRoot">
          <p:childTnLst>
            <p:seq>
              <p:cTn id="6079" dur="indefinite" nodeType="mainSeq">
                <p:childTnLst>
                  <p:par>
                    <p:cTn id="6080" fill="hold">
                      <p:stCondLst>
                        <p:cond delay="0"/>
                      </p:stCondLst>
                      <p:childTnLst>
                        <p:par>
                          <p:cTn id="6081" fill="hold">
                            <p:stCondLst>
                              <p:cond delay="0"/>
                            </p:stCondLst>
                            <p:childTnLst>
                              <p:par>
                                <p:cTn id="6082" nodeType="afterEffect" fill="hold" presetClass="entr" presetID="1" repeatCount="1000">
                                  <p:stCondLst>
                                    <p:cond delay="500"/>
                                  </p:stCondLst>
                                  <p:childTnLst>
                                    <p:set>
                                      <p:cBhvr>
                                        <p:cTn id="6083" dur="1" fill="hold">
                                          <p:stCondLst>
                                            <p:cond delay="0"/>
                                          </p:stCondLst>
                                        </p:cTn>
                                        <p:tgtEl>
                                          <p:spTgt spid="2163"/>
                                        </p:tgtEl>
                                        <p:attrNameLst>
                                          <p:attrName>style.visibility</p:attrName>
                                        </p:attrNameLst>
                                      </p:cBhvr>
                                      <p:to>
                                        <p:strVal val="visible"/>
                                      </p:to>
                                    </p:set>
                                  </p:childTnLst>
                                </p:cTn>
                              </p:par>
                            </p:childTnLst>
                          </p:cTn>
                        </p:par>
                        <p:par>
                          <p:cTn id="6084" fill="hold">
                            <p:stCondLst>
                              <p:cond delay="500"/>
                            </p:stCondLst>
                            <p:childTnLst>
                              <p:par>
                                <p:cTn id="6085" nodeType="afterEffect" fill="hold" presetClass="exit" presetID="1" repeatCount="1000">
                                  <p:stCondLst>
                                    <p:cond delay="1500"/>
                                  </p:stCondLst>
                                  <p:childTnLst>
                                    <p:set>
                                      <p:cBhvr>
                                        <p:cTn id="6086" dur="1" fill="hold">
                                          <p:stCondLst>
                                            <p:cond delay="0"/>
                                          </p:stCondLst>
                                        </p:cTn>
                                        <p:tgtEl>
                                          <p:spTgt spid="2163"/>
                                        </p:tgtEl>
                                        <p:attrNameLst>
                                          <p:attrName>style.visibility</p:attrName>
                                        </p:attrNameLst>
                                      </p:cBhvr>
                                      <p:to>
                                        <p:strVal val="hidden"/>
                                      </p:to>
                                    </p:set>
                                  </p:childTnLst>
                                </p:cTn>
                              </p:par>
                            </p:childTnLst>
                          </p:cTn>
                        </p:par>
                        <p:par>
                          <p:cTn id="6087" fill="hold">
                            <p:stCondLst>
                              <p:cond delay="2000"/>
                            </p:stCondLst>
                            <p:childTnLst>
                              <p:par>
                                <p:cTn id="6088" nodeType="afterEffect" fill="hold" presetClass="exit" presetID="9">
                                  <p:stCondLst>
                                    <p:cond delay="0"/>
                                  </p:stCondLst>
                                  <p:childTnLst>
                                    <p:animEffect filter="dissolve" transition="out">
                                      <p:cBhvr additive="repl">
                                        <p:cTn id="6089" dur="500"/>
                                        <p:tgtEl>
                                          <p:spTgt spid="2164"/>
                                        </p:tgtEl>
                                      </p:cBhvr>
                                    </p:animEffect>
                                    <p:set>
                                      <p:cBhvr>
                                        <p:cTn id="6090" dur="1" fill="hold">
                                          <p:stCondLst>
                                            <p:cond delay="499"/>
                                          </p:stCondLst>
                                        </p:cTn>
                                        <p:tgtEl>
                                          <p:spTgt spid="2164"/>
                                        </p:tgtEl>
                                        <p:attrNameLst>
                                          <p:attrName>style.visibility</p:attrName>
                                        </p:attrNameLst>
                                      </p:cBhvr>
                                      <p:to>
                                        <p:strVal val="hidden"/>
                                      </p:to>
                                    </p:set>
                                  </p:childTnLst>
                                </p:cTn>
                              </p:par>
                            </p:childTnLst>
                          </p:cTn>
                        </p:par>
                        <p:par>
                          <p:cTn id="6091" fill="hold">
                            <p:stCondLst>
                              <p:cond delay="2500"/>
                            </p:stCondLst>
                            <p:childTnLst>
                              <p:par>
                                <p:cTn id="6092" nodeType="afterEffect" fill="hold" presetClass="path" presetID="0">
                                  <p:stCondLst>
                                    <p:cond delay="0"/>
                                  </p:stCondLst>
                                  <p:childTnLst>
                                    <p:animMotion origin="layout" path="M -0.25 0.01109 L -0.70834 0.01109 E">
                                      <p:cBhvr>
                                        <p:cTn id="6093" dur="500" fill="hold"/>
                                        <p:tgtEl>
                                          <p:spTgt spid="2165"/>
                                        </p:tgtEl>
                                      </p:cBhvr>
                                    </p:animMotion>
                                  </p:childTnLst>
                                </p:cTn>
                              </p:par>
                              <p:set>
                                <p:cBhvr>
                                  <p:cTn id="6094" dur="1" fill="hold">
                                    <p:stCondLst>
                                      <p:cond evt="end">
                                        <p:tn val="6092"/>
                                      </p:cond>
                                    </p:stCondLst>
                                  </p:cTn>
                                  <p:tgtEl>
                                    <p:spTgt spid="2165"/>
                                  </p:tgtEl>
                                  <p:attrNameLst>
                                    <p:attrName>style.visibility</p:attrName>
                                  </p:attrNameLst>
                                </p:cBhvr>
                                <p:to>
                                  <p:strVal val="hidden"/>
                                </p:to>
                              </p:set>
                              <p:par>
                                <p:cTn id="6095" nodeType="withEffect" fill="hold" presetClass="path" presetID="0">
                                  <p:stCondLst>
                                    <p:cond delay="0"/>
                                  </p:stCondLst>
                                  <p:childTnLst>
                                    <p:animMotion origin="layout" path="M -0.25 0.01109 L -0.70834 0.01109 E">
                                      <p:cBhvr>
                                        <p:cTn id="6096" dur="500" fill="hold"/>
                                        <p:tgtEl>
                                          <p:spTgt spid="2166"/>
                                        </p:tgtEl>
                                      </p:cBhvr>
                                    </p:animMotion>
                                  </p:childTnLst>
                                </p:cTn>
                              </p:par>
                              <p:set>
                                <p:cBhvr>
                                  <p:cTn id="6097" dur="1" fill="hold">
                                    <p:stCondLst>
                                      <p:cond evt="end">
                                        <p:tn val="6095"/>
                                      </p:cond>
                                    </p:stCondLst>
                                  </p:cTn>
                                  <p:tgtEl>
                                    <p:spTgt spid="2166"/>
                                  </p:tgtEl>
                                  <p:attrNameLst>
                                    <p:attrName>style.visibility</p:attrName>
                                  </p:attrNameLst>
                                </p:cBhvr>
                                <p:to>
                                  <p:strVal val="hidden"/>
                                </p:to>
                              </p:set>
                              <p:par>
                                <p:cTn id="6098" nodeType="withEffect" fill="hold" presetClass="path" presetID="0">
                                  <p:stCondLst>
                                    <p:cond delay="0"/>
                                  </p:stCondLst>
                                  <p:childTnLst>
                                    <p:animMotion origin="layout" path="M -0.25 0.01109 L -0.70834 0.01109 E">
                                      <p:cBhvr>
                                        <p:cTn id="6099" dur="500" fill="hold"/>
                                        <p:tgtEl>
                                          <p:spTgt spid="2167"/>
                                        </p:tgtEl>
                                      </p:cBhvr>
                                    </p:animMotion>
                                  </p:childTnLst>
                                </p:cTn>
                              </p:par>
                              <p:set>
                                <p:cBhvr>
                                  <p:cTn id="6100" dur="1" fill="hold">
                                    <p:stCondLst>
                                      <p:cond evt="end">
                                        <p:tn val="6098"/>
                                      </p:cond>
                                    </p:stCondLst>
                                  </p:cTn>
                                  <p:tgtEl>
                                    <p:spTgt spid="2167"/>
                                  </p:tgtEl>
                                  <p:attrNameLst>
                                    <p:attrName>style.visibility</p:attrName>
                                  </p:attrNameLst>
                                </p:cBhvr>
                                <p:to>
                                  <p:strVal val="hidden"/>
                                </p:to>
                              </p:set>
                            </p:childTnLst>
                          </p:cTn>
                        </p:par>
                        <p:par>
                          <p:cTn id="6101" fill="hold">
                            <p:stCondLst>
                              <p:cond delay="3000"/>
                            </p:stCondLst>
                            <p:childTnLst>
                              <p:par>
                                <p:cTn id="6102" nodeType="afterEffect" fill="hold" presetClass="entr" presetID="1">
                                  <p:stCondLst>
                                    <p:cond delay="0"/>
                                  </p:stCondLst>
                                  <p:childTnLst>
                                    <p:set>
                                      <p:cBhvr>
                                        <p:cTn id="6103" dur="1" fill="hold">
                                          <p:stCondLst>
                                            <p:cond delay="0"/>
                                          </p:stCondLst>
                                        </p:cTn>
                                        <p:tgtEl>
                                          <p:spTgt spid="2180"/>
                                        </p:tgtEl>
                                        <p:attrNameLst>
                                          <p:attrName>style.visibility</p:attrName>
                                        </p:attrNameLst>
                                      </p:cBhvr>
                                      <p:to>
                                        <p:strVal val="visible"/>
                                      </p:to>
                                    </p:set>
                                  </p:childTnLst>
                                </p:cTn>
                              </p:par>
                            </p:childTnLst>
                          </p:cTn>
                        </p:par>
                        <p:par>
                          <p:cTn id="6104" fill="hold">
                            <p:stCondLst>
                              <p:cond delay="3000"/>
                            </p:stCondLst>
                            <p:childTnLst>
                              <p:par>
                                <p:cTn id="6105" nodeType="afterEffect" fill="hold" presetClass="exit" presetID="9">
                                  <p:stCondLst>
                                    <p:cond delay="0"/>
                                  </p:stCondLst>
                                  <p:childTnLst>
                                    <p:animEffect filter="dissolve" transition="out">
                                      <p:cBhvr additive="repl">
                                        <p:cTn id="6106" dur="500"/>
                                        <p:tgtEl>
                                          <p:spTgt spid="2180"/>
                                        </p:tgtEl>
                                      </p:cBhvr>
                                    </p:animEffect>
                                    <p:set>
                                      <p:cBhvr>
                                        <p:cTn id="6107" dur="1" fill="hold">
                                          <p:stCondLst>
                                            <p:cond delay="499"/>
                                          </p:stCondLst>
                                        </p:cTn>
                                        <p:tgtEl>
                                          <p:spTgt spid="2180"/>
                                        </p:tgtEl>
                                        <p:attrNameLst>
                                          <p:attrName>style.visibility</p:attrName>
                                        </p:attrNameLst>
                                      </p:cBhvr>
                                      <p:to>
                                        <p:strVal val="hidden"/>
                                      </p:to>
                                    </p:set>
                                  </p:childTnLst>
                                </p:cTn>
                              </p:par>
                            </p:childTnLst>
                          </p:cTn>
                        </p:par>
                        <p:par>
                          <p:cTn id="6108" fill="hold">
                            <p:stCondLst>
                              <p:cond delay="3500"/>
                            </p:stCondLst>
                            <p:childTnLst>
                              <p:par>
                                <p:cTn id="6109" nodeType="afterEffect" fill="hold" presetClass="path" presetID="0">
                                  <p:stCondLst>
                                    <p:cond delay="0"/>
                                  </p:stCondLst>
                                  <p:childTnLst>
                                    <p:animMotion origin="layout" path="M -0.25 0.01109 L -0.70834 0.01109 E">
                                      <p:cBhvr>
                                        <p:cTn id="6110" dur="500" fill="hold"/>
                                        <p:tgtEl>
                                          <p:spTgt spid="2168"/>
                                        </p:tgtEl>
                                      </p:cBhvr>
                                    </p:animMotion>
                                  </p:childTnLst>
                                </p:cTn>
                              </p:par>
                              <p:set>
                                <p:cBhvr>
                                  <p:cTn id="6111" dur="1" fill="hold">
                                    <p:stCondLst>
                                      <p:cond evt="end">
                                        <p:tn val="6109"/>
                                      </p:cond>
                                    </p:stCondLst>
                                  </p:cTn>
                                  <p:tgtEl>
                                    <p:spTgt spid="2168"/>
                                  </p:tgtEl>
                                  <p:attrNameLst>
                                    <p:attrName>style.visibility</p:attrName>
                                  </p:attrNameLst>
                                </p:cBhvr>
                                <p:to>
                                  <p:strVal val="hidden"/>
                                </p:to>
                              </p:set>
                              <p:par>
                                <p:cTn id="6112" nodeType="withEffect" fill="hold" presetClass="path" presetID="0">
                                  <p:stCondLst>
                                    <p:cond delay="0"/>
                                  </p:stCondLst>
                                  <p:childTnLst>
                                    <p:animMotion origin="layout" path="M -0.25 0.01109 L -0.70834 0.01109 E">
                                      <p:cBhvr>
                                        <p:cTn id="6113" dur="500" fill="hold"/>
                                        <p:tgtEl>
                                          <p:spTgt spid="2169"/>
                                        </p:tgtEl>
                                      </p:cBhvr>
                                    </p:animMotion>
                                  </p:childTnLst>
                                </p:cTn>
                              </p:par>
                              <p:set>
                                <p:cBhvr>
                                  <p:cTn id="6114" dur="1" fill="hold">
                                    <p:stCondLst>
                                      <p:cond evt="end">
                                        <p:tn val="6112"/>
                                      </p:cond>
                                    </p:stCondLst>
                                  </p:cTn>
                                  <p:tgtEl>
                                    <p:spTgt spid="2169"/>
                                  </p:tgtEl>
                                  <p:attrNameLst>
                                    <p:attrName>style.visibility</p:attrName>
                                  </p:attrNameLst>
                                </p:cBhvr>
                                <p:to>
                                  <p:strVal val="hidden"/>
                                </p:to>
                              </p:set>
                              <p:par>
                                <p:cTn id="6115" nodeType="withEffect" fill="hold" presetClass="path" presetID="0">
                                  <p:stCondLst>
                                    <p:cond delay="0"/>
                                  </p:stCondLst>
                                  <p:childTnLst>
                                    <p:animMotion origin="layout" path="M -0.25 0.01109 L -0.70834 0.01109 E">
                                      <p:cBhvr>
                                        <p:cTn id="6116" dur="500" fill="hold"/>
                                        <p:tgtEl>
                                          <p:spTgt spid="2170"/>
                                        </p:tgtEl>
                                      </p:cBhvr>
                                    </p:animMotion>
                                  </p:childTnLst>
                                </p:cTn>
                              </p:par>
                              <p:set>
                                <p:cBhvr>
                                  <p:cTn id="6117" dur="1" fill="hold">
                                    <p:stCondLst>
                                      <p:cond evt="end">
                                        <p:tn val="6115"/>
                                      </p:cond>
                                    </p:stCondLst>
                                  </p:cTn>
                                  <p:tgtEl>
                                    <p:spTgt spid="2170"/>
                                  </p:tgtEl>
                                  <p:attrNameLst>
                                    <p:attrName>style.visibility</p:attrName>
                                  </p:attrNameLst>
                                </p:cBhvr>
                                <p:to>
                                  <p:strVal val="hidden"/>
                                </p:to>
                              </p:set>
                            </p:childTnLst>
                          </p:cTn>
                        </p:par>
                        <p:par>
                          <p:cTn id="6118" fill="hold">
                            <p:stCondLst>
                              <p:cond delay="4000"/>
                            </p:stCondLst>
                            <p:childTnLst>
                              <p:par>
                                <p:cTn id="6119" nodeType="afterEffect" fill="hold" presetClass="entr" presetID="1">
                                  <p:stCondLst>
                                    <p:cond delay="0"/>
                                  </p:stCondLst>
                                  <p:childTnLst>
                                    <p:set>
                                      <p:cBhvr>
                                        <p:cTn id="6120" dur="1" fill="hold">
                                          <p:stCondLst>
                                            <p:cond delay="0"/>
                                          </p:stCondLst>
                                        </p:cTn>
                                        <p:tgtEl>
                                          <p:spTgt spid="2181"/>
                                        </p:tgtEl>
                                        <p:attrNameLst>
                                          <p:attrName>style.visibility</p:attrName>
                                        </p:attrNameLst>
                                      </p:cBhvr>
                                      <p:to>
                                        <p:strVal val="visible"/>
                                      </p:to>
                                    </p:set>
                                  </p:childTnLst>
                                </p:cTn>
                              </p:par>
                            </p:childTnLst>
                          </p:cTn>
                        </p:par>
                        <p:par>
                          <p:cTn id="6121" fill="hold">
                            <p:stCondLst>
                              <p:cond delay="4000"/>
                            </p:stCondLst>
                            <p:childTnLst>
                              <p:par>
                                <p:cTn id="6122" nodeType="afterEffect" fill="hold" presetClass="exit" presetID="9">
                                  <p:stCondLst>
                                    <p:cond delay="0"/>
                                  </p:stCondLst>
                                  <p:childTnLst>
                                    <p:animEffect filter="dissolve" transition="out">
                                      <p:cBhvr additive="repl">
                                        <p:cTn id="6123" dur="500"/>
                                        <p:tgtEl>
                                          <p:spTgt spid="2181"/>
                                        </p:tgtEl>
                                      </p:cBhvr>
                                    </p:animEffect>
                                    <p:set>
                                      <p:cBhvr>
                                        <p:cTn id="6124" dur="1" fill="hold">
                                          <p:stCondLst>
                                            <p:cond delay="499"/>
                                          </p:stCondLst>
                                        </p:cTn>
                                        <p:tgtEl>
                                          <p:spTgt spid="2181"/>
                                        </p:tgtEl>
                                        <p:attrNameLst>
                                          <p:attrName>style.visibility</p:attrName>
                                        </p:attrNameLst>
                                      </p:cBhvr>
                                      <p:to>
                                        <p:strVal val="hidden"/>
                                      </p:to>
                                    </p:set>
                                  </p:childTnLst>
                                </p:cTn>
                              </p:par>
                            </p:childTnLst>
                          </p:cTn>
                        </p:par>
                        <p:par>
                          <p:cTn id="6125" fill="hold">
                            <p:stCondLst>
                              <p:cond delay="4500"/>
                            </p:stCondLst>
                            <p:childTnLst>
                              <p:par>
                                <p:cTn id="6126" nodeType="afterEffect" fill="hold" presetClass="path" presetID="0">
                                  <p:stCondLst>
                                    <p:cond delay="0"/>
                                  </p:stCondLst>
                                  <p:childTnLst>
                                    <p:animMotion origin="layout" path="M -0.25 0.01109 L -0.70834 0.01109 E">
                                      <p:cBhvr>
                                        <p:cTn id="6127" dur="500" fill="hold"/>
                                        <p:tgtEl>
                                          <p:spTgt spid="2171"/>
                                        </p:tgtEl>
                                      </p:cBhvr>
                                    </p:animMotion>
                                  </p:childTnLst>
                                </p:cTn>
                              </p:par>
                              <p:set>
                                <p:cBhvr>
                                  <p:cTn id="6128" dur="1" fill="hold">
                                    <p:stCondLst>
                                      <p:cond evt="end">
                                        <p:tn val="6126"/>
                                      </p:cond>
                                    </p:stCondLst>
                                  </p:cTn>
                                  <p:tgtEl>
                                    <p:spTgt spid="2171"/>
                                  </p:tgtEl>
                                  <p:attrNameLst>
                                    <p:attrName>style.visibility</p:attrName>
                                  </p:attrNameLst>
                                </p:cBhvr>
                                <p:to>
                                  <p:strVal val="hidden"/>
                                </p:to>
                              </p:set>
                              <p:par>
                                <p:cTn id="6129" nodeType="withEffect" fill="hold" presetClass="path" presetID="0">
                                  <p:stCondLst>
                                    <p:cond delay="0"/>
                                  </p:stCondLst>
                                  <p:childTnLst>
                                    <p:animMotion origin="layout" path="M -0.25 0.01109 L -0.70834 0.01109 E">
                                      <p:cBhvr>
                                        <p:cTn id="6130" dur="500" fill="hold"/>
                                        <p:tgtEl>
                                          <p:spTgt spid="2172"/>
                                        </p:tgtEl>
                                      </p:cBhvr>
                                    </p:animMotion>
                                  </p:childTnLst>
                                </p:cTn>
                              </p:par>
                              <p:set>
                                <p:cBhvr>
                                  <p:cTn id="6131" dur="1" fill="hold">
                                    <p:stCondLst>
                                      <p:cond evt="end">
                                        <p:tn val="6129"/>
                                      </p:cond>
                                    </p:stCondLst>
                                  </p:cTn>
                                  <p:tgtEl>
                                    <p:spTgt spid="2172"/>
                                  </p:tgtEl>
                                  <p:attrNameLst>
                                    <p:attrName>style.visibility</p:attrName>
                                  </p:attrNameLst>
                                </p:cBhvr>
                                <p:to>
                                  <p:strVal val="hidden"/>
                                </p:to>
                              </p:set>
                              <p:par>
                                <p:cTn id="6132" nodeType="withEffect" fill="hold" presetClass="path" presetID="0">
                                  <p:stCondLst>
                                    <p:cond delay="0"/>
                                  </p:stCondLst>
                                  <p:childTnLst>
                                    <p:animMotion origin="layout" path="M -0.25 0.01109 L -0.70834 0.01109 E">
                                      <p:cBhvr>
                                        <p:cTn id="6133" dur="500" fill="hold"/>
                                        <p:tgtEl>
                                          <p:spTgt spid="2173"/>
                                        </p:tgtEl>
                                      </p:cBhvr>
                                    </p:animMotion>
                                  </p:childTnLst>
                                </p:cTn>
                              </p:par>
                              <p:set>
                                <p:cBhvr>
                                  <p:cTn id="6134" dur="1" fill="hold">
                                    <p:stCondLst>
                                      <p:cond evt="end">
                                        <p:tn val="6132"/>
                                      </p:cond>
                                    </p:stCondLst>
                                  </p:cTn>
                                  <p:tgtEl>
                                    <p:spTgt spid="2173"/>
                                  </p:tgtEl>
                                  <p:attrNameLst>
                                    <p:attrName>style.visibility</p:attrName>
                                  </p:attrNameLst>
                                </p:cBhvr>
                                <p:to>
                                  <p:strVal val="hidden"/>
                                </p:to>
                              </p:set>
                            </p:childTnLst>
                          </p:cTn>
                        </p:par>
                        <p:par>
                          <p:cTn id="6135" fill="hold">
                            <p:stCondLst>
                              <p:cond delay="5000"/>
                            </p:stCondLst>
                            <p:childTnLst>
                              <p:par>
                                <p:cTn id="6136" nodeType="afterEffect" fill="hold" presetClass="entr" presetID="1">
                                  <p:stCondLst>
                                    <p:cond delay="0"/>
                                  </p:stCondLst>
                                  <p:childTnLst>
                                    <p:set>
                                      <p:cBhvr>
                                        <p:cTn id="6137" dur="1" fill="hold">
                                          <p:stCondLst>
                                            <p:cond delay="0"/>
                                          </p:stCondLst>
                                        </p:cTn>
                                        <p:tgtEl>
                                          <p:spTgt spid="2182"/>
                                        </p:tgtEl>
                                        <p:attrNameLst>
                                          <p:attrName>style.visibility</p:attrName>
                                        </p:attrNameLst>
                                      </p:cBhvr>
                                      <p:to>
                                        <p:strVal val="visible"/>
                                      </p:to>
                                    </p:set>
                                  </p:childTnLst>
                                </p:cTn>
                              </p:par>
                            </p:childTnLst>
                          </p:cTn>
                        </p:par>
                        <p:par>
                          <p:cTn id="6138" fill="hold">
                            <p:stCondLst>
                              <p:cond delay="5000"/>
                            </p:stCondLst>
                            <p:childTnLst>
                              <p:par>
                                <p:cTn id="6139" nodeType="afterEffect" fill="hold" presetClass="exit" presetID="9">
                                  <p:stCondLst>
                                    <p:cond delay="0"/>
                                  </p:stCondLst>
                                  <p:childTnLst>
                                    <p:animEffect filter="dissolve" transition="out">
                                      <p:cBhvr additive="repl">
                                        <p:cTn id="6140" dur="500"/>
                                        <p:tgtEl>
                                          <p:spTgt spid="2182"/>
                                        </p:tgtEl>
                                      </p:cBhvr>
                                    </p:animEffect>
                                    <p:set>
                                      <p:cBhvr>
                                        <p:cTn id="6141" dur="1" fill="hold">
                                          <p:stCondLst>
                                            <p:cond delay="499"/>
                                          </p:stCondLst>
                                        </p:cTn>
                                        <p:tgtEl>
                                          <p:spTgt spid="2182"/>
                                        </p:tgtEl>
                                        <p:attrNameLst>
                                          <p:attrName>style.visibility</p:attrName>
                                        </p:attrNameLst>
                                      </p:cBhvr>
                                      <p:to>
                                        <p:strVal val="hidden"/>
                                      </p:to>
                                    </p:set>
                                  </p:childTnLst>
                                </p:cTn>
                              </p:par>
                            </p:childTnLst>
                          </p:cTn>
                        </p:par>
                        <p:par>
                          <p:cTn id="6142" fill="hold">
                            <p:stCondLst>
                              <p:cond delay="5500"/>
                            </p:stCondLst>
                            <p:childTnLst>
                              <p:par>
                                <p:cTn id="6143" nodeType="afterEffect" fill="hold" presetClass="path" presetID="0">
                                  <p:stCondLst>
                                    <p:cond delay="0"/>
                                  </p:stCondLst>
                                  <p:childTnLst>
                                    <p:animMotion origin="layout" path="M -0.25 0.01109 L -0.70834 0.01109 E">
                                      <p:cBhvr>
                                        <p:cTn id="6144" dur="500" fill="hold"/>
                                        <p:tgtEl>
                                          <p:spTgt spid="2174"/>
                                        </p:tgtEl>
                                      </p:cBhvr>
                                    </p:animMotion>
                                  </p:childTnLst>
                                </p:cTn>
                              </p:par>
                              <p:set>
                                <p:cBhvr>
                                  <p:cTn id="6145" dur="1" fill="hold">
                                    <p:stCondLst>
                                      <p:cond evt="end">
                                        <p:tn val="6143"/>
                                      </p:cond>
                                    </p:stCondLst>
                                  </p:cTn>
                                  <p:tgtEl>
                                    <p:spTgt spid="2174"/>
                                  </p:tgtEl>
                                  <p:attrNameLst>
                                    <p:attrName>style.visibility</p:attrName>
                                  </p:attrNameLst>
                                </p:cBhvr>
                                <p:to>
                                  <p:strVal val="hidden"/>
                                </p:to>
                              </p:set>
                              <p:par>
                                <p:cTn id="6146" nodeType="withEffect" fill="hold" presetClass="path" presetID="0">
                                  <p:stCondLst>
                                    <p:cond delay="0"/>
                                  </p:stCondLst>
                                  <p:childTnLst>
                                    <p:animMotion origin="layout" path="M -0.25 0.01109 L -0.70834 0.01109 E">
                                      <p:cBhvr>
                                        <p:cTn id="6147" dur="500" fill="hold"/>
                                        <p:tgtEl>
                                          <p:spTgt spid="2175"/>
                                        </p:tgtEl>
                                      </p:cBhvr>
                                    </p:animMotion>
                                  </p:childTnLst>
                                </p:cTn>
                              </p:par>
                              <p:set>
                                <p:cBhvr>
                                  <p:cTn id="6148" dur="1" fill="hold">
                                    <p:stCondLst>
                                      <p:cond evt="end">
                                        <p:tn val="6146"/>
                                      </p:cond>
                                    </p:stCondLst>
                                  </p:cTn>
                                  <p:tgtEl>
                                    <p:spTgt spid="2175"/>
                                  </p:tgtEl>
                                  <p:attrNameLst>
                                    <p:attrName>style.visibility</p:attrName>
                                  </p:attrNameLst>
                                </p:cBhvr>
                                <p:to>
                                  <p:strVal val="hidden"/>
                                </p:to>
                              </p:set>
                              <p:par>
                                <p:cTn id="6149" nodeType="withEffect" fill="hold" presetClass="path" presetID="0">
                                  <p:stCondLst>
                                    <p:cond delay="0"/>
                                  </p:stCondLst>
                                  <p:childTnLst>
                                    <p:animMotion origin="layout" path="M -0.25 0.01109 L -0.70834 0.01109 E">
                                      <p:cBhvr>
                                        <p:cTn id="6150" dur="500" fill="hold"/>
                                        <p:tgtEl>
                                          <p:spTgt spid="2176"/>
                                        </p:tgtEl>
                                      </p:cBhvr>
                                    </p:animMotion>
                                  </p:childTnLst>
                                </p:cTn>
                              </p:par>
                              <p:set>
                                <p:cBhvr>
                                  <p:cTn id="6151" dur="1" fill="hold">
                                    <p:stCondLst>
                                      <p:cond evt="end">
                                        <p:tn val="6149"/>
                                      </p:cond>
                                    </p:stCondLst>
                                  </p:cTn>
                                  <p:tgtEl>
                                    <p:spTgt spid="2176"/>
                                  </p:tgtEl>
                                  <p:attrNameLst>
                                    <p:attrName>style.visibility</p:attrName>
                                  </p:attrNameLst>
                                </p:cBhvr>
                                <p:to>
                                  <p:strVal val="hidden"/>
                                </p:to>
                              </p:set>
                            </p:childTnLst>
                          </p:cTn>
                        </p:par>
                        <p:par>
                          <p:cTn id="6152" fill="hold">
                            <p:stCondLst>
                              <p:cond delay="6000"/>
                            </p:stCondLst>
                            <p:childTnLst>
                              <p:par>
                                <p:cTn id="6153" nodeType="afterEffect" fill="hold" presetClass="entr" presetID="1">
                                  <p:stCondLst>
                                    <p:cond delay="0"/>
                                  </p:stCondLst>
                                  <p:childTnLst>
                                    <p:set>
                                      <p:cBhvr>
                                        <p:cTn id="6154" dur="1" fill="hold">
                                          <p:stCondLst>
                                            <p:cond delay="0"/>
                                          </p:stCondLst>
                                        </p:cTn>
                                        <p:tgtEl>
                                          <p:spTgt spid="2183"/>
                                        </p:tgtEl>
                                        <p:attrNameLst>
                                          <p:attrName>style.visibility</p:attrName>
                                        </p:attrNameLst>
                                      </p:cBhvr>
                                      <p:to>
                                        <p:strVal val="visible"/>
                                      </p:to>
                                    </p:set>
                                  </p:childTnLst>
                                </p:cTn>
                              </p:par>
                            </p:childTnLst>
                          </p:cTn>
                        </p:par>
                        <p:par>
                          <p:cTn id="6155" fill="hold">
                            <p:stCondLst>
                              <p:cond delay="6000"/>
                            </p:stCondLst>
                            <p:childTnLst>
                              <p:par>
                                <p:cTn id="6156" nodeType="afterEffect" fill="hold" presetClass="exit" presetID="9">
                                  <p:stCondLst>
                                    <p:cond delay="0"/>
                                  </p:stCondLst>
                                  <p:childTnLst>
                                    <p:animEffect filter="dissolve" transition="out">
                                      <p:cBhvr additive="repl">
                                        <p:cTn id="6157" dur="500"/>
                                        <p:tgtEl>
                                          <p:spTgt spid="2183"/>
                                        </p:tgtEl>
                                      </p:cBhvr>
                                    </p:animEffect>
                                    <p:set>
                                      <p:cBhvr>
                                        <p:cTn id="6158" dur="1" fill="hold">
                                          <p:stCondLst>
                                            <p:cond delay="499"/>
                                          </p:stCondLst>
                                        </p:cTn>
                                        <p:tgtEl>
                                          <p:spTgt spid="2183"/>
                                        </p:tgtEl>
                                        <p:attrNameLst>
                                          <p:attrName>style.visibility</p:attrName>
                                        </p:attrNameLst>
                                      </p:cBhvr>
                                      <p:to>
                                        <p:strVal val="hidden"/>
                                      </p:to>
                                    </p:set>
                                  </p:childTnLst>
                                </p:cTn>
                              </p:par>
                            </p:childTnLst>
                          </p:cTn>
                        </p:par>
                        <p:par>
                          <p:cTn id="6159" fill="hold">
                            <p:stCondLst>
                              <p:cond delay="6500"/>
                            </p:stCondLst>
                            <p:childTnLst>
                              <p:par>
                                <p:cTn id="6160" nodeType="afterEffect" fill="hold" presetClass="path" presetID="0">
                                  <p:stCondLst>
                                    <p:cond delay="0"/>
                                  </p:stCondLst>
                                  <p:childTnLst>
                                    <p:animMotion origin="layout" path="M -0.25 0.01109 L -0.70834 0.01109 E">
                                      <p:cBhvr>
                                        <p:cTn id="6161" dur="500" fill="hold"/>
                                        <p:tgtEl>
                                          <p:spTgt spid="2177"/>
                                        </p:tgtEl>
                                      </p:cBhvr>
                                    </p:animMotion>
                                  </p:childTnLst>
                                </p:cTn>
                              </p:par>
                              <p:set>
                                <p:cBhvr>
                                  <p:cTn id="6162" dur="1" fill="hold">
                                    <p:stCondLst>
                                      <p:cond evt="end">
                                        <p:tn val="6160"/>
                                      </p:cond>
                                    </p:stCondLst>
                                  </p:cTn>
                                  <p:tgtEl>
                                    <p:spTgt spid="2177"/>
                                  </p:tgtEl>
                                  <p:attrNameLst>
                                    <p:attrName>style.visibility</p:attrName>
                                  </p:attrNameLst>
                                </p:cBhvr>
                                <p:to>
                                  <p:strVal val="hidden"/>
                                </p:to>
                              </p:set>
                              <p:par>
                                <p:cTn id="6163" nodeType="withEffect" fill="hold" presetClass="path" presetID="0">
                                  <p:stCondLst>
                                    <p:cond delay="0"/>
                                  </p:stCondLst>
                                  <p:childTnLst>
                                    <p:animMotion origin="layout" path="M -0.25 0.01109 L -0.70834 0.01109 E">
                                      <p:cBhvr>
                                        <p:cTn id="6164" dur="500" fill="hold"/>
                                        <p:tgtEl>
                                          <p:spTgt spid="2178"/>
                                        </p:tgtEl>
                                      </p:cBhvr>
                                    </p:animMotion>
                                  </p:childTnLst>
                                </p:cTn>
                              </p:par>
                              <p:set>
                                <p:cBhvr>
                                  <p:cTn id="6165" dur="1" fill="hold">
                                    <p:stCondLst>
                                      <p:cond evt="end">
                                        <p:tn val="6163"/>
                                      </p:cond>
                                    </p:stCondLst>
                                  </p:cTn>
                                  <p:tgtEl>
                                    <p:spTgt spid="2178"/>
                                  </p:tgtEl>
                                  <p:attrNameLst>
                                    <p:attrName>style.visibility</p:attrName>
                                  </p:attrNameLst>
                                </p:cBhvr>
                                <p:to>
                                  <p:strVal val="hidden"/>
                                </p:to>
                              </p:set>
                              <p:par>
                                <p:cTn id="6166" nodeType="withEffect" fill="hold" presetClass="path" presetID="0">
                                  <p:stCondLst>
                                    <p:cond delay="0"/>
                                  </p:stCondLst>
                                  <p:childTnLst>
                                    <p:animMotion origin="layout" path="M -0.25 0.01109 L -0.70834 0.01109 E">
                                      <p:cBhvr>
                                        <p:cTn id="6167" dur="500" fill="hold"/>
                                        <p:tgtEl>
                                          <p:spTgt spid="2179"/>
                                        </p:tgtEl>
                                      </p:cBhvr>
                                    </p:animMotion>
                                  </p:childTnLst>
                                </p:cTn>
                              </p:par>
                              <p:set>
                                <p:cBhvr>
                                  <p:cTn id="6168" dur="1" fill="hold">
                                    <p:stCondLst>
                                      <p:cond evt="end">
                                        <p:tn val="6166"/>
                                      </p:cond>
                                    </p:stCondLst>
                                  </p:cTn>
                                  <p:tgtEl>
                                    <p:spTgt spid="2179"/>
                                  </p:tgtEl>
                                  <p:attrNameLst>
                                    <p:attrName>style.visibility</p:attrName>
                                  </p:attrNameLst>
                                </p:cBhvr>
                                <p:to>
                                  <p:strVal val="hidden"/>
                                </p:to>
                              </p:set>
                            </p:childTnLst>
                          </p:cTn>
                        </p:par>
                        <p:par>
                          <p:cTn id="6169" fill="hold">
                            <p:stCondLst>
                              <p:cond delay="7000"/>
                            </p:stCondLst>
                            <p:childTnLst>
                              <p:par>
                                <p:cTn id="6170" nodeType="afterEffect" fill="hold" presetClass="entr" presetID="1">
                                  <p:stCondLst>
                                    <p:cond delay="0"/>
                                  </p:stCondLst>
                                  <p:childTnLst>
                                    <p:set>
                                      <p:cBhvr>
                                        <p:cTn id="6171" dur="1" fill="hold">
                                          <p:stCondLst>
                                            <p:cond delay="0"/>
                                          </p:stCondLst>
                                        </p:cTn>
                                        <p:tgtEl>
                                          <p:spTgt spid="2184"/>
                                        </p:tgtEl>
                                        <p:attrNameLst>
                                          <p:attrName>style.visibility</p:attrName>
                                        </p:attrNameLst>
                                      </p:cBhvr>
                                      <p:to>
                                        <p:strVal val="visible"/>
                                      </p:to>
                                    </p:set>
                                  </p:childTnLst>
                                </p:cTn>
                              </p:par>
                            </p:childTnLst>
                          </p:cTn>
                        </p:par>
                        <p:par>
                          <p:cTn id="6172" fill="hold">
                            <p:stCondLst>
                              <p:cond delay="7000"/>
                            </p:stCondLst>
                            <p:childTnLst>
                              <p:par>
                                <p:cTn id="6173" nodeType="afterEffect" fill="hold" presetClass="exit" presetID="9">
                                  <p:stCondLst>
                                    <p:cond delay="0"/>
                                  </p:stCondLst>
                                  <p:childTnLst>
                                    <p:animEffect filter="dissolve" transition="out">
                                      <p:cBhvr additive="repl">
                                        <p:cTn id="6174" dur="500"/>
                                        <p:tgtEl>
                                          <p:spTgt spid="2184"/>
                                        </p:tgtEl>
                                      </p:cBhvr>
                                    </p:animEffect>
                                    <p:set>
                                      <p:cBhvr>
                                        <p:cTn id="6175" dur="1" fill="hold">
                                          <p:stCondLst>
                                            <p:cond delay="499"/>
                                          </p:stCondLst>
                                        </p:cTn>
                                        <p:tgtEl>
                                          <p:spTgt spid="2184"/>
                                        </p:tgtEl>
                                        <p:attrNameLst>
                                          <p:attrName>style.visibility</p:attrName>
                                        </p:attrNameLst>
                                      </p:cBhvr>
                                      <p:to>
                                        <p:strVal val="hidden"/>
                                      </p:to>
                                    </p:set>
                                  </p:childTnLst>
                                </p:cTn>
                              </p:par>
                            </p:childTnLst>
                          </p:cTn>
                        </p:par>
                        <p:par>
                          <p:cTn id="6176" fill="hold">
                            <p:stCondLst>
                              <p:cond delay="7500"/>
                            </p:stCondLst>
                            <p:childTnLst>
                              <p:par>
                                <p:cTn id="6177" nodeType="afterEffect" fill="hold" presetClass="entr" presetID="27">
                                  <p:stCondLst>
                                    <p:cond delay="0"/>
                                  </p:stCondLst>
                                  <p:iterate type="lt">
                                    <p:tmAbs val="40"/>
                                  </p:iterate>
                                  <p:childTnLst>
                                    <p:set>
                                      <p:cBhvr>
                                        <p:cTn id="6178" dur="1" fill="hold">
                                          <p:stCondLst>
                                            <p:cond delay="0"/>
                                          </p:stCondLst>
                                        </p:cTn>
                                        <p:tgtEl>
                                          <p:spTgt spid="2159"/>
                                        </p:tgtEl>
                                        <p:attrNameLst>
                                          <p:attrName>style.visibility</p:attrName>
                                        </p:attrNameLst>
                                      </p:cBhvr>
                                      <p:to>
                                        <p:strVal val="visible"/>
                                      </p:to>
                                    </p:set>
                                    <p:anim calcmode="discrete" valueType="clr">
                                      <p:cBhvr additive="repl">
                                        <p:cTn id="6179" dur="80"/>
                                        <p:tgtEl>
                                          <p:spTgt spid="2159"/>
                                        </p:tgtEl>
                                        <p:attrNameLst>
                                          <p:attrName>style.color</p:attrName>
                                        </p:attrNameLst>
                                      </p:cBhvr>
                                      <p:tavLst>
                                        <p:tav tm="0">
                                          <p:val>
                                            <p:strVal val="rgb(-103,51,51)"/>
                                          </p:val>
                                        </p:tav>
                                        <p:tav tm="50000">
                                          <p:val>
                                            <p:strVal val="rgb(-103,-103,0)"/>
                                          </p:val>
                                        </p:tav>
                                      </p:tavLst>
                                    </p:anim>
                                    <p:anim calcmode="discrete" valueType="clr">
                                      <p:cBhvr additive="repl">
                                        <p:cTn id="6180" dur="80"/>
                                        <p:tgtEl>
                                          <p:spTgt spid="2159"/>
                                        </p:tgtEl>
                                        <p:attrNameLst>
                                          <p:attrName>fillcolor</p:attrName>
                                        </p:attrNameLst>
                                      </p:cBhvr>
                                      <p:tavLst>
                                        <p:tav tm="0">
                                          <p:val>
                                            <p:strVal val="rgb(-103,51,51)"/>
                                          </p:val>
                                        </p:tav>
                                        <p:tav tm="50000">
                                          <p:val>
                                            <p:strVal val="rgb(-103,-103,0)"/>
                                          </p:val>
                                        </p:tav>
                                      </p:tavLst>
                                    </p:anim>
                                    <p:set>
                                      <p:cBhvr>
                                        <p:cTn id="6181" dur="80"/>
                                        <p:tgtEl>
                                          <p:spTgt spid="2159"/>
                                        </p:tgtEl>
                                        <p:attrNameLst>
                                          <p:attrName>fill.type</p:attrName>
                                        </p:attrNameLst>
                                      </p:cBhvr>
                                      <p:to>
                                        <p:strVal val="solid"/>
                                      </p:to>
                                    </p:set>
                                  </p:childTnLst>
                                </p:cTn>
                              </p:par>
                            </p:childTnLst>
                          </p:cTn>
                        </p:par>
                        <p:par>
                          <p:cTn id="6182" fill="hold">
                            <p:stCondLst>
                              <p:cond delay="8060"/>
                            </p:stCondLst>
                            <p:childTnLst>
                              <p:par>
                                <p:cTn id="6183" nodeType="afterEffect" fill="hold" presetClass="exit" presetID="27">
                                  <p:stCondLst>
                                    <p:cond delay="500"/>
                                  </p:stCondLst>
                                  <p:iterate type="lt">
                                    <p:tmAbs val="40"/>
                                  </p:iterate>
                                  <p:childTnLst>
                                    <p:anim calcmode="discrete" valueType="clr">
                                      <p:cBhvr additive="repl">
                                        <p:cTn id="6184" dur="80"/>
                                        <p:tgtEl>
                                          <p:spTgt spid="2159"/>
                                        </p:tgtEl>
                                        <p:attrNameLst>
                                          <p:attrName>style.color</p:attrName>
                                        </p:attrNameLst>
                                      </p:cBhvr>
                                      <p:tavLst>
                                        <p:tav tm="0">
                                          <p:val>
                                            <p:strVal val="rgb(-103,-103,0)"/>
                                          </p:val>
                                        </p:tav>
                                        <p:tav tm="50000">
                                          <p:val>
                                            <p:strVal val="rgb(-103,51,51)"/>
                                          </p:val>
                                        </p:tav>
                                      </p:tavLst>
                                    </p:anim>
                                    <p:anim calcmode="discrete" valueType="clr">
                                      <p:cBhvr additive="repl">
                                        <p:cTn id="6185" dur="80"/>
                                        <p:tgtEl>
                                          <p:spTgt spid="2159"/>
                                        </p:tgtEl>
                                        <p:attrNameLst>
                                          <p:attrName>fillcolor</p:attrName>
                                        </p:attrNameLst>
                                      </p:cBhvr>
                                      <p:tavLst>
                                        <p:tav tm="0">
                                          <p:val>
                                            <p:strVal val="rgb(-103,-103,0)"/>
                                          </p:val>
                                        </p:tav>
                                        <p:tav tm="50000">
                                          <p:val>
                                            <p:strVal val="rgb(-103,51,51)"/>
                                          </p:val>
                                        </p:tav>
                                      </p:tavLst>
                                    </p:anim>
                                    <p:set>
                                      <p:cBhvr>
                                        <p:cTn id="6186" dur="80"/>
                                        <p:tgtEl>
                                          <p:spTgt spid="2159"/>
                                        </p:tgtEl>
                                        <p:attrNameLst>
                                          <p:attrName>fill.type</p:attrName>
                                        </p:attrNameLst>
                                      </p:cBhvr>
                                      <p:to>
                                        <p:strVal val="solid"/>
                                      </p:to>
                                    </p:set>
                                    <p:set>
                                      <p:cBhvr>
                                        <p:cTn id="6187" dur="1" fill="hold">
                                          <p:stCondLst>
                                            <p:cond delay="79"/>
                                          </p:stCondLst>
                                        </p:cTn>
                                        <p:tgtEl>
                                          <p:spTgt spid="2159"/>
                                        </p:tgtEl>
                                        <p:attrNameLst>
                                          <p:attrName>style.visibility</p:attrName>
                                        </p:attrNameLst>
                                      </p:cBhvr>
                                      <p:to>
                                        <p:strVal val="hidden"/>
                                      </p:to>
                                    </p:set>
                                  </p:childTnLst>
                                </p:cTn>
                              </p:par>
                            </p:childTnLst>
                          </p:cTn>
                        </p:par>
                        <p:par>
                          <p:cTn id="6188" fill="hold">
                            <p:stCondLst>
                              <p:cond delay="9120"/>
                            </p:stCondLst>
                            <p:childTnLst>
                              <p:par>
                                <p:cTn id="6189" nodeType="afterEffect" fill="hold" presetClass="entr" presetID="9">
                                  <p:stCondLst>
                                    <p:cond delay="0"/>
                                  </p:stCondLst>
                                  <p:childTnLst>
                                    <p:set>
                                      <p:cBhvr>
                                        <p:cTn id="6190" dur="1" fill="hold">
                                          <p:stCondLst>
                                            <p:cond delay="0"/>
                                          </p:stCondLst>
                                        </p:cTn>
                                        <p:tgtEl>
                                          <p:spTgt spid="2185"/>
                                        </p:tgtEl>
                                        <p:attrNameLst>
                                          <p:attrName>style.visibility</p:attrName>
                                        </p:attrNameLst>
                                      </p:cBhvr>
                                      <p:to>
                                        <p:strVal val="visible"/>
                                      </p:to>
                                    </p:set>
                                    <p:animEffect filter="dissolve" transition="in">
                                      <p:cBhvr additive="repl">
                                        <p:cTn id="6191" dur="500"/>
                                        <p:tgtEl>
                                          <p:spTgt spid="2185"/>
                                        </p:tgtEl>
                                      </p:cBhvr>
                                    </p:animEffect>
                                  </p:childTnLst>
                                </p:cTn>
                              </p:par>
                              <p:par>
                                <p:cTn id="6192" nodeType="withEffect" fill="hold" presetClass="entr" presetID="9">
                                  <p:stCondLst>
                                    <p:cond delay="0"/>
                                  </p:stCondLst>
                                  <p:childTnLst>
                                    <p:set>
                                      <p:cBhvr>
                                        <p:cTn id="6193" dur="1" fill="hold">
                                          <p:stCondLst>
                                            <p:cond delay="0"/>
                                          </p:stCondLst>
                                        </p:cTn>
                                        <p:tgtEl>
                                          <p:spTgt spid="2187"/>
                                        </p:tgtEl>
                                        <p:attrNameLst>
                                          <p:attrName>style.visibility</p:attrName>
                                        </p:attrNameLst>
                                      </p:cBhvr>
                                      <p:to>
                                        <p:strVal val="visible"/>
                                      </p:to>
                                    </p:set>
                                    <p:animEffect filter="dissolve" transition="in">
                                      <p:cBhvr additive="repl">
                                        <p:cTn id="6194" dur="500"/>
                                        <p:tgtEl>
                                          <p:spTgt spid="2187"/>
                                        </p:tgtEl>
                                      </p:cBhvr>
                                    </p:animEffect>
                                  </p:childTnLst>
                                </p:cTn>
                              </p:par>
                              <p:par>
                                <p:cTn id="6195" nodeType="withEffect" fill="hold" presetClass="entr" presetID="9">
                                  <p:stCondLst>
                                    <p:cond delay="0"/>
                                  </p:stCondLst>
                                  <p:childTnLst>
                                    <p:set>
                                      <p:cBhvr>
                                        <p:cTn id="6196" dur="1" fill="hold">
                                          <p:stCondLst>
                                            <p:cond delay="0"/>
                                          </p:stCondLst>
                                        </p:cTn>
                                        <p:tgtEl>
                                          <p:spTgt spid="2188"/>
                                        </p:tgtEl>
                                        <p:attrNameLst>
                                          <p:attrName>style.visibility</p:attrName>
                                        </p:attrNameLst>
                                      </p:cBhvr>
                                      <p:to>
                                        <p:strVal val="visible"/>
                                      </p:to>
                                    </p:set>
                                    <p:animEffect filter="dissolve" transition="in">
                                      <p:cBhvr additive="repl">
                                        <p:cTn id="6197" dur="500"/>
                                        <p:tgtEl>
                                          <p:spTgt spid="2188"/>
                                        </p:tgtEl>
                                      </p:cBhvr>
                                    </p:animEffect>
                                  </p:childTnLst>
                                </p:cTn>
                              </p:par>
                            </p:childTnLst>
                          </p:cTn>
                        </p:par>
                        <p:par>
                          <p:cTn id="6198" fill="hold">
                            <p:stCondLst>
                              <p:cond delay="9620"/>
                            </p:stCondLst>
                            <p:childTnLst>
                              <p:par>
                                <p:cTn id="6199" nodeType="afterEffect" fill="hold" presetClass="entr" presetID="1">
                                  <p:stCondLst>
                                    <p:cond delay="1000"/>
                                  </p:stCondLst>
                                  <p:childTnLst>
                                    <p:set>
                                      <p:cBhvr>
                                        <p:cTn id="6200" dur="1" fill="hold">
                                          <p:stCondLst>
                                            <p:cond delay="0"/>
                                          </p:stCondLst>
                                        </p:cTn>
                                        <p:tgtEl>
                                          <p:spTgt spid="2160"/>
                                        </p:tgtEl>
                                        <p:attrNameLst>
                                          <p:attrName>style.visibility</p:attrName>
                                        </p:attrNameLst>
                                      </p:cBhvr>
                                      <p:to>
                                        <p:strVal val="visible"/>
                                      </p:to>
                                    </p:set>
                                  </p:childTnLst>
                                </p:cTn>
                              </p:par>
                            </p:childTnLst>
                          </p:cTn>
                        </p:par>
                        <p:par>
                          <p:cTn id="6201" fill="hold">
                            <p:stCondLst>
                              <p:cond delay="10620"/>
                            </p:stCondLst>
                            <p:childTnLst>
                              <p:par>
                                <p:cTn id="6202" nodeType="afterEffect" fill="hold" presetClass="entr" presetID="1">
                                  <p:stCondLst>
                                    <p:cond delay="0"/>
                                  </p:stCondLst>
                                  <p:childTnLst>
                                    <p:set>
                                      <p:cBhvr>
                                        <p:cTn id="6203" dur="1" fill="hold">
                                          <p:stCondLst>
                                            <p:cond delay="0"/>
                                          </p:stCondLst>
                                        </p:cTn>
                                        <p:tgtEl>
                                          <p:spTgt spid="2162"/>
                                        </p:tgtEl>
                                        <p:attrNameLst>
                                          <p:attrName>style.visibility</p:attrName>
                                        </p:attrNameLst>
                                      </p:cBhvr>
                                      <p:to>
                                        <p:strVal val="visible"/>
                                      </p:to>
                                    </p:set>
                                  </p:childTnLst>
                                </p:cTn>
                              </p:par>
                            </p:childTnLst>
                          </p:cTn>
                        </p:par>
                        <p:par>
                          <p:cTn id="6204" fill="hold">
                            <p:stCondLst>
                              <p:cond delay="10620"/>
                            </p:stCondLst>
                            <p:childTnLst>
                              <p:par>
                                <p:cTn id="6205" nodeType="afterEffect" fill="hold" presetClass="exit" presetID="1">
                                  <p:stCondLst>
                                    <p:cond delay="3000"/>
                                  </p:stCondLst>
                                  <p:childTnLst>
                                    <p:set>
                                      <p:cBhvr>
                                        <p:cTn id="6206" dur="1" fill="hold">
                                          <p:stCondLst>
                                            <p:cond delay="0"/>
                                          </p:stCondLst>
                                        </p:cTn>
                                        <p:tgtEl>
                                          <p:spTgt spid="2160"/>
                                        </p:tgtEl>
                                        <p:attrNameLst>
                                          <p:attrName>style.visibility</p:attrName>
                                        </p:attrNameLst>
                                      </p:cBhvr>
                                      <p:to>
                                        <p:strVal val="hidden"/>
                                      </p:to>
                                    </p:set>
                                  </p:childTnLst>
                                </p:cTn>
                              </p:par>
                            </p:childTnLst>
                          </p:cTn>
                        </p:par>
                        <p:par>
                          <p:cTn id="6207" fill="hold">
                            <p:stCondLst>
                              <p:cond delay="13620"/>
                            </p:stCondLst>
                            <p:childTnLst>
                              <p:par>
                                <p:cTn id="6208" nodeType="afterEffect" fill="hold" presetClass="exit" presetID="1">
                                  <p:stCondLst>
                                    <p:cond delay="0"/>
                                  </p:stCondLst>
                                  <p:childTnLst>
                                    <p:set>
                                      <p:cBhvr>
                                        <p:cTn id="6209" dur="1" fill="hold">
                                          <p:stCondLst>
                                            <p:cond delay="0"/>
                                          </p:stCondLst>
                                        </p:cTn>
                                        <p:tgtEl>
                                          <p:spTgt spid="2162"/>
                                        </p:tgtEl>
                                        <p:attrNameLst>
                                          <p:attrName>style.visibility</p:attrName>
                                        </p:attrNameLst>
                                      </p:cBhvr>
                                      <p:to>
                                        <p:strVal val="hidden"/>
                                      </p:to>
                                    </p:set>
                                  </p:childTnLst>
                                </p:cTn>
                              </p:par>
                              <p:par>
                                <p:cTn id="6210" nodeType="withEffect" fill="hold" presetClass="entr" presetID="9">
                                  <p:stCondLst>
                                    <p:cond delay="0"/>
                                  </p:stCondLst>
                                  <p:childTnLst>
                                    <p:set>
                                      <p:cBhvr>
                                        <p:cTn id="6211" dur="1" fill="hold">
                                          <p:stCondLst>
                                            <p:cond delay="0"/>
                                          </p:stCondLst>
                                        </p:cTn>
                                        <p:tgtEl>
                                          <p:spTgt spid="2186"/>
                                        </p:tgtEl>
                                        <p:attrNameLst>
                                          <p:attrName>style.visibility</p:attrName>
                                        </p:attrNameLst>
                                      </p:cBhvr>
                                      <p:to>
                                        <p:strVal val="visible"/>
                                      </p:to>
                                    </p:set>
                                    <p:animEffect filter="dissolve" transition="in">
                                      <p:cBhvr additive="repl">
                                        <p:cTn id="6212" dur="500"/>
                                        <p:tgtEl>
                                          <p:spTgt spid="2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189" name="" descr=""/>
          <p:cNvPicPr/>
          <p:nvPr/>
        </p:nvPicPr>
        <p:blipFill>
          <a:blip r:embed="rId1"/>
          <a:stretch/>
        </p:blipFill>
        <p:spPr>
          <a:xfrm>
            <a:off x="0" y="0"/>
            <a:ext cx="9144000" cy="6913440"/>
          </a:xfrm>
          <a:prstGeom prst="rect">
            <a:avLst/>
          </a:prstGeom>
          <a:ln w="0">
            <a:noFill/>
          </a:ln>
        </p:spPr>
      </p:pic>
      <p:pic>
        <p:nvPicPr>
          <p:cNvPr id="2190" name="" descr=""/>
          <p:cNvPicPr/>
          <p:nvPr/>
        </p:nvPicPr>
        <p:blipFill>
          <a:blip r:embed="rId2"/>
          <a:stretch/>
        </p:blipFill>
        <p:spPr>
          <a:xfrm>
            <a:off x="5943600" y="3352680"/>
            <a:ext cx="2933640" cy="1271880"/>
          </a:xfrm>
          <a:prstGeom prst="rect">
            <a:avLst/>
          </a:prstGeom>
          <a:ln w="0">
            <a:noFill/>
          </a:ln>
        </p:spPr>
      </p:pic>
      <p:sp>
        <p:nvSpPr>
          <p:cNvPr id="2191" name=""/>
          <p:cNvSpPr/>
          <p:nvPr/>
        </p:nvSpPr>
        <p:spPr>
          <a:xfrm>
            <a:off x="6019920" y="25909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92" name=""/>
          <p:cNvSpPr/>
          <p:nvPr/>
        </p:nvSpPr>
        <p:spPr>
          <a:xfrm>
            <a:off x="6629400" y="27432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193" name=""/>
          <p:cNvSpPr/>
          <p:nvPr/>
        </p:nvSpPr>
        <p:spPr>
          <a:xfrm>
            <a:off x="1295280" y="205740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0</a:t>
            </a:r>
            <a:endParaRPr b="0" lang="en-US" sz="1800" spc="-1" strike="noStrike">
              <a:solidFill>
                <a:srgbClr val="000000"/>
              </a:solidFill>
              <a:latin typeface="Arial"/>
            </a:endParaRPr>
          </a:p>
        </p:txBody>
      </p:sp>
      <p:sp>
        <p:nvSpPr>
          <p:cNvPr id="2194" name=""/>
          <p:cNvSpPr/>
          <p:nvPr/>
        </p:nvSpPr>
        <p:spPr>
          <a:xfrm>
            <a:off x="1066680" y="1676520"/>
            <a:ext cx="2971800" cy="76176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195" name=""/>
          <p:cNvSpPr/>
          <p:nvPr/>
        </p:nvSpPr>
        <p:spPr>
          <a:xfrm>
            <a:off x="-990720" y="1752480"/>
            <a:ext cx="4572000" cy="8334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debug</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3. Missile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 Shot</a:t>
            </a:r>
            <a:endParaRPr b="0" lang="en-US" sz="1200" spc="-1" strike="noStrike">
              <a:solidFill>
                <a:srgbClr val="000000"/>
              </a:solidFill>
              <a:latin typeface="Arial"/>
            </a:endParaRPr>
          </a:p>
        </p:txBody>
      </p:sp>
      <p:sp>
        <p:nvSpPr>
          <p:cNvPr id="2196" name=""/>
          <p:cNvSpPr/>
          <p:nvPr/>
        </p:nvSpPr>
        <p:spPr>
          <a:xfrm>
            <a:off x="1219320" y="1905120"/>
            <a:ext cx="28191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1…                  </a:t>
            </a:r>
            <a:endParaRPr b="0" lang="en-US" sz="1800" spc="-1" strike="noStrike">
              <a:solidFill>
                <a:srgbClr val="000000"/>
              </a:solidFill>
              <a:latin typeface="Arial"/>
            </a:endParaRPr>
          </a:p>
        </p:txBody>
      </p:sp>
      <p:sp>
        <p:nvSpPr>
          <p:cNvPr id="2197" name=""/>
          <p:cNvSpPr/>
          <p:nvPr/>
        </p:nvSpPr>
        <p:spPr>
          <a:xfrm>
            <a:off x="1447920" y="1828800"/>
            <a:ext cx="2438280" cy="3682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SHIELD RELEASE</a:t>
            </a:r>
            <a:endParaRPr b="0" lang="en-US" sz="1800" spc="-1" strike="noStrike">
              <a:solidFill>
                <a:srgbClr val="000000"/>
              </a:solidFill>
              <a:latin typeface="Arial"/>
            </a:endParaRPr>
          </a:p>
        </p:txBody>
      </p:sp>
      <p:pic>
        <p:nvPicPr>
          <p:cNvPr id="2198" name="" descr=""/>
          <p:cNvPicPr/>
          <p:nvPr/>
        </p:nvPicPr>
        <p:blipFill>
          <a:blip r:embed="rId3"/>
          <a:stretch/>
        </p:blipFill>
        <p:spPr>
          <a:xfrm>
            <a:off x="533520" y="2438280"/>
            <a:ext cx="3352680" cy="2711520"/>
          </a:xfrm>
          <a:prstGeom prst="rect">
            <a:avLst/>
          </a:prstGeom>
          <a:ln w="0">
            <a:noFill/>
          </a:ln>
        </p:spPr>
      </p:pic>
      <p:pic>
        <p:nvPicPr>
          <p:cNvPr id="2199" name="" descr=""/>
          <p:cNvPicPr/>
          <p:nvPr/>
        </p:nvPicPr>
        <p:blipFill>
          <a:blip r:embed="rId4"/>
          <a:stretch/>
        </p:blipFill>
        <p:spPr>
          <a:xfrm>
            <a:off x="609480" y="2514600"/>
            <a:ext cx="3353040" cy="2706840"/>
          </a:xfrm>
          <a:prstGeom prst="rect">
            <a:avLst/>
          </a:prstGeom>
          <a:ln w="0">
            <a:noFill/>
          </a:ln>
        </p:spPr>
      </p:pic>
      <p:sp>
        <p:nvSpPr>
          <p:cNvPr id="2200"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01"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02"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03"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04"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05"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06"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07"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08"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09"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2210" name="" descr=""/>
          <p:cNvPicPr/>
          <p:nvPr/>
        </p:nvPicPr>
        <p:blipFill>
          <a:blip r:embed="rId5"/>
          <a:stretch/>
        </p:blipFill>
        <p:spPr>
          <a:xfrm>
            <a:off x="7086600" y="533520"/>
            <a:ext cx="1819440" cy="2514600"/>
          </a:xfrm>
          <a:prstGeom prst="rect">
            <a:avLst/>
          </a:prstGeom>
          <a:ln w="0">
            <a:noFill/>
          </a:ln>
        </p:spPr>
      </p:pic>
      <p:sp>
        <p:nvSpPr>
          <p:cNvPr id="2211" name=""/>
          <p:cNvSpPr/>
          <p:nvPr/>
        </p:nvSpPr>
        <p:spPr>
          <a:xfrm>
            <a:off x="7772400" y="914400"/>
            <a:ext cx="838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20</a:t>
            </a:r>
            <a:endParaRPr b="0" lang="en-US" sz="1200" spc="-1" strike="noStrike">
              <a:solidFill>
                <a:srgbClr val="000000"/>
              </a:solidFill>
              <a:latin typeface="Arial"/>
            </a:endParaRPr>
          </a:p>
        </p:txBody>
      </p:sp>
      <p:sp>
        <p:nvSpPr>
          <p:cNvPr id="2212" name=""/>
          <p:cNvSpPr/>
          <p:nvPr/>
        </p:nvSpPr>
        <p:spPr>
          <a:xfrm>
            <a:off x="7620120" y="1219320"/>
            <a:ext cx="838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213" name=""/>
          <p:cNvSpPr/>
          <p:nvPr/>
        </p:nvSpPr>
        <p:spPr>
          <a:xfrm>
            <a:off x="7772400" y="91440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214" name=""/>
          <p:cNvSpPr/>
          <p:nvPr/>
        </p:nvSpPr>
        <p:spPr>
          <a:xfrm>
            <a:off x="7162920" y="18288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Tree>
  </p:cSld>
  <p:timing>
    <p:tnLst>
      <p:par>
        <p:cTn id="6213" dur="indefinite" restart="never" nodeType="tmRoot">
          <p:childTnLst>
            <p:seq>
              <p:cTn id="6214" dur="indefinite" nodeType="mainSeq">
                <p:childTnLst>
                  <p:par>
                    <p:cTn id="6215" fill="hold">
                      <p:stCondLst>
                        <p:cond delay="0"/>
                      </p:stCondLst>
                      <p:childTnLst>
                        <p:par>
                          <p:cTn id="6216" fill="hold">
                            <p:stCondLst>
                              <p:cond delay="0"/>
                            </p:stCondLst>
                            <p:childTnLst>
                              <p:par>
                                <p:cTn id="6217" nodeType="afterEffect" fill="hold" presetClass="entr" presetID="1">
                                  <p:stCondLst>
                                    <p:cond delay="500"/>
                                  </p:stCondLst>
                                  <p:childTnLst>
                                    <p:set>
                                      <p:cBhvr>
                                        <p:cTn id="6218" dur="1" fill="hold">
                                          <p:stCondLst>
                                            <p:cond delay="0"/>
                                          </p:stCondLst>
                                        </p:cTn>
                                        <p:tgtEl>
                                          <p:spTgt spid="2191"/>
                                        </p:tgtEl>
                                        <p:attrNameLst>
                                          <p:attrName>style.visibility</p:attrName>
                                        </p:attrNameLst>
                                      </p:cBhvr>
                                      <p:to>
                                        <p:strVal val="visible"/>
                                      </p:to>
                                    </p:set>
                                  </p:childTnLst>
                                </p:cTn>
                              </p:par>
                            </p:childTnLst>
                          </p:cTn>
                        </p:par>
                        <p:par>
                          <p:cTn id="6219" fill="hold">
                            <p:stCondLst>
                              <p:cond delay="500"/>
                            </p:stCondLst>
                            <p:childTnLst>
                              <p:par>
                                <p:cTn id="6220" nodeType="afterEffect" fill="hold" presetClass="exit" presetID="1">
                                  <p:stCondLst>
                                    <p:cond delay="1500"/>
                                  </p:stCondLst>
                                  <p:childTnLst>
                                    <p:set>
                                      <p:cBhvr>
                                        <p:cTn id="6221" dur="1" fill="hold">
                                          <p:stCondLst>
                                            <p:cond delay="0"/>
                                          </p:stCondLst>
                                        </p:cTn>
                                        <p:tgtEl>
                                          <p:spTgt spid="2191"/>
                                        </p:tgtEl>
                                        <p:attrNameLst>
                                          <p:attrName>style.visibility</p:attrName>
                                        </p:attrNameLst>
                                      </p:cBhvr>
                                      <p:to>
                                        <p:strVal val="hidden"/>
                                      </p:to>
                                    </p:set>
                                  </p:childTnLst>
                                </p:cTn>
                              </p:par>
                            </p:childTnLst>
                          </p:cTn>
                        </p:par>
                        <p:par>
                          <p:cTn id="6222" fill="hold">
                            <p:stCondLst>
                              <p:cond delay="2000"/>
                            </p:stCondLst>
                            <p:childTnLst>
                              <p:par>
                                <p:cTn id="6223" nodeType="afterEffect" fill="hold" presetClass="path" presetID="0">
                                  <p:stCondLst>
                                    <p:cond delay="0"/>
                                  </p:stCondLst>
                                  <p:childTnLst>
                                    <p:animMotion origin="layout" path="M -0.30833 -0.02219 L -0.73333 -0.02219 E">
                                      <p:cBhvr>
                                        <p:cTn id="6224" dur="500" fill="hold"/>
                                        <p:tgtEl>
                                          <p:spTgt spid="2200"/>
                                        </p:tgtEl>
                                      </p:cBhvr>
                                    </p:animMotion>
                                  </p:childTnLst>
                                </p:cTn>
                              </p:par>
                              <p:set>
                                <p:cBhvr>
                                  <p:cTn id="6225" dur="1" fill="hold">
                                    <p:stCondLst>
                                      <p:cond evt="end">
                                        <p:tn val="6223"/>
                                      </p:cond>
                                    </p:stCondLst>
                                  </p:cTn>
                                  <p:tgtEl>
                                    <p:spTgt spid="2200"/>
                                  </p:tgtEl>
                                  <p:attrNameLst>
                                    <p:attrName>style.visibility</p:attrName>
                                  </p:attrNameLst>
                                </p:cBhvr>
                                <p:to>
                                  <p:strVal val="hidden"/>
                                </p:to>
                              </p:set>
                              <p:par>
                                <p:cTn id="6226" nodeType="withEffect" fill="hold" presetClass="path" presetID="0">
                                  <p:stCondLst>
                                    <p:cond delay="0"/>
                                  </p:stCondLst>
                                  <p:childTnLst>
                                    <p:animMotion origin="layout" path="M -0.30833 -0.02219 L -0.73333 -0.02219 E">
                                      <p:cBhvr>
                                        <p:cTn id="6227" dur="500" fill="hold"/>
                                        <p:tgtEl>
                                          <p:spTgt spid="2201"/>
                                        </p:tgtEl>
                                      </p:cBhvr>
                                    </p:animMotion>
                                  </p:childTnLst>
                                </p:cTn>
                              </p:par>
                              <p:set>
                                <p:cBhvr>
                                  <p:cTn id="6228" dur="1" fill="hold">
                                    <p:stCondLst>
                                      <p:cond evt="end">
                                        <p:tn val="6226"/>
                                      </p:cond>
                                    </p:stCondLst>
                                  </p:cTn>
                                  <p:tgtEl>
                                    <p:spTgt spid="2201"/>
                                  </p:tgtEl>
                                  <p:attrNameLst>
                                    <p:attrName>style.visibility</p:attrName>
                                  </p:attrNameLst>
                                </p:cBhvr>
                                <p:to>
                                  <p:strVal val="hidden"/>
                                </p:to>
                              </p:set>
                            </p:childTnLst>
                          </p:cTn>
                        </p:par>
                        <p:par>
                          <p:cTn id="6229" fill="hold">
                            <p:stCondLst>
                              <p:cond delay="2500"/>
                            </p:stCondLst>
                            <p:childTnLst>
                              <p:par>
                                <p:cTn id="6230" nodeType="afterEffect" fill="hold" presetClass="path" presetID="0">
                                  <p:stCondLst>
                                    <p:cond delay="0"/>
                                  </p:stCondLst>
                                  <p:childTnLst>
                                    <p:animMotion origin="layout" path="M -0.475 -0.02219 L -0.9 -0.02219 E">
                                      <p:cBhvr>
                                        <p:cTn id="6231" dur="500" fill="hold"/>
                                        <p:tgtEl>
                                          <p:spTgt spid="2202"/>
                                        </p:tgtEl>
                                      </p:cBhvr>
                                    </p:animMotion>
                                  </p:childTnLst>
                                </p:cTn>
                              </p:par>
                              <p:set>
                                <p:cBhvr>
                                  <p:cTn id="6232" dur="1" fill="hold">
                                    <p:stCondLst>
                                      <p:cond evt="end">
                                        <p:tn val="6230"/>
                                      </p:cond>
                                    </p:stCondLst>
                                  </p:cTn>
                                  <p:tgtEl>
                                    <p:spTgt spid="2202"/>
                                  </p:tgtEl>
                                  <p:attrNameLst>
                                    <p:attrName>style.visibility</p:attrName>
                                  </p:attrNameLst>
                                </p:cBhvr>
                                <p:to>
                                  <p:strVal val="hidden"/>
                                </p:to>
                              </p:set>
                              <p:par>
                                <p:cTn id="6233" nodeType="withEffect" fill="hold" presetClass="path" presetID="0">
                                  <p:stCondLst>
                                    <p:cond delay="0"/>
                                  </p:stCondLst>
                                  <p:childTnLst>
                                    <p:animMotion origin="layout" path="M -0.475 -0.02219 L -0.9 -0.02219 E">
                                      <p:cBhvr>
                                        <p:cTn id="6234" dur="500" fill="hold"/>
                                        <p:tgtEl>
                                          <p:spTgt spid="2203"/>
                                        </p:tgtEl>
                                      </p:cBhvr>
                                    </p:animMotion>
                                  </p:childTnLst>
                                </p:cTn>
                              </p:par>
                              <p:set>
                                <p:cBhvr>
                                  <p:cTn id="6235" dur="1" fill="hold">
                                    <p:stCondLst>
                                      <p:cond evt="end">
                                        <p:tn val="6233"/>
                                      </p:cond>
                                    </p:stCondLst>
                                  </p:cTn>
                                  <p:tgtEl>
                                    <p:spTgt spid="2203"/>
                                  </p:tgtEl>
                                  <p:attrNameLst>
                                    <p:attrName>style.visibility</p:attrName>
                                  </p:attrNameLst>
                                </p:cBhvr>
                                <p:to>
                                  <p:strVal val="hidden"/>
                                </p:to>
                              </p:set>
                            </p:childTnLst>
                          </p:cTn>
                        </p:par>
                        <p:par>
                          <p:cTn id="6236" fill="hold">
                            <p:stCondLst>
                              <p:cond delay="3000"/>
                            </p:stCondLst>
                            <p:childTnLst>
                              <p:par>
                                <p:cTn id="6237" nodeType="afterEffect" fill="hold" presetClass="path" presetID="0">
                                  <p:stCondLst>
                                    <p:cond delay="0"/>
                                  </p:stCondLst>
                                  <p:childTnLst>
                                    <p:animMotion origin="layout" path="M -0.30833 -0.02219 L -0.73333 -0.02219 E">
                                      <p:cBhvr>
                                        <p:cTn id="6238" dur="500" fill="hold"/>
                                        <p:tgtEl>
                                          <p:spTgt spid="2204"/>
                                        </p:tgtEl>
                                      </p:cBhvr>
                                    </p:animMotion>
                                  </p:childTnLst>
                                </p:cTn>
                              </p:par>
                              <p:set>
                                <p:cBhvr>
                                  <p:cTn id="6239" dur="1" fill="hold">
                                    <p:stCondLst>
                                      <p:cond evt="end">
                                        <p:tn val="6237"/>
                                      </p:cond>
                                    </p:stCondLst>
                                  </p:cTn>
                                  <p:tgtEl>
                                    <p:spTgt spid="2204"/>
                                  </p:tgtEl>
                                  <p:attrNameLst>
                                    <p:attrName>style.visibility</p:attrName>
                                  </p:attrNameLst>
                                </p:cBhvr>
                                <p:to>
                                  <p:strVal val="hidden"/>
                                </p:to>
                              </p:set>
                              <p:par>
                                <p:cTn id="6240" nodeType="withEffect" fill="hold" presetClass="path" presetID="0">
                                  <p:stCondLst>
                                    <p:cond delay="0"/>
                                  </p:stCondLst>
                                  <p:childTnLst>
                                    <p:animMotion origin="layout" path="M -0.30833 -0.02219 L -0.73333 -0.02219 E">
                                      <p:cBhvr>
                                        <p:cTn id="6241" dur="500" fill="hold"/>
                                        <p:tgtEl>
                                          <p:spTgt spid="2205"/>
                                        </p:tgtEl>
                                      </p:cBhvr>
                                    </p:animMotion>
                                  </p:childTnLst>
                                </p:cTn>
                              </p:par>
                              <p:set>
                                <p:cBhvr>
                                  <p:cTn id="6242" dur="1" fill="hold">
                                    <p:stCondLst>
                                      <p:cond evt="end">
                                        <p:tn val="6240"/>
                                      </p:cond>
                                    </p:stCondLst>
                                  </p:cTn>
                                  <p:tgtEl>
                                    <p:spTgt spid="2205"/>
                                  </p:tgtEl>
                                  <p:attrNameLst>
                                    <p:attrName>style.visibility</p:attrName>
                                  </p:attrNameLst>
                                </p:cBhvr>
                                <p:to>
                                  <p:strVal val="hidden"/>
                                </p:to>
                              </p:set>
                            </p:childTnLst>
                          </p:cTn>
                        </p:par>
                        <p:par>
                          <p:cTn id="6243" fill="hold">
                            <p:stCondLst>
                              <p:cond delay="3500"/>
                            </p:stCondLst>
                            <p:childTnLst>
                              <p:par>
                                <p:cTn id="6244" nodeType="afterEffect" fill="hold" presetClass="path" presetID="0">
                                  <p:stCondLst>
                                    <p:cond delay="0"/>
                                  </p:stCondLst>
                                  <p:childTnLst>
                                    <p:animMotion origin="layout" path="M -0.3 -0.02219 L -0.73333 -0.02219 E">
                                      <p:cBhvr>
                                        <p:cTn id="6245" dur="500" fill="hold"/>
                                        <p:tgtEl>
                                          <p:spTgt spid="2206"/>
                                        </p:tgtEl>
                                      </p:cBhvr>
                                    </p:animMotion>
                                  </p:childTnLst>
                                </p:cTn>
                              </p:par>
                              <p:set>
                                <p:cBhvr>
                                  <p:cTn id="6246" dur="1" fill="hold">
                                    <p:stCondLst>
                                      <p:cond evt="end">
                                        <p:tn val="6244"/>
                                      </p:cond>
                                    </p:stCondLst>
                                  </p:cTn>
                                  <p:tgtEl>
                                    <p:spTgt spid="2206"/>
                                  </p:tgtEl>
                                  <p:attrNameLst>
                                    <p:attrName>style.visibility</p:attrName>
                                  </p:attrNameLst>
                                </p:cBhvr>
                                <p:to>
                                  <p:strVal val="hidden"/>
                                </p:to>
                              </p:set>
                              <p:par>
                                <p:cTn id="6247" nodeType="withEffect" fill="hold" presetClass="path" presetID="0">
                                  <p:stCondLst>
                                    <p:cond delay="0"/>
                                  </p:stCondLst>
                                  <p:childTnLst>
                                    <p:animMotion origin="layout" path="M -0.3 -0.02219 L -0.73333 -0.02219 E">
                                      <p:cBhvr>
                                        <p:cTn id="6248" dur="500" fill="hold"/>
                                        <p:tgtEl>
                                          <p:spTgt spid="2207"/>
                                        </p:tgtEl>
                                      </p:cBhvr>
                                    </p:animMotion>
                                  </p:childTnLst>
                                </p:cTn>
                              </p:par>
                              <p:set>
                                <p:cBhvr>
                                  <p:cTn id="6249" dur="1" fill="hold">
                                    <p:stCondLst>
                                      <p:cond evt="end">
                                        <p:tn val="6247"/>
                                      </p:cond>
                                    </p:stCondLst>
                                  </p:cTn>
                                  <p:tgtEl>
                                    <p:spTgt spid="2207"/>
                                  </p:tgtEl>
                                  <p:attrNameLst>
                                    <p:attrName>style.visibility</p:attrName>
                                  </p:attrNameLst>
                                </p:cBhvr>
                                <p:to>
                                  <p:strVal val="hidden"/>
                                </p:to>
                              </p:set>
                            </p:childTnLst>
                          </p:cTn>
                        </p:par>
                        <p:par>
                          <p:cTn id="6250" fill="hold">
                            <p:stCondLst>
                              <p:cond delay="4000"/>
                            </p:stCondLst>
                            <p:childTnLst>
                              <p:par>
                                <p:cTn id="6251" nodeType="afterEffect" fill="hold" presetClass="path" presetID="0">
                                  <p:stCondLst>
                                    <p:cond delay="0"/>
                                  </p:stCondLst>
                                  <p:childTnLst>
                                    <p:animMotion origin="layout" path="M -0.30833 -0.02219 L -0.73333 -0.02219 E">
                                      <p:cBhvr>
                                        <p:cTn id="6252" dur="500" fill="hold"/>
                                        <p:tgtEl>
                                          <p:spTgt spid="2208"/>
                                        </p:tgtEl>
                                      </p:cBhvr>
                                    </p:animMotion>
                                  </p:childTnLst>
                                </p:cTn>
                              </p:par>
                              <p:set>
                                <p:cBhvr>
                                  <p:cTn id="6253" dur="1" fill="hold">
                                    <p:stCondLst>
                                      <p:cond evt="end">
                                        <p:tn val="6251"/>
                                      </p:cond>
                                    </p:stCondLst>
                                  </p:cTn>
                                  <p:tgtEl>
                                    <p:spTgt spid="2208"/>
                                  </p:tgtEl>
                                  <p:attrNameLst>
                                    <p:attrName>style.visibility</p:attrName>
                                  </p:attrNameLst>
                                </p:cBhvr>
                                <p:to>
                                  <p:strVal val="hidden"/>
                                </p:to>
                              </p:set>
                              <p:par>
                                <p:cTn id="6254" nodeType="withEffect" fill="hold" presetClass="path" presetID="0">
                                  <p:stCondLst>
                                    <p:cond delay="0"/>
                                  </p:stCondLst>
                                  <p:childTnLst>
                                    <p:animMotion origin="layout" path="M -0.30833 -0.02219 L -0.73333 -0.02219 E">
                                      <p:cBhvr>
                                        <p:cTn id="6255" dur="500" fill="hold"/>
                                        <p:tgtEl>
                                          <p:spTgt spid="2209"/>
                                        </p:tgtEl>
                                      </p:cBhvr>
                                    </p:animMotion>
                                  </p:childTnLst>
                                </p:cTn>
                              </p:par>
                              <p:set>
                                <p:cBhvr>
                                  <p:cTn id="6256" dur="1" fill="hold">
                                    <p:stCondLst>
                                      <p:cond evt="end">
                                        <p:tn val="6254"/>
                                      </p:cond>
                                    </p:stCondLst>
                                  </p:cTn>
                                  <p:tgtEl>
                                    <p:spTgt spid="2209"/>
                                  </p:tgtEl>
                                  <p:attrNameLst>
                                    <p:attrName>style.visibility</p:attrName>
                                  </p:attrNameLst>
                                </p:cBhvr>
                                <p:to>
                                  <p:strVal val="hidden"/>
                                </p:to>
                              </p:set>
                            </p:childTnLst>
                          </p:cTn>
                        </p:par>
                        <p:par>
                          <p:cTn id="6257" fill="hold">
                            <p:stCondLst>
                              <p:cond delay="4500"/>
                            </p:stCondLst>
                            <p:childTnLst>
                              <p:par>
                                <p:cTn id="6258" nodeType="afterEffect" fill="hold" presetClass="entr" presetID="27">
                                  <p:stCondLst>
                                    <p:cond delay="0"/>
                                  </p:stCondLst>
                                  <p:iterate type="lt">
                                    <p:tmAbs val="40"/>
                                  </p:iterate>
                                  <p:childTnLst>
                                    <p:set>
                                      <p:cBhvr>
                                        <p:cTn id="6259" dur="1" fill="hold">
                                          <p:stCondLst>
                                            <p:cond delay="0"/>
                                          </p:stCondLst>
                                        </p:cTn>
                                        <p:tgtEl>
                                          <p:spTgt spid="2193"/>
                                        </p:tgtEl>
                                        <p:attrNameLst>
                                          <p:attrName>style.visibility</p:attrName>
                                        </p:attrNameLst>
                                      </p:cBhvr>
                                      <p:to>
                                        <p:strVal val="visible"/>
                                      </p:to>
                                    </p:set>
                                    <p:anim calcmode="discrete" valueType="clr">
                                      <p:cBhvr additive="repl">
                                        <p:cTn id="6260" dur="80"/>
                                        <p:tgtEl>
                                          <p:spTgt spid="2193"/>
                                        </p:tgtEl>
                                        <p:attrNameLst>
                                          <p:attrName>style.color</p:attrName>
                                        </p:attrNameLst>
                                      </p:cBhvr>
                                      <p:tavLst>
                                        <p:tav tm="0">
                                          <p:val>
                                            <p:strVal val="rgb(-103,51,51)"/>
                                          </p:val>
                                        </p:tav>
                                        <p:tav tm="50000">
                                          <p:val>
                                            <p:strVal val="rgb(-103,-103,0)"/>
                                          </p:val>
                                        </p:tav>
                                      </p:tavLst>
                                    </p:anim>
                                    <p:anim calcmode="discrete" valueType="clr">
                                      <p:cBhvr additive="repl">
                                        <p:cTn id="6261" dur="80"/>
                                        <p:tgtEl>
                                          <p:spTgt spid="2193"/>
                                        </p:tgtEl>
                                        <p:attrNameLst>
                                          <p:attrName>fillcolor</p:attrName>
                                        </p:attrNameLst>
                                      </p:cBhvr>
                                      <p:tavLst>
                                        <p:tav tm="0">
                                          <p:val>
                                            <p:strVal val="rgb(-103,51,51)"/>
                                          </p:val>
                                        </p:tav>
                                        <p:tav tm="50000">
                                          <p:val>
                                            <p:strVal val="rgb(-103,-103,0)"/>
                                          </p:val>
                                        </p:tav>
                                      </p:tavLst>
                                    </p:anim>
                                    <p:set>
                                      <p:cBhvr>
                                        <p:cTn id="6262" dur="80"/>
                                        <p:tgtEl>
                                          <p:spTgt spid="2193"/>
                                        </p:tgtEl>
                                        <p:attrNameLst>
                                          <p:attrName>fill.type</p:attrName>
                                        </p:attrNameLst>
                                      </p:cBhvr>
                                      <p:to>
                                        <p:strVal val="solid"/>
                                      </p:to>
                                    </p:set>
                                  </p:childTnLst>
                                </p:cTn>
                              </p:par>
                            </p:childTnLst>
                          </p:cTn>
                        </p:par>
                        <p:par>
                          <p:cTn id="6263" fill="hold">
                            <p:stCondLst>
                              <p:cond delay="5060"/>
                            </p:stCondLst>
                            <p:childTnLst>
                              <p:par>
                                <p:cTn id="6264" nodeType="afterEffect" fill="hold" presetClass="exit" presetID="27">
                                  <p:stCondLst>
                                    <p:cond delay="500"/>
                                  </p:stCondLst>
                                  <p:iterate type="lt">
                                    <p:tmAbs val="40"/>
                                  </p:iterate>
                                  <p:childTnLst>
                                    <p:anim calcmode="discrete" valueType="clr">
                                      <p:cBhvr additive="repl">
                                        <p:cTn id="6265" dur="80"/>
                                        <p:tgtEl>
                                          <p:spTgt spid="2193"/>
                                        </p:tgtEl>
                                        <p:attrNameLst>
                                          <p:attrName>style.color</p:attrName>
                                        </p:attrNameLst>
                                      </p:cBhvr>
                                      <p:tavLst>
                                        <p:tav tm="0">
                                          <p:val>
                                            <p:strVal val="rgb(-103,-103,0)"/>
                                          </p:val>
                                        </p:tav>
                                        <p:tav tm="50000">
                                          <p:val>
                                            <p:strVal val="rgb(-103,51,51)"/>
                                          </p:val>
                                        </p:tav>
                                      </p:tavLst>
                                    </p:anim>
                                    <p:anim calcmode="discrete" valueType="clr">
                                      <p:cBhvr additive="repl">
                                        <p:cTn id="6266" dur="80"/>
                                        <p:tgtEl>
                                          <p:spTgt spid="2193"/>
                                        </p:tgtEl>
                                        <p:attrNameLst>
                                          <p:attrName>fillcolor</p:attrName>
                                        </p:attrNameLst>
                                      </p:cBhvr>
                                      <p:tavLst>
                                        <p:tav tm="0">
                                          <p:val>
                                            <p:strVal val="rgb(-103,-103,0)"/>
                                          </p:val>
                                        </p:tav>
                                        <p:tav tm="50000">
                                          <p:val>
                                            <p:strVal val="rgb(-103,51,51)"/>
                                          </p:val>
                                        </p:tav>
                                      </p:tavLst>
                                    </p:anim>
                                    <p:set>
                                      <p:cBhvr>
                                        <p:cTn id="6267" dur="80"/>
                                        <p:tgtEl>
                                          <p:spTgt spid="2193"/>
                                        </p:tgtEl>
                                        <p:attrNameLst>
                                          <p:attrName>fill.type</p:attrName>
                                        </p:attrNameLst>
                                      </p:cBhvr>
                                      <p:to>
                                        <p:strVal val="solid"/>
                                      </p:to>
                                    </p:set>
                                    <p:set>
                                      <p:cBhvr>
                                        <p:cTn id="6268" dur="1" fill="hold">
                                          <p:stCondLst>
                                            <p:cond delay="79"/>
                                          </p:stCondLst>
                                        </p:cTn>
                                        <p:tgtEl>
                                          <p:spTgt spid="2193"/>
                                        </p:tgtEl>
                                        <p:attrNameLst>
                                          <p:attrName>style.visibility</p:attrName>
                                        </p:attrNameLst>
                                      </p:cBhvr>
                                      <p:to>
                                        <p:strVal val="hidden"/>
                                      </p:to>
                                    </p:set>
                                  </p:childTnLst>
                                </p:cTn>
                              </p:par>
                            </p:childTnLst>
                          </p:cTn>
                        </p:par>
                        <p:par>
                          <p:cTn id="6269" fill="hold">
                            <p:stCondLst>
                              <p:cond delay="6120"/>
                            </p:stCondLst>
                            <p:childTnLst>
                              <p:par>
                                <p:cTn id="6270" nodeType="afterEffect" fill="hold" presetClass="entr" presetID="9">
                                  <p:stCondLst>
                                    <p:cond delay="0"/>
                                  </p:stCondLst>
                                  <p:childTnLst>
                                    <p:set>
                                      <p:cBhvr>
                                        <p:cTn id="6271" dur="1" fill="hold">
                                          <p:stCondLst>
                                            <p:cond delay="0"/>
                                          </p:stCondLst>
                                        </p:cTn>
                                        <p:tgtEl>
                                          <p:spTgt spid="2210"/>
                                        </p:tgtEl>
                                        <p:attrNameLst>
                                          <p:attrName>style.visibility</p:attrName>
                                        </p:attrNameLst>
                                      </p:cBhvr>
                                      <p:to>
                                        <p:strVal val="visible"/>
                                      </p:to>
                                    </p:set>
                                    <p:animEffect filter="dissolve" transition="in">
                                      <p:cBhvr additive="repl">
                                        <p:cTn id="6272" dur="500"/>
                                        <p:tgtEl>
                                          <p:spTgt spid="2210"/>
                                        </p:tgtEl>
                                      </p:cBhvr>
                                    </p:animEffect>
                                  </p:childTnLst>
                                </p:cTn>
                              </p:par>
                              <p:par>
                                <p:cTn id="6273" nodeType="withEffect" fill="hold" presetClass="entr" presetID="9">
                                  <p:stCondLst>
                                    <p:cond delay="0"/>
                                  </p:stCondLst>
                                  <p:childTnLst>
                                    <p:set>
                                      <p:cBhvr>
                                        <p:cTn id="6274" dur="1" fill="hold">
                                          <p:stCondLst>
                                            <p:cond delay="0"/>
                                          </p:stCondLst>
                                        </p:cTn>
                                        <p:tgtEl>
                                          <p:spTgt spid="2211"/>
                                        </p:tgtEl>
                                        <p:attrNameLst>
                                          <p:attrName>style.visibility</p:attrName>
                                        </p:attrNameLst>
                                      </p:cBhvr>
                                      <p:to>
                                        <p:strVal val="visible"/>
                                      </p:to>
                                    </p:set>
                                    <p:animEffect filter="dissolve" transition="in">
                                      <p:cBhvr additive="repl">
                                        <p:cTn id="6275" dur="500"/>
                                        <p:tgtEl>
                                          <p:spTgt spid="2211"/>
                                        </p:tgtEl>
                                      </p:cBhvr>
                                    </p:animEffect>
                                  </p:childTnLst>
                                </p:cTn>
                              </p:par>
                              <p:par>
                                <p:cTn id="6276" nodeType="withEffect" fill="hold" presetClass="entr" presetID="9">
                                  <p:stCondLst>
                                    <p:cond delay="0"/>
                                  </p:stCondLst>
                                  <p:childTnLst>
                                    <p:set>
                                      <p:cBhvr>
                                        <p:cTn id="6277" dur="1" fill="hold">
                                          <p:stCondLst>
                                            <p:cond delay="0"/>
                                          </p:stCondLst>
                                        </p:cTn>
                                        <p:tgtEl>
                                          <p:spTgt spid="2212"/>
                                        </p:tgtEl>
                                        <p:attrNameLst>
                                          <p:attrName>style.visibility</p:attrName>
                                        </p:attrNameLst>
                                      </p:cBhvr>
                                      <p:to>
                                        <p:strVal val="visible"/>
                                      </p:to>
                                    </p:set>
                                    <p:animEffect filter="dissolve" transition="in">
                                      <p:cBhvr additive="repl">
                                        <p:cTn id="6278" dur="500"/>
                                        <p:tgtEl>
                                          <p:spTgt spid="2212"/>
                                        </p:tgtEl>
                                      </p:cBhvr>
                                    </p:animEffect>
                                  </p:childTnLst>
                                </p:cTn>
                              </p:par>
                              <p:par>
                                <p:cTn id="6279" nodeType="withEffect" fill="hold" presetClass="entr" presetID="9">
                                  <p:stCondLst>
                                    <p:cond delay="0"/>
                                  </p:stCondLst>
                                  <p:childTnLst>
                                    <p:set>
                                      <p:cBhvr>
                                        <p:cTn id="6280" dur="1" fill="hold">
                                          <p:stCondLst>
                                            <p:cond delay="0"/>
                                          </p:stCondLst>
                                        </p:cTn>
                                        <p:tgtEl>
                                          <p:spTgt spid="2213"/>
                                        </p:tgtEl>
                                        <p:attrNameLst>
                                          <p:attrName>style.visibility</p:attrName>
                                        </p:attrNameLst>
                                      </p:cBhvr>
                                      <p:to>
                                        <p:strVal val="visible"/>
                                      </p:to>
                                    </p:set>
                                    <p:animEffect filter="dissolve" transition="in">
                                      <p:cBhvr additive="repl">
                                        <p:cTn id="6281" dur="500"/>
                                        <p:tgtEl>
                                          <p:spTgt spid="2213"/>
                                        </p:tgtEl>
                                      </p:cBhvr>
                                    </p:animEffect>
                                  </p:childTnLst>
                                </p:cTn>
                              </p:par>
                            </p:childTnLst>
                          </p:cTn>
                        </p:par>
                        <p:par>
                          <p:cTn id="6282" fill="hold">
                            <p:stCondLst>
                              <p:cond delay="6620"/>
                            </p:stCondLst>
                            <p:childTnLst>
                              <p:par>
                                <p:cTn id="6283" nodeType="afterEffect" fill="hold" presetClass="entr" presetID="1">
                                  <p:stCondLst>
                                    <p:cond delay="0"/>
                                  </p:stCondLst>
                                  <p:childTnLst>
                                    <p:set>
                                      <p:cBhvr>
                                        <p:cTn id="6284" dur="1" fill="hold">
                                          <p:stCondLst>
                                            <p:cond delay="0"/>
                                          </p:stCondLst>
                                        </p:cTn>
                                        <p:tgtEl>
                                          <p:spTgt spid="2213"/>
                                        </p:tgtEl>
                                        <p:attrNameLst>
                                          <p:attrName>style.visibility</p:attrName>
                                        </p:attrNameLst>
                                      </p:cBhvr>
                                      <p:to>
                                        <p:strVal val="visible"/>
                                      </p:to>
                                    </p:set>
                                  </p:childTnLst>
                                </p:cTn>
                              </p:par>
                            </p:childTnLst>
                          </p:cTn>
                        </p:par>
                        <p:par>
                          <p:cTn id="6285" fill="hold">
                            <p:stCondLst>
                              <p:cond delay="6620"/>
                            </p:stCondLst>
                            <p:childTnLst>
                              <p:par>
                                <p:cTn id="6286" nodeType="afterEffect" fill="hold" presetClass="entr" presetID="1">
                                  <p:stCondLst>
                                    <p:cond delay="1000"/>
                                  </p:stCondLst>
                                  <p:childTnLst>
                                    <p:set>
                                      <p:cBhvr>
                                        <p:cTn id="6287" dur="1" fill="hold">
                                          <p:stCondLst>
                                            <p:cond delay="0"/>
                                          </p:stCondLst>
                                        </p:cTn>
                                        <p:tgtEl>
                                          <p:spTgt spid="2194"/>
                                        </p:tgtEl>
                                        <p:attrNameLst>
                                          <p:attrName>style.visibility</p:attrName>
                                        </p:attrNameLst>
                                      </p:cBhvr>
                                      <p:to>
                                        <p:strVal val="visible"/>
                                      </p:to>
                                    </p:set>
                                  </p:childTnLst>
                                </p:cTn>
                              </p:par>
                            </p:childTnLst>
                          </p:cTn>
                        </p:par>
                        <p:par>
                          <p:cTn id="6288" fill="hold">
                            <p:stCondLst>
                              <p:cond delay="7620"/>
                            </p:stCondLst>
                            <p:childTnLst>
                              <p:par>
                                <p:cTn id="6289" nodeType="afterEffect" fill="hold" presetClass="entr" presetID="1">
                                  <p:stCondLst>
                                    <p:cond delay="0"/>
                                  </p:stCondLst>
                                  <p:childTnLst>
                                    <p:set>
                                      <p:cBhvr>
                                        <p:cTn id="6290" dur="1" fill="hold">
                                          <p:stCondLst>
                                            <p:cond delay="0"/>
                                          </p:stCondLst>
                                        </p:cTn>
                                        <p:tgtEl>
                                          <p:spTgt spid="2196"/>
                                        </p:tgtEl>
                                        <p:attrNameLst>
                                          <p:attrName>style.visibility</p:attrName>
                                        </p:attrNameLst>
                                      </p:cBhvr>
                                      <p:to>
                                        <p:strVal val="visible"/>
                                      </p:to>
                                    </p:set>
                                  </p:childTnLst>
                                </p:cTn>
                              </p:par>
                            </p:childTnLst>
                          </p:cTn>
                        </p:par>
                        <p:par>
                          <p:cTn id="6291" fill="hold">
                            <p:stCondLst>
                              <p:cond delay="7620"/>
                            </p:stCondLst>
                            <p:childTnLst>
                              <p:par>
                                <p:cTn id="6292" nodeType="afterEffect" fill="hold" presetClass="entr" presetID="1">
                                  <p:stCondLst>
                                    <p:cond delay="3000"/>
                                  </p:stCondLst>
                                  <p:childTnLst>
                                    <p:set>
                                      <p:cBhvr>
                                        <p:cTn id="6293" dur="1" fill="hold">
                                          <p:stCondLst>
                                            <p:cond delay="0"/>
                                          </p:stCondLst>
                                        </p:cTn>
                                        <p:tgtEl>
                                          <p:spTgt spid="2197"/>
                                        </p:tgtEl>
                                        <p:attrNameLst>
                                          <p:attrName>style.visibility</p:attrName>
                                        </p:attrNameLst>
                                      </p:cBhvr>
                                      <p:to>
                                        <p:strVal val="visible"/>
                                      </p:to>
                                    </p:set>
                                  </p:childTnLst>
                                </p:cTn>
                              </p:par>
                              <p:par>
                                <p:cTn id="6294" nodeType="withEffect" fill="hold" presetClass="exit" presetID="8" presetSubtype="16">
                                  <p:stCondLst>
                                    <p:cond delay="2500"/>
                                  </p:stCondLst>
                                  <p:childTnLst>
                                    <p:animEffect filter="diamond(in)" transition="out">
                                      <p:cBhvr additive="repl">
                                        <p:cTn id="6295" dur="2000"/>
                                        <p:tgtEl>
                                          <p:spTgt spid="2199"/>
                                        </p:tgtEl>
                                      </p:cBhvr>
                                    </p:animEffect>
                                    <p:set>
                                      <p:cBhvr>
                                        <p:cTn id="6296" dur="1" fill="hold">
                                          <p:stCondLst>
                                            <p:cond delay="1999"/>
                                          </p:stCondLst>
                                        </p:cTn>
                                        <p:tgtEl>
                                          <p:spTgt spid="2199"/>
                                        </p:tgtEl>
                                        <p:attrNameLst>
                                          <p:attrName>style.visibility</p:attrName>
                                        </p:attrNameLst>
                                      </p:cBhvr>
                                      <p:to>
                                        <p:strVal val="hidden"/>
                                      </p:to>
                                    </p:set>
                                  </p:childTnLst>
                                </p:cTn>
                              </p:par>
                            </p:childTnLst>
                          </p:cTn>
                        </p:par>
                        <p:par>
                          <p:cTn id="6297" fill="hold">
                            <p:stCondLst>
                              <p:cond delay="12120"/>
                            </p:stCondLst>
                            <p:childTnLst>
                              <p:par>
                                <p:cTn id="6298" nodeType="afterEffect" fill="hold" presetClass="exit" presetID="1">
                                  <p:stCondLst>
                                    <p:cond delay="3000"/>
                                  </p:stCondLst>
                                  <p:childTnLst>
                                    <p:set>
                                      <p:cBhvr>
                                        <p:cTn id="6299" dur="1" fill="hold">
                                          <p:stCondLst>
                                            <p:cond delay="0"/>
                                          </p:stCondLst>
                                        </p:cTn>
                                        <p:tgtEl>
                                          <p:spTgt spid="2194"/>
                                        </p:tgtEl>
                                        <p:attrNameLst>
                                          <p:attrName>style.visibility</p:attrName>
                                        </p:attrNameLst>
                                      </p:cBhvr>
                                      <p:to>
                                        <p:strVal val="hidden"/>
                                      </p:to>
                                    </p:set>
                                  </p:childTnLst>
                                </p:cTn>
                              </p:par>
                            </p:childTnLst>
                          </p:cTn>
                        </p:par>
                        <p:par>
                          <p:cTn id="6300" fill="hold">
                            <p:stCondLst>
                              <p:cond delay="15120"/>
                            </p:stCondLst>
                            <p:childTnLst>
                              <p:par>
                                <p:cTn id="6301" nodeType="afterEffect" fill="hold" presetClass="exit" presetID="1">
                                  <p:stCondLst>
                                    <p:cond delay="0"/>
                                  </p:stCondLst>
                                  <p:childTnLst>
                                    <p:set>
                                      <p:cBhvr>
                                        <p:cTn id="6302" dur="1" fill="hold">
                                          <p:stCondLst>
                                            <p:cond delay="0"/>
                                          </p:stCondLst>
                                        </p:cTn>
                                        <p:tgtEl>
                                          <p:spTgt spid="2196"/>
                                        </p:tgtEl>
                                        <p:attrNameLst>
                                          <p:attrName>style.visibility</p:attrName>
                                        </p:attrNameLst>
                                      </p:cBhvr>
                                      <p:to>
                                        <p:strVal val="hidden"/>
                                      </p:to>
                                    </p:set>
                                  </p:childTnLst>
                                </p:cTn>
                              </p:par>
                            </p:childTnLst>
                          </p:cTn>
                        </p:par>
                        <p:par>
                          <p:cTn id="6303" fill="hold">
                            <p:stCondLst>
                              <p:cond delay="15120"/>
                            </p:stCondLst>
                            <p:childTnLst>
                              <p:par>
                                <p:cTn id="6304" nodeType="afterEffect" fill="hold" presetClass="exit" presetID="1">
                                  <p:stCondLst>
                                    <p:cond delay="0"/>
                                  </p:stCondLst>
                                  <p:childTnLst>
                                    <p:set>
                                      <p:cBhvr>
                                        <p:cTn id="6305" dur="1" fill="hold">
                                          <p:stCondLst>
                                            <p:cond delay="0"/>
                                          </p:stCondLst>
                                        </p:cTn>
                                        <p:tgtEl>
                                          <p:spTgt spid="2197"/>
                                        </p:tgtEl>
                                        <p:attrNameLst>
                                          <p:attrName>style.visibility</p:attrName>
                                        </p:attrNameLst>
                                      </p:cBhvr>
                                      <p:to>
                                        <p:strVal val="hidden"/>
                                      </p:to>
                                    </p:set>
                                  </p:childTnLst>
                                </p:cTn>
                              </p:par>
                              <p:par>
                                <p:cTn id="6306" nodeType="withEffect" fill="hold" presetClass="entr" presetID="9">
                                  <p:stCondLst>
                                    <p:cond delay="0"/>
                                  </p:stCondLst>
                                  <p:childTnLst>
                                    <p:set>
                                      <p:cBhvr>
                                        <p:cTn id="6307" dur="1" fill="hold">
                                          <p:stCondLst>
                                            <p:cond delay="0"/>
                                          </p:stCondLst>
                                        </p:cTn>
                                        <p:tgtEl>
                                          <p:spTgt spid="2214"/>
                                        </p:tgtEl>
                                        <p:attrNameLst>
                                          <p:attrName>style.visibility</p:attrName>
                                        </p:attrNameLst>
                                      </p:cBhvr>
                                      <p:to>
                                        <p:strVal val="visible"/>
                                      </p:to>
                                    </p:set>
                                    <p:animEffect filter="dissolve" transition="in">
                                      <p:cBhvr additive="repl">
                                        <p:cTn id="6308" dur="500"/>
                                        <p:tgtEl>
                                          <p:spTgt spid="2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15" name="" descr=""/>
          <p:cNvPicPr/>
          <p:nvPr/>
        </p:nvPicPr>
        <p:blipFill>
          <a:blip r:embed="rId1"/>
          <a:stretch/>
        </p:blipFill>
        <p:spPr>
          <a:xfrm>
            <a:off x="0" y="0"/>
            <a:ext cx="9144000" cy="6913440"/>
          </a:xfrm>
          <a:prstGeom prst="rect">
            <a:avLst/>
          </a:prstGeom>
          <a:ln w="0">
            <a:noFill/>
          </a:ln>
        </p:spPr>
      </p:pic>
      <p:pic>
        <p:nvPicPr>
          <p:cNvPr id="2216" name="" descr=""/>
          <p:cNvPicPr/>
          <p:nvPr/>
        </p:nvPicPr>
        <p:blipFill>
          <a:blip r:embed="rId2"/>
          <a:stretch/>
        </p:blipFill>
        <p:spPr>
          <a:xfrm>
            <a:off x="5943600" y="3352680"/>
            <a:ext cx="2933640" cy="1271880"/>
          </a:xfrm>
          <a:prstGeom prst="rect">
            <a:avLst/>
          </a:prstGeom>
          <a:ln w="0">
            <a:noFill/>
          </a:ln>
        </p:spPr>
      </p:pic>
      <p:sp>
        <p:nvSpPr>
          <p:cNvPr id="2217" name=""/>
          <p:cNvSpPr/>
          <p:nvPr/>
        </p:nvSpPr>
        <p:spPr>
          <a:xfrm>
            <a:off x="6019920" y="25909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18" name=""/>
          <p:cNvSpPr/>
          <p:nvPr/>
        </p:nvSpPr>
        <p:spPr>
          <a:xfrm>
            <a:off x="6629400" y="27432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219" name=""/>
          <p:cNvSpPr/>
          <p:nvPr/>
        </p:nvSpPr>
        <p:spPr>
          <a:xfrm>
            <a:off x="1295280" y="205740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cc3300"/>
                </a:solidFill>
                <a:latin typeface="Arial"/>
              </a:rPr>
              <a:t>Hull Damage 10</a:t>
            </a:r>
            <a:endParaRPr b="0" lang="en-US" sz="1800" spc="-1" strike="noStrike">
              <a:solidFill>
                <a:srgbClr val="000000"/>
              </a:solidFill>
              <a:latin typeface="Arial"/>
            </a:endParaRPr>
          </a:p>
        </p:txBody>
      </p:sp>
      <p:sp>
        <p:nvSpPr>
          <p:cNvPr id="2220" name=""/>
          <p:cNvSpPr/>
          <p:nvPr/>
        </p:nvSpPr>
        <p:spPr>
          <a:xfrm>
            <a:off x="1066680" y="1752480"/>
            <a:ext cx="2971800" cy="76212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21" name=""/>
          <p:cNvSpPr/>
          <p:nvPr/>
        </p:nvSpPr>
        <p:spPr>
          <a:xfrm>
            <a:off x="-990720" y="1752480"/>
            <a:ext cx="4572000" cy="1389960"/>
          </a:xfrm>
          <a:prstGeom prst="rect">
            <a:avLst/>
          </a:prstGeom>
          <a:noFill/>
          <a:ln w="0">
            <a:noFill/>
          </a:ln>
        </p:spPr>
        <p:style>
          <a:lnRef idx="0"/>
          <a:fillRef idx="0"/>
          <a:effectRef idx="0"/>
          <a:fontRef idx="minor"/>
        </p:style>
        <p:txBody>
          <a:bodyPr lIns="90000" rIns="90000" tIns="46800" bIns="46800" anchor="t">
            <a:spAutoFit/>
          </a:bodyPr>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debug</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3. Missile</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 Shot</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1. Shot</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DEAD!</a:t>
            </a:r>
            <a:endParaRPr b="0" lang="en-US" sz="1200" spc="-1" strike="noStrike">
              <a:solidFill>
                <a:srgbClr val="000000"/>
              </a:solidFill>
              <a:latin typeface="Arial"/>
            </a:endParaRPr>
          </a:p>
        </p:txBody>
      </p:sp>
      <p:sp>
        <p:nvSpPr>
          <p:cNvPr id="2222" name=""/>
          <p:cNvSpPr/>
          <p:nvPr/>
        </p:nvSpPr>
        <p:spPr>
          <a:xfrm>
            <a:off x="1219320" y="1905120"/>
            <a:ext cx="28191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0…                  </a:t>
            </a:r>
            <a:endParaRPr b="0" lang="en-US" sz="1800" spc="-1" strike="noStrike">
              <a:solidFill>
                <a:srgbClr val="000000"/>
              </a:solidFill>
              <a:latin typeface="Arial"/>
            </a:endParaRPr>
          </a:p>
        </p:txBody>
      </p:sp>
      <p:sp>
        <p:nvSpPr>
          <p:cNvPr id="2223" name=""/>
          <p:cNvSpPr/>
          <p:nvPr/>
        </p:nvSpPr>
        <p:spPr>
          <a:xfrm>
            <a:off x="1447920" y="1981080"/>
            <a:ext cx="2438280" cy="3682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SELF-DESTRUCT</a:t>
            </a:r>
            <a:endParaRPr b="0" lang="en-US" sz="1800" spc="-1" strike="noStrike">
              <a:solidFill>
                <a:srgbClr val="000000"/>
              </a:solidFill>
              <a:latin typeface="Arial"/>
            </a:endParaRPr>
          </a:p>
        </p:txBody>
      </p:sp>
      <p:pic>
        <p:nvPicPr>
          <p:cNvPr id="2224" name="" descr=""/>
          <p:cNvPicPr/>
          <p:nvPr/>
        </p:nvPicPr>
        <p:blipFill>
          <a:blip r:embed="rId3"/>
          <a:stretch/>
        </p:blipFill>
        <p:spPr>
          <a:xfrm>
            <a:off x="533520" y="2438280"/>
            <a:ext cx="3352680" cy="2711520"/>
          </a:xfrm>
          <a:prstGeom prst="rect">
            <a:avLst/>
          </a:prstGeom>
          <a:ln w="0">
            <a:noFill/>
          </a:ln>
        </p:spPr>
      </p:pic>
      <p:sp>
        <p:nvSpPr>
          <p:cNvPr id="2225"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26"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27" name=""/>
          <p:cNvSpPr/>
          <p:nvPr/>
        </p:nvSpPr>
        <p:spPr>
          <a:xfrm>
            <a:off x="109728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28" name=""/>
          <p:cNvSpPr/>
          <p:nvPr/>
        </p:nvSpPr>
        <p:spPr>
          <a:xfrm>
            <a:off x="109728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29"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30"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31"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32"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33" name=""/>
          <p:cNvSpPr/>
          <p:nvPr/>
        </p:nvSpPr>
        <p:spPr>
          <a:xfrm>
            <a:off x="9372600" y="419112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34" name=""/>
          <p:cNvSpPr/>
          <p:nvPr/>
        </p:nvSpPr>
        <p:spPr>
          <a:xfrm>
            <a:off x="9372600" y="42670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235" name=""/>
          <p:cNvSpPr/>
          <p:nvPr/>
        </p:nvSpPr>
        <p:spPr>
          <a:xfrm>
            <a:off x="2362320" y="3276720"/>
            <a:ext cx="1295280" cy="121896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36" name=""/>
          <p:cNvSpPr/>
          <p:nvPr/>
        </p:nvSpPr>
        <p:spPr>
          <a:xfrm>
            <a:off x="1600200" y="2743200"/>
            <a:ext cx="129528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37" name=""/>
          <p:cNvSpPr/>
          <p:nvPr/>
        </p:nvSpPr>
        <p:spPr>
          <a:xfrm>
            <a:off x="1523880" y="3809880"/>
            <a:ext cx="129564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38" name=""/>
          <p:cNvSpPr/>
          <p:nvPr/>
        </p:nvSpPr>
        <p:spPr>
          <a:xfrm>
            <a:off x="5638680" y="3200400"/>
            <a:ext cx="129564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39" name=""/>
          <p:cNvSpPr/>
          <p:nvPr/>
        </p:nvSpPr>
        <p:spPr>
          <a:xfrm>
            <a:off x="6095880" y="3809880"/>
            <a:ext cx="129564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40" name=""/>
          <p:cNvSpPr/>
          <p:nvPr/>
        </p:nvSpPr>
        <p:spPr>
          <a:xfrm>
            <a:off x="6705720" y="3200400"/>
            <a:ext cx="129528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41" name=""/>
          <p:cNvSpPr/>
          <p:nvPr/>
        </p:nvSpPr>
        <p:spPr>
          <a:xfrm>
            <a:off x="7238880" y="3733920"/>
            <a:ext cx="1295640" cy="121896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42" name=""/>
          <p:cNvSpPr/>
          <p:nvPr/>
        </p:nvSpPr>
        <p:spPr>
          <a:xfrm>
            <a:off x="7543800" y="3200400"/>
            <a:ext cx="1295280" cy="121932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43" name=""/>
          <p:cNvSpPr/>
          <p:nvPr/>
        </p:nvSpPr>
        <p:spPr>
          <a:xfrm>
            <a:off x="5562720" y="2438280"/>
            <a:ext cx="2438280" cy="22100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44" name=""/>
          <p:cNvSpPr/>
          <p:nvPr/>
        </p:nvSpPr>
        <p:spPr>
          <a:xfrm>
            <a:off x="6400800" y="2971800"/>
            <a:ext cx="2438280" cy="22096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45" name=""/>
          <p:cNvSpPr/>
          <p:nvPr/>
        </p:nvSpPr>
        <p:spPr>
          <a:xfrm>
            <a:off x="6629400" y="472428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cc3300"/>
                </a:solidFill>
                <a:latin typeface="Arial"/>
              </a:rPr>
              <a:t>Hull damage 30</a:t>
            </a:r>
            <a:endParaRPr b="0" lang="en-US" sz="1800" spc="-1" strike="noStrike">
              <a:solidFill>
                <a:srgbClr val="000000"/>
              </a:solidFill>
              <a:latin typeface="Arial"/>
            </a:endParaRPr>
          </a:p>
        </p:txBody>
      </p:sp>
      <p:pic>
        <p:nvPicPr>
          <p:cNvPr id="2246" name="" descr=""/>
          <p:cNvPicPr/>
          <p:nvPr/>
        </p:nvPicPr>
        <p:blipFill>
          <a:blip r:embed="rId4"/>
          <a:stretch/>
        </p:blipFill>
        <p:spPr>
          <a:xfrm>
            <a:off x="7086600" y="609480"/>
            <a:ext cx="1819440" cy="2514600"/>
          </a:xfrm>
          <a:prstGeom prst="rect">
            <a:avLst/>
          </a:prstGeom>
          <a:ln w="0">
            <a:noFill/>
          </a:ln>
        </p:spPr>
      </p:pic>
      <p:sp>
        <p:nvSpPr>
          <p:cNvPr id="2247" name=""/>
          <p:cNvSpPr/>
          <p:nvPr/>
        </p:nvSpPr>
        <p:spPr>
          <a:xfrm>
            <a:off x="7696080" y="121932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248" name=""/>
          <p:cNvSpPr/>
          <p:nvPr/>
        </p:nvSpPr>
        <p:spPr>
          <a:xfrm>
            <a:off x="7848720" y="91440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10</a:t>
            </a:r>
            <a:endParaRPr b="0" lang="en-US" sz="1200" spc="-1" strike="noStrike">
              <a:solidFill>
                <a:srgbClr val="000000"/>
              </a:solidFill>
              <a:latin typeface="Arial"/>
            </a:endParaRPr>
          </a:p>
        </p:txBody>
      </p:sp>
      <p:sp>
        <p:nvSpPr>
          <p:cNvPr id="2249" name=""/>
          <p:cNvSpPr/>
          <p:nvPr/>
        </p:nvSpPr>
        <p:spPr>
          <a:xfrm>
            <a:off x="7924680" y="914400"/>
            <a:ext cx="38124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250" name=""/>
          <p:cNvSpPr/>
          <p:nvPr/>
        </p:nvSpPr>
        <p:spPr>
          <a:xfrm>
            <a:off x="7696080" y="1219320"/>
            <a:ext cx="83844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0</a:t>
            </a:r>
            <a:endParaRPr b="0" lang="en-US" sz="1200" spc="-1" strike="noStrike">
              <a:solidFill>
                <a:srgbClr val="000000"/>
              </a:solidFill>
              <a:latin typeface="Arial"/>
            </a:endParaRPr>
          </a:p>
        </p:txBody>
      </p:sp>
      <p:sp>
        <p:nvSpPr>
          <p:cNvPr id="2251" name=""/>
          <p:cNvSpPr/>
          <p:nvPr/>
        </p:nvSpPr>
        <p:spPr>
          <a:xfrm>
            <a:off x="-762120" y="5105520"/>
            <a:ext cx="762120" cy="76176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6309" dur="indefinite" restart="never" nodeType="tmRoot">
          <p:childTnLst>
            <p:seq>
              <p:cTn id="6310" dur="indefinite" nodeType="mainSeq">
                <p:childTnLst>
                  <p:par>
                    <p:cTn id="6311" fill="hold">
                      <p:stCondLst>
                        <p:cond delay="0"/>
                      </p:stCondLst>
                      <p:childTnLst>
                        <p:par>
                          <p:cTn id="6312" fill="hold">
                            <p:stCondLst>
                              <p:cond delay="0"/>
                            </p:stCondLst>
                            <p:childTnLst>
                              <p:par>
                                <p:cTn id="6313" nodeType="afterEffect" fill="hold" presetClass="entr" presetID="1">
                                  <p:stCondLst>
                                    <p:cond delay="500"/>
                                  </p:stCondLst>
                                  <p:childTnLst>
                                    <p:set>
                                      <p:cBhvr>
                                        <p:cTn id="6314" dur="1" fill="hold">
                                          <p:stCondLst>
                                            <p:cond delay="0"/>
                                          </p:stCondLst>
                                        </p:cTn>
                                        <p:tgtEl>
                                          <p:spTgt spid="2217"/>
                                        </p:tgtEl>
                                        <p:attrNameLst>
                                          <p:attrName>style.visibility</p:attrName>
                                        </p:attrNameLst>
                                      </p:cBhvr>
                                      <p:to>
                                        <p:strVal val="visible"/>
                                      </p:to>
                                    </p:set>
                                  </p:childTnLst>
                                </p:cTn>
                              </p:par>
                            </p:childTnLst>
                          </p:cTn>
                        </p:par>
                        <p:par>
                          <p:cTn id="6315" fill="hold">
                            <p:stCondLst>
                              <p:cond delay="500"/>
                            </p:stCondLst>
                            <p:childTnLst>
                              <p:par>
                                <p:cTn id="6316" nodeType="afterEffect" fill="hold" presetClass="exit" presetID="1">
                                  <p:stCondLst>
                                    <p:cond delay="1500"/>
                                  </p:stCondLst>
                                  <p:childTnLst>
                                    <p:set>
                                      <p:cBhvr>
                                        <p:cTn id="6317" dur="1" fill="hold">
                                          <p:stCondLst>
                                            <p:cond delay="0"/>
                                          </p:stCondLst>
                                        </p:cTn>
                                        <p:tgtEl>
                                          <p:spTgt spid="2217"/>
                                        </p:tgtEl>
                                        <p:attrNameLst>
                                          <p:attrName>style.visibility</p:attrName>
                                        </p:attrNameLst>
                                      </p:cBhvr>
                                      <p:to>
                                        <p:strVal val="hidden"/>
                                      </p:to>
                                    </p:set>
                                  </p:childTnLst>
                                </p:cTn>
                              </p:par>
                            </p:childTnLst>
                          </p:cTn>
                        </p:par>
                        <p:par>
                          <p:cTn id="6318" fill="hold">
                            <p:stCondLst>
                              <p:cond delay="2000"/>
                            </p:stCondLst>
                            <p:childTnLst>
                              <p:par>
                                <p:cTn id="6319" nodeType="afterEffect" fill="hold" presetClass="path" presetID="0">
                                  <p:stCondLst>
                                    <p:cond delay="0"/>
                                  </p:stCondLst>
                                  <p:childTnLst>
                                    <p:animMotion origin="layout" path="M -0.30833 -0.02219 L -0.73333 -0.02219 E">
                                      <p:cBhvr>
                                        <p:cTn id="6320" dur="500" fill="hold"/>
                                        <p:tgtEl>
                                          <p:spTgt spid="2225"/>
                                        </p:tgtEl>
                                      </p:cBhvr>
                                    </p:animMotion>
                                  </p:childTnLst>
                                </p:cTn>
                              </p:par>
                              <p:set>
                                <p:cBhvr>
                                  <p:cTn id="6321" dur="1" fill="hold">
                                    <p:stCondLst>
                                      <p:cond evt="end">
                                        <p:tn val="6319"/>
                                      </p:cond>
                                    </p:stCondLst>
                                  </p:cTn>
                                  <p:tgtEl>
                                    <p:spTgt spid="2225"/>
                                  </p:tgtEl>
                                  <p:attrNameLst>
                                    <p:attrName>style.visibility</p:attrName>
                                  </p:attrNameLst>
                                </p:cBhvr>
                                <p:to>
                                  <p:strVal val="hidden"/>
                                </p:to>
                              </p:set>
                              <p:par>
                                <p:cTn id="6322" nodeType="withEffect" fill="hold" presetClass="path" presetID="0">
                                  <p:stCondLst>
                                    <p:cond delay="0"/>
                                  </p:stCondLst>
                                  <p:childTnLst>
                                    <p:animMotion origin="layout" path="M -0.30833 -0.02219 L -0.73333 -0.02219 E">
                                      <p:cBhvr>
                                        <p:cTn id="6323" dur="500" fill="hold"/>
                                        <p:tgtEl>
                                          <p:spTgt spid="2226"/>
                                        </p:tgtEl>
                                      </p:cBhvr>
                                    </p:animMotion>
                                  </p:childTnLst>
                                </p:cTn>
                              </p:par>
                              <p:set>
                                <p:cBhvr>
                                  <p:cTn id="6324" dur="1" fill="hold">
                                    <p:stCondLst>
                                      <p:cond evt="end">
                                        <p:tn val="6322"/>
                                      </p:cond>
                                    </p:stCondLst>
                                  </p:cTn>
                                  <p:tgtEl>
                                    <p:spTgt spid="2226"/>
                                  </p:tgtEl>
                                  <p:attrNameLst>
                                    <p:attrName>style.visibility</p:attrName>
                                  </p:attrNameLst>
                                </p:cBhvr>
                                <p:to>
                                  <p:strVal val="hidden"/>
                                </p:to>
                              </p:set>
                            </p:childTnLst>
                          </p:cTn>
                        </p:par>
                        <p:par>
                          <p:cTn id="6325" fill="hold">
                            <p:stCondLst>
                              <p:cond delay="2500"/>
                            </p:stCondLst>
                            <p:childTnLst>
                              <p:par>
                                <p:cTn id="6326" nodeType="afterEffect" fill="hold" presetClass="path" presetID="0">
                                  <p:stCondLst>
                                    <p:cond delay="0"/>
                                  </p:stCondLst>
                                  <p:childTnLst>
                                    <p:animMotion origin="layout" path="M -0.475 -0.02219 L -0.9 -0.02219 E">
                                      <p:cBhvr>
                                        <p:cTn id="6327" dur="500" fill="hold"/>
                                        <p:tgtEl>
                                          <p:spTgt spid="2227"/>
                                        </p:tgtEl>
                                      </p:cBhvr>
                                    </p:animMotion>
                                  </p:childTnLst>
                                </p:cTn>
                              </p:par>
                              <p:set>
                                <p:cBhvr>
                                  <p:cTn id="6328" dur="1" fill="hold">
                                    <p:stCondLst>
                                      <p:cond evt="end">
                                        <p:tn val="6326"/>
                                      </p:cond>
                                    </p:stCondLst>
                                  </p:cTn>
                                  <p:tgtEl>
                                    <p:spTgt spid="2227"/>
                                  </p:tgtEl>
                                  <p:attrNameLst>
                                    <p:attrName>style.visibility</p:attrName>
                                  </p:attrNameLst>
                                </p:cBhvr>
                                <p:to>
                                  <p:strVal val="hidden"/>
                                </p:to>
                              </p:set>
                              <p:par>
                                <p:cTn id="6329" nodeType="withEffect" fill="hold" presetClass="path" presetID="0">
                                  <p:stCondLst>
                                    <p:cond delay="0"/>
                                  </p:stCondLst>
                                  <p:childTnLst>
                                    <p:animMotion origin="layout" path="M -0.475 -0.02219 L -0.9 -0.02219 E">
                                      <p:cBhvr>
                                        <p:cTn id="6330" dur="500" fill="hold"/>
                                        <p:tgtEl>
                                          <p:spTgt spid="2228"/>
                                        </p:tgtEl>
                                      </p:cBhvr>
                                    </p:animMotion>
                                  </p:childTnLst>
                                </p:cTn>
                              </p:par>
                              <p:set>
                                <p:cBhvr>
                                  <p:cTn id="6331" dur="1" fill="hold">
                                    <p:stCondLst>
                                      <p:cond evt="end">
                                        <p:tn val="6329"/>
                                      </p:cond>
                                    </p:stCondLst>
                                  </p:cTn>
                                  <p:tgtEl>
                                    <p:spTgt spid="2228"/>
                                  </p:tgtEl>
                                  <p:attrNameLst>
                                    <p:attrName>style.visibility</p:attrName>
                                  </p:attrNameLst>
                                </p:cBhvr>
                                <p:to>
                                  <p:strVal val="hidden"/>
                                </p:to>
                              </p:set>
                            </p:childTnLst>
                          </p:cTn>
                        </p:par>
                        <p:par>
                          <p:cTn id="6332" fill="hold">
                            <p:stCondLst>
                              <p:cond delay="3000"/>
                            </p:stCondLst>
                            <p:childTnLst>
                              <p:par>
                                <p:cTn id="6333" nodeType="afterEffect" fill="hold" presetClass="path" presetID="0">
                                  <p:stCondLst>
                                    <p:cond delay="0"/>
                                  </p:stCondLst>
                                  <p:childTnLst>
                                    <p:animMotion origin="layout" path="M -0.30833 -0.02219 L -0.73333 -0.02219 E">
                                      <p:cBhvr>
                                        <p:cTn id="6334" dur="500" fill="hold"/>
                                        <p:tgtEl>
                                          <p:spTgt spid="2229"/>
                                        </p:tgtEl>
                                      </p:cBhvr>
                                    </p:animMotion>
                                  </p:childTnLst>
                                </p:cTn>
                              </p:par>
                              <p:set>
                                <p:cBhvr>
                                  <p:cTn id="6335" dur="1" fill="hold">
                                    <p:stCondLst>
                                      <p:cond evt="end">
                                        <p:tn val="6333"/>
                                      </p:cond>
                                    </p:stCondLst>
                                  </p:cTn>
                                  <p:tgtEl>
                                    <p:spTgt spid="2229"/>
                                  </p:tgtEl>
                                  <p:attrNameLst>
                                    <p:attrName>style.visibility</p:attrName>
                                  </p:attrNameLst>
                                </p:cBhvr>
                                <p:to>
                                  <p:strVal val="hidden"/>
                                </p:to>
                              </p:set>
                              <p:par>
                                <p:cTn id="6336" nodeType="withEffect" fill="hold" presetClass="path" presetID="0">
                                  <p:stCondLst>
                                    <p:cond delay="0"/>
                                  </p:stCondLst>
                                  <p:childTnLst>
                                    <p:animMotion origin="layout" path="M -0.30833 -0.02219 L -0.73333 -0.02219 E">
                                      <p:cBhvr>
                                        <p:cTn id="6337" dur="500" fill="hold"/>
                                        <p:tgtEl>
                                          <p:spTgt spid="2230"/>
                                        </p:tgtEl>
                                      </p:cBhvr>
                                    </p:animMotion>
                                  </p:childTnLst>
                                </p:cTn>
                              </p:par>
                              <p:set>
                                <p:cBhvr>
                                  <p:cTn id="6338" dur="1" fill="hold">
                                    <p:stCondLst>
                                      <p:cond evt="end">
                                        <p:tn val="6336"/>
                                      </p:cond>
                                    </p:stCondLst>
                                  </p:cTn>
                                  <p:tgtEl>
                                    <p:spTgt spid="2230"/>
                                  </p:tgtEl>
                                  <p:attrNameLst>
                                    <p:attrName>style.visibility</p:attrName>
                                  </p:attrNameLst>
                                </p:cBhvr>
                                <p:to>
                                  <p:strVal val="hidden"/>
                                </p:to>
                              </p:set>
                            </p:childTnLst>
                          </p:cTn>
                        </p:par>
                        <p:par>
                          <p:cTn id="6339" fill="hold">
                            <p:stCondLst>
                              <p:cond delay="3500"/>
                            </p:stCondLst>
                            <p:childTnLst>
                              <p:par>
                                <p:cTn id="6340" nodeType="afterEffect" fill="hold" presetClass="path" presetID="0">
                                  <p:stCondLst>
                                    <p:cond delay="0"/>
                                  </p:stCondLst>
                                  <p:childTnLst>
                                    <p:animMotion origin="layout" path="M -0.3 -0.02219 L -0.73333 -0.02219 E">
                                      <p:cBhvr>
                                        <p:cTn id="6341" dur="500" fill="hold"/>
                                        <p:tgtEl>
                                          <p:spTgt spid="2231"/>
                                        </p:tgtEl>
                                      </p:cBhvr>
                                    </p:animMotion>
                                  </p:childTnLst>
                                </p:cTn>
                              </p:par>
                              <p:set>
                                <p:cBhvr>
                                  <p:cTn id="6342" dur="1" fill="hold">
                                    <p:stCondLst>
                                      <p:cond evt="end">
                                        <p:tn val="6340"/>
                                      </p:cond>
                                    </p:stCondLst>
                                  </p:cTn>
                                  <p:tgtEl>
                                    <p:spTgt spid="2231"/>
                                  </p:tgtEl>
                                  <p:attrNameLst>
                                    <p:attrName>style.visibility</p:attrName>
                                  </p:attrNameLst>
                                </p:cBhvr>
                                <p:to>
                                  <p:strVal val="hidden"/>
                                </p:to>
                              </p:set>
                              <p:par>
                                <p:cTn id="6343" nodeType="withEffect" fill="hold" presetClass="path" presetID="0">
                                  <p:stCondLst>
                                    <p:cond delay="0"/>
                                  </p:stCondLst>
                                  <p:childTnLst>
                                    <p:animMotion origin="layout" path="M -0.3 -0.02219 L -0.73333 -0.02219 E">
                                      <p:cBhvr>
                                        <p:cTn id="6344" dur="500" fill="hold"/>
                                        <p:tgtEl>
                                          <p:spTgt spid="2232"/>
                                        </p:tgtEl>
                                      </p:cBhvr>
                                    </p:animMotion>
                                  </p:childTnLst>
                                </p:cTn>
                              </p:par>
                              <p:set>
                                <p:cBhvr>
                                  <p:cTn id="6345" dur="1" fill="hold">
                                    <p:stCondLst>
                                      <p:cond evt="end">
                                        <p:tn val="6343"/>
                                      </p:cond>
                                    </p:stCondLst>
                                  </p:cTn>
                                  <p:tgtEl>
                                    <p:spTgt spid="2232"/>
                                  </p:tgtEl>
                                  <p:attrNameLst>
                                    <p:attrName>style.visibility</p:attrName>
                                  </p:attrNameLst>
                                </p:cBhvr>
                                <p:to>
                                  <p:strVal val="hidden"/>
                                </p:to>
                              </p:set>
                            </p:childTnLst>
                          </p:cTn>
                        </p:par>
                        <p:par>
                          <p:cTn id="6346" fill="hold">
                            <p:stCondLst>
                              <p:cond delay="4000"/>
                            </p:stCondLst>
                            <p:childTnLst>
                              <p:par>
                                <p:cTn id="6347" nodeType="afterEffect" fill="hold" presetClass="path" presetID="0">
                                  <p:stCondLst>
                                    <p:cond delay="0"/>
                                  </p:stCondLst>
                                  <p:childTnLst>
                                    <p:animMotion origin="layout" path="M -0.30833 -0.02219 L -0.73333 -0.02219 E">
                                      <p:cBhvr>
                                        <p:cTn id="6348" dur="500" fill="hold"/>
                                        <p:tgtEl>
                                          <p:spTgt spid="2233"/>
                                        </p:tgtEl>
                                      </p:cBhvr>
                                    </p:animMotion>
                                  </p:childTnLst>
                                </p:cTn>
                              </p:par>
                              <p:set>
                                <p:cBhvr>
                                  <p:cTn id="6349" dur="1" fill="hold">
                                    <p:stCondLst>
                                      <p:cond evt="end">
                                        <p:tn val="6347"/>
                                      </p:cond>
                                    </p:stCondLst>
                                  </p:cTn>
                                  <p:tgtEl>
                                    <p:spTgt spid="2233"/>
                                  </p:tgtEl>
                                  <p:attrNameLst>
                                    <p:attrName>style.visibility</p:attrName>
                                  </p:attrNameLst>
                                </p:cBhvr>
                                <p:to>
                                  <p:strVal val="hidden"/>
                                </p:to>
                              </p:set>
                              <p:par>
                                <p:cTn id="6350" nodeType="withEffect" fill="hold" presetClass="path" presetID="0">
                                  <p:stCondLst>
                                    <p:cond delay="0"/>
                                  </p:stCondLst>
                                  <p:childTnLst>
                                    <p:animMotion origin="layout" path="M -0.30833 -0.02219 L -0.73333 -0.02219 E">
                                      <p:cBhvr>
                                        <p:cTn id="6351" dur="500" fill="hold"/>
                                        <p:tgtEl>
                                          <p:spTgt spid="2234"/>
                                        </p:tgtEl>
                                      </p:cBhvr>
                                    </p:animMotion>
                                  </p:childTnLst>
                                </p:cTn>
                              </p:par>
                              <p:set>
                                <p:cBhvr>
                                  <p:cTn id="6352" dur="1" fill="hold">
                                    <p:stCondLst>
                                      <p:cond evt="end">
                                        <p:tn val="6350"/>
                                      </p:cond>
                                    </p:stCondLst>
                                  </p:cTn>
                                  <p:tgtEl>
                                    <p:spTgt spid="2234"/>
                                  </p:tgtEl>
                                  <p:attrNameLst>
                                    <p:attrName>style.visibility</p:attrName>
                                  </p:attrNameLst>
                                </p:cBhvr>
                                <p:to>
                                  <p:strVal val="hidden"/>
                                </p:to>
                              </p:set>
                            </p:childTnLst>
                          </p:cTn>
                        </p:par>
                        <p:par>
                          <p:cTn id="6353" fill="hold">
                            <p:stCondLst>
                              <p:cond delay="4500"/>
                            </p:stCondLst>
                            <p:childTnLst>
                              <p:par>
                                <p:cTn id="6354" nodeType="afterEffect" fill="hold" presetClass="entr" presetID="27">
                                  <p:stCondLst>
                                    <p:cond delay="0"/>
                                  </p:stCondLst>
                                  <p:iterate type="lt">
                                    <p:tmAbs val="40"/>
                                  </p:iterate>
                                  <p:childTnLst>
                                    <p:set>
                                      <p:cBhvr>
                                        <p:cTn id="6355" dur="1" fill="hold">
                                          <p:stCondLst>
                                            <p:cond delay="0"/>
                                          </p:stCondLst>
                                        </p:cTn>
                                        <p:tgtEl>
                                          <p:spTgt spid="2219"/>
                                        </p:tgtEl>
                                        <p:attrNameLst>
                                          <p:attrName>style.visibility</p:attrName>
                                        </p:attrNameLst>
                                      </p:cBhvr>
                                      <p:to>
                                        <p:strVal val="visible"/>
                                      </p:to>
                                    </p:set>
                                    <p:anim calcmode="discrete" valueType="clr">
                                      <p:cBhvr additive="repl">
                                        <p:cTn id="6356" dur="80"/>
                                        <p:tgtEl>
                                          <p:spTgt spid="2219"/>
                                        </p:tgtEl>
                                        <p:attrNameLst>
                                          <p:attrName>style.color</p:attrName>
                                        </p:attrNameLst>
                                      </p:cBhvr>
                                      <p:tavLst>
                                        <p:tav tm="0">
                                          <p:val>
                                            <p:strVal val="rgb(-103,51,51)"/>
                                          </p:val>
                                        </p:tav>
                                        <p:tav tm="50000">
                                          <p:val>
                                            <p:strVal val="rgb(-103,-103,0)"/>
                                          </p:val>
                                        </p:tav>
                                      </p:tavLst>
                                    </p:anim>
                                    <p:anim calcmode="discrete" valueType="clr">
                                      <p:cBhvr additive="repl">
                                        <p:cTn id="6357" dur="80"/>
                                        <p:tgtEl>
                                          <p:spTgt spid="2219"/>
                                        </p:tgtEl>
                                        <p:attrNameLst>
                                          <p:attrName>fillcolor</p:attrName>
                                        </p:attrNameLst>
                                      </p:cBhvr>
                                      <p:tavLst>
                                        <p:tav tm="0">
                                          <p:val>
                                            <p:strVal val="rgb(-103,51,51)"/>
                                          </p:val>
                                        </p:tav>
                                        <p:tav tm="50000">
                                          <p:val>
                                            <p:strVal val="rgb(-103,-103,0)"/>
                                          </p:val>
                                        </p:tav>
                                      </p:tavLst>
                                    </p:anim>
                                    <p:set>
                                      <p:cBhvr>
                                        <p:cTn id="6358" dur="80"/>
                                        <p:tgtEl>
                                          <p:spTgt spid="2219"/>
                                        </p:tgtEl>
                                        <p:attrNameLst>
                                          <p:attrName>fill.type</p:attrName>
                                        </p:attrNameLst>
                                      </p:cBhvr>
                                      <p:to>
                                        <p:strVal val="solid"/>
                                      </p:to>
                                    </p:set>
                                  </p:childTnLst>
                                </p:cTn>
                              </p:par>
                            </p:childTnLst>
                          </p:cTn>
                        </p:par>
                        <p:par>
                          <p:cTn id="6359" fill="hold">
                            <p:stCondLst>
                              <p:cond delay="5020"/>
                            </p:stCondLst>
                            <p:childTnLst>
                              <p:par>
                                <p:cTn id="6360" nodeType="afterEffect" fill="hold" presetClass="exit" presetID="27">
                                  <p:stCondLst>
                                    <p:cond delay="500"/>
                                  </p:stCondLst>
                                  <p:iterate type="lt">
                                    <p:tmAbs val="40"/>
                                  </p:iterate>
                                  <p:childTnLst>
                                    <p:anim calcmode="discrete" valueType="clr">
                                      <p:cBhvr additive="repl">
                                        <p:cTn id="6361" dur="80"/>
                                        <p:tgtEl>
                                          <p:spTgt spid="2219"/>
                                        </p:tgtEl>
                                        <p:attrNameLst>
                                          <p:attrName>style.color</p:attrName>
                                        </p:attrNameLst>
                                      </p:cBhvr>
                                      <p:tavLst>
                                        <p:tav tm="0">
                                          <p:val>
                                            <p:strVal val="rgb(-103,-103,0)"/>
                                          </p:val>
                                        </p:tav>
                                        <p:tav tm="50000">
                                          <p:val>
                                            <p:strVal val="rgb(-103,51,51)"/>
                                          </p:val>
                                        </p:tav>
                                      </p:tavLst>
                                    </p:anim>
                                    <p:anim calcmode="discrete" valueType="clr">
                                      <p:cBhvr additive="repl">
                                        <p:cTn id="6362" dur="80"/>
                                        <p:tgtEl>
                                          <p:spTgt spid="2219"/>
                                        </p:tgtEl>
                                        <p:attrNameLst>
                                          <p:attrName>fillcolor</p:attrName>
                                        </p:attrNameLst>
                                      </p:cBhvr>
                                      <p:tavLst>
                                        <p:tav tm="0">
                                          <p:val>
                                            <p:strVal val="rgb(-103,-103,0)"/>
                                          </p:val>
                                        </p:tav>
                                        <p:tav tm="50000">
                                          <p:val>
                                            <p:strVal val="rgb(-103,51,51)"/>
                                          </p:val>
                                        </p:tav>
                                      </p:tavLst>
                                    </p:anim>
                                    <p:set>
                                      <p:cBhvr>
                                        <p:cTn id="6363" dur="80"/>
                                        <p:tgtEl>
                                          <p:spTgt spid="2219"/>
                                        </p:tgtEl>
                                        <p:attrNameLst>
                                          <p:attrName>fill.type</p:attrName>
                                        </p:attrNameLst>
                                      </p:cBhvr>
                                      <p:to>
                                        <p:strVal val="solid"/>
                                      </p:to>
                                    </p:set>
                                    <p:set>
                                      <p:cBhvr>
                                        <p:cTn id="6364" dur="1" fill="hold">
                                          <p:stCondLst>
                                            <p:cond delay="79"/>
                                          </p:stCondLst>
                                        </p:cTn>
                                        <p:tgtEl>
                                          <p:spTgt spid="2219"/>
                                        </p:tgtEl>
                                        <p:attrNameLst>
                                          <p:attrName>style.visibility</p:attrName>
                                        </p:attrNameLst>
                                      </p:cBhvr>
                                      <p:to>
                                        <p:strVal val="hidden"/>
                                      </p:to>
                                    </p:set>
                                  </p:childTnLst>
                                </p:cTn>
                              </p:par>
                            </p:childTnLst>
                          </p:cTn>
                        </p:par>
                        <p:par>
                          <p:cTn id="6365" fill="hold">
                            <p:stCondLst>
                              <p:cond delay="6040"/>
                            </p:stCondLst>
                            <p:childTnLst>
                              <p:par>
                                <p:cTn id="6366" nodeType="afterEffect" fill="hold" presetClass="entr" presetID="9">
                                  <p:stCondLst>
                                    <p:cond delay="0"/>
                                  </p:stCondLst>
                                  <p:childTnLst>
                                    <p:set>
                                      <p:cBhvr>
                                        <p:cTn id="6367" dur="1" fill="hold">
                                          <p:stCondLst>
                                            <p:cond delay="0"/>
                                          </p:stCondLst>
                                        </p:cTn>
                                        <p:tgtEl>
                                          <p:spTgt spid="2246"/>
                                        </p:tgtEl>
                                        <p:attrNameLst>
                                          <p:attrName>style.visibility</p:attrName>
                                        </p:attrNameLst>
                                      </p:cBhvr>
                                      <p:to>
                                        <p:strVal val="visible"/>
                                      </p:to>
                                    </p:set>
                                    <p:animEffect filter="dissolve" transition="in">
                                      <p:cBhvr additive="repl">
                                        <p:cTn id="6368" dur="500"/>
                                        <p:tgtEl>
                                          <p:spTgt spid="2246"/>
                                        </p:tgtEl>
                                      </p:cBhvr>
                                    </p:animEffect>
                                  </p:childTnLst>
                                </p:cTn>
                              </p:par>
                              <p:par>
                                <p:cTn id="6369" nodeType="withEffect" fill="hold" presetClass="entr" presetID="9">
                                  <p:stCondLst>
                                    <p:cond delay="0"/>
                                  </p:stCondLst>
                                  <p:childTnLst>
                                    <p:set>
                                      <p:cBhvr>
                                        <p:cTn id="6370" dur="1" fill="hold">
                                          <p:stCondLst>
                                            <p:cond delay="0"/>
                                          </p:stCondLst>
                                        </p:cTn>
                                        <p:tgtEl>
                                          <p:spTgt spid="2247"/>
                                        </p:tgtEl>
                                        <p:attrNameLst>
                                          <p:attrName>style.visibility</p:attrName>
                                        </p:attrNameLst>
                                      </p:cBhvr>
                                      <p:to>
                                        <p:strVal val="visible"/>
                                      </p:to>
                                    </p:set>
                                    <p:animEffect filter="dissolve" transition="in">
                                      <p:cBhvr additive="repl">
                                        <p:cTn id="6371" dur="500"/>
                                        <p:tgtEl>
                                          <p:spTgt spid="2247"/>
                                        </p:tgtEl>
                                      </p:cBhvr>
                                    </p:animEffect>
                                  </p:childTnLst>
                                </p:cTn>
                              </p:par>
                              <p:par>
                                <p:cTn id="6372" nodeType="withEffect" fill="hold" presetClass="entr" presetID="9">
                                  <p:stCondLst>
                                    <p:cond delay="0"/>
                                  </p:stCondLst>
                                  <p:childTnLst>
                                    <p:set>
                                      <p:cBhvr>
                                        <p:cTn id="6373" dur="1" fill="hold">
                                          <p:stCondLst>
                                            <p:cond delay="0"/>
                                          </p:stCondLst>
                                        </p:cTn>
                                        <p:tgtEl>
                                          <p:spTgt spid="2248"/>
                                        </p:tgtEl>
                                        <p:attrNameLst>
                                          <p:attrName>style.visibility</p:attrName>
                                        </p:attrNameLst>
                                      </p:cBhvr>
                                      <p:to>
                                        <p:strVal val="visible"/>
                                      </p:to>
                                    </p:set>
                                    <p:animEffect filter="dissolve" transition="in">
                                      <p:cBhvr additive="repl">
                                        <p:cTn id="6374" dur="500"/>
                                        <p:tgtEl>
                                          <p:spTgt spid="2248"/>
                                        </p:tgtEl>
                                      </p:cBhvr>
                                    </p:animEffect>
                                  </p:childTnLst>
                                </p:cTn>
                              </p:par>
                              <p:par>
                                <p:cTn id="6375" nodeType="withEffect" fill="hold" presetClass="entr" presetID="9">
                                  <p:stCondLst>
                                    <p:cond delay="0"/>
                                  </p:stCondLst>
                                  <p:childTnLst>
                                    <p:set>
                                      <p:cBhvr>
                                        <p:cTn id="6376" dur="1" fill="hold">
                                          <p:stCondLst>
                                            <p:cond delay="0"/>
                                          </p:stCondLst>
                                        </p:cTn>
                                        <p:tgtEl>
                                          <p:spTgt spid="2249"/>
                                        </p:tgtEl>
                                        <p:attrNameLst>
                                          <p:attrName>style.visibility</p:attrName>
                                        </p:attrNameLst>
                                      </p:cBhvr>
                                      <p:to>
                                        <p:strVal val="visible"/>
                                      </p:to>
                                    </p:set>
                                    <p:animEffect filter="dissolve" transition="in">
                                      <p:cBhvr additive="repl">
                                        <p:cTn id="6377" dur="500"/>
                                        <p:tgtEl>
                                          <p:spTgt spid="2249"/>
                                        </p:tgtEl>
                                      </p:cBhvr>
                                    </p:animEffect>
                                  </p:childTnLst>
                                </p:cTn>
                              </p:par>
                            </p:childTnLst>
                          </p:cTn>
                        </p:par>
                        <p:par>
                          <p:cTn id="6378" fill="hold">
                            <p:stCondLst>
                              <p:cond delay="6540"/>
                            </p:stCondLst>
                            <p:childTnLst>
                              <p:par>
                                <p:cTn id="6379" nodeType="afterEffect" fill="hold" presetClass="entr" presetID="1">
                                  <p:stCondLst>
                                    <p:cond delay="1000"/>
                                  </p:stCondLst>
                                  <p:childTnLst>
                                    <p:set>
                                      <p:cBhvr>
                                        <p:cTn id="6380" dur="1" fill="hold">
                                          <p:stCondLst>
                                            <p:cond delay="0"/>
                                          </p:stCondLst>
                                        </p:cTn>
                                        <p:tgtEl>
                                          <p:spTgt spid="2220"/>
                                        </p:tgtEl>
                                        <p:attrNameLst>
                                          <p:attrName>style.visibility</p:attrName>
                                        </p:attrNameLst>
                                      </p:cBhvr>
                                      <p:to>
                                        <p:strVal val="visible"/>
                                      </p:to>
                                    </p:set>
                                  </p:childTnLst>
                                </p:cTn>
                              </p:par>
                            </p:childTnLst>
                          </p:cTn>
                        </p:par>
                        <p:par>
                          <p:cTn id="6381" fill="hold">
                            <p:stCondLst>
                              <p:cond delay="7540"/>
                            </p:stCondLst>
                            <p:childTnLst>
                              <p:par>
                                <p:cTn id="6382" nodeType="afterEffect" fill="hold" presetClass="entr" presetID="1">
                                  <p:stCondLst>
                                    <p:cond delay="0"/>
                                  </p:stCondLst>
                                  <p:childTnLst>
                                    <p:set>
                                      <p:cBhvr>
                                        <p:cTn id="6383" dur="1" fill="hold">
                                          <p:stCondLst>
                                            <p:cond delay="0"/>
                                          </p:stCondLst>
                                        </p:cTn>
                                        <p:tgtEl>
                                          <p:spTgt spid="2222"/>
                                        </p:tgtEl>
                                        <p:attrNameLst>
                                          <p:attrName>style.visibility</p:attrName>
                                        </p:attrNameLst>
                                      </p:cBhvr>
                                      <p:to>
                                        <p:strVal val="visible"/>
                                      </p:to>
                                    </p:set>
                                  </p:childTnLst>
                                </p:cTn>
                              </p:par>
                            </p:childTnLst>
                          </p:cTn>
                        </p:par>
                        <p:par>
                          <p:cTn id="6384" fill="hold">
                            <p:stCondLst>
                              <p:cond delay="7540"/>
                            </p:stCondLst>
                            <p:childTnLst>
                              <p:par>
                                <p:cTn id="6385" nodeType="afterEffect" fill="hold" presetClass="entr" presetID="1">
                                  <p:stCondLst>
                                    <p:cond delay="3000"/>
                                  </p:stCondLst>
                                  <p:childTnLst>
                                    <p:set>
                                      <p:cBhvr>
                                        <p:cTn id="6386" dur="1" fill="hold">
                                          <p:stCondLst>
                                            <p:cond delay="0"/>
                                          </p:stCondLst>
                                        </p:cTn>
                                        <p:tgtEl>
                                          <p:spTgt spid="2223"/>
                                        </p:tgtEl>
                                        <p:attrNameLst>
                                          <p:attrName>style.visibility</p:attrName>
                                        </p:attrNameLst>
                                      </p:cBhvr>
                                      <p:to>
                                        <p:strVal val="visible"/>
                                      </p:to>
                                    </p:set>
                                  </p:childTnLst>
                                </p:cTn>
                              </p:par>
                            </p:childTnLst>
                          </p:cTn>
                        </p:par>
                        <p:par>
                          <p:cTn id="6387" fill="hold">
                            <p:stCondLst>
                              <p:cond delay="10540"/>
                            </p:stCondLst>
                            <p:childTnLst>
                              <p:par>
                                <p:cTn id="6388" nodeType="afterEffect" fill="hold" presetClass="exit" presetID="1">
                                  <p:stCondLst>
                                    <p:cond delay="3000"/>
                                  </p:stCondLst>
                                  <p:childTnLst>
                                    <p:set>
                                      <p:cBhvr>
                                        <p:cTn id="6389" dur="1" fill="hold">
                                          <p:stCondLst>
                                            <p:cond delay="0"/>
                                          </p:stCondLst>
                                        </p:cTn>
                                        <p:tgtEl>
                                          <p:spTgt spid="2220"/>
                                        </p:tgtEl>
                                        <p:attrNameLst>
                                          <p:attrName>style.visibility</p:attrName>
                                        </p:attrNameLst>
                                      </p:cBhvr>
                                      <p:to>
                                        <p:strVal val="hidden"/>
                                      </p:to>
                                    </p:set>
                                  </p:childTnLst>
                                </p:cTn>
                              </p:par>
                            </p:childTnLst>
                          </p:cTn>
                        </p:par>
                        <p:par>
                          <p:cTn id="6390" fill="hold">
                            <p:stCondLst>
                              <p:cond delay="13540"/>
                            </p:stCondLst>
                            <p:childTnLst>
                              <p:par>
                                <p:cTn id="6391" nodeType="afterEffect" fill="hold" presetClass="exit" presetID="1">
                                  <p:stCondLst>
                                    <p:cond delay="0"/>
                                  </p:stCondLst>
                                  <p:childTnLst>
                                    <p:set>
                                      <p:cBhvr>
                                        <p:cTn id="6392" dur="1" fill="hold">
                                          <p:stCondLst>
                                            <p:cond delay="0"/>
                                          </p:stCondLst>
                                        </p:cTn>
                                        <p:tgtEl>
                                          <p:spTgt spid="2222"/>
                                        </p:tgtEl>
                                        <p:attrNameLst>
                                          <p:attrName>style.visibility</p:attrName>
                                        </p:attrNameLst>
                                      </p:cBhvr>
                                      <p:to>
                                        <p:strVal val="hidden"/>
                                      </p:to>
                                    </p:set>
                                  </p:childTnLst>
                                </p:cTn>
                              </p:par>
                            </p:childTnLst>
                          </p:cTn>
                        </p:par>
                        <p:par>
                          <p:cTn id="6393" fill="hold">
                            <p:stCondLst>
                              <p:cond delay="13540"/>
                            </p:stCondLst>
                            <p:childTnLst>
                              <p:par>
                                <p:cTn id="6394" nodeType="afterEffect" fill="hold" presetClass="exit" presetID="1">
                                  <p:stCondLst>
                                    <p:cond delay="0"/>
                                  </p:stCondLst>
                                  <p:childTnLst>
                                    <p:set>
                                      <p:cBhvr>
                                        <p:cTn id="6395" dur="1" fill="hold">
                                          <p:stCondLst>
                                            <p:cond delay="0"/>
                                          </p:stCondLst>
                                        </p:cTn>
                                        <p:tgtEl>
                                          <p:spTgt spid="2223"/>
                                        </p:tgtEl>
                                        <p:attrNameLst>
                                          <p:attrName>style.visibility</p:attrName>
                                        </p:attrNameLst>
                                      </p:cBhvr>
                                      <p:to>
                                        <p:strVal val="hidden"/>
                                      </p:to>
                                    </p:set>
                                  </p:childTnLst>
                                </p:cTn>
                              </p:par>
                            </p:childTnLst>
                          </p:cTn>
                        </p:par>
                        <p:par>
                          <p:cTn id="6396" fill="hold">
                            <p:stCondLst>
                              <p:cond delay="13540"/>
                            </p:stCondLst>
                            <p:childTnLst>
                              <p:par>
                                <p:cTn id="6397" nodeType="afterEffect" fill="hold" presetClass="entr" presetID="1">
                                  <p:stCondLst>
                                    <p:cond delay="0"/>
                                  </p:stCondLst>
                                  <p:childTnLst>
                                    <p:set>
                                      <p:cBhvr>
                                        <p:cTn id="6398" dur="1" fill="hold">
                                          <p:stCondLst>
                                            <p:cond delay="0"/>
                                          </p:stCondLst>
                                        </p:cTn>
                                        <p:tgtEl>
                                          <p:spTgt spid="2235"/>
                                        </p:tgtEl>
                                        <p:attrNameLst>
                                          <p:attrName>style.visibility</p:attrName>
                                        </p:attrNameLst>
                                      </p:cBhvr>
                                      <p:to>
                                        <p:strVal val="visible"/>
                                      </p:to>
                                    </p:set>
                                  </p:childTnLst>
                                </p:cTn>
                              </p:par>
                            </p:childTnLst>
                          </p:cTn>
                        </p:par>
                        <p:par>
                          <p:cTn id="6399" fill="hold">
                            <p:stCondLst>
                              <p:cond delay="13540"/>
                            </p:stCondLst>
                            <p:childTnLst>
                              <p:par>
                                <p:cTn id="6400" nodeType="afterEffect" fill="hold" presetClass="exit" presetID="9">
                                  <p:stCondLst>
                                    <p:cond delay="0"/>
                                  </p:stCondLst>
                                  <p:childTnLst>
                                    <p:animEffect filter="dissolve" transition="out">
                                      <p:cBhvr additive="repl">
                                        <p:cTn id="6401" dur="500"/>
                                        <p:tgtEl>
                                          <p:spTgt spid="2235"/>
                                        </p:tgtEl>
                                      </p:cBhvr>
                                    </p:animEffect>
                                    <p:set>
                                      <p:cBhvr>
                                        <p:cTn id="6402" dur="1" fill="hold">
                                          <p:stCondLst>
                                            <p:cond delay="499"/>
                                          </p:stCondLst>
                                        </p:cTn>
                                        <p:tgtEl>
                                          <p:spTgt spid="2235"/>
                                        </p:tgtEl>
                                        <p:attrNameLst>
                                          <p:attrName>style.visibility</p:attrName>
                                        </p:attrNameLst>
                                      </p:cBhvr>
                                      <p:to>
                                        <p:strVal val="hidden"/>
                                      </p:to>
                                    </p:set>
                                  </p:childTnLst>
                                </p:cTn>
                              </p:par>
                            </p:childTnLst>
                          </p:cTn>
                        </p:par>
                        <p:par>
                          <p:cTn id="6403" fill="hold">
                            <p:stCondLst>
                              <p:cond delay="14040"/>
                            </p:stCondLst>
                            <p:childTnLst>
                              <p:par>
                                <p:cTn id="6404" nodeType="afterEffect" fill="hold" presetClass="entr" presetID="1">
                                  <p:stCondLst>
                                    <p:cond delay="0"/>
                                  </p:stCondLst>
                                  <p:childTnLst>
                                    <p:set>
                                      <p:cBhvr>
                                        <p:cTn id="6405" dur="1" fill="hold">
                                          <p:stCondLst>
                                            <p:cond delay="0"/>
                                          </p:stCondLst>
                                        </p:cTn>
                                        <p:tgtEl>
                                          <p:spTgt spid="2236"/>
                                        </p:tgtEl>
                                        <p:attrNameLst>
                                          <p:attrName>style.visibility</p:attrName>
                                        </p:attrNameLst>
                                      </p:cBhvr>
                                      <p:to>
                                        <p:strVal val="visible"/>
                                      </p:to>
                                    </p:set>
                                  </p:childTnLst>
                                </p:cTn>
                              </p:par>
                            </p:childTnLst>
                          </p:cTn>
                        </p:par>
                        <p:par>
                          <p:cTn id="6406" fill="hold">
                            <p:stCondLst>
                              <p:cond delay="14040"/>
                            </p:stCondLst>
                            <p:childTnLst>
                              <p:par>
                                <p:cTn id="6407" nodeType="afterEffect" fill="hold" presetClass="exit" presetID="9">
                                  <p:stCondLst>
                                    <p:cond delay="0"/>
                                  </p:stCondLst>
                                  <p:childTnLst>
                                    <p:animEffect filter="dissolve" transition="out">
                                      <p:cBhvr additive="repl">
                                        <p:cTn id="6408" dur="500"/>
                                        <p:tgtEl>
                                          <p:spTgt spid="2236"/>
                                        </p:tgtEl>
                                      </p:cBhvr>
                                    </p:animEffect>
                                    <p:set>
                                      <p:cBhvr>
                                        <p:cTn id="6409" dur="1" fill="hold">
                                          <p:stCondLst>
                                            <p:cond delay="499"/>
                                          </p:stCondLst>
                                        </p:cTn>
                                        <p:tgtEl>
                                          <p:spTgt spid="2236"/>
                                        </p:tgtEl>
                                        <p:attrNameLst>
                                          <p:attrName>style.visibility</p:attrName>
                                        </p:attrNameLst>
                                      </p:cBhvr>
                                      <p:to>
                                        <p:strVal val="hidden"/>
                                      </p:to>
                                    </p:set>
                                  </p:childTnLst>
                                </p:cTn>
                              </p:par>
                            </p:childTnLst>
                          </p:cTn>
                        </p:par>
                        <p:par>
                          <p:cTn id="6410" fill="hold">
                            <p:stCondLst>
                              <p:cond delay="14540"/>
                            </p:stCondLst>
                            <p:childTnLst>
                              <p:par>
                                <p:cTn id="6411" nodeType="afterEffect" fill="hold" presetClass="entr" presetID="1">
                                  <p:stCondLst>
                                    <p:cond delay="0"/>
                                  </p:stCondLst>
                                  <p:childTnLst>
                                    <p:set>
                                      <p:cBhvr>
                                        <p:cTn id="6412" dur="1" fill="hold">
                                          <p:stCondLst>
                                            <p:cond delay="0"/>
                                          </p:stCondLst>
                                        </p:cTn>
                                        <p:tgtEl>
                                          <p:spTgt spid="2237"/>
                                        </p:tgtEl>
                                        <p:attrNameLst>
                                          <p:attrName>style.visibility</p:attrName>
                                        </p:attrNameLst>
                                      </p:cBhvr>
                                      <p:to>
                                        <p:strVal val="visible"/>
                                      </p:to>
                                    </p:set>
                                  </p:childTnLst>
                                </p:cTn>
                              </p:par>
                            </p:childTnLst>
                          </p:cTn>
                        </p:par>
                        <p:par>
                          <p:cTn id="6413" fill="hold">
                            <p:stCondLst>
                              <p:cond delay="14540"/>
                            </p:stCondLst>
                            <p:childTnLst>
                              <p:par>
                                <p:cTn id="6414" nodeType="afterEffect" fill="hold" presetClass="exit" presetID="9">
                                  <p:stCondLst>
                                    <p:cond delay="0"/>
                                  </p:stCondLst>
                                  <p:childTnLst>
                                    <p:animEffect filter="dissolve" transition="out">
                                      <p:cBhvr additive="repl">
                                        <p:cTn id="6415" dur="500"/>
                                        <p:tgtEl>
                                          <p:spTgt spid="2237"/>
                                        </p:tgtEl>
                                      </p:cBhvr>
                                    </p:animEffect>
                                    <p:set>
                                      <p:cBhvr>
                                        <p:cTn id="6416" dur="1" fill="hold">
                                          <p:stCondLst>
                                            <p:cond delay="499"/>
                                          </p:stCondLst>
                                        </p:cTn>
                                        <p:tgtEl>
                                          <p:spTgt spid="2237"/>
                                        </p:tgtEl>
                                        <p:attrNameLst>
                                          <p:attrName>style.visibility</p:attrName>
                                        </p:attrNameLst>
                                      </p:cBhvr>
                                      <p:to>
                                        <p:strVal val="hidden"/>
                                      </p:to>
                                    </p:set>
                                  </p:childTnLst>
                                </p:cTn>
                              </p:par>
                            </p:childTnLst>
                          </p:cTn>
                        </p:par>
                        <p:par>
                          <p:cTn id="6417" fill="hold">
                            <p:stCondLst>
                              <p:cond delay="15040"/>
                            </p:stCondLst>
                            <p:childTnLst>
                              <p:par>
                                <p:cTn id="6418" nodeType="afterEffect" fill="hold" presetClass="emph" presetID="8">
                                  <p:stCondLst>
                                    <p:cond delay="0"/>
                                  </p:stCondLst>
                                  <p:childTnLst>
                                    <p:animRot by="43200000">
                                      <p:cBhvr>
                                        <p:cTn id="6419" dur="2000" fill="hold"/>
                                        <p:tgtEl>
                                          <p:spTgt spid="2224"/>
                                        </p:tgtEl>
                                        <p:attrNameLst>
                                          <p:attrName>r</p:attrName>
                                        </p:attrNameLst>
                                      </p:cBhvr>
                                    </p:animRot>
                                  </p:childTnLst>
                                </p:cTn>
                              </p:par>
                              <p:par>
                                <p:cTn id="6420" nodeType="withEffect" fill="hold" presetClass="path" presetID="0">
                                  <p:stCondLst>
                                    <p:cond delay="0"/>
                                  </p:stCondLst>
                                  <p:childTnLst>
                                    <p:animMotion origin="layout" path="M 3.46945E-018 -2.13873E-006 L 0.5 -2.13873E-006 E">
                                      <p:cBhvr>
                                        <p:cTn id="6421" dur="2000" fill="hold"/>
                                        <p:tgtEl>
                                          <p:spTgt spid="2224"/>
                                        </p:tgtEl>
                                      </p:cBhvr>
                                    </p:animMotion>
                                  </p:childTnLst>
                                </p:cTn>
                              </p:par>
                              <p:par>
                                <p:cTn id="6422" nodeType="withEffect" fill="hold" presetClass="exit" presetID="9">
                                  <p:stCondLst>
                                    <p:cond delay="1000"/>
                                  </p:stCondLst>
                                  <p:childTnLst>
                                    <p:animEffect filter="dissolve" transition="out">
                                      <p:cBhvr additive="repl">
                                        <p:cTn id="6423" dur="500"/>
                                        <p:tgtEl>
                                          <p:spTgt spid="2224"/>
                                        </p:tgtEl>
                                      </p:cBhvr>
                                    </p:animEffect>
                                    <p:set>
                                      <p:cBhvr>
                                        <p:cTn id="6424" dur="1" fill="hold">
                                          <p:stCondLst>
                                            <p:cond delay="499"/>
                                          </p:stCondLst>
                                        </p:cTn>
                                        <p:tgtEl>
                                          <p:spTgt spid="2224"/>
                                        </p:tgtEl>
                                        <p:attrNameLst>
                                          <p:attrName>style.visibility</p:attrName>
                                        </p:attrNameLst>
                                      </p:cBhvr>
                                      <p:to>
                                        <p:strVal val="hidden"/>
                                      </p:to>
                                    </p:set>
                                  </p:childTnLst>
                                </p:cTn>
                              </p:par>
                            </p:childTnLst>
                          </p:cTn>
                        </p:par>
                        <p:par>
                          <p:cTn id="6425" fill="hold">
                            <p:stCondLst>
                              <p:cond delay="17040"/>
                            </p:stCondLst>
                            <p:childTnLst>
                              <p:par>
                                <p:cTn id="6426" nodeType="afterEffect" fill="hold" presetClass="entr" presetID="1">
                                  <p:stCondLst>
                                    <p:cond delay="0"/>
                                  </p:stCondLst>
                                  <p:childTnLst>
                                    <p:set>
                                      <p:cBhvr>
                                        <p:cTn id="6427" dur="1" fill="hold">
                                          <p:stCondLst>
                                            <p:cond delay="0"/>
                                          </p:stCondLst>
                                        </p:cTn>
                                        <p:tgtEl>
                                          <p:spTgt spid="2238"/>
                                        </p:tgtEl>
                                        <p:attrNameLst>
                                          <p:attrName>style.visibility</p:attrName>
                                        </p:attrNameLst>
                                      </p:cBhvr>
                                      <p:to>
                                        <p:strVal val="visible"/>
                                      </p:to>
                                    </p:set>
                                  </p:childTnLst>
                                </p:cTn>
                              </p:par>
                            </p:childTnLst>
                          </p:cTn>
                        </p:par>
                        <p:par>
                          <p:cTn id="6428" fill="hold">
                            <p:stCondLst>
                              <p:cond delay="17040"/>
                            </p:stCondLst>
                            <p:childTnLst>
                              <p:par>
                                <p:cTn id="6429" nodeType="afterEffect" fill="hold" presetClass="exit" presetID="9">
                                  <p:stCondLst>
                                    <p:cond delay="0"/>
                                  </p:stCondLst>
                                  <p:childTnLst>
                                    <p:animEffect filter="dissolve" transition="out">
                                      <p:cBhvr additive="repl">
                                        <p:cTn id="6430" dur="500"/>
                                        <p:tgtEl>
                                          <p:spTgt spid="2238"/>
                                        </p:tgtEl>
                                      </p:cBhvr>
                                    </p:animEffect>
                                    <p:set>
                                      <p:cBhvr>
                                        <p:cTn id="6431" dur="1" fill="hold">
                                          <p:stCondLst>
                                            <p:cond delay="499"/>
                                          </p:stCondLst>
                                        </p:cTn>
                                        <p:tgtEl>
                                          <p:spTgt spid="2238"/>
                                        </p:tgtEl>
                                        <p:attrNameLst>
                                          <p:attrName>style.visibility</p:attrName>
                                        </p:attrNameLst>
                                      </p:cBhvr>
                                      <p:to>
                                        <p:strVal val="hidden"/>
                                      </p:to>
                                    </p:set>
                                  </p:childTnLst>
                                </p:cTn>
                              </p:par>
                            </p:childTnLst>
                          </p:cTn>
                        </p:par>
                        <p:par>
                          <p:cTn id="6432" fill="hold">
                            <p:stCondLst>
                              <p:cond delay="17540"/>
                            </p:stCondLst>
                            <p:childTnLst>
                              <p:par>
                                <p:cTn id="6433" nodeType="afterEffect" fill="hold" presetClass="entr" presetID="1">
                                  <p:stCondLst>
                                    <p:cond delay="0"/>
                                  </p:stCondLst>
                                  <p:childTnLst>
                                    <p:set>
                                      <p:cBhvr>
                                        <p:cTn id="6434" dur="1" fill="hold">
                                          <p:stCondLst>
                                            <p:cond delay="0"/>
                                          </p:stCondLst>
                                        </p:cTn>
                                        <p:tgtEl>
                                          <p:spTgt spid="2239"/>
                                        </p:tgtEl>
                                        <p:attrNameLst>
                                          <p:attrName>style.visibility</p:attrName>
                                        </p:attrNameLst>
                                      </p:cBhvr>
                                      <p:to>
                                        <p:strVal val="visible"/>
                                      </p:to>
                                    </p:set>
                                  </p:childTnLst>
                                </p:cTn>
                              </p:par>
                            </p:childTnLst>
                          </p:cTn>
                        </p:par>
                        <p:par>
                          <p:cTn id="6435" fill="hold">
                            <p:stCondLst>
                              <p:cond delay="17540"/>
                            </p:stCondLst>
                            <p:childTnLst>
                              <p:par>
                                <p:cTn id="6436" nodeType="afterEffect" fill="hold" presetClass="exit" presetID="9">
                                  <p:stCondLst>
                                    <p:cond delay="0"/>
                                  </p:stCondLst>
                                  <p:childTnLst>
                                    <p:animEffect filter="dissolve" transition="out">
                                      <p:cBhvr additive="repl">
                                        <p:cTn id="6437" dur="500"/>
                                        <p:tgtEl>
                                          <p:spTgt spid="2239"/>
                                        </p:tgtEl>
                                      </p:cBhvr>
                                    </p:animEffect>
                                    <p:set>
                                      <p:cBhvr>
                                        <p:cTn id="6438" dur="1" fill="hold">
                                          <p:stCondLst>
                                            <p:cond delay="499"/>
                                          </p:stCondLst>
                                        </p:cTn>
                                        <p:tgtEl>
                                          <p:spTgt spid="2239"/>
                                        </p:tgtEl>
                                        <p:attrNameLst>
                                          <p:attrName>style.visibility</p:attrName>
                                        </p:attrNameLst>
                                      </p:cBhvr>
                                      <p:to>
                                        <p:strVal val="hidden"/>
                                      </p:to>
                                    </p:set>
                                  </p:childTnLst>
                                </p:cTn>
                              </p:par>
                            </p:childTnLst>
                          </p:cTn>
                        </p:par>
                        <p:par>
                          <p:cTn id="6439" fill="hold">
                            <p:stCondLst>
                              <p:cond delay="18040"/>
                            </p:stCondLst>
                            <p:childTnLst>
                              <p:par>
                                <p:cTn id="6440" nodeType="afterEffect" fill="hold" presetClass="entr" presetID="1">
                                  <p:stCondLst>
                                    <p:cond delay="0"/>
                                  </p:stCondLst>
                                  <p:childTnLst>
                                    <p:set>
                                      <p:cBhvr>
                                        <p:cTn id="6441" dur="1" fill="hold">
                                          <p:stCondLst>
                                            <p:cond delay="0"/>
                                          </p:stCondLst>
                                        </p:cTn>
                                        <p:tgtEl>
                                          <p:spTgt spid="2240"/>
                                        </p:tgtEl>
                                        <p:attrNameLst>
                                          <p:attrName>style.visibility</p:attrName>
                                        </p:attrNameLst>
                                      </p:cBhvr>
                                      <p:to>
                                        <p:strVal val="visible"/>
                                      </p:to>
                                    </p:set>
                                  </p:childTnLst>
                                </p:cTn>
                              </p:par>
                            </p:childTnLst>
                          </p:cTn>
                        </p:par>
                        <p:par>
                          <p:cTn id="6442" fill="hold">
                            <p:stCondLst>
                              <p:cond delay="18040"/>
                            </p:stCondLst>
                            <p:childTnLst>
                              <p:par>
                                <p:cTn id="6443" nodeType="afterEffect" fill="hold" presetClass="exit" presetID="9">
                                  <p:stCondLst>
                                    <p:cond delay="0"/>
                                  </p:stCondLst>
                                  <p:childTnLst>
                                    <p:animEffect filter="dissolve" transition="out">
                                      <p:cBhvr additive="repl">
                                        <p:cTn id="6444" dur="500"/>
                                        <p:tgtEl>
                                          <p:spTgt spid="2240"/>
                                        </p:tgtEl>
                                      </p:cBhvr>
                                    </p:animEffect>
                                    <p:set>
                                      <p:cBhvr>
                                        <p:cTn id="6445" dur="1" fill="hold">
                                          <p:stCondLst>
                                            <p:cond delay="499"/>
                                          </p:stCondLst>
                                        </p:cTn>
                                        <p:tgtEl>
                                          <p:spTgt spid="2240"/>
                                        </p:tgtEl>
                                        <p:attrNameLst>
                                          <p:attrName>style.visibility</p:attrName>
                                        </p:attrNameLst>
                                      </p:cBhvr>
                                      <p:to>
                                        <p:strVal val="hidden"/>
                                      </p:to>
                                    </p:set>
                                  </p:childTnLst>
                                </p:cTn>
                              </p:par>
                            </p:childTnLst>
                          </p:cTn>
                        </p:par>
                        <p:par>
                          <p:cTn id="6446" fill="hold">
                            <p:stCondLst>
                              <p:cond delay="18540"/>
                            </p:stCondLst>
                            <p:childTnLst>
                              <p:par>
                                <p:cTn id="6447" nodeType="afterEffect" fill="hold" presetClass="entr" presetID="1">
                                  <p:stCondLst>
                                    <p:cond delay="0"/>
                                  </p:stCondLst>
                                  <p:childTnLst>
                                    <p:set>
                                      <p:cBhvr>
                                        <p:cTn id="6448" dur="1" fill="hold">
                                          <p:stCondLst>
                                            <p:cond delay="0"/>
                                          </p:stCondLst>
                                        </p:cTn>
                                        <p:tgtEl>
                                          <p:spTgt spid="2241"/>
                                        </p:tgtEl>
                                        <p:attrNameLst>
                                          <p:attrName>style.visibility</p:attrName>
                                        </p:attrNameLst>
                                      </p:cBhvr>
                                      <p:to>
                                        <p:strVal val="visible"/>
                                      </p:to>
                                    </p:set>
                                  </p:childTnLst>
                                </p:cTn>
                              </p:par>
                            </p:childTnLst>
                          </p:cTn>
                        </p:par>
                        <p:par>
                          <p:cTn id="6449" fill="hold">
                            <p:stCondLst>
                              <p:cond delay="18540"/>
                            </p:stCondLst>
                            <p:childTnLst>
                              <p:par>
                                <p:cTn id="6450" nodeType="afterEffect" fill="hold" presetClass="exit" presetID="9">
                                  <p:stCondLst>
                                    <p:cond delay="0"/>
                                  </p:stCondLst>
                                  <p:childTnLst>
                                    <p:animEffect filter="dissolve" transition="out">
                                      <p:cBhvr additive="repl">
                                        <p:cTn id="6451" dur="500"/>
                                        <p:tgtEl>
                                          <p:spTgt spid="2241"/>
                                        </p:tgtEl>
                                      </p:cBhvr>
                                    </p:animEffect>
                                    <p:set>
                                      <p:cBhvr>
                                        <p:cTn id="6452" dur="1" fill="hold">
                                          <p:stCondLst>
                                            <p:cond delay="499"/>
                                          </p:stCondLst>
                                        </p:cTn>
                                        <p:tgtEl>
                                          <p:spTgt spid="2241"/>
                                        </p:tgtEl>
                                        <p:attrNameLst>
                                          <p:attrName>style.visibility</p:attrName>
                                        </p:attrNameLst>
                                      </p:cBhvr>
                                      <p:to>
                                        <p:strVal val="hidden"/>
                                      </p:to>
                                    </p:set>
                                  </p:childTnLst>
                                </p:cTn>
                              </p:par>
                            </p:childTnLst>
                          </p:cTn>
                        </p:par>
                        <p:par>
                          <p:cTn id="6453" fill="hold">
                            <p:stCondLst>
                              <p:cond delay="19040"/>
                            </p:stCondLst>
                            <p:childTnLst>
                              <p:par>
                                <p:cTn id="6454" nodeType="afterEffect" fill="hold" presetClass="entr" presetID="1">
                                  <p:stCondLst>
                                    <p:cond delay="0"/>
                                  </p:stCondLst>
                                  <p:childTnLst>
                                    <p:set>
                                      <p:cBhvr>
                                        <p:cTn id="6455" dur="1" fill="hold">
                                          <p:stCondLst>
                                            <p:cond delay="0"/>
                                          </p:stCondLst>
                                        </p:cTn>
                                        <p:tgtEl>
                                          <p:spTgt spid="2242"/>
                                        </p:tgtEl>
                                        <p:attrNameLst>
                                          <p:attrName>style.visibility</p:attrName>
                                        </p:attrNameLst>
                                      </p:cBhvr>
                                      <p:to>
                                        <p:strVal val="visible"/>
                                      </p:to>
                                    </p:set>
                                  </p:childTnLst>
                                </p:cTn>
                              </p:par>
                            </p:childTnLst>
                          </p:cTn>
                        </p:par>
                        <p:par>
                          <p:cTn id="6456" fill="hold">
                            <p:stCondLst>
                              <p:cond delay="19040"/>
                            </p:stCondLst>
                            <p:childTnLst>
                              <p:par>
                                <p:cTn id="6457" nodeType="afterEffect" fill="hold" presetClass="exit" presetID="9">
                                  <p:stCondLst>
                                    <p:cond delay="0"/>
                                  </p:stCondLst>
                                  <p:childTnLst>
                                    <p:animEffect filter="dissolve" transition="out">
                                      <p:cBhvr additive="repl">
                                        <p:cTn id="6458" dur="500"/>
                                        <p:tgtEl>
                                          <p:spTgt spid="2242"/>
                                        </p:tgtEl>
                                      </p:cBhvr>
                                    </p:animEffect>
                                    <p:set>
                                      <p:cBhvr>
                                        <p:cTn id="6459" dur="1" fill="hold">
                                          <p:stCondLst>
                                            <p:cond delay="499"/>
                                          </p:stCondLst>
                                        </p:cTn>
                                        <p:tgtEl>
                                          <p:spTgt spid="2242"/>
                                        </p:tgtEl>
                                        <p:attrNameLst>
                                          <p:attrName>style.visibility</p:attrName>
                                        </p:attrNameLst>
                                      </p:cBhvr>
                                      <p:to>
                                        <p:strVal val="hidden"/>
                                      </p:to>
                                    </p:set>
                                  </p:childTnLst>
                                </p:cTn>
                              </p:par>
                            </p:childTnLst>
                          </p:cTn>
                        </p:par>
                        <p:par>
                          <p:cTn id="6460" fill="hold">
                            <p:stCondLst>
                              <p:cond delay="19540"/>
                            </p:stCondLst>
                            <p:childTnLst>
                              <p:par>
                                <p:cTn id="6461" nodeType="afterEffect" fill="hold" presetClass="entr" presetID="1">
                                  <p:stCondLst>
                                    <p:cond delay="0"/>
                                  </p:stCondLst>
                                  <p:childTnLst>
                                    <p:set>
                                      <p:cBhvr>
                                        <p:cTn id="6462" dur="1" fill="hold">
                                          <p:stCondLst>
                                            <p:cond delay="0"/>
                                          </p:stCondLst>
                                        </p:cTn>
                                        <p:tgtEl>
                                          <p:spTgt spid="2243"/>
                                        </p:tgtEl>
                                        <p:attrNameLst>
                                          <p:attrName>style.visibility</p:attrName>
                                        </p:attrNameLst>
                                      </p:cBhvr>
                                      <p:to>
                                        <p:strVal val="visible"/>
                                      </p:to>
                                    </p:set>
                                  </p:childTnLst>
                                </p:cTn>
                              </p:par>
                            </p:childTnLst>
                          </p:cTn>
                        </p:par>
                        <p:par>
                          <p:cTn id="6463" fill="hold">
                            <p:stCondLst>
                              <p:cond delay="19540"/>
                            </p:stCondLst>
                            <p:childTnLst>
                              <p:par>
                                <p:cTn id="6464" nodeType="afterEffect" fill="hold" presetClass="exit" presetID="9">
                                  <p:stCondLst>
                                    <p:cond delay="0"/>
                                  </p:stCondLst>
                                  <p:childTnLst>
                                    <p:animEffect filter="dissolve" transition="out">
                                      <p:cBhvr additive="repl">
                                        <p:cTn id="6465" dur="500"/>
                                        <p:tgtEl>
                                          <p:spTgt spid="2243"/>
                                        </p:tgtEl>
                                      </p:cBhvr>
                                    </p:animEffect>
                                    <p:set>
                                      <p:cBhvr>
                                        <p:cTn id="6466" dur="1" fill="hold">
                                          <p:stCondLst>
                                            <p:cond delay="499"/>
                                          </p:stCondLst>
                                        </p:cTn>
                                        <p:tgtEl>
                                          <p:spTgt spid="2243"/>
                                        </p:tgtEl>
                                        <p:attrNameLst>
                                          <p:attrName>style.visibility</p:attrName>
                                        </p:attrNameLst>
                                      </p:cBhvr>
                                      <p:to>
                                        <p:strVal val="hidden"/>
                                      </p:to>
                                    </p:set>
                                  </p:childTnLst>
                                </p:cTn>
                              </p:par>
                            </p:childTnLst>
                          </p:cTn>
                        </p:par>
                        <p:par>
                          <p:cTn id="6467" fill="hold">
                            <p:stCondLst>
                              <p:cond delay="20040"/>
                            </p:stCondLst>
                            <p:childTnLst>
                              <p:par>
                                <p:cTn id="6468" nodeType="afterEffect" fill="hold" presetClass="entr" presetID="1">
                                  <p:stCondLst>
                                    <p:cond delay="0"/>
                                  </p:stCondLst>
                                  <p:childTnLst>
                                    <p:set>
                                      <p:cBhvr>
                                        <p:cTn id="6469" dur="1" fill="hold">
                                          <p:stCondLst>
                                            <p:cond delay="0"/>
                                          </p:stCondLst>
                                        </p:cTn>
                                        <p:tgtEl>
                                          <p:spTgt spid="2244"/>
                                        </p:tgtEl>
                                        <p:attrNameLst>
                                          <p:attrName>style.visibility</p:attrName>
                                        </p:attrNameLst>
                                      </p:cBhvr>
                                      <p:to>
                                        <p:strVal val="visible"/>
                                      </p:to>
                                    </p:set>
                                  </p:childTnLst>
                                </p:cTn>
                              </p:par>
                            </p:childTnLst>
                          </p:cTn>
                        </p:par>
                        <p:par>
                          <p:cTn id="6470" fill="hold">
                            <p:stCondLst>
                              <p:cond delay="20040"/>
                            </p:stCondLst>
                            <p:childTnLst>
                              <p:par>
                                <p:cTn id="6471" nodeType="afterEffect" fill="hold" presetClass="exit" presetID="9">
                                  <p:stCondLst>
                                    <p:cond delay="0"/>
                                  </p:stCondLst>
                                  <p:childTnLst>
                                    <p:animEffect filter="dissolve" transition="out">
                                      <p:cBhvr additive="repl">
                                        <p:cTn id="6472" dur="500"/>
                                        <p:tgtEl>
                                          <p:spTgt spid="2244"/>
                                        </p:tgtEl>
                                      </p:cBhvr>
                                    </p:animEffect>
                                    <p:set>
                                      <p:cBhvr>
                                        <p:cTn id="6473" dur="1" fill="hold">
                                          <p:stCondLst>
                                            <p:cond delay="499"/>
                                          </p:stCondLst>
                                        </p:cTn>
                                        <p:tgtEl>
                                          <p:spTgt spid="2244"/>
                                        </p:tgtEl>
                                        <p:attrNameLst>
                                          <p:attrName>style.visibility</p:attrName>
                                        </p:attrNameLst>
                                      </p:cBhvr>
                                      <p:to>
                                        <p:strVal val="hidden"/>
                                      </p:to>
                                    </p:set>
                                  </p:childTnLst>
                                </p:cTn>
                              </p:par>
                            </p:childTnLst>
                          </p:cTn>
                        </p:par>
                        <p:par>
                          <p:cTn id="6474" fill="hold">
                            <p:stCondLst>
                              <p:cond delay="20540"/>
                            </p:stCondLst>
                            <p:childTnLst>
                              <p:par>
                                <p:cTn id="6475" nodeType="afterEffect" fill="hold" presetClass="entr" presetID="27">
                                  <p:stCondLst>
                                    <p:cond delay="0"/>
                                  </p:stCondLst>
                                  <p:iterate type="lt">
                                    <p:tmAbs val="40"/>
                                  </p:iterate>
                                  <p:childTnLst>
                                    <p:set>
                                      <p:cBhvr>
                                        <p:cTn id="6476" dur="1" fill="hold">
                                          <p:stCondLst>
                                            <p:cond delay="0"/>
                                          </p:stCondLst>
                                        </p:cTn>
                                        <p:tgtEl>
                                          <p:spTgt spid="2245"/>
                                        </p:tgtEl>
                                        <p:attrNameLst>
                                          <p:attrName>style.visibility</p:attrName>
                                        </p:attrNameLst>
                                      </p:cBhvr>
                                      <p:to>
                                        <p:strVal val="visible"/>
                                      </p:to>
                                    </p:set>
                                    <p:anim calcmode="discrete" valueType="clr">
                                      <p:cBhvr additive="repl">
                                        <p:cTn id="6477" dur="80"/>
                                        <p:tgtEl>
                                          <p:spTgt spid="2245"/>
                                        </p:tgtEl>
                                        <p:attrNameLst>
                                          <p:attrName>style.color</p:attrName>
                                        </p:attrNameLst>
                                      </p:cBhvr>
                                      <p:tavLst>
                                        <p:tav tm="0">
                                          <p:val>
                                            <p:strVal val="rgb(-103,51,51)"/>
                                          </p:val>
                                        </p:tav>
                                        <p:tav tm="50000">
                                          <p:val>
                                            <p:strVal val="rgb(-103,-103,0)"/>
                                          </p:val>
                                        </p:tav>
                                      </p:tavLst>
                                    </p:anim>
                                    <p:anim calcmode="discrete" valueType="clr">
                                      <p:cBhvr additive="repl">
                                        <p:cTn id="6478" dur="80"/>
                                        <p:tgtEl>
                                          <p:spTgt spid="2245"/>
                                        </p:tgtEl>
                                        <p:attrNameLst>
                                          <p:attrName>fillcolor</p:attrName>
                                        </p:attrNameLst>
                                      </p:cBhvr>
                                      <p:tavLst>
                                        <p:tav tm="0">
                                          <p:val>
                                            <p:strVal val="rgb(-103,51,51)"/>
                                          </p:val>
                                        </p:tav>
                                        <p:tav tm="50000">
                                          <p:val>
                                            <p:strVal val="rgb(-103,-103,0)"/>
                                          </p:val>
                                        </p:tav>
                                      </p:tavLst>
                                    </p:anim>
                                    <p:set>
                                      <p:cBhvr>
                                        <p:cTn id="6479" dur="80"/>
                                        <p:tgtEl>
                                          <p:spTgt spid="2245"/>
                                        </p:tgtEl>
                                        <p:attrNameLst>
                                          <p:attrName>fill.type</p:attrName>
                                        </p:attrNameLst>
                                      </p:cBhvr>
                                      <p:to>
                                        <p:strVal val="solid"/>
                                      </p:to>
                                    </p:set>
                                  </p:childTnLst>
                                </p:cTn>
                              </p:par>
                            </p:childTnLst>
                          </p:cTn>
                        </p:par>
                        <p:par>
                          <p:cTn id="6480" fill="hold">
                            <p:stCondLst>
                              <p:cond delay="21060"/>
                            </p:stCondLst>
                            <p:childTnLst>
                              <p:par>
                                <p:cTn id="6481" nodeType="afterEffect" fill="hold" presetClass="exit" presetID="27">
                                  <p:stCondLst>
                                    <p:cond delay="500"/>
                                  </p:stCondLst>
                                  <p:iterate type="lt">
                                    <p:tmAbs val="40"/>
                                  </p:iterate>
                                  <p:childTnLst>
                                    <p:anim calcmode="discrete" valueType="clr">
                                      <p:cBhvr additive="repl">
                                        <p:cTn id="6482" dur="80"/>
                                        <p:tgtEl>
                                          <p:spTgt spid="2245"/>
                                        </p:tgtEl>
                                        <p:attrNameLst>
                                          <p:attrName>style.color</p:attrName>
                                        </p:attrNameLst>
                                      </p:cBhvr>
                                      <p:tavLst>
                                        <p:tav tm="0">
                                          <p:val>
                                            <p:strVal val="rgb(-103,-103,0)"/>
                                          </p:val>
                                        </p:tav>
                                        <p:tav tm="50000">
                                          <p:val>
                                            <p:strVal val="rgb(-103,51,51)"/>
                                          </p:val>
                                        </p:tav>
                                      </p:tavLst>
                                    </p:anim>
                                    <p:anim calcmode="discrete" valueType="clr">
                                      <p:cBhvr additive="repl">
                                        <p:cTn id="6483" dur="80"/>
                                        <p:tgtEl>
                                          <p:spTgt spid="2245"/>
                                        </p:tgtEl>
                                        <p:attrNameLst>
                                          <p:attrName>fillcolor</p:attrName>
                                        </p:attrNameLst>
                                      </p:cBhvr>
                                      <p:tavLst>
                                        <p:tav tm="0">
                                          <p:val>
                                            <p:strVal val="rgb(-103,-103,0)"/>
                                          </p:val>
                                        </p:tav>
                                        <p:tav tm="50000">
                                          <p:val>
                                            <p:strVal val="rgb(-103,51,51)"/>
                                          </p:val>
                                        </p:tav>
                                      </p:tavLst>
                                    </p:anim>
                                    <p:set>
                                      <p:cBhvr>
                                        <p:cTn id="6484" dur="80"/>
                                        <p:tgtEl>
                                          <p:spTgt spid="2245"/>
                                        </p:tgtEl>
                                        <p:attrNameLst>
                                          <p:attrName>fill.type</p:attrName>
                                        </p:attrNameLst>
                                      </p:cBhvr>
                                      <p:to>
                                        <p:strVal val="solid"/>
                                      </p:to>
                                    </p:set>
                                    <p:set>
                                      <p:cBhvr>
                                        <p:cTn id="6485" dur="1" fill="hold">
                                          <p:stCondLst>
                                            <p:cond delay="79"/>
                                          </p:stCondLst>
                                        </p:cTn>
                                        <p:tgtEl>
                                          <p:spTgt spid="2245"/>
                                        </p:tgtEl>
                                        <p:attrNameLst>
                                          <p:attrName>style.visibility</p:attrName>
                                        </p:attrNameLst>
                                      </p:cBhvr>
                                      <p:to>
                                        <p:strVal val="hidden"/>
                                      </p:to>
                                    </p:set>
                                  </p:childTnLst>
                                </p:cTn>
                              </p:par>
                              <p:par>
                                <p:cTn id="6486" nodeType="withEffect" fill="hold" presetClass="entr" presetID="9">
                                  <p:stCondLst>
                                    <p:cond delay="500"/>
                                  </p:stCondLst>
                                  <p:childTnLst>
                                    <p:set>
                                      <p:cBhvr>
                                        <p:cTn id="6487" dur="1" fill="hold">
                                          <p:stCondLst>
                                            <p:cond delay="0"/>
                                          </p:stCondLst>
                                        </p:cTn>
                                        <p:tgtEl>
                                          <p:spTgt spid="2250"/>
                                        </p:tgtEl>
                                        <p:attrNameLst>
                                          <p:attrName>style.visibility</p:attrName>
                                        </p:attrNameLst>
                                      </p:cBhvr>
                                      <p:to>
                                        <p:strVal val="visible"/>
                                      </p:to>
                                    </p:set>
                                    <p:animEffect filter="dissolve" transition="in">
                                      <p:cBhvr additive="repl">
                                        <p:cTn id="6488" dur="500"/>
                                        <p:tgtEl>
                                          <p:spTgt spid="2250"/>
                                        </p:tgtEl>
                                      </p:cBhvr>
                                    </p:animEffect>
                                  </p:childTnLst>
                                </p:cTn>
                              </p:par>
                            </p:childTnLst>
                          </p:cTn>
                        </p:par>
                        <p:par>
                          <p:cTn id="6489" fill="hold">
                            <p:stCondLst>
                              <p:cond delay="22080"/>
                            </p:stCondLst>
                            <p:childTnLst>
                              <p:par>
                                <p:cTn id="6490" nodeType="afterEffect" fill="hold" presetClass="entr" presetID="1">
                                  <p:stCondLst>
                                    <p:cond delay="1500"/>
                                  </p:stCondLst>
                                  <p:childTnLst>
                                    <p:set>
                                      <p:cBhvr>
                                        <p:cTn id="6491" dur="1" fill="hold">
                                          <p:stCondLst>
                                            <p:cond delay="0"/>
                                          </p:stCondLst>
                                        </p:cTn>
                                        <p:tgtEl>
                                          <p:spTgt spid="22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52" name=""/>
          <p:cNvSpPr/>
          <p:nvPr/>
        </p:nvSpPr>
        <p:spPr>
          <a:xfrm>
            <a:off x="-380880" y="-304920"/>
            <a:ext cx="10058400" cy="73915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253" name="" descr=""/>
          <p:cNvPicPr/>
          <p:nvPr/>
        </p:nvPicPr>
        <p:blipFill>
          <a:blip r:embed="rId1"/>
          <a:stretch/>
        </p:blipFill>
        <p:spPr>
          <a:xfrm>
            <a:off x="0" y="0"/>
            <a:ext cx="9144000" cy="4275000"/>
          </a:xfrm>
          <a:prstGeom prst="rect">
            <a:avLst/>
          </a:prstGeom>
          <a:ln w="0">
            <a:noFill/>
          </a:ln>
        </p:spPr>
      </p:pic>
    </p:spTree>
  </p:cSld>
</p:sld>
</file>

<file path=ppt/slides/slide3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54" name=""/>
          <p:cNvSpPr/>
          <p:nvPr/>
        </p:nvSpPr>
        <p:spPr>
          <a:xfrm>
            <a:off x="-380880" y="-304920"/>
            <a:ext cx="10058400" cy="73915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255" name="" descr=""/>
          <p:cNvPicPr/>
          <p:nvPr/>
        </p:nvPicPr>
        <p:blipFill>
          <a:blip r:embed="rId1"/>
          <a:stretch/>
        </p:blipFill>
        <p:spPr>
          <a:xfrm>
            <a:off x="0" y="0"/>
            <a:ext cx="9144000" cy="4275000"/>
          </a:xfrm>
          <a:prstGeom prst="rect">
            <a:avLst/>
          </a:prstGeom>
          <a:ln w="0">
            <a:noFill/>
          </a:ln>
        </p:spPr>
      </p:pic>
    </p:spTree>
  </p:cSld>
</p:sld>
</file>

<file path=ppt/slides/slide3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56" name=""/>
          <p:cNvSpPr/>
          <p:nvPr/>
        </p:nvSpPr>
        <p:spPr>
          <a:xfrm>
            <a:off x="-380880" y="-304920"/>
            <a:ext cx="10058400" cy="73915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257" name="" descr=""/>
          <p:cNvPicPr/>
          <p:nvPr/>
        </p:nvPicPr>
        <p:blipFill>
          <a:blip r:embed="rId1"/>
          <a:stretch/>
        </p:blipFill>
        <p:spPr>
          <a:xfrm>
            <a:off x="0" y="0"/>
            <a:ext cx="9144000" cy="4275000"/>
          </a:xfrm>
          <a:prstGeom prst="rect">
            <a:avLst/>
          </a:prstGeom>
          <a:ln w="0">
            <a:noFill/>
          </a:ln>
        </p:spPr>
      </p:pic>
    </p:spTree>
  </p:cSld>
</p:sld>
</file>

<file path=ppt/slides/slide3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58" name=""/>
          <p:cNvSpPr/>
          <p:nvPr/>
        </p:nvSpPr>
        <p:spPr>
          <a:xfrm>
            <a:off x="-380880" y="-304920"/>
            <a:ext cx="10058400" cy="73915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259" name="" descr=""/>
          <p:cNvPicPr/>
          <p:nvPr/>
        </p:nvPicPr>
        <p:blipFill>
          <a:blip r:embed="rId1"/>
          <a:stretch/>
        </p:blipFill>
        <p:spPr>
          <a:xfrm>
            <a:off x="0" y="0"/>
            <a:ext cx="9144000" cy="4275000"/>
          </a:xfrm>
          <a:prstGeom prst="rect">
            <a:avLst/>
          </a:prstGeom>
          <a:ln w="0">
            <a:noFill/>
          </a:ln>
        </p:spPr>
      </p:pic>
      <p:sp>
        <p:nvSpPr>
          <p:cNvPr id="2260" name=""/>
          <p:cNvSpPr/>
          <p:nvPr/>
        </p:nvSpPr>
        <p:spPr>
          <a:xfrm>
            <a:off x="4495680" y="45720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61" name=""/>
          <p:cNvSpPr/>
          <p:nvPr/>
        </p:nvSpPr>
        <p:spPr>
          <a:xfrm>
            <a:off x="2590920" y="762120"/>
            <a:ext cx="2971800" cy="236196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62" name=""/>
          <p:cNvSpPr/>
          <p:nvPr/>
        </p:nvSpPr>
        <p:spPr>
          <a:xfrm>
            <a:off x="4419720" y="129528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63" name=""/>
          <p:cNvSpPr/>
          <p:nvPr/>
        </p:nvSpPr>
        <p:spPr>
          <a:xfrm>
            <a:off x="2743200" y="137160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64" name=""/>
          <p:cNvSpPr/>
          <p:nvPr/>
        </p:nvSpPr>
        <p:spPr>
          <a:xfrm>
            <a:off x="1600200" y="1143000"/>
            <a:ext cx="2971800" cy="236232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265" name="" descr=""/>
          <p:cNvPicPr/>
          <p:nvPr/>
        </p:nvPicPr>
        <p:blipFill>
          <a:blip r:embed="rId2"/>
          <a:stretch/>
        </p:blipFill>
        <p:spPr>
          <a:xfrm>
            <a:off x="3962520" y="5214960"/>
            <a:ext cx="5181480" cy="1643040"/>
          </a:xfrm>
          <a:prstGeom prst="rect">
            <a:avLst/>
          </a:prstGeom>
          <a:ln w="0">
            <a:noFill/>
          </a:ln>
        </p:spPr>
      </p:pic>
      <p:sp>
        <p:nvSpPr>
          <p:cNvPr id="2266" name=""/>
          <p:cNvSpPr/>
          <p:nvPr/>
        </p:nvSpPr>
        <p:spPr>
          <a:xfrm>
            <a:off x="5943600" y="5638680"/>
            <a:ext cx="25146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Err….</a:t>
            </a:r>
            <a:endParaRPr b="0" lang="en-US" sz="1200" spc="-1" strike="noStrike">
              <a:solidFill>
                <a:srgbClr val="000000"/>
              </a:solidFill>
              <a:latin typeface="Arial"/>
            </a:endParaRPr>
          </a:p>
        </p:txBody>
      </p:sp>
    </p:spTree>
  </p:cSld>
  <p:timing>
    <p:tnLst>
      <p:par>
        <p:cTn id="6492" dur="indefinite" restart="never" nodeType="tmRoot">
          <p:childTnLst>
            <p:seq>
              <p:cTn id="6493" dur="indefinite" nodeType="mainSeq">
                <p:childTnLst>
                  <p:par>
                    <p:cTn id="6494" fill="hold">
                      <p:stCondLst>
                        <p:cond delay="0"/>
                      </p:stCondLst>
                      <p:childTnLst>
                        <p:par>
                          <p:cTn id="6495" fill="hold">
                            <p:stCondLst>
                              <p:cond delay="0"/>
                            </p:stCondLst>
                            <p:childTnLst>
                              <p:par>
                                <p:cTn id="6496" nodeType="afterEffect" fill="hold" presetClass="entr" presetID="9">
                                  <p:stCondLst>
                                    <p:cond delay="0"/>
                                  </p:stCondLst>
                                  <p:childTnLst>
                                    <p:set>
                                      <p:cBhvr>
                                        <p:cTn id="6497" dur="1" fill="hold">
                                          <p:stCondLst>
                                            <p:cond delay="0"/>
                                          </p:stCondLst>
                                        </p:cTn>
                                        <p:tgtEl>
                                          <p:spTgt spid="2265"/>
                                        </p:tgtEl>
                                        <p:attrNameLst>
                                          <p:attrName>style.visibility</p:attrName>
                                        </p:attrNameLst>
                                      </p:cBhvr>
                                      <p:to>
                                        <p:strVal val="visible"/>
                                      </p:to>
                                    </p:set>
                                    <p:animEffect filter="dissolve" transition="in">
                                      <p:cBhvr additive="repl">
                                        <p:cTn id="6498" dur="500"/>
                                        <p:tgtEl>
                                          <p:spTgt spid="2265"/>
                                        </p:tgtEl>
                                      </p:cBhvr>
                                    </p:animEffect>
                                  </p:childTnLst>
                                </p:cTn>
                              </p:par>
                            </p:childTnLst>
                          </p:cTn>
                        </p:par>
                        <p:par>
                          <p:cTn id="6499" fill="hold">
                            <p:stCondLst>
                              <p:cond delay="500"/>
                            </p:stCondLst>
                            <p:childTnLst>
                              <p:par>
                                <p:cTn id="6500" nodeType="afterEffect" fill="hold" presetClass="entr" presetID="27">
                                  <p:stCondLst>
                                    <p:cond delay="0"/>
                                  </p:stCondLst>
                                  <p:iterate type="lt">
                                    <p:tmAbs val="40"/>
                                  </p:iterate>
                                  <p:childTnLst>
                                    <p:set>
                                      <p:cBhvr>
                                        <p:cTn id="6501" dur="1" fill="hold">
                                          <p:stCondLst>
                                            <p:cond delay="0"/>
                                          </p:stCondLst>
                                        </p:cTn>
                                        <p:tgtEl>
                                          <p:spTgt spid="2266"/>
                                        </p:tgtEl>
                                        <p:attrNameLst>
                                          <p:attrName>style.visibility</p:attrName>
                                        </p:attrNameLst>
                                      </p:cBhvr>
                                      <p:to>
                                        <p:strVal val="visible"/>
                                      </p:to>
                                    </p:set>
                                    <p:anim calcmode="discrete" valueType="clr">
                                      <p:cBhvr additive="repl">
                                        <p:cTn id="6502" dur="80"/>
                                        <p:tgtEl>
                                          <p:spTgt spid="2266"/>
                                        </p:tgtEl>
                                        <p:attrNameLst>
                                          <p:attrName>style.color</p:attrName>
                                        </p:attrNameLst>
                                      </p:cBhvr>
                                      <p:tavLst>
                                        <p:tav tm="0">
                                          <p:val>
                                            <p:strVal val="rgb(-103,51,51)"/>
                                          </p:val>
                                        </p:tav>
                                        <p:tav tm="50000">
                                          <p:val>
                                            <p:strVal val="rgb(-103,-103,0)"/>
                                          </p:val>
                                        </p:tav>
                                      </p:tavLst>
                                    </p:anim>
                                    <p:anim calcmode="discrete" valueType="clr">
                                      <p:cBhvr additive="repl">
                                        <p:cTn id="6503" dur="80"/>
                                        <p:tgtEl>
                                          <p:spTgt spid="2266"/>
                                        </p:tgtEl>
                                        <p:attrNameLst>
                                          <p:attrName>fillcolor</p:attrName>
                                        </p:attrNameLst>
                                      </p:cBhvr>
                                      <p:tavLst>
                                        <p:tav tm="0">
                                          <p:val>
                                            <p:strVal val="rgb(-103,51,51)"/>
                                          </p:val>
                                        </p:tav>
                                        <p:tav tm="50000">
                                          <p:val>
                                            <p:strVal val="rgb(-103,-103,0)"/>
                                          </p:val>
                                        </p:tav>
                                      </p:tavLst>
                                    </p:anim>
                                    <p:set>
                                      <p:cBhvr>
                                        <p:cTn id="6504" dur="80"/>
                                        <p:tgtEl>
                                          <p:spTgt spid="2266"/>
                                        </p:tgtEl>
                                        <p:attrNameLst>
                                          <p:attrName>fill.type</p:attrName>
                                        </p:attrNameLst>
                                      </p:cBhvr>
                                      <p:to>
                                        <p:strVal val="solid"/>
                                      </p:to>
                                    </p:set>
                                  </p:childTnLst>
                                </p:cTn>
                              </p:par>
                            </p:childTnLst>
                          </p:cTn>
                        </p:par>
                        <p:par>
                          <p:cTn id="6505" fill="hold">
                            <p:stCondLst>
                              <p:cond delay="740"/>
                            </p:stCondLst>
                            <p:childTnLst>
                              <p:par>
                                <p:cTn id="6506" nodeType="afterEffect" fill="hold" presetClass="exit" presetID="9">
                                  <p:stCondLst>
                                    <p:cond delay="2000"/>
                                  </p:stCondLst>
                                  <p:childTnLst>
                                    <p:animEffect filter="dissolve" transition="out">
                                      <p:cBhvr additive="repl">
                                        <p:cTn id="6507" dur="500"/>
                                        <p:tgtEl>
                                          <p:spTgt spid="2265"/>
                                        </p:tgtEl>
                                      </p:cBhvr>
                                    </p:animEffect>
                                    <p:set>
                                      <p:cBhvr>
                                        <p:cTn id="6508" dur="1" fill="hold">
                                          <p:stCondLst>
                                            <p:cond delay="499"/>
                                          </p:stCondLst>
                                        </p:cTn>
                                        <p:tgtEl>
                                          <p:spTgt spid="2265"/>
                                        </p:tgtEl>
                                        <p:attrNameLst>
                                          <p:attrName>style.visibility</p:attrName>
                                        </p:attrNameLst>
                                      </p:cBhvr>
                                      <p:to>
                                        <p:strVal val="hidden"/>
                                      </p:to>
                                    </p:set>
                                  </p:childTnLst>
                                </p:cTn>
                              </p:par>
                            </p:childTnLst>
                          </p:cTn>
                        </p:par>
                        <p:par>
                          <p:cTn id="6509" fill="hold">
                            <p:stCondLst>
                              <p:cond delay="3240"/>
                            </p:stCondLst>
                            <p:childTnLst>
                              <p:par>
                                <p:cTn id="6510" nodeType="afterEffect" fill="hold" presetClass="entr" presetID="1" repeatCount="1000">
                                  <p:stCondLst>
                                    <p:cond delay="0"/>
                                  </p:stCondLst>
                                  <p:childTnLst>
                                    <p:audio isNarration="0">
                                      <p:cMediaNode showWhenStopped="1">
                                        <p:cTn/>
                                        <p:tgtEl>
                                          <p:sndTgt r:embed="rId3" name="explode.wav"/>
                                        </p:tgtEl>
                                      </p:cMediaNode>
                                    </p:audio>
                                    <p:set>
                                      <p:cBhvr>
                                        <p:cTn id="6511" dur="1" fill="hold">
                                          <p:stCondLst>
                                            <p:cond delay="0"/>
                                          </p:stCondLst>
                                        </p:cTn>
                                        <p:tgtEl>
                                          <p:spTgt spid="2260"/>
                                        </p:tgtEl>
                                        <p:attrNameLst>
                                          <p:attrName>style.visibility</p:attrName>
                                        </p:attrNameLst>
                                      </p:cBhvr>
                                      <p:to>
                                        <p:strVal val="visible"/>
                                      </p:to>
                                    </p:set>
                                  </p:childTnLst>
                                </p:cTn>
                              </p:par>
                            </p:childTnLst>
                          </p:cTn>
                        </p:par>
                        <p:par>
                          <p:cTn id="6512" fill="hold">
                            <p:stCondLst>
                              <p:cond delay="3240"/>
                            </p:stCondLst>
                            <p:childTnLst>
                              <p:par>
                                <p:cTn id="6513" nodeType="afterEffect" fill="hold" presetClass="exit" presetID="9">
                                  <p:stCondLst>
                                    <p:cond delay="0"/>
                                  </p:stCondLst>
                                  <p:childTnLst>
                                    <p:animEffect filter="dissolve" transition="out">
                                      <p:cBhvr additive="repl">
                                        <p:cTn id="6514" dur="500"/>
                                        <p:tgtEl>
                                          <p:spTgt spid="2260"/>
                                        </p:tgtEl>
                                      </p:cBhvr>
                                    </p:animEffect>
                                    <p:set>
                                      <p:cBhvr>
                                        <p:cTn id="6515" dur="1" fill="hold">
                                          <p:stCondLst>
                                            <p:cond delay="499"/>
                                          </p:stCondLst>
                                        </p:cTn>
                                        <p:tgtEl>
                                          <p:spTgt spid="2260"/>
                                        </p:tgtEl>
                                        <p:attrNameLst>
                                          <p:attrName>style.visibility</p:attrName>
                                        </p:attrNameLst>
                                      </p:cBhvr>
                                      <p:to>
                                        <p:strVal val="hidden"/>
                                      </p:to>
                                    </p:set>
                                  </p:childTnLst>
                                </p:cTn>
                              </p:par>
                            </p:childTnLst>
                          </p:cTn>
                        </p:par>
                        <p:par>
                          <p:cTn id="6516" fill="hold">
                            <p:stCondLst>
                              <p:cond delay="3740"/>
                            </p:stCondLst>
                            <p:childTnLst>
                              <p:par>
                                <p:cTn id="6517" nodeType="afterEffect" fill="hold" presetClass="entr" presetID="1" repeatCount="1000">
                                  <p:stCondLst>
                                    <p:cond delay="0"/>
                                  </p:stCondLst>
                                  <p:childTnLst>
                                    <p:audio isNarration="0">
                                      <p:cMediaNode showWhenStopped="1">
                                        <p:cTn/>
                                        <p:tgtEl>
                                          <p:sndTgt r:embed="rId4" name="explode.wav"/>
                                        </p:tgtEl>
                                      </p:cMediaNode>
                                    </p:audio>
                                    <p:set>
                                      <p:cBhvr>
                                        <p:cTn id="6518" dur="1" fill="hold">
                                          <p:stCondLst>
                                            <p:cond delay="0"/>
                                          </p:stCondLst>
                                        </p:cTn>
                                        <p:tgtEl>
                                          <p:spTgt spid="2261"/>
                                        </p:tgtEl>
                                        <p:attrNameLst>
                                          <p:attrName>style.visibility</p:attrName>
                                        </p:attrNameLst>
                                      </p:cBhvr>
                                      <p:to>
                                        <p:strVal val="visible"/>
                                      </p:to>
                                    </p:set>
                                  </p:childTnLst>
                                </p:cTn>
                              </p:par>
                            </p:childTnLst>
                          </p:cTn>
                        </p:par>
                        <p:par>
                          <p:cTn id="6519" fill="hold">
                            <p:stCondLst>
                              <p:cond delay="3740"/>
                            </p:stCondLst>
                            <p:childTnLst>
                              <p:par>
                                <p:cTn id="6520" nodeType="afterEffect" fill="hold" presetClass="exit" presetID="9">
                                  <p:stCondLst>
                                    <p:cond delay="0"/>
                                  </p:stCondLst>
                                  <p:childTnLst>
                                    <p:animEffect filter="dissolve" transition="out">
                                      <p:cBhvr additive="repl">
                                        <p:cTn id="6521" dur="500"/>
                                        <p:tgtEl>
                                          <p:spTgt spid="2261"/>
                                        </p:tgtEl>
                                      </p:cBhvr>
                                    </p:animEffect>
                                    <p:set>
                                      <p:cBhvr>
                                        <p:cTn id="6522" dur="1" fill="hold">
                                          <p:stCondLst>
                                            <p:cond delay="499"/>
                                          </p:stCondLst>
                                        </p:cTn>
                                        <p:tgtEl>
                                          <p:spTgt spid="2261"/>
                                        </p:tgtEl>
                                        <p:attrNameLst>
                                          <p:attrName>style.visibility</p:attrName>
                                        </p:attrNameLst>
                                      </p:cBhvr>
                                      <p:to>
                                        <p:strVal val="hidden"/>
                                      </p:to>
                                    </p:set>
                                  </p:childTnLst>
                                </p:cTn>
                              </p:par>
                            </p:childTnLst>
                          </p:cTn>
                        </p:par>
                        <p:par>
                          <p:cTn id="6523" fill="hold">
                            <p:stCondLst>
                              <p:cond delay="4240"/>
                            </p:stCondLst>
                            <p:childTnLst>
                              <p:par>
                                <p:cTn id="6524" nodeType="afterEffect" fill="hold" presetClass="entr" presetID="1" repeatCount="1000">
                                  <p:stCondLst>
                                    <p:cond delay="0"/>
                                  </p:stCondLst>
                                  <p:childTnLst>
                                    <p:audio isNarration="0">
                                      <p:cMediaNode showWhenStopped="1">
                                        <p:cTn/>
                                        <p:tgtEl>
                                          <p:sndTgt r:embed="rId5" name="explode.wav"/>
                                        </p:tgtEl>
                                      </p:cMediaNode>
                                    </p:audio>
                                    <p:set>
                                      <p:cBhvr>
                                        <p:cTn id="6525" dur="1" fill="hold">
                                          <p:stCondLst>
                                            <p:cond delay="0"/>
                                          </p:stCondLst>
                                        </p:cTn>
                                        <p:tgtEl>
                                          <p:spTgt spid="2262"/>
                                        </p:tgtEl>
                                        <p:attrNameLst>
                                          <p:attrName>style.visibility</p:attrName>
                                        </p:attrNameLst>
                                      </p:cBhvr>
                                      <p:to>
                                        <p:strVal val="visible"/>
                                      </p:to>
                                    </p:set>
                                  </p:childTnLst>
                                </p:cTn>
                              </p:par>
                            </p:childTnLst>
                          </p:cTn>
                        </p:par>
                        <p:par>
                          <p:cTn id="6526" fill="hold">
                            <p:stCondLst>
                              <p:cond delay="4240"/>
                            </p:stCondLst>
                            <p:childTnLst>
                              <p:par>
                                <p:cTn id="6527" nodeType="afterEffect" fill="hold" presetClass="exit" presetID="9">
                                  <p:stCondLst>
                                    <p:cond delay="0"/>
                                  </p:stCondLst>
                                  <p:childTnLst>
                                    <p:animEffect filter="dissolve" transition="out">
                                      <p:cBhvr additive="repl">
                                        <p:cTn id="6528" dur="500"/>
                                        <p:tgtEl>
                                          <p:spTgt spid="2262"/>
                                        </p:tgtEl>
                                      </p:cBhvr>
                                    </p:animEffect>
                                    <p:set>
                                      <p:cBhvr>
                                        <p:cTn id="6529" dur="1" fill="hold">
                                          <p:stCondLst>
                                            <p:cond delay="499"/>
                                          </p:stCondLst>
                                        </p:cTn>
                                        <p:tgtEl>
                                          <p:spTgt spid="2262"/>
                                        </p:tgtEl>
                                        <p:attrNameLst>
                                          <p:attrName>style.visibility</p:attrName>
                                        </p:attrNameLst>
                                      </p:cBhvr>
                                      <p:to>
                                        <p:strVal val="hidden"/>
                                      </p:to>
                                    </p:set>
                                  </p:childTnLst>
                                </p:cTn>
                              </p:par>
                            </p:childTnLst>
                          </p:cTn>
                        </p:par>
                        <p:par>
                          <p:cTn id="6530" fill="hold">
                            <p:stCondLst>
                              <p:cond delay="4740"/>
                            </p:stCondLst>
                            <p:childTnLst>
                              <p:par>
                                <p:cTn id="6531" nodeType="afterEffect" fill="hold" presetClass="entr" presetID="1" repeatCount="1000">
                                  <p:stCondLst>
                                    <p:cond delay="0"/>
                                  </p:stCondLst>
                                  <p:childTnLst>
                                    <p:audio isNarration="0">
                                      <p:cMediaNode showWhenStopped="1">
                                        <p:cTn/>
                                        <p:tgtEl>
                                          <p:sndTgt r:embed="rId6" name="explode.wav"/>
                                        </p:tgtEl>
                                      </p:cMediaNode>
                                    </p:audio>
                                    <p:set>
                                      <p:cBhvr>
                                        <p:cTn id="6532" dur="1" fill="hold">
                                          <p:stCondLst>
                                            <p:cond delay="0"/>
                                          </p:stCondLst>
                                        </p:cTn>
                                        <p:tgtEl>
                                          <p:spTgt spid="2263"/>
                                        </p:tgtEl>
                                        <p:attrNameLst>
                                          <p:attrName>style.visibility</p:attrName>
                                        </p:attrNameLst>
                                      </p:cBhvr>
                                      <p:to>
                                        <p:strVal val="visible"/>
                                      </p:to>
                                    </p:set>
                                  </p:childTnLst>
                                </p:cTn>
                              </p:par>
                            </p:childTnLst>
                          </p:cTn>
                        </p:par>
                        <p:par>
                          <p:cTn id="6533" fill="hold">
                            <p:stCondLst>
                              <p:cond delay="4740"/>
                            </p:stCondLst>
                            <p:childTnLst>
                              <p:par>
                                <p:cTn id="6534" nodeType="afterEffect" fill="hold" presetClass="exit" presetID="9">
                                  <p:stCondLst>
                                    <p:cond delay="0"/>
                                  </p:stCondLst>
                                  <p:childTnLst>
                                    <p:animEffect filter="dissolve" transition="out">
                                      <p:cBhvr additive="repl">
                                        <p:cTn id="6535" dur="500"/>
                                        <p:tgtEl>
                                          <p:spTgt spid="2263"/>
                                        </p:tgtEl>
                                      </p:cBhvr>
                                    </p:animEffect>
                                    <p:set>
                                      <p:cBhvr>
                                        <p:cTn id="6536" dur="1" fill="hold">
                                          <p:stCondLst>
                                            <p:cond delay="499"/>
                                          </p:stCondLst>
                                        </p:cTn>
                                        <p:tgtEl>
                                          <p:spTgt spid="2263"/>
                                        </p:tgtEl>
                                        <p:attrNameLst>
                                          <p:attrName>style.visibility</p:attrName>
                                        </p:attrNameLst>
                                      </p:cBhvr>
                                      <p:to>
                                        <p:strVal val="hidden"/>
                                      </p:to>
                                    </p:set>
                                  </p:childTnLst>
                                </p:cTn>
                              </p:par>
                            </p:childTnLst>
                          </p:cTn>
                        </p:par>
                        <p:par>
                          <p:cTn id="6537" fill="hold">
                            <p:stCondLst>
                              <p:cond delay="5240"/>
                            </p:stCondLst>
                            <p:childTnLst>
                              <p:par>
                                <p:cTn id="6538" nodeType="afterEffect" fill="hold" presetClass="entr" presetID="1" repeatCount="1000">
                                  <p:stCondLst>
                                    <p:cond delay="0"/>
                                  </p:stCondLst>
                                  <p:childTnLst>
                                    <p:audio isNarration="0">
                                      <p:cMediaNode showWhenStopped="1">
                                        <p:cTn/>
                                        <p:tgtEl>
                                          <p:sndTgt r:embed="rId7" name="explode.wav"/>
                                        </p:tgtEl>
                                      </p:cMediaNode>
                                    </p:audio>
                                    <p:set>
                                      <p:cBhvr>
                                        <p:cTn id="6539" dur="1" fill="hold">
                                          <p:stCondLst>
                                            <p:cond delay="0"/>
                                          </p:stCondLst>
                                        </p:cTn>
                                        <p:tgtEl>
                                          <p:spTgt spid="2264"/>
                                        </p:tgtEl>
                                        <p:attrNameLst>
                                          <p:attrName>style.visibility</p:attrName>
                                        </p:attrNameLst>
                                      </p:cBhvr>
                                      <p:to>
                                        <p:strVal val="visible"/>
                                      </p:to>
                                    </p:set>
                                  </p:childTnLst>
                                </p:cTn>
                              </p:par>
                            </p:childTnLst>
                          </p:cTn>
                        </p:par>
                        <p:par>
                          <p:cTn id="6540" fill="hold">
                            <p:stCondLst>
                              <p:cond delay="5240"/>
                            </p:stCondLst>
                            <p:childTnLst>
                              <p:par>
                                <p:cTn id="6541" nodeType="afterEffect" fill="hold" presetClass="exit" presetID="9">
                                  <p:stCondLst>
                                    <p:cond delay="0"/>
                                  </p:stCondLst>
                                  <p:childTnLst>
                                    <p:animEffect filter="dissolve" transition="out">
                                      <p:cBhvr additive="repl">
                                        <p:cTn id="6542" dur="500"/>
                                        <p:tgtEl>
                                          <p:spTgt spid="2264"/>
                                        </p:tgtEl>
                                      </p:cBhvr>
                                    </p:animEffect>
                                    <p:set>
                                      <p:cBhvr>
                                        <p:cTn id="6543" dur="1" fill="hold">
                                          <p:stCondLst>
                                            <p:cond delay="499"/>
                                          </p:stCondLst>
                                        </p:cTn>
                                        <p:tgtEl>
                                          <p:spTgt spid="2264"/>
                                        </p:tgtEl>
                                        <p:attrNameLst>
                                          <p:attrName>style.visibility</p:attrName>
                                        </p:attrNameLst>
                                      </p:cBhvr>
                                      <p:to>
                                        <p:strVal val="hidden"/>
                                      </p:to>
                                    </p:set>
                                  </p:childTnLst>
                                </p:cTn>
                              </p:par>
                            </p:childTnLst>
                          </p:cTn>
                        </p:par>
                        <p:par>
                          <p:cTn id="6544" fill="hold">
                            <p:stCondLst>
                              <p:cond delay="5740"/>
                            </p:stCondLst>
                            <p:childTnLst>
                              <p:par>
                                <p:cTn id="6545" nodeType="afterEffect" fill="hold" presetClass="exit" presetID="9">
                                  <p:stCondLst>
                                    <p:cond delay="0"/>
                                  </p:stCondLst>
                                  <p:childTnLst>
                                    <p:animEffect filter="dissolve" transition="out">
                                      <p:cBhvr additive="repl">
                                        <p:cTn id="6546" dur="500"/>
                                        <p:tgtEl>
                                          <p:spTgt spid="2259"/>
                                        </p:tgtEl>
                                      </p:cBhvr>
                                    </p:animEffect>
                                    <p:set>
                                      <p:cBhvr>
                                        <p:cTn id="6547" dur="1" fill="hold">
                                          <p:stCondLst>
                                            <p:cond delay="499"/>
                                          </p:stCondLst>
                                        </p:cTn>
                                        <p:tgtEl>
                                          <p:spTgt spid="225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67" name="" descr=""/>
          <p:cNvPicPr/>
          <p:nvPr/>
        </p:nvPicPr>
        <p:blipFill>
          <a:blip r:embed="rId1"/>
          <a:stretch/>
        </p:blipFill>
        <p:spPr>
          <a:xfrm>
            <a:off x="0" y="0"/>
            <a:ext cx="9144000" cy="7086600"/>
          </a:xfrm>
          <a:prstGeom prst="rect">
            <a:avLst/>
          </a:prstGeom>
          <a:ln w="0">
            <a:noFill/>
          </a:ln>
        </p:spPr>
      </p:pic>
      <p:sp>
        <p:nvSpPr>
          <p:cNvPr id="2268" name=""/>
          <p:cNvSpPr/>
          <p:nvPr/>
        </p:nvSpPr>
        <p:spPr>
          <a:xfrm>
            <a:off x="2819520" y="1371600"/>
            <a:ext cx="5638680" cy="764280"/>
          </a:xfrm>
          <a:prstGeom prst="rect">
            <a:avLst/>
          </a:prstGeom>
          <a:noFill/>
          <a:ln w="0">
            <a:noFill/>
          </a:ln>
        </p:spPr>
        <p:style>
          <a:lnRef idx="0"/>
          <a:fillRef idx="0"/>
          <a:effectRef idx="0"/>
          <a:fontRef idx="minor"/>
        </p:style>
        <p:txBody>
          <a:bodyPr lIns="90000" rIns="90000" tIns="46800" bIns="46800" anchor="t">
            <a:spAutoFit/>
          </a:bodyPr>
          <a:p>
            <a:pPr>
              <a:spcBef>
                <a:spcPts val="27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ffffff"/>
                </a:solidFill>
                <a:latin typeface="Arial"/>
              </a:rPr>
              <a:t>Game Over</a:t>
            </a:r>
            <a:endParaRPr b="0" lang="en-US" sz="4400" spc="-1" strike="noStrike">
              <a:solidFill>
                <a:srgbClr val="000000"/>
              </a:solidFill>
              <a:latin typeface="Arial"/>
            </a:endParaRPr>
          </a:p>
        </p:txBody>
      </p:sp>
      <p:pic>
        <p:nvPicPr>
          <p:cNvPr id="2269" name="" descr=""/>
          <p:cNvPicPr/>
          <p:nvPr/>
        </p:nvPicPr>
        <p:blipFill>
          <a:blip r:embed="rId2"/>
          <a:stretch/>
        </p:blipFill>
        <p:spPr>
          <a:xfrm>
            <a:off x="5715000" y="-704880"/>
            <a:ext cx="555480" cy="704880"/>
          </a:xfrm>
          <a:prstGeom prst="rect">
            <a:avLst/>
          </a:prstGeom>
          <a:ln w="0">
            <a:noFill/>
          </a:ln>
        </p:spPr>
      </p:pic>
      <p:sp>
        <p:nvSpPr>
          <p:cNvPr id="2270" name=""/>
          <p:cNvSpPr/>
          <p:nvPr/>
        </p:nvSpPr>
        <p:spPr>
          <a:xfrm>
            <a:off x="3581280" y="2286000"/>
            <a:ext cx="160020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ffffff"/>
                </a:solidFill>
                <a:latin typeface="Arial"/>
              </a:rPr>
              <a:t>Press ESC to exit</a:t>
            </a:r>
            <a:endParaRPr b="0" lang="en-US" sz="1200" spc="-1" strike="noStrike">
              <a:solidFill>
                <a:srgbClr val="000000"/>
              </a:solidFill>
              <a:latin typeface="Arial"/>
            </a:endParaRPr>
          </a:p>
        </p:txBody>
      </p:sp>
      <p:sp>
        <p:nvSpPr>
          <p:cNvPr id="2271" name=""/>
          <p:cNvSpPr/>
          <p:nvPr/>
        </p:nvSpPr>
        <p:spPr>
          <a:xfrm>
            <a:off x="3352680" y="4114800"/>
            <a:ext cx="47246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ffff00"/>
                </a:solidFill>
                <a:latin typeface="Arial"/>
              </a:rPr>
              <a:t>That was pretty challenging, eh?</a:t>
            </a:r>
            <a:endParaRPr b="0" lang="en-US" sz="1200" spc="-1" strike="noStrike">
              <a:solidFill>
                <a:srgbClr val="000000"/>
              </a:solidFill>
              <a:latin typeface="Arial"/>
            </a:endParaRPr>
          </a:p>
        </p:txBody>
      </p:sp>
      <p:pic>
        <p:nvPicPr>
          <p:cNvPr id="2272" name="" descr=""/>
          <p:cNvPicPr/>
          <p:nvPr/>
        </p:nvPicPr>
        <p:blipFill>
          <a:blip r:embed="rId3"/>
          <a:stretch/>
        </p:blipFill>
        <p:spPr>
          <a:xfrm>
            <a:off x="9144000" y="3124080"/>
            <a:ext cx="2359080" cy="6153120"/>
          </a:xfrm>
          <a:prstGeom prst="rect">
            <a:avLst/>
          </a:prstGeom>
          <a:ln w="0">
            <a:noFill/>
          </a:ln>
        </p:spPr>
      </p:pic>
      <p:sp>
        <p:nvSpPr>
          <p:cNvPr id="2273" name=""/>
          <p:cNvSpPr/>
          <p:nvPr/>
        </p:nvSpPr>
        <p:spPr>
          <a:xfrm>
            <a:off x="6858000" y="1371600"/>
            <a:ext cx="2057400" cy="1219320"/>
          </a:xfrm>
          <a:prstGeom prst="wedgeEllipseCallout">
            <a:avLst>
              <a:gd name="adj1" fmla="val -15509"/>
              <a:gd name="adj2" fmla="val 85546"/>
            </a:avLst>
          </a:prstGeom>
          <a:solidFill>
            <a:srgbClr val="ffffff"/>
          </a:solidFill>
          <a:ln w="9360">
            <a:solidFill>
              <a:srgbClr val="0000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0000"/>
                </a:solidFill>
                <a:latin typeface="Arial"/>
              </a:rPr>
              <a:t>You sujxx!!11!</a:t>
            </a:r>
            <a:endParaRPr b="0" lang="en-US" sz="1800" spc="-1" strike="noStrike">
              <a:solidFill>
                <a:srgbClr val="000000"/>
              </a:solidFill>
              <a:latin typeface="Arial"/>
            </a:endParaRPr>
          </a:p>
        </p:txBody>
      </p:sp>
    </p:spTree>
  </p:cSld>
  <p:timing>
    <p:tnLst>
      <p:par>
        <p:cTn id="6548" dur="indefinite" restart="never" nodeType="tmRoot">
          <p:childTnLst>
            <p:seq>
              <p:cTn id="6549" dur="indefinite" nodeType="mainSeq">
                <p:childTnLst>
                  <p:par>
                    <p:cTn id="6550" fill="hold">
                      <p:stCondLst>
                        <p:cond delay="0"/>
                      </p:stCondLst>
                      <p:childTnLst>
                        <p:par>
                          <p:cTn id="6551" fill="hold">
                            <p:stCondLst>
                              <p:cond delay="0"/>
                            </p:stCondLst>
                            <p:childTnLst>
                              <p:par>
                                <p:cTn id="6552" nodeType="afterEffect" fill="hold" presetClass="path" presetID="0">
                                  <p:stCondLst>
                                    <p:cond delay="500"/>
                                  </p:stCondLst>
                                  <p:childTnLst>
                                    <p:animMotion origin="layout" path="M -0.09166 0.14012 L -0.47205 0.64647 E">
                                      <p:cBhvr>
                                        <p:cTn id="6553" dur="1000" fill="hold"/>
                                        <p:tgtEl>
                                          <p:spTgt spid="2269"/>
                                        </p:tgtEl>
                                      </p:cBhvr>
                                    </p:animMotion>
                                  </p:childTnLst>
                                </p:cTn>
                              </p:par>
                              <p:set>
                                <p:cBhvr>
                                  <p:cTn id="6554" dur="1" fill="hold">
                                    <p:stCondLst>
                                      <p:cond evt="end">
                                        <p:tn val="6552"/>
                                      </p:cond>
                                    </p:stCondLst>
                                  </p:cTn>
                                  <p:tgtEl>
                                    <p:spTgt spid="2269"/>
                                  </p:tgtEl>
                                  <p:attrNameLst>
                                    <p:attrName>style.visibility</p:attrName>
                                  </p:attrNameLst>
                                </p:cBhvr>
                                <p:to>
                                  <p:strVal val="hidden"/>
                                </p:to>
                              </p:set>
                            </p:childTnLst>
                          </p:cTn>
                        </p:par>
                        <p:par>
                          <p:cTn id="6555" fill="hold">
                            <p:stCondLst>
                              <p:cond delay="1500"/>
                            </p:stCondLst>
                            <p:childTnLst>
                              <p:par>
                                <p:cTn id="6556" nodeType="afterEffect" fill="hold" presetClass="entr" presetID="9">
                                  <p:stCondLst>
                                    <p:cond delay="500"/>
                                  </p:stCondLst>
                                  <p:childTnLst>
                                    <p:set>
                                      <p:cBhvr>
                                        <p:cTn id="6557" dur="1" fill="hold">
                                          <p:stCondLst>
                                            <p:cond delay="0"/>
                                          </p:stCondLst>
                                        </p:cTn>
                                        <p:tgtEl>
                                          <p:spTgt spid="2268"/>
                                        </p:tgtEl>
                                        <p:attrNameLst>
                                          <p:attrName>style.visibility</p:attrName>
                                        </p:attrNameLst>
                                      </p:cBhvr>
                                      <p:to>
                                        <p:strVal val="visible"/>
                                      </p:to>
                                    </p:set>
                                    <p:animEffect filter="dissolve" transition="in">
                                      <p:cBhvr additive="repl">
                                        <p:cTn id="6558" dur="500"/>
                                        <p:tgtEl>
                                          <p:spTgt spid="2268"/>
                                        </p:tgtEl>
                                      </p:cBhvr>
                                    </p:animEffect>
                                  </p:childTnLst>
                                </p:cTn>
                              </p:par>
                            </p:childTnLst>
                          </p:cTn>
                        </p:par>
                        <p:par>
                          <p:cTn id="6559" fill="hold">
                            <p:stCondLst>
                              <p:cond delay="2500"/>
                            </p:stCondLst>
                            <p:childTnLst>
                              <p:par>
                                <p:cTn id="6560" nodeType="afterEffect" fill="hold" presetClass="entr" presetID="9">
                                  <p:stCondLst>
                                    <p:cond delay="0"/>
                                  </p:stCondLst>
                                  <p:childTnLst>
                                    <p:set>
                                      <p:cBhvr>
                                        <p:cTn id="6561" dur="1" fill="hold">
                                          <p:stCondLst>
                                            <p:cond delay="0"/>
                                          </p:stCondLst>
                                        </p:cTn>
                                        <p:tgtEl>
                                          <p:spTgt spid="2270"/>
                                        </p:tgtEl>
                                        <p:attrNameLst>
                                          <p:attrName>style.visibility</p:attrName>
                                        </p:attrNameLst>
                                      </p:cBhvr>
                                      <p:to>
                                        <p:strVal val="visible"/>
                                      </p:to>
                                    </p:set>
                                    <p:animEffect filter="dissolve" transition="in">
                                      <p:cBhvr additive="repl">
                                        <p:cTn id="6562" dur="500"/>
                                        <p:tgtEl>
                                          <p:spTgt spid="2270"/>
                                        </p:tgtEl>
                                      </p:cBhvr>
                                    </p:animEffect>
                                  </p:childTnLst>
                                </p:cTn>
                              </p:par>
                            </p:childTnLst>
                          </p:cTn>
                        </p:par>
                        <p:par>
                          <p:cTn id="6563" fill="hold">
                            <p:stCondLst>
                              <p:cond delay="3000"/>
                            </p:stCondLst>
                            <p:childTnLst>
                              <p:par>
                                <p:cTn id="6564" nodeType="afterEffect" fill="hold" presetClass="entr" presetID="9">
                                  <p:stCondLst>
                                    <p:cond delay="4500"/>
                                  </p:stCondLst>
                                  <p:childTnLst>
                                    <p:set>
                                      <p:cBhvr>
                                        <p:cTn id="6565" dur="1" fill="hold">
                                          <p:stCondLst>
                                            <p:cond delay="0"/>
                                          </p:stCondLst>
                                        </p:cTn>
                                        <p:tgtEl>
                                          <p:spTgt spid="2271"/>
                                        </p:tgtEl>
                                        <p:attrNameLst>
                                          <p:attrName>style.visibility</p:attrName>
                                        </p:attrNameLst>
                                      </p:cBhvr>
                                      <p:to>
                                        <p:strVal val="visible"/>
                                      </p:to>
                                    </p:set>
                                    <p:animEffect filter="dissolve" transition="in">
                                      <p:cBhvr additive="repl">
                                        <p:cTn id="6566" dur="500"/>
                                        <p:tgtEl>
                                          <p:spTgt spid="2271"/>
                                        </p:tgtEl>
                                      </p:cBhvr>
                                    </p:animEffect>
                                  </p:childTnLst>
                                </p:cTn>
                              </p:par>
                            </p:childTnLst>
                          </p:cTn>
                        </p:par>
                        <p:par>
                          <p:cTn id="6567" fill="hold">
                            <p:stCondLst>
                              <p:cond delay="8000"/>
                            </p:stCondLst>
                            <p:childTnLst>
                              <p:par>
                                <p:cTn id="6568" nodeType="afterEffect" fill="hold" presetClass="path" presetID="0">
                                  <p:stCondLst>
                                    <p:cond delay="0"/>
                                  </p:stCondLst>
                                  <p:childTnLst>
                                    <p:animMotion origin="layout" path="M 6.38889E-006 6.24277E-006 L -0.31666 6.24277E-006 E">
                                      <p:cBhvr>
                                        <p:cTn id="6569" dur="5000" fill="hold"/>
                                        <p:tgtEl>
                                          <p:spTgt spid="2272"/>
                                        </p:tgtEl>
                                      </p:cBhvr>
                                    </p:animMotion>
                                  </p:childTnLst>
                                </p:cTn>
                              </p:par>
                            </p:childTnLst>
                          </p:cTn>
                        </p:par>
                        <p:par>
                          <p:cTn id="6570" fill="hold">
                            <p:stCondLst>
                              <p:cond delay="13000"/>
                            </p:stCondLst>
                            <p:childTnLst>
                              <p:par>
                                <p:cTn id="6571" nodeType="afterEffect" fill="hold" presetClass="entr" presetID="9">
                                  <p:stCondLst>
                                    <p:cond delay="0"/>
                                  </p:stCondLst>
                                  <p:childTnLst>
                                    <p:set>
                                      <p:cBhvr>
                                        <p:cTn id="6572" dur="1" fill="hold">
                                          <p:stCondLst>
                                            <p:cond delay="0"/>
                                          </p:stCondLst>
                                        </p:cTn>
                                        <p:tgtEl>
                                          <p:spTgt spid="2273"/>
                                        </p:tgtEl>
                                        <p:attrNameLst>
                                          <p:attrName>style.visibility</p:attrName>
                                        </p:attrNameLst>
                                      </p:cBhvr>
                                      <p:to>
                                        <p:strVal val="visible"/>
                                      </p:to>
                                    </p:set>
                                    <p:animEffect filter="dissolve" transition="in">
                                      <p:cBhvr additive="repl">
                                        <p:cTn id="6573" dur="500"/>
                                        <p:tgtEl>
                                          <p:spTgt spid="2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74" name="" descr=""/>
          <p:cNvPicPr/>
          <p:nvPr/>
        </p:nvPicPr>
        <p:blipFill>
          <a:blip r:embed="rId1"/>
          <a:stretch/>
        </p:blipFill>
        <p:spPr>
          <a:xfrm>
            <a:off x="0" y="0"/>
            <a:ext cx="9144000" cy="6913440"/>
          </a:xfrm>
          <a:prstGeom prst="rect">
            <a:avLst/>
          </a:prstGeom>
          <a:ln w="0">
            <a:noFill/>
          </a:ln>
        </p:spPr>
      </p:pic>
      <p:pic>
        <p:nvPicPr>
          <p:cNvPr id="2275" name="" descr=""/>
          <p:cNvPicPr/>
          <p:nvPr/>
        </p:nvPicPr>
        <p:blipFill>
          <a:blip r:embed="rId2"/>
          <a:stretch/>
        </p:blipFill>
        <p:spPr>
          <a:xfrm>
            <a:off x="5943600" y="3352680"/>
            <a:ext cx="2933640" cy="1271880"/>
          </a:xfrm>
          <a:prstGeom prst="rect">
            <a:avLst/>
          </a:prstGeom>
          <a:ln w="0">
            <a:noFill/>
          </a:ln>
        </p:spPr>
      </p:pic>
      <p:sp>
        <p:nvSpPr>
          <p:cNvPr id="2276" name=""/>
          <p:cNvSpPr/>
          <p:nvPr/>
        </p:nvSpPr>
        <p:spPr>
          <a:xfrm>
            <a:off x="6629400" y="27432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277" name=""/>
          <p:cNvSpPr/>
          <p:nvPr/>
        </p:nvSpPr>
        <p:spPr>
          <a:xfrm>
            <a:off x="1295280" y="198108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0</a:t>
            </a:r>
            <a:endParaRPr b="0" lang="en-US" sz="1800" spc="-1" strike="noStrike">
              <a:solidFill>
                <a:srgbClr val="000000"/>
              </a:solidFill>
              <a:latin typeface="Arial"/>
            </a:endParaRPr>
          </a:p>
        </p:txBody>
      </p:sp>
      <p:sp>
        <p:nvSpPr>
          <p:cNvPr id="2278" name=""/>
          <p:cNvSpPr/>
          <p:nvPr/>
        </p:nvSpPr>
        <p:spPr>
          <a:xfrm>
            <a:off x="1066680" y="1600200"/>
            <a:ext cx="2971800" cy="76212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79" name=""/>
          <p:cNvSpPr/>
          <p:nvPr/>
        </p:nvSpPr>
        <p:spPr>
          <a:xfrm>
            <a:off x="-1523880" y="1828800"/>
            <a:ext cx="4572000" cy="8334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debug</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3. Shot</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 Missile</a:t>
            </a:r>
            <a:endParaRPr b="0" lang="en-US" sz="1200" spc="-1" strike="noStrike">
              <a:solidFill>
                <a:srgbClr val="000000"/>
              </a:solidFill>
              <a:latin typeface="Arial"/>
            </a:endParaRPr>
          </a:p>
        </p:txBody>
      </p:sp>
      <p:sp>
        <p:nvSpPr>
          <p:cNvPr id="2280" name=""/>
          <p:cNvSpPr/>
          <p:nvPr/>
        </p:nvSpPr>
        <p:spPr>
          <a:xfrm>
            <a:off x="1219320" y="1828800"/>
            <a:ext cx="2819160" cy="6426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1…                  </a:t>
            </a:r>
            <a:endParaRPr b="0" lang="en-US" sz="1800" spc="-1" strike="noStrike">
              <a:solidFill>
                <a:srgbClr val="000000"/>
              </a:solidFill>
              <a:latin typeface="Arial"/>
            </a:endParaRPr>
          </a:p>
        </p:txBody>
      </p:sp>
      <p:sp>
        <p:nvSpPr>
          <p:cNvPr id="2281" name=""/>
          <p:cNvSpPr/>
          <p:nvPr/>
        </p:nvSpPr>
        <p:spPr>
          <a:xfrm>
            <a:off x="1447920" y="1752480"/>
            <a:ext cx="2438280" cy="3682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SHIELD RELEASE</a:t>
            </a:r>
            <a:endParaRPr b="0" lang="en-US" sz="1800" spc="-1" strike="noStrike">
              <a:solidFill>
                <a:srgbClr val="000000"/>
              </a:solidFill>
              <a:latin typeface="Arial"/>
            </a:endParaRPr>
          </a:p>
        </p:txBody>
      </p:sp>
      <p:pic>
        <p:nvPicPr>
          <p:cNvPr id="2282" name="" descr=""/>
          <p:cNvPicPr/>
          <p:nvPr/>
        </p:nvPicPr>
        <p:blipFill>
          <a:blip r:embed="rId3"/>
          <a:stretch/>
        </p:blipFill>
        <p:spPr>
          <a:xfrm>
            <a:off x="533520" y="2438280"/>
            <a:ext cx="3352680" cy="2711520"/>
          </a:xfrm>
          <a:prstGeom prst="rect">
            <a:avLst/>
          </a:prstGeom>
          <a:ln w="0">
            <a:noFill/>
          </a:ln>
        </p:spPr>
      </p:pic>
      <p:pic>
        <p:nvPicPr>
          <p:cNvPr id="2283" name="" descr=""/>
          <p:cNvPicPr/>
          <p:nvPr/>
        </p:nvPicPr>
        <p:blipFill>
          <a:blip r:embed="rId4"/>
          <a:stretch/>
        </p:blipFill>
        <p:spPr>
          <a:xfrm>
            <a:off x="609480" y="2514600"/>
            <a:ext cx="3353040" cy="2706840"/>
          </a:xfrm>
          <a:prstGeom prst="rect">
            <a:avLst/>
          </a:prstGeom>
          <a:ln w="0">
            <a:noFill/>
          </a:ln>
        </p:spPr>
      </p:pic>
      <p:sp>
        <p:nvSpPr>
          <p:cNvPr id="2284" name=""/>
          <p:cNvSpPr/>
          <p:nvPr/>
        </p:nvSpPr>
        <p:spPr>
          <a:xfrm>
            <a:off x="6934320" y="18288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pic>
        <p:nvPicPr>
          <p:cNvPr id="2285" name="" descr=""/>
          <p:cNvPicPr/>
          <p:nvPr/>
        </p:nvPicPr>
        <p:blipFill>
          <a:blip r:embed="rId5"/>
          <a:stretch/>
        </p:blipFill>
        <p:spPr>
          <a:xfrm>
            <a:off x="5943600" y="3352680"/>
            <a:ext cx="2933640" cy="1271880"/>
          </a:xfrm>
          <a:prstGeom prst="rect">
            <a:avLst/>
          </a:prstGeom>
          <a:ln w="0">
            <a:noFill/>
          </a:ln>
        </p:spPr>
      </p:pic>
      <p:sp>
        <p:nvSpPr>
          <p:cNvPr id="2286" name=""/>
          <p:cNvSpPr/>
          <p:nvPr/>
        </p:nvSpPr>
        <p:spPr>
          <a:xfrm>
            <a:off x="6019920" y="266688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87" name=""/>
          <p:cNvSpPr/>
          <p:nvPr/>
        </p:nvSpPr>
        <p:spPr>
          <a:xfrm>
            <a:off x="6629400" y="281952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SWE-IV Missile</a:t>
            </a:r>
            <a:endParaRPr b="0" lang="en-US" sz="1800" spc="-1" strike="noStrike">
              <a:solidFill>
                <a:srgbClr val="000000"/>
              </a:solidFill>
              <a:latin typeface="Arial"/>
            </a:endParaRPr>
          </a:p>
        </p:txBody>
      </p:sp>
      <p:sp>
        <p:nvSpPr>
          <p:cNvPr id="2288"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89"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90"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91"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92"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93"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94"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95"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96"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97"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98"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299"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00"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01"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02"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03" name=""/>
          <p:cNvSpPr/>
          <p:nvPr/>
        </p:nvSpPr>
        <p:spPr>
          <a:xfrm>
            <a:off x="2209680" y="3505320"/>
            <a:ext cx="1600200" cy="15238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04" name=""/>
          <p:cNvSpPr/>
          <p:nvPr/>
        </p:nvSpPr>
        <p:spPr>
          <a:xfrm>
            <a:off x="1752480" y="2895480"/>
            <a:ext cx="1600200" cy="15242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05" name=""/>
          <p:cNvSpPr/>
          <p:nvPr/>
        </p:nvSpPr>
        <p:spPr>
          <a:xfrm>
            <a:off x="1371600" y="3581280"/>
            <a:ext cx="1600200" cy="15242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06" name=""/>
          <p:cNvSpPr/>
          <p:nvPr/>
        </p:nvSpPr>
        <p:spPr>
          <a:xfrm>
            <a:off x="2286000" y="2819520"/>
            <a:ext cx="1600200" cy="15238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07" name=""/>
          <p:cNvSpPr/>
          <p:nvPr/>
        </p:nvSpPr>
        <p:spPr>
          <a:xfrm>
            <a:off x="1600200" y="3124080"/>
            <a:ext cx="1600200" cy="15242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308" name="" descr=""/>
          <p:cNvPicPr/>
          <p:nvPr/>
        </p:nvPicPr>
        <p:blipFill>
          <a:blip r:embed="rId6"/>
          <a:stretch/>
        </p:blipFill>
        <p:spPr>
          <a:xfrm>
            <a:off x="7086600" y="533520"/>
            <a:ext cx="1844640" cy="2543040"/>
          </a:xfrm>
          <a:prstGeom prst="rect">
            <a:avLst/>
          </a:prstGeom>
          <a:ln w="0">
            <a:noFill/>
          </a:ln>
        </p:spPr>
      </p:pic>
      <p:sp>
        <p:nvSpPr>
          <p:cNvPr id="2309" name=""/>
          <p:cNvSpPr/>
          <p:nvPr/>
        </p:nvSpPr>
        <p:spPr>
          <a:xfrm>
            <a:off x="7238880" y="1828800"/>
            <a:ext cx="1447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310" name=""/>
          <p:cNvSpPr/>
          <p:nvPr/>
        </p:nvSpPr>
        <p:spPr>
          <a:xfrm>
            <a:off x="7848720" y="914400"/>
            <a:ext cx="838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311" name=""/>
          <p:cNvSpPr/>
          <p:nvPr/>
        </p:nvSpPr>
        <p:spPr>
          <a:xfrm>
            <a:off x="7696080" y="121932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Tree>
  </p:cSld>
  <p:timing>
    <p:tnLst>
      <p:par>
        <p:cTn id="6574" dur="indefinite" restart="never" nodeType="tmRoot">
          <p:childTnLst>
            <p:seq>
              <p:cTn id="6575" dur="indefinite" nodeType="mainSeq">
                <p:childTnLst>
                  <p:par>
                    <p:cTn id="6576" fill="hold">
                      <p:stCondLst>
                        <p:cond delay="0"/>
                      </p:stCondLst>
                      <p:childTnLst>
                        <p:par>
                          <p:cTn id="6577" fill="hold">
                            <p:stCondLst>
                              <p:cond delay="0"/>
                            </p:stCondLst>
                            <p:childTnLst>
                              <p:par>
                                <p:cTn id="6578" nodeType="afterEffect" fill="hold" presetClass="entr" presetID="1" repeatCount="1000">
                                  <p:stCondLst>
                                    <p:cond delay="500"/>
                                  </p:stCondLst>
                                  <p:childTnLst>
                                    <p:set>
                                      <p:cBhvr>
                                        <p:cTn id="6579" dur="1" fill="hold">
                                          <p:stCondLst>
                                            <p:cond delay="0"/>
                                          </p:stCondLst>
                                        </p:cTn>
                                        <p:tgtEl>
                                          <p:spTgt spid="2286"/>
                                        </p:tgtEl>
                                        <p:attrNameLst>
                                          <p:attrName>style.visibility</p:attrName>
                                        </p:attrNameLst>
                                      </p:cBhvr>
                                      <p:to>
                                        <p:strVal val="visible"/>
                                      </p:to>
                                    </p:set>
                                  </p:childTnLst>
                                </p:cTn>
                              </p:par>
                            </p:childTnLst>
                          </p:cTn>
                        </p:par>
                        <p:par>
                          <p:cTn id="6580" fill="hold">
                            <p:stCondLst>
                              <p:cond delay="500"/>
                            </p:stCondLst>
                            <p:childTnLst>
                              <p:par>
                                <p:cTn id="6581" nodeType="afterEffect" fill="hold" presetClass="exit" presetID="1" repeatCount="1000">
                                  <p:stCondLst>
                                    <p:cond delay="1000"/>
                                  </p:stCondLst>
                                  <p:childTnLst>
                                    <p:set>
                                      <p:cBhvr>
                                        <p:cTn id="6582" dur="1" fill="hold">
                                          <p:stCondLst>
                                            <p:cond delay="0"/>
                                          </p:stCondLst>
                                        </p:cTn>
                                        <p:tgtEl>
                                          <p:spTgt spid="2286"/>
                                        </p:tgtEl>
                                        <p:attrNameLst>
                                          <p:attrName>style.visibility</p:attrName>
                                        </p:attrNameLst>
                                      </p:cBhvr>
                                      <p:to>
                                        <p:strVal val="hidden"/>
                                      </p:to>
                                    </p:set>
                                  </p:childTnLst>
                                </p:cTn>
                              </p:par>
                            </p:childTnLst>
                          </p:cTn>
                        </p:par>
                        <p:par>
                          <p:cTn id="6583" fill="hold">
                            <p:stCondLst>
                              <p:cond delay="1500"/>
                            </p:stCondLst>
                            <p:childTnLst>
                              <p:par>
                                <p:cTn id="6584" nodeType="afterEffect" fill="hold" presetClass="exit" presetID="9">
                                  <p:stCondLst>
                                    <p:cond delay="0"/>
                                  </p:stCondLst>
                                  <p:childTnLst>
                                    <p:animEffect filter="dissolve" transition="out">
                                      <p:cBhvr additive="repl">
                                        <p:cTn id="6585" dur="500"/>
                                        <p:tgtEl>
                                          <p:spTgt spid="2287"/>
                                        </p:tgtEl>
                                      </p:cBhvr>
                                    </p:animEffect>
                                    <p:set>
                                      <p:cBhvr>
                                        <p:cTn id="6586" dur="1" fill="hold">
                                          <p:stCondLst>
                                            <p:cond delay="499"/>
                                          </p:stCondLst>
                                        </p:cTn>
                                        <p:tgtEl>
                                          <p:spTgt spid="2287"/>
                                        </p:tgtEl>
                                        <p:attrNameLst>
                                          <p:attrName>style.visibility</p:attrName>
                                        </p:attrNameLst>
                                      </p:cBhvr>
                                      <p:to>
                                        <p:strVal val="hidden"/>
                                      </p:to>
                                    </p:set>
                                  </p:childTnLst>
                                </p:cTn>
                              </p:par>
                            </p:childTnLst>
                          </p:cTn>
                        </p:par>
                        <p:par>
                          <p:cTn id="6587" fill="hold">
                            <p:stCondLst>
                              <p:cond delay="2000"/>
                            </p:stCondLst>
                            <p:childTnLst>
                              <p:par>
                                <p:cTn id="6588" nodeType="afterEffect" fill="hold" presetClass="path" presetID="0">
                                  <p:stCondLst>
                                    <p:cond delay="0"/>
                                  </p:stCondLst>
                                  <p:childTnLst>
                                    <p:animMotion origin="layout" path="M -0.25 0.01109 L -0.70834 0.01109 E">
                                      <p:cBhvr>
                                        <p:cTn id="6589" dur="500" fill="hold"/>
                                        <p:tgtEl>
                                          <p:spTgt spid="2288"/>
                                        </p:tgtEl>
                                      </p:cBhvr>
                                    </p:animMotion>
                                  </p:childTnLst>
                                </p:cTn>
                              </p:par>
                              <p:set>
                                <p:cBhvr>
                                  <p:cTn id="6590" dur="1" fill="hold">
                                    <p:stCondLst>
                                      <p:cond evt="end">
                                        <p:tn val="6588"/>
                                      </p:cond>
                                    </p:stCondLst>
                                  </p:cTn>
                                  <p:tgtEl>
                                    <p:spTgt spid="2288"/>
                                  </p:tgtEl>
                                  <p:attrNameLst>
                                    <p:attrName>style.visibility</p:attrName>
                                  </p:attrNameLst>
                                </p:cBhvr>
                                <p:to>
                                  <p:strVal val="hidden"/>
                                </p:to>
                              </p:set>
                              <p:par>
                                <p:cTn id="6591" nodeType="withEffect" fill="hold" presetClass="path" presetID="0">
                                  <p:stCondLst>
                                    <p:cond delay="0"/>
                                  </p:stCondLst>
                                  <p:childTnLst>
                                    <p:animMotion origin="layout" path="M -0.25 0.01109 L -0.70834 0.01109 E">
                                      <p:cBhvr>
                                        <p:cTn id="6592" dur="500" fill="hold"/>
                                        <p:tgtEl>
                                          <p:spTgt spid="2289"/>
                                        </p:tgtEl>
                                      </p:cBhvr>
                                    </p:animMotion>
                                  </p:childTnLst>
                                </p:cTn>
                              </p:par>
                              <p:set>
                                <p:cBhvr>
                                  <p:cTn id="6593" dur="1" fill="hold">
                                    <p:stCondLst>
                                      <p:cond evt="end">
                                        <p:tn val="6591"/>
                                      </p:cond>
                                    </p:stCondLst>
                                  </p:cTn>
                                  <p:tgtEl>
                                    <p:spTgt spid="2289"/>
                                  </p:tgtEl>
                                  <p:attrNameLst>
                                    <p:attrName>style.visibility</p:attrName>
                                  </p:attrNameLst>
                                </p:cBhvr>
                                <p:to>
                                  <p:strVal val="hidden"/>
                                </p:to>
                              </p:set>
                              <p:par>
                                <p:cTn id="6594" nodeType="withEffect" fill="hold" presetClass="path" presetID="0">
                                  <p:stCondLst>
                                    <p:cond delay="0"/>
                                  </p:stCondLst>
                                  <p:childTnLst>
                                    <p:animMotion origin="layout" path="M -0.25 0.01109 L -0.70834 0.01109 E">
                                      <p:cBhvr>
                                        <p:cTn id="6595" dur="500" fill="hold"/>
                                        <p:tgtEl>
                                          <p:spTgt spid="2290"/>
                                        </p:tgtEl>
                                      </p:cBhvr>
                                    </p:animMotion>
                                  </p:childTnLst>
                                </p:cTn>
                              </p:par>
                              <p:set>
                                <p:cBhvr>
                                  <p:cTn id="6596" dur="1" fill="hold">
                                    <p:stCondLst>
                                      <p:cond evt="end">
                                        <p:tn val="6594"/>
                                      </p:cond>
                                    </p:stCondLst>
                                  </p:cTn>
                                  <p:tgtEl>
                                    <p:spTgt spid="2290"/>
                                  </p:tgtEl>
                                  <p:attrNameLst>
                                    <p:attrName>style.visibility</p:attrName>
                                  </p:attrNameLst>
                                </p:cBhvr>
                                <p:to>
                                  <p:strVal val="hidden"/>
                                </p:to>
                              </p:set>
                            </p:childTnLst>
                          </p:cTn>
                        </p:par>
                        <p:par>
                          <p:cTn id="6597" fill="hold">
                            <p:stCondLst>
                              <p:cond delay="2500"/>
                            </p:stCondLst>
                            <p:childTnLst>
                              <p:par>
                                <p:cTn id="6598" nodeType="afterEffect" fill="hold" presetClass="entr" presetID="1">
                                  <p:stCondLst>
                                    <p:cond delay="0"/>
                                  </p:stCondLst>
                                  <p:childTnLst>
                                    <p:set>
                                      <p:cBhvr>
                                        <p:cTn id="6599" dur="1" fill="hold">
                                          <p:stCondLst>
                                            <p:cond delay="0"/>
                                          </p:stCondLst>
                                        </p:cTn>
                                        <p:tgtEl>
                                          <p:spTgt spid="2303"/>
                                        </p:tgtEl>
                                        <p:attrNameLst>
                                          <p:attrName>style.visibility</p:attrName>
                                        </p:attrNameLst>
                                      </p:cBhvr>
                                      <p:to>
                                        <p:strVal val="visible"/>
                                      </p:to>
                                    </p:set>
                                  </p:childTnLst>
                                </p:cTn>
                              </p:par>
                            </p:childTnLst>
                          </p:cTn>
                        </p:par>
                        <p:par>
                          <p:cTn id="6600" fill="hold">
                            <p:stCondLst>
                              <p:cond delay="2500"/>
                            </p:stCondLst>
                            <p:childTnLst>
                              <p:par>
                                <p:cTn id="6601" nodeType="afterEffect" fill="hold" presetClass="exit" presetID="9">
                                  <p:stCondLst>
                                    <p:cond delay="0"/>
                                  </p:stCondLst>
                                  <p:childTnLst>
                                    <p:animEffect filter="dissolve" transition="out">
                                      <p:cBhvr additive="repl">
                                        <p:cTn id="6602" dur="500"/>
                                        <p:tgtEl>
                                          <p:spTgt spid="2303"/>
                                        </p:tgtEl>
                                      </p:cBhvr>
                                    </p:animEffect>
                                    <p:set>
                                      <p:cBhvr>
                                        <p:cTn id="6603" dur="1" fill="hold">
                                          <p:stCondLst>
                                            <p:cond delay="499"/>
                                          </p:stCondLst>
                                        </p:cTn>
                                        <p:tgtEl>
                                          <p:spTgt spid="2303"/>
                                        </p:tgtEl>
                                        <p:attrNameLst>
                                          <p:attrName>style.visibility</p:attrName>
                                        </p:attrNameLst>
                                      </p:cBhvr>
                                      <p:to>
                                        <p:strVal val="hidden"/>
                                      </p:to>
                                    </p:set>
                                  </p:childTnLst>
                                </p:cTn>
                              </p:par>
                            </p:childTnLst>
                          </p:cTn>
                        </p:par>
                        <p:par>
                          <p:cTn id="6604" fill="hold">
                            <p:stCondLst>
                              <p:cond delay="3000"/>
                            </p:stCondLst>
                            <p:childTnLst>
                              <p:par>
                                <p:cTn id="6605" nodeType="afterEffect" fill="hold" presetClass="path" presetID="0">
                                  <p:stCondLst>
                                    <p:cond delay="0"/>
                                  </p:stCondLst>
                                  <p:childTnLst>
                                    <p:animMotion origin="layout" path="M -0.25 0.01109 L -0.70834 0.01109 E">
                                      <p:cBhvr>
                                        <p:cTn id="6606" dur="500" fill="hold"/>
                                        <p:tgtEl>
                                          <p:spTgt spid="2291"/>
                                        </p:tgtEl>
                                      </p:cBhvr>
                                    </p:animMotion>
                                  </p:childTnLst>
                                </p:cTn>
                              </p:par>
                              <p:set>
                                <p:cBhvr>
                                  <p:cTn id="6607" dur="1" fill="hold">
                                    <p:stCondLst>
                                      <p:cond evt="end">
                                        <p:tn val="6605"/>
                                      </p:cond>
                                    </p:stCondLst>
                                  </p:cTn>
                                  <p:tgtEl>
                                    <p:spTgt spid="2291"/>
                                  </p:tgtEl>
                                  <p:attrNameLst>
                                    <p:attrName>style.visibility</p:attrName>
                                  </p:attrNameLst>
                                </p:cBhvr>
                                <p:to>
                                  <p:strVal val="hidden"/>
                                </p:to>
                              </p:set>
                              <p:par>
                                <p:cTn id="6608" nodeType="withEffect" fill="hold" presetClass="path" presetID="0">
                                  <p:stCondLst>
                                    <p:cond delay="0"/>
                                  </p:stCondLst>
                                  <p:childTnLst>
                                    <p:animMotion origin="layout" path="M -0.25 0.01109 L -0.70834 0.01109 E">
                                      <p:cBhvr>
                                        <p:cTn id="6609" dur="500" fill="hold"/>
                                        <p:tgtEl>
                                          <p:spTgt spid="2292"/>
                                        </p:tgtEl>
                                      </p:cBhvr>
                                    </p:animMotion>
                                  </p:childTnLst>
                                </p:cTn>
                              </p:par>
                              <p:set>
                                <p:cBhvr>
                                  <p:cTn id="6610" dur="1" fill="hold">
                                    <p:stCondLst>
                                      <p:cond evt="end">
                                        <p:tn val="6608"/>
                                      </p:cond>
                                    </p:stCondLst>
                                  </p:cTn>
                                  <p:tgtEl>
                                    <p:spTgt spid="2292"/>
                                  </p:tgtEl>
                                  <p:attrNameLst>
                                    <p:attrName>style.visibility</p:attrName>
                                  </p:attrNameLst>
                                </p:cBhvr>
                                <p:to>
                                  <p:strVal val="hidden"/>
                                </p:to>
                              </p:set>
                              <p:par>
                                <p:cTn id="6611" nodeType="withEffect" fill="hold" presetClass="path" presetID="0">
                                  <p:stCondLst>
                                    <p:cond delay="0"/>
                                  </p:stCondLst>
                                  <p:childTnLst>
                                    <p:animMotion origin="layout" path="M -0.25 0.01109 L -0.70834 0.01109 E">
                                      <p:cBhvr>
                                        <p:cTn id="6612" dur="500" fill="hold"/>
                                        <p:tgtEl>
                                          <p:spTgt spid="2293"/>
                                        </p:tgtEl>
                                      </p:cBhvr>
                                    </p:animMotion>
                                  </p:childTnLst>
                                </p:cTn>
                              </p:par>
                              <p:set>
                                <p:cBhvr>
                                  <p:cTn id="6613" dur="1" fill="hold">
                                    <p:stCondLst>
                                      <p:cond evt="end">
                                        <p:tn val="6611"/>
                                      </p:cond>
                                    </p:stCondLst>
                                  </p:cTn>
                                  <p:tgtEl>
                                    <p:spTgt spid="2293"/>
                                  </p:tgtEl>
                                  <p:attrNameLst>
                                    <p:attrName>style.visibility</p:attrName>
                                  </p:attrNameLst>
                                </p:cBhvr>
                                <p:to>
                                  <p:strVal val="hidden"/>
                                </p:to>
                              </p:set>
                            </p:childTnLst>
                          </p:cTn>
                        </p:par>
                        <p:par>
                          <p:cTn id="6614" fill="hold">
                            <p:stCondLst>
                              <p:cond delay="3500"/>
                            </p:stCondLst>
                            <p:childTnLst>
                              <p:par>
                                <p:cTn id="6615" nodeType="afterEffect" fill="hold" presetClass="entr" presetID="1">
                                  <p:stCondLst>
                                    <p:cond delay="0"/>
                                  </p:stCondLst>
                                  <p:childTnLst>
                                    <p:set>
                                      <p:cBhvr>
                                        <p:cTn id="6616" dur="1" fill="hold">
                                          <p:stCondLst>
                                            <p:cond delay="0"/>
                                          </p:stCondLst>
                                        </p:cTn>
                                        <p:tgtEl>
                                          <p:spTgt spid="2304"/>
                                        </p:tgtEl>
                                        <p:attrNameLst>
                                          <p:attrName>style.visibility</p:attrName>
                                        </p:attrNameLst>
                                      </p:cBhvr>
                                      <p:to>
                                        <p:strVal val="visible"/>
                                      </p:to>
                                    </p:set>
                                  </p:childTnLst>
                                </p:cTn>
                              </p:par>
                            </p:childTnLst>
                          </p:cTn>
                        </p:par>
                        <p:par>
                          <p:cTn id="6617" fill="hold">
                            <p:stCondLst>
                              <p:cond delay="3500"/>
                            </p:stCondLst>
                            <p:childTnLst>
                              <p:par>
                                <p:cTn id="6618" nodeType="afterEffect" fill="hold" presetClass="exit" presetID="9">
                                  <p:stCondLst>
                                    <p:cond delay="0"/>
                                  </p:stCondLst>
                                  <p:childTnLst>
                                    <p:animEffect filter="dissolve" transition="out">
                                      <p:cBhvr additive="repl">
                                        <p:cTn id="6619" dur="500"/>
                                        <p:tgtEl>
                                          <p:spTgt spid="2304"/>
                                        </p:tgtEl>
                                      </p:cBhvr>
                                    </p:animEffect>
                                    <p:set>
                                      <p:cBhvr>
                                        <p:cTn id="6620" dur="1" fill="hold">
                                          <p:stCondLst>
                                            <p:cond delay="499"/>
                                          </p:stCondLst>
                                        </p:cTn>
                                        <p:tgtEl>
                                          <p:spTgt spid="2304"/>
                                        </p:tgtEl>
                                        <p:attrNameLst>
                                          <p:attrName>style.visibility</p:attrName>
                                        </p:attrNameLst>
                                      </p:cBhvr>
                                      <p:to>
                                        <p:strVal val="hidden"/>
                                      </p:to>
                                    </p:set>
                                  </p:childTnLst>
                                </p:cTn>
                              </p:par>
                            </p:childTnLst>
                          </p:cTn>
                        </p:par>
                        <p:par>
                          <p:cTn id="6621" fill="hold">
                            <p:stCondLst>
                              <p:cond delay="4000"/>
                            </p:stCondLst>
                            <p:childTnLst>
                              <p:par>
                                <p:cTn id="6622" nodeType="afterEffect" fill="hold" presetClass="path" presetID="0">
                                  <p:stCondLst>
                                    <p:cond delay="0"/>
                                  </p:stCondLst>
                                  <p:childTnLst>
                                    <p:animMotion origin="layout" path="M -0.25 0.01109 L -0.70834 0.01109 E">
                                      <p:cBhvr>
                                        <p:cTn id="6623" dur="500" fill="hold"/>
                                        <p:tgtEl>
                                          <p:spTgt spid="2294"/>
                                        </p:tgtEl>
                                      </p:cBhvr>
                                    </p:animMotion>
                                  </p:childTnLst>
                                </p:cTn>
                              </p:par>
                              <p:set>
                                <p:cBhvr>
                                  <p:cTn id="6624" dur="1" fill="hold">
                                    <p:stCondLst>
                                      <p:cond evt="end">
                                        <p:tn val="6622"/>
                                      </p:cond>
                                    </p:stCondLst>
                                  </p:cTn>
                                  <p:tgtEl>
                                    <p:spTgt spid="2294"/>
                                  </p:tgtEl>
                                  <p:attrNameLst>
                                    <p:attrName>style.visibility</p:attrName>
                                  </p:attrNameLst>
                                </p:cBhvr>
                                <p:to>
                                  <p:strVal val="hidden"/>
                                </p:to>
                              </p:set>
                              <p:par>
                                <p:cTn id="6625" nodeType="withEffect" fill="hold" presetClass="path" presetID="0">
                                  <p:stCondLst>
                                    <p:cond delay="0"/>
                                  </p:stCondLst>
                                  <p:childTnLst>
                                    <p:animMotion origin="layout" path="M -0.25 0.01109 L -0.70834 0.01109 E">
                                      <p:cBhvr>
                                        <p:cTn id="6626" dur="500" fill="hold"/>
                                        <p:tgtEl>
                                          <p:spTgt spid="2295"/>
                                        </p:tgtEl>
                                      </p:cBhvr>
                                    </p:animMotion>
                                  </p:childTnLst>
                                </p:cTn>
                              </p:par>
                              <p:set>
                                <p:cBhvr>
                                  <p:cTn id="6627" dur="1" fill="hold">
                                    <p:stCondLst>
                                      <p:cond evt="end">
                                        <p:tn val="6625"/>
                                      </p:cond>
                                    </p:stCondLst>
                                  </p:cTn>
                                  <p:tgtEl>
                                    <p:spTgt spid="2295"/>
                                  </p:tgtEl>
                                  <p:attrNameLst>
                                    <p:attrName>style.visibility</p:attrName>
                                  </p:attrNameLst>
                                </p:cBhvr>
                                <p:to>
                                  <p:strVal val="hidden"/>
                                </p:to>
                              </p:set>
                              <p:par>
                                <p:cTn id="6628" nodeType="withEffect" fill="hold" presetClass="path" presetID="0">
                                  <p:stCondLst>
                                    <p:cond delay="0"/>
                                  </p:stCondLst>
                                  <p:childTnLst>
                                    <p:animMotion origin="layout" path="M -0.25 0.01109 L -0.70834 0.01109 E">
                                      <p:cBhvr>
                                        <p:cTn id="6629" dur="500" fill="hold"/>
                                        <p:tgtEl>
                                          <p:spTgt spid="2296"/>
                                        </p:tgtEl>
                                      </p:cBhvr>
                                    </p:animMotion>
                                  </p:childTnLst>
                                </p:cTn>
                              </p:par>
                              <p:set>
                                <p:cBhvr>
                                  <p:cTn id="6630" dur="1" fill="hold">
                                    <p:stCondLst>
                                      <p:cond evt="end">
                                        <p:tn val="6628"/>
                                      </p:cond>
                                    </p:stCondLst>
                                  </p:cTn>
                                  <p:tgtEl>
                                    <p:spTgt spid="2296"/>
                                  </p:tgtEl>
                                  <p:attrNameLst>
                                    <p:attrName>style.visibility</p:attrName>
                                  </p:attrNameLst>
                                </p:cBhvr>
                                <p:to>
                                  <p:strVal val="hidden"/>
                                </p:to>
                              </p:set>
                            </p:childTnLst>
                          </p:cTn>
                        </p:par>
                        <p:par>
                          <p:cTn id="6631" fill="hold">
                            <p:stCondLst>
                              <p:cond delay="4500"/>
                            </p:stCondLst>
                            <p:childTnLst>
                              <p:par>
                                <p:cTn id="6632" nodeType="afterEffect" fill="hold" presetClass="entr" presetID="1">
                                  <p:stCondLst>
                                    <p:cond delay="0"/>
                                  </p:stCondLst>
                                  <p:childTnLst>
                                    <p:set>
                                      <p:cBhvr>
                                        <p:cTn id="6633" dur="1" fill="hold">
                                          <p:stCondLst>
                                            <p:cond delay="0"/>
                                          </p:stCondLst>
                                        </p:cTn>
                                        <p:tgtEl>
                                          <p:spTgt spid="2305"/>
                                        </p:tgtEl>
                                        <p:attrNameLst>
                                          <p:attrName>style.visibility</p:attrName>
                                        </p:attrNameLst>
                                      </p:cBhvr>
                                      <p:to>
                                        <p:strVal val="visible"/>
                                      </p:to>
                                    </p:set>
                                  </p:childTnLst>
                                </p:cTn>
                              </p:par>
                            </p:childTnLst>
                          </p:cTn>
                        </p:par>
                        <p:par>
                          <p:cTn id="6634" fill="hold">
                            <p:stCondLst>
                              <p:cond delay="4500"/>
                            </p:stCondLst>
                            <p:childTnLst>
                              <p:par>
                                <p:cTn id="6635" nodeType="afterEffect" fill="hold" presetClass="exit" presetID="9">
                                  <p:stCondLst>
                                    <p:cond delay="0"/>
                                  </p:stCondLst>
                                  <p:childTnLst>
                                    <p:animEffect filter="dissolve" transition="out">
                                      <p:cBhvr additive="repl">
                                        <p:cTn id="6636" dur="500"/>
                                        <p:tgtEl>
                                          <p:spTgt spid="2305"/>
                                        </p:tgtEl>
                                      </p:cBhvr>
                                    </p:animEffect>
                                    <p:set>
                                      <p:cBhvr>
                                        <p:cTn id="6637" dur="1" fill="hold">
                                          <p:stCondLst>
                                            <p:cond delay="499"/>
                                          </p:stCondLst>
                                        </p:cTn>
                                        <p:tgtEl>
                                          <p:spTgt spid="2305"/>
                                        </p:tgtEl>
                                        <p:attrNameLst>
                                          <p:attrName>style.visibility</p:attrName>
                                        </p:attrNameLst>
                                      </p:cBhvr>
                                      <p:to>
                                        <p:strVal val="hidden"/>
                                      </p:to>
                                    </p:set>
                                  </p:childTnLst>
                                </p:cTn>
                              </p:par>
                            </p:childTnLst>
                          </p:cTn>
                        </p:par>
                        <p:par>
                          <p:cTn id="6638" fill="hold">
                            <p:stCondLst>
                              <p:cond delay="5000"/>
                            </p:stCondLst>
                            <p:childTnLst>
                              <p:par>
                                <p:cTn id="6639" nodeType="afterEffect" fill="hold" presetClass="path" presetID="0">
                                  <p:stCondLst>
                                    <p:cond delay="0"/>
                                  </p:stCondLst>
                                  <p:childTnLst>
                                    <p:animMotion origin="layout" path="M -0.25 0.01109 L -0.70834 0.01109 E">
                                      <p:cBhvr>
                                        <p:cTn id="6640" dur="500" fill="hold"/>
                                        <p:tgtEl>
                                          <p:spTgt spid="2297"/>
                                        </p:tgtEl>
                                      </p:cBhvr>
                                    </p:animMotion>
                                  </p:childTnLst>
                                </p:cTn>
                              </p:par>
                              <p:set>
                                <p:cBhvr>
                                  <p:cTn id="6641" dur="1" fill="hold">
                                    <p:stCondLst>
                                      <p:cond evt="end">
                                        <p:tn val="6639"/>
                                      </p:cond>
                                    </p:stCondLst>
                                  </p:cTn>
                                  <p:tgtEl>
                                    <p:spTgt spid="2297"/>
                                  </p:tgtEl>
                                  <p:attrNameLst>
                                    <p:attrName>style.visibility</p:attrName>
                                  </p:attrNameLst>
                                </p:cBhvr>
                                <p:to>
                                  <p:strVal val="hidden"/>
                                </p:to>
                              </p:set>
                              <p:par>
                                <p:cTn id="6642" nodeType="withEffect" fill="hold" presetClass="path" presetID="0">
                                  <p:stCondLst>
                                    <p:cond delay="0"/>
                                  </p:stCondLst>
                                  <p:childTnLst>
                                    <p:animMotion origin="layout" path="M -0.25 0.01109 L -0.70834 0.01109 E">
                                      <p:cBhvr>
                                        <p:cTn id="6643" dur="500" fill="hold"/>
                                        <p:tgtEl>
                                          <p:spTgt spid="2298"/>
                                        </p:tgtEl>
                                      </p:cBhvr>
                                    </p:animMotion>
                                  </p:childTnLst>
                                </p:cTn>
                              </p:par>
                              <p:set>
                                <p:cBhvr>
                                  <p:cTn id="6644" dur="1" fill="hold">
                                    <p:stCondLst>
                                      <p:cond evt="end">
                                        <p:tn val="6642"/>
                                      </p:cond>
                                    </p:stCondLst>
                                  </p:cTn>
                                  <p:tgtEl>
                                    <p:spTgt spid="2298"/>
                                  </p:tgtEl>
                                  <p:attrNameLst>
                                    <p:attrName>style.visibility</p:attrName>
                                  </p:attrNameLst>
                                </p:cBhvr>
                                <p:to>
                                  <p:strVal val="hidden"/>
                                </p:to>
                              </p:set>
                              <p:par>
                                <p:cTn id="6645" nodeType="withEffect" fill="hold" presetClass="path" presetID="0">
                                  <p:stCondLst>
                                    <p:cond delay="0"/>
                                  </p:stCondLst>
                                  <p:childTnLst>
                                    <p:animMotion origin="layout" path="M -0.25 0.01109 L -0.70834 0.01109 E">
                                      <p:cBhvr>
                                        <p:cTn id="6646" dur="500" fill="hold"/>
                                        <p:tgtEl>
                                          <p:spTgt spid="2299"/>
                                        </p:tgtEl>
                                      </p:cBhvr>
                                    </p:animMotion>
                                  </p:childTnLst>
                                </p:cTn>
                              </p:par>
                              <p:set>
                                <p:cBhvr>
                                  <p:cTn id="6647" dur="1" fill="hold">
                                    <p:stCondLst>
                                      <p:cond evt="end">
                                        <p:tn val="6645"/>
                                      </p:cond>
                                    </p:stCondLst>
                                  </p:cTn>
                                  <p:tgtEl>
                                    <p:spTgt spid="2299"/>
                                  </p:tgtEl>
                                  <p:attrNameLst>
                                    <p:attrName>style.visibility</p:attrName>
                                  </p:attrNameLst>
                                </p:cBhvr>
                                <p:to>
                                  <p:strVal val="hidden"/>
                                </p:to>
                              </p:set>
                            </p:childTnLst>
                          </p:cTn>
                        </p:par>
                        <p:par>
                          <p:cTn id="6648" fill="hold">
                            <p:stCondLst>
                              <p:cond delay="5500"/>
                            </p:stCondLst>
                            <p:childTnLst>
                              <p:par>
                                <p:cTn id="6649" nodeType="afterEffect" fill="hold" presetClass="entr" presetID="1">
                                  <p:stCondLst>
                                    <p:cond delay="0"/>
                                  </p:stCondLst>
                                  <p:childTnLst>
                                    <p:set>
                                      <p:cBhvr>
                                        <p:cTn id="6650" dur="1" fill="hold">
                                          <p:stCondLst>
                                            <p:cond delay="0"/>
                                          </p:stCondLst>
                                        </p:cTn>
                                        <p:tgtEl>
                                          <p:spTgt spid="2306"/>
                                        </p:tgtEl>
                                        <p:attrNameLst>
                                          <p:attrName>style.visibility</p:attrName>
                                        </p:attrNameLst>
                                      </p:cBhvr>
                                      <p:to>
                                        <p:strVal val="visible"/>
                                      </p:to>
                                    </p:set>
                                  </p:childTnLst>
                                </p:cTn>
                              </p:par>
                            </p:childTnLst>
                          </p:cTn>
                        </p:par>
                        <p:par>
                          <p:cTn id="6651" fill="hold">
                            <p:stCondLst>
                              <p:cond delay="5500"/>
                            </p:stCondLst>
                            <p:childTnLst>
                              <p:par>
                                <p:cTn id="6652" nodeType="afterEffect" fill="hold" presetClass="exit" presetID="9">
                                  <p:stCondLst>
                                    <p:cond delay="0"/>
                                  </p:stCondLst>
                                  <p:childTnLst>
                                    <p:animEffect filter="dissolve" transition="out">
                                      <p:cBhvr additive="repl">
                                        <p:cTn id="6653" dur="500"/>
                                        <p:tgtEl>
                                          <p:spTgt spid="2306"/>
                                        </p:tgtEl>
                                      </p:cBhvr>
                                    </p:animEffect>
                                    <p:set>
                                      <p:cBhvr>
                                        <p:cTn id="6654" dur="1" fill="hold">
                                          <p:stCondLst>
                                            <p:cond delay="499"/>
                                          </p:stCondLst>
                                        </p:cTn>
                                        <p:tgtEl>
                                          <p:spTgt spid="2306"/>
                                        </p:tgtEl>
                                        <p:attrNameLst>
                                          <p:attrName>style.visibility</p:attrName>
                                        </p:attrNameLst>
                                      </p:cBhvr>
                                      <p:to>
                                        <p:strVal val="hidden"/>
                                      </p:to>
                                    </p:set>
                                  </p:childTnLst>
                                </p:cTn>
                              </p:par>
                            </p:childTnLst>
                          </p:cTn>
                        </p:par>
                        <p:par>
                          <p:cTn id="6655" fill="hold">
                            <p:stCondLst>
                              <p:cond delay="6000"/>
                            </p:stCondLst>
                            <p:childTnLst>
                              <p:par>
                                <p:cTn id="6656" nodeType="afterEffect" fill="hold" presetClass="path" presetID="0">
                                  <p:stCondLst>
                                    <p:cond delay="0"/>
                                  </p:stCondLst>
                                  <p:childTnLst>
                                    <p:animMotion origin="layout" path="M -0.25 0.01109 L -0.70834 0.01109 E">
                                      <p:cBhvr>
                                        <p:cTn id="6657" dur="500" fill="hold"/>
                                        <p:tgtEl>
                                          <p:spTgt spid="2300"/>
                                        </p:tgtEl>
                                      </p:cBhvr>
                                    </p:animMotion>
                                  </p:childTnLst>
                                </p:cTn>
                              </p:par>
                              <p:set>
                                <p:cBhvr>
                                  <p:cTn id="6658" dur="1" fill="hold">
                                    <p:stCondLst>
                                      <p:cond evt="end">
                                        <p:tn val="6656"/>
                                      </p:cond>
                                    </p:stCondLst>
                                  </p:cTn>
                                  <p:tgtEl>
                                    <p:spTgt spid="2300"/>
                                  </p:tgtEl>
                                  <p:attrNameLst>
                                    <p:attrName>style.visibility</p:attrName>
                                  </p:attrNameLst>
                                </p:cBhvr>
                                <p:to>
                                  <p:strVal val="hidden"/>
                                </p:to>
                              </p:set>
                              <p:par>
                                <p:cTn id="6659" nodeType="withEffect" fill="hold" presetClass="path" presetID="0">
                                  <p:stCondLst>
                                    <p:cond delay="0"/>
                                  </p:stCondLst>
                                  <p:childTnLst>
                                    <p:animMotion origin="layout" path="M -0.25 0.01109 L -0.70834 0.01109 E">
                                      <p:cBhvr>
                                        <p:cTn id="6660" dur="500" fill="hold"/>
                                        <p:tgtEl>
                                          <p:spTgt spid="2301"/>
                                        </p:tgtEl>
                                      </p:cBhvr>
                                    </p:animMotion>
                                  </p:childTnLst>
                                </p:cTn>
                              </p:par>
                              <p:set>
                                <p:cBhvr>
                                  <p:cTn id="6661" dur="1" fill="hold">
                                    <p:stCondLst>
                                      <p:cond evt="end">
                                        <p:tn val="6659"/>
                                      </p:cond>
                                    </p:stCondLst>
                                  </p:cTn>
                                  <p:tgtEl>
                                    <p:spTgt spid="2301"/>
                                  </p:tgtEl>
                                  <p:attrNameLst>
                                    <p:attrName>style.visibility</p:attrName>
                                  </p:attrNameLst>
                                </p:cBhvr>
                                <p:to>
                                  <p:strVal val="hidden"/>
                                </p:to>
                              </p:set>
                              <p:par>
                                <p:cTn id="6662" nodeType="withEffect" fill="hold" presetClass="path" presetID="0">
                                  <p:stCondLst>
                                    <p:cond delay="0"/>
                                  </p:stCondLst>
                                  <p:childTnLst>
                                    <p:animMotion origin="layout" path="M -0.25 0.01109 L -0.70834 0.01109 E">
                                      <p:cBhvr>
                                        <p:cTn id="6663" dur="500" fill="hold"/>
                                        <p:tgtEl>
                                          <p:spTgt spid="2302"/>
                                        </p:tgtEl>
                                      </p:cBhvr>
                                    </p:animMotion>
                                  </p:childTnLst>
                                </p:cTn>
                              </p:par>
                              <p:set>
                                <p:cBhvr>
                                  <p:cTn id="6664" dur="1" fill="hold">
                                    <p:stCondLst>
                                      <p:cond evt="end">
                                        <p:tn val="6662"/>
                                      </p:cond>
                                    </p:stCondLst>
                                  </p:cTn>
                                  <p:tgtEl>
                                    <p:spTgt spid="2302"/>
                                  </p:tgtEl>
                                  <p:attrNameLst>
                                    <p:attrName>style.visibility</p:attrName>
                                  </p:attrNameLst>
                                </p:cBhvr>
                                <p:to>
                                  <p:strVal val="hidden"/>
                                </p:to>
                              </p:set>
                            </p:childTnLst>
                          </p:cTn>
                        </p:par>
                        <p:par>
                          <p:cTn id="6665" fill="hold">
                            <p:stCondLst>
                              <p:cond delay="6500"/>
                            </p:stCondLst>
                            <p:childTnLst>
                              <p:par>
                                <p:cTn id="6666" nodeType="afterEffect" fill="hold" presetClass="entr" presetID="1">
                                  <p:stCondLst>
                                    <p:cond delay="0"/>
                                  </p:stCondLst>
                                  <p:childTnLst>
                                    <p:set>
                                      <p:cBhvr>
                                        <p:cTn id="6667" dur="1" fill="hold">
                                          <p:stCondLst>
                                            <p:cond delay="0"/>
                                          </p:stCondLst>
                                        </p:cTn>
                                        <p:tgtEl>
                                          <p:spTgt spid="2307"/>
                                        </p:tgtEl>
                                        <p:attrNameLst>
                                          <p:attrName>style.visibility</p:attrName>
                                        </p:attrNameLst>
                                      </p:cBhvr>
                                      <p:to>
                                        <p:strVal val="visible"/>
                                      </p:to>
                                    </p:set>
                                  </p:childTnLst>
                                </p:cTn>
                              </p:par>
                            </p:childTnLst>
                          </p:cTn>
                        </p:par>
                        <p:par>
                          <p:cTn id="6668" fill="hold">
                            <p:stCondLst>
                              <p:cond delay="6500"/>
                            </p:stCondLst>
                            <p:childTnLst>
                              <p:par>
                                <p:cTn id="6669" nodeType="afterEffect" fill="hold" presetClass="exit" presetID="9">
                                  <p:stCondLst>
                                    <p:cond delay="0"/>
                                  </p:stCondLst>
                                  <p:childTnLst>
                                    <p:animEffect filter="dissolve" transition="out">
                                      <p:cBhvr additive="repl">
                                        <p:cTn id="6670" dur="500"/>
                                        <p:tgtEl>
                                          <p:spTgt spid="2307"/>
                                        </p:tgtEl>
                                      </p:cBhvr>
                                    </p:animEffect>
                                    <p:set>
                                      <p:cBhvr>
                                        <p:cTn id="6671" dur="1" fill="hold">
                                          <p:stCondLst>
                                            <p:cond delay="499"/>
                                          </p:stCondLst>
                                        </p:cTn>
                                        <p:tgtEl>
                                          <p:spTgt spid="2307"/>
                                        </p:tgtEl>
                                        <p:attrNameLst>
                                          <p:attrName>style.visibility</p:attrName>
                                        </p:attrNameLst>
                                      </p:cBhvr>
                                      <p:to>
                                        <p:strVal val="hidden"/>
                                      </p:to>
                                    </p:set>
                                  </p:childTnLst>
                                </p:cTn>
                              </p:par>
                            </p:childTnLst>
                          </p:cTn>
                        </p:par>
                        <p:par>
                          <p:cTn id="6672" fill="hold">
                            <p:stCondLst>
                              <p:cond delay="7000"/>
                            </p:stCondLst>
                            <p:childTnLst>
                              <p:par>
                                <p:cTn id="6673" nodeType="afterEffect" fill="hold" presetClass="entr" presetID="27">
                                  <p:stCondLst>
                                    <p:cond delay="0"/>
                                  </p:stCondLst>
                                  <p:iterate type="lt">
                                    <p:tmAbs val="40"/>
                                  </p:iterate>
                                  <p:childTnLst>
                                    <p:set>
                                      <p:cBhvr>
                                        <p:cTn id="6674" dur="1" fill="hold">
                                          <p:stCondLst>
                                            <p:cond delay="0"/>
                                          </p:stCondLst>
                                        </p:cTn>
                                        <p:tgtEl>
                                          <p:spTgt spid="2277"/>
                                        </p:tgtEl>
                                        <p:attrNameLst>
                                          <p:attrName>style.visibility</p:attrName>
                                        </p:attrNameLst>
                                      </p:cBhvr>
                                      <p:to>
                                        <p:strVal val="visible"/>
                                      </p:to>
                                    </p:set>
                                    <p:anim calcmode="discrete" valueType="clr">
                                      <p:cBhvr additive="repl">
                                        <p:cTn id="6675" dur="80"/>
                                        <p:tgtEl>
                                          <p:spTgt spid="2277"/>
                                        </p:tgtEl>
                                        <p:attrNameLst>
                                          <p:attrName>style.color</p:attrName>
                                        </p:attrNameLst>
                                      </p:cBhvr>
                                      <p:tavLst>
                                        <p:tav tm="0">
                                          <p:val>
                                            <p:strVal val="rgb(-103,51,51)"/>
                                          </p:val>
                                        </p:tav>
                                        <p:tav tm="50000">
                                          <p:val>
                                            <p:strVal val="rgb(-103,-103,0)"/>
                                          </p:val>
                                        </p:tav>
                                      </p:tavLst>
                                    </p:anim>
                                    <p:anim calcmode="discrete" valueType="clr">
                                      <p:cBhvr additive="repl">
                                        <p:cTn id="6676" dur="80"/>
                                        <p:tgtEl>
                                          <p:spTgt spid="2277"/>
                                        </p:tgtEl>
                                        <p:attrNameLst>
                                          <p:attrName>fillcolor</p:attrName>
                                        </p:attrNameLst>
                                      </p:cBhvr>
                                      <p:tavLst>
                                        <p:tav tm="0">
                                          <p:val>
                                            <p:strVal val="rgb(-103,51,51)"/>
                                          </p:val>
                                        </p:tav>
                                        <p:tav tm="50000">
                                          <p:val>
                                            <p:strVal val="rgb(-103,-103,0)"/>
                                          </p:val>
                                        </p:tav>
                                      </p:tavLst>
                                    </p:anim>
                                    <p:set>
                                      <p:cBhvr>
                                        <p:cTn id="6677" dur="80"/>
                                        <p:tgtEl>
                                          <p:spTgt spid="2277"/>
                                        </p:tgtEl>
                                        <p:attrNameLst>
                                          <p:attrName>fill.type</p:attrName>
                                        </p:attrNameLst>
                                      </p:cBhvr>
                                      <p:to>
                                        <p:strVal val="solid"/>
                                      </p:to>
                                    </p:set>
                                  </p:childTnLst>
                                </p:cTn>
                              </p:par>
                            </p:childTnLst>
                          </p:cTn>
                        </p:par>
                        <p:par>
                          <p:cTn id="6678" fill="hold">
                            <p:stCondLst>
                              <p:cond delay="7560"/>
                            </p:stCondLst>
                            <p:childTnLst>
                              <p:par>
                                <p:cTn id="6679" nodeType="afterEffect" fill="hold" presetClass="exit" presetID="27">
                                  <p:stCondLst>
                                    <p:cond delay="500"/>
                                  </p:stCondLst>
                                  <p:iterate type="lt">
                                    <p:tmAbs val="40"/>
                                  </p:iterate>
                                  <p:childTnLst>
                                    <p:anim calcmode="discrete" valueType="clr">
                                      <p:cBhvr additive="repl">
                                        <p:cTn id="6680" dur="80"/>
                                        <p:tgtEl>
                                          <p:spTgt spid="2277"/>
                                        </p:tgtEl>
                                        <p:attrNameLst>
                                          <p:attrName>style.color</p:attrName>
                                        </p:attrNameLst>
                                      </p:cBhvr>
                                      <p:tavLst>
                                        <p:tav tm="0">
                                          <p:val>
                                            <p:strVal val="rgb(-103,-103,0)"/>
                                          </p:val>
                                        </p:tav>
                                        <p:tav tm="50000">
                                          <p:val>
                                            <p:strVal val="rgb(-103,51,51)"/>
                                          </p:val>
                                        </p:tav>
                                      </p:tavLst>
                                    </p:anim>
                                    <p:anim calcmode="discrete" valueType="clr">
                                      <p:cBhvr additive="repl">
                                        <p:cTn id="6681" dur="80"/>
                                        <p:tgtEl>
                                          <p:spTgt spid="2277"/>
                                        </p:tgtEl>
                                        <p:attrNameLst>
                                          <p:attrName>fillcolor</p:attrName>
                                        </p:attrNameLst>
                                      </p:cBhvr>
                                      <p:tavLst>
                                        <p:tav tm="0">
                                          <p:val>
                                            <p:strVal val="rgb(-103,-103,0)"/>
                                          </p:val>
                                        </p:tav>
                                        <p:tav tm="50000">
                                          <p:val>
                                            <p:strVal val="rgb(-103,51,51)"/>
                                          </p:val>
                                        </p:tav>
                                      </p:tavLst>
                                    </p:anim>
                                    <p:set>
                                      <p:cBhvr>
                                        <p:cTn id="6682" dur="80"/>
                                        <p:tgtEl>
                                          <p:spTgt spid="2277"/>
                                        </p:tgtEl>
                                        <p:attrNameLst>
                                          <p:attrName>fill.type</p:attrName>
                                        </p:attrNameLst>
                                      </p:cBhvr>
                                      <p:to>
                                        <p:strVal val="solid"/>
                                      </p:to>
                                    </p:set>
                                    <p:set>
                                      <p:cBhvr>
                                        <p:cTn id="6683" dur="1" fill="hold">
                                          <p:stCondLst>
                                            <p:cond delay="79"/>
                                          </p:stCondLst>
                                        </p:cTn>
                                        <p:tgtEl>
                                          <p:spTgt spid="2277"/>
                                        </p:tgtEl>
                                        <p:attrNameLst>
                                          <p:attrName>style.visibility</p:attrName>
                                        </p:attrNameLst>
                                      </p:cBhvr>
                                      <p:to>
                                        <p:strVal val="hidden"/>
                                      </p:to>
                                    </p:set>
                                  </p:childTnLst>
                                </p:cTn>
                              </p:par>
                            </p:childTnLst>
                          </p:cTn>
                        </p:par>
                        <p:par>
                          <p:cTn id="6684" fill="hold">
                            <p:stCondLst>
                              <p:cond delay="8620"/>
                            </p:stCondLst>
                            <p:childTnLst>
                              <p:par>
                                <p:cTn id="6685" nodeType="afterEffect" fill="hold" presetClass="entr" presetID="9">
                                  <p:stCondLst>
                                    <p:cond delay="0"/>
                                  </p:stCondLst>
                                  <p:childTnLst>
                                    <p:set>
                                      <p:cBhvr>
                                        <p:cTn id="6686" dur="1" fill="hold">
                                          <p:stCondLst>
                                            <p:cond delay="0"/>
                                          </p:stCondLst>
                                        </p:cTn>
                                        <p:tgtEl>
                                          <p:spTgt spid="2308"/>
                                        </p:tgtEl>
                                        <p:attrNameLst>
                                          <p:attrName>style.visibility</p:attrName>
                                        </p:attrNameLst>
                                      </p:cBhvr>
                                      <p:to>
                                        <p:strVal val="visible"/>
                                      </p:to>
                                    </p:set>
                                    <p:animEffect filter="dissolve" transition="in">
                                      <p:cBhvr additive="repl">
                                        <p:cTn id="6687" dur="500"/>
                                        <p:tgtEl>
                                          <p:spTgt spid="2308"/>
                                        </p:tgtEl>
                                      </p:cBhvr>
                                    </p:animEffect>
                                  </p:childTnLst>
                                </p:cTn>
                              </p:par>
                              <p:par>
                                <p:cTn id="6688" nodeType="withEffect" fill="hold" presetClass="entr" presetID="9">
                                  <p:stCondLst>
                                    <p:cond delay="0"/>
                                  </p:stCondLst>
                                  <p:childTnLst>
                                    <p:set>
                                      <p:cBhvr>
                                        <p:cTn id="6689" dur="1" fill="hold">
                                          <p:stCondLst>
                                            <p:cond delay="0"/>
                                          </p:stCondLst>
                                        </p:cTn>
                                        <p:tgtEl>
                                          <p:spTgt spid="2310"/>
                                        </p:tgtEl>
                                        <p:attrNameLst>
                                          <p:attrName>style.visibility</p:attrName>
                                        </p:attrNameLst>
                                      </p:cBhvr>
                                      <p:to>
                                        <p:strVal val="visible"/>
                                      </p:to>
                                    </p:set>
                                    <p:animEffect filter="dissolve" transition="in">
                                      <p:cBhvr additive="repl">
                                        <p:cTn id="6690" dur="500"/>
                                        <p:tgtEl>
                                          <p:spTgt spid="2310"/>
                                        </p:tgtEl>
                                      </p:cBhvr>
                                    </p:animEffect>
                                  </p:childTnLst>
                                </p:cTn>
                              </p:par>
                              <p:par>
                                <p:cTn id="6691" nodeType="withEffect" fill="hold" presetClass="entr" presetID="9">
                                  <p:stCondLst>
                                    <p:cond delay="0"/>
                                  </p:stCondLst>
                                  <p:childTnLst>
                                    <p:set>
                                      <p:cBhvr>
                                        <p:cTn id="6692" dur="1" fill="hold">
                                          <p:stCondLst>
                                            <p:cond delay="0"/>
                                          </p:stCondLst>
                                        </p:cTn>
                                        <p:tgtEl>
                                          <p:spTgt spid="2311"/>
                                        </p:tgtEl>
                                        <p:attrNameLst>
                                          <p:attrName>style.visibility</p:attrName>
                                        </p:attrNameLst>
                                      </p:cBhvr>
                                      <p:to>
                                        <p:strVal val="visible"/>
                                      </p:to>
                                    </p:set>
                                    <p:animEffect filter="dissolve" transition="in">
                                      <p:cBhvr additive="repl">
                                        <p:cTn id="6693" dur="500"/>
                                        <p:tgtEl>
                                          <p:spTgt spid="2311"/>
                                        </p:tgtEl>
                                      </p:cBhvr>
                                    </p:animEffect>
                                  </p:childTnLst>
                                </p:cTn>
                              </p:par>
                            </p:childTnLst>
                          </p:cTn>
                        </p:par>
                        <p:par>
                          <p:cTn id="6694" fill="hold">
                            <p:stCondLst>
                              <p:cond delay="9120"/>
                            </p:stCondLst>
                            <p:childTnLst>
                              <p:par>
                                <p:cTn id="6695" nodeType="afterEffect" fill="hold" presetClass="entr" presetID="1">
                                  <p:stCondLst>
                                    <p:cond delay="1000"/>
                                  </p:stCondLst>
                                  <p:childTnLst>
                                    <p:set>
                                      <p:cBhvr>
                                        <p:cTn id="6696" dur="1" fill="hold">
                                          <p:stCondLst>
                                            <p:cond delay="0"/>
                                          </p:stCondLst>
                                        </p:cTn>
                                        <p:tgtEl>
                                          <p:spTgt spid="2278"/>
                                        </p:tgtEl>
                                        <p:attrNameLst>
                                          <p:attrName>style.visibility</p:attrName>
                                        </p:attrNameLst>
                                      </p:cBhvr>
                                      <p:to>
                                        <p:strVal val="visible"/>
                                      </p:to>
                                    </p:set>
                                  </p:childTnLst>
                                </p:cTn>
                              </p:par>
                            </p:childTnLst>
                          </p:cTn>
                        </p:par>
                        <p:par>
                          <p:cTn id="6697" fill="hold">
                            <p:stCondLst>
                              <p:cond delay="10120"/>
                            </p:stCondLst>
                            <p:childTnLst>
                              <p:par>
                                <p:cTn id="6698" nodeType="afterEffect" fill="hold" presetClass="entr" presetID="1">
                                  <p:stCondLst>
                                    <p:cond delay="0"/>
                                  </p:stCondLst>
                                  <p:childTnLst>
                                    <p:set>
                                      <p:cBhvr>
                                        <p:cTn id="6699" dur="1" fill="hold">
                                          <p:stCondLst>
                                            <p:cond delay="0"/>
                                          </p:stCondLst>
                                        </p:cTn>
                                        <p:tgtEl>
                                          <p:spTgt spid="2280"/>
                                        </p:tgtEl>
                                        <p:attrNameLst>
                                          <p:attrName>style.visibility</p:attrName>
                                        </p:attrNameLst>
                                      </p:cBhvr>
                                      <p:to>
                                        <p:strVal val="visible"/>
                                      </p:to>
                                    </p:set>
                                  </p:childTnLst>
                                </p:cTn>
                              </p:par>
                            </p:childTnLst>
                          </p:cTn>
                        </p:par>
                        <p:par>
                          <p:cTn id="6700" fill="hold">
                            <p:stCondLst>
                              <p:cond delay="10120"/>
                            </p:stCondLst>
                            <p:childTnLst>
                              <p:par>
                                <p:cTn id="6701" nodeType="afterEffect" fill="hold" presetClass="entr" presetID="1">
                                  <p:stCondLst>
                                    <p:cond delay="3000"/>
                                  </p:stCondLst>
                                  <p:childTnLst>
                                    <p:set>
                                      <p:cBhvr>
                                        <p:cTn id="6702" dur="1" fill="hold">
                                          <p:stCondLst>
                                            <p:cond delay="0"/>
                                          </p:stCondLst>
                                        </p:cTn>
                                        <p:tgtEl>
                                          <p:spTgt spid="2281"/>
                                        </p:tgtEl>
                                        <p:attrNameLst>
                                          <p:attrName>style.visibility</p:attrName>
                                        </p:attrNameLst>
                                      </p:cBhvr>
                                      <p:to>
                                        <p:strVal val="visible"/>
                                      </p:to>
                                    </p:set>
                                  </p:childTnLst>
                                </p:cTn>
                              </p:par>
                              <p:par>
                                <p:cTn id="6703" nodeType="withEffect" fill="hold" presetClass="exit" presetID="8" presetSubtype="16">
                                  <p:stCondLst>
                                    <p:cond delay="2500"/>
                                  </p:stCondLst>
                                  <p:childTnLst>
                                    <p:animEffect filter="diamond(in)" transition="out">
                                      <p:cBhvr additive="repl">
                                        <p:cTn id="6704" dur="2000"/>
                                        <p:tgtEl>
                                          <p:spTgt spid="2283"/>
                                        </p:tgtEl>
                                      </p:cBhvr>
                                    </p:animEffect>
                                    <p:set>
                                      <p:cBhvr>
                                        <p:cTn id="6705" dur="1" fill="hold">
                                          <p:stCondLst>
                                            <p:cond delay="1999"/>
                                          </p:stCondLst>
                                        </p:cTn>
                                        <p:tgtEl>
                                          <p:spTgt spid="2283"/>
                                        </p:tgtEl>
                                        <p:attrNameLst>
                                          <p:attrName>style.visibility</p:attrName>
                                        </p:attrNameLst>
                                      </p:cBhvr>
                                      <p:to>
                                        <p:strVal val="hidden"/>
                                      </p:to>
                                    </p:set>
                                  </p:childTnLst>
                                </p:cTn>
                              </p:par>
                            </p:childTnLst>
                          </p:cTn>
                        </p:par>
                        <p:par>
                          <p:cTn id="6706" fill="hold">
                            <p:stCondLst>
                              <p:cond delay="14620"/>
                            </p:stCondLst>
                            <p:childTnLst>
                              <p:par>
                                <p:cTn id="6707" nodeType="afterEffect" fill="hold" presetClass="exit" presetID="1">
                                  <p:stCondLst>
                                    <p:cond delay="3000"/>
                                  </p:stCondLst>
                                  <p:childTnLst>
                                    <p:set>
                                      <p:cBhvr>
                                        <p:cTn id="6708" dur="1" fill="hold">
                                          <p:stCondLst>
                                            <p:cond delay="0"/>
                                          </p:stCondLst>
                                        </p:cTn>
                                        <p:tgtEl>
                                          <p:spTgt spid="2278"/>
                                        </p:tgtEl>
                                        <p:attrNameLst>
                                          <p:attrName>style.visibility</p:attrName>
                                        </p:attrNameLst>
                                      </p:cBhvr>
                                      <p:to>
                                        <p:strVal val="hidden"/>
                                      </p:to>
                                    </p:set>
                                  </p:childTnLst>
                                </p:cTn>
                              </p:par>
                            </p:childTnLst>
                          </p:cTn>
                        </p:par>
                        <p:par>
                          <p:cTn id="6709" fill="hold">
                            <p:stCondLst>
                              <p:cond delay="17620"/>
                            </p:stCondLst>
                            <p:childTnLst>
                              <p:par>
                                <p:cTn id="6710" nodeType="afterEffect" fill="hold" presetClass="exit" presetID="1">
                                  <p:stCondLst>
                                    <p:cond delay="0"/>
                                  </p:stCondLst>
                                  <p:childTnLst>
                                    <p:set>
                                      <p:cBhvr>
                                        <p:cTn id="6711" dur="1" fill="hold">
                                          <p:stCondLst>
                                            <p:cond delay="0"/>
                                          </p:stCondLst>
                                        </p:cTn>
                                        <p:tgtEl>
                                          <p:spTgt spid="2280"/>
                                        </p:tgtEl>
                                        <p:attrNameLst>
                                          <p:attrName>style.visibility</p:attrName>
                                        </p:attrNameLst>
                                      </p:cBhvr>
                                      <p:to>
                                        <p:strVal val="hidden"/>
                                      </p:to>
                                    </p:set>
                                  </p:childTnLst>
                                </p:cTn>
                              </p:par>
                            </p:childTnLst>
                          </p:cTn>
                        </p:par>
                        <p:par>
                          <p:cTn id="6712" fill="hold">
                            <p:stCondLst>
                              <p:cond delay="17620"/>
                            </p:stCondLst>
                            <p:childTnLst>
                              <p:par>
                                <p:cTn id="6713" nodeType="afterEffect" fill="hold" presetClass="exit" presetID="1">
                                  <p:stCondLst>
                                    <p:cond delay="0"/>
                                  </p:stCondLst>
                                  <p:childTnLst>
                                    <p:set>
                                      <p:cBhvr>
                                        <p:cTn id="6714" dur="1" fill="hold">
                                          <p:stCondLst>
                                            <p:cond delay="0"/>
                                          </p:stCondLst>
                                        </p:cTn>
                                        <p:tgtEl>
                                          <p:spTgt spid="2281"/>
                                        </p:tgtEl>
                                        <p:attrNameLst>
                                          <p:attrName>style.visibility</p:attrName>
                                        </p:attrNameLst>
                                      </p:cBhvr>
                                      <p:to>
                                        <p:strVal val="hidden"/>
                                      </p:to>
                                    </p:set>
                                  </p:childTnLst>
                                </p:cTn>
                              </p:par>
                            </p:childTnLst>
                          </p:cTn>
                        </p:par>
                        <p:par>
                          <p:cTn id="6715" fill="hold">
                            <p:stCondLst>
                              <p:cond delay="17620"/>
                            </p:stCondLst>
                            <p:childTnLst>
                              <p:par>
                                <p:cTn id="6716" nodeType="afterEffect" fill="hold" presetClass="entr" presetID="1">
                                  <p:stCondLst>
                                    <p:cond delay="0"/>
                                  </p:stCondLst>
                                  <p:childTnLst>
                                    <p:set>
                                      <p:cBhvr>
                                        <p:cTn id="6717" dur="1" fill="hold">
                                          <p:stCondLst>
                                            <p:cond delay="0"/>
                                          </p:stCondLst>
                                        </p:cTn>
                                        <p:tgtEl>
                                          <p:spTgt spid="23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312" name="" descr=""/>
          <p:cNvPicPr/>
          <p:nvPr/>
        </p:nvPicPr>
        <p:blipFill>
          <a:blip r:embed="rId1"/>
          <a:stretch/>
        </p:blipFill>
        <p:spPr>
          <a:xfrm>
            <a:off x="0" y="0"/>
            <a:ext cx="9144000" cy="6913440"/>
          </a:xfrm>
          <a:prstGeom prst="rect">
            <a:avLst/>
          </a:prstGeom>
          <a:ln w="0">
            <a:noFill/>
          </a:ln>
        </p:spPr>
      </p:pic>
      <p:pic>
        <p:nvPicPr>
          <p:cNvPr id="2313" name="" descr=""/>
          <p:cNvPicPr/>
          <p:nvPr/>
        </p:nvPicPr>
        <p:blipFill>
          <a:blip r:embed="rId2"/>
          <a:stretch/>
        </p:blipFill>
        <p:spPr>
          <a:xfrm>
            <a:off x="5943600" y="3352680"/>
            <a:ext cx="2933640" cy="1271880"/>
          </a:xfrm>
          <a:prstGeom prst="rect">
            <a:avLst/>
          </a:prstGeom>
          <a:ln w="0">
            <a:noFill/>
          </a:ln>
        </p:spPr>
      </p:pic>
      <p:sp>
        <p:nvSpPr>
          <p:cNvPr id="2314" name=""/>
          <p:cNvSpPr/>
          <p:nvPr/>
        </p:nvSpPr>
        <p:spPr>
          <a:xfrm>
            <a:off x="6629400" y="27432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315" name=""/>
          <p:cNvSpPr/>
          <p:nvPr/>
        </p:nvSpPr>
        <p:spPr>
          <a:xfrm>
            <a:off x="1295280" y="1981080"/>
            <a:ext cx="22860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cc3300"/>
                </a:solidFill>
                <a:latin typeface="Arial"/>
              </a:rPr>
              <a:t>Hull damage 25</a:t>
            </a:r>
            <a:endParaRPr b="0" lang="en-US" sz="1800" spc="-1" strike="noStrike">
              <a:solidFill>
                <a:srgbClr val="000000"/>
              </a:solidFill>
              <a:latin typeface="Arial"/>
            </a:endParaRPr>
          </a:p>
        </p:txBody>
      </p:sp>
      <p:sp>
        <p:nvSpPr>
          <p:cNvPr id="2316" name=""/>
          <p:cNvSpPr/>
          <p:nvPr/>
        </p:nvSpPr>
        <p:spPr>
          <a:xfrm>
            <a:off x="-1523880" y="1828800"/>
            <a:ext cx="4572000" cy="1389960"/>
          </a:xfrm>
          <a:prstGeom prst="rect">
            <a:avLst/>
          </a:prstGeom>
          <a:noFill/>
          <a:ln w="0">
            <a:noFill/>
          </a:ln>
        </p:spPr>
        <p:style>
          <a:lnRef idx="0"/>
          <a:fillRef idx="0"/>
          <a:effectRef idx="0"/>
          <a:fontRef idx="minor"/>
        </p:style>
        <p:txBody>
          <a:bodyPr lIns="90000" rIns="90000" tIns="46800" bIns="46800" anchor="t">
            <a:spAutoFit/>
          </a:bodyPr>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debug</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3. Shot</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 Shot</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1. Missile</a:t>
            </a:r>
            <a:endParaRPr b="0" lang="en-US" sz="1200" spc="-1" strike="noStrike">
              <a:solidFill>
                <a:srgbClr val="000000"/>
              </a:solidFill>
              <a:latin typeface="Arial"/>
            </a:endParaRPr>
          </a:p>
          <a:p>
            <a:pPr marL="343080" indent="-343080">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WIN!</a:t>
            </a:r>
            <a:endParaRPr b="0" lang="en-US" sz="1200" spc="-1" strike="noStrike">
              <a:solidFill>
                <a:srgbClr val="000000"/>
              </a:solidFill>
              <a:latin typeface="Arial"/>
            </a:endParaRPr>
          </a:p>
        </p:txBody>
      </p:sp>
      <p:pic>
        <p:nvPicPr>
          <p:cNvPr id="2317" name="" descr=""/>
          <p:cNvPicPr/>
          <p:nvPr/>
        </p:nvPicPr>
        <p:blipFill>
          <a:blip r:embed="rId3"/>
          <a:stretch/>
        </p:blipFill>
        <p:spPr>
          <a:xfrm>
            <a:off x="533520" y="2438280"/>
            <a:ext cx="3352680" cy="2711520"/>
          </a:xfrm>
          <a:prstGeom prst="rect">
            <a:avLst/>
          </a:prstGeom>
          <a:ln w="0">
            <a:noFill/>
          </a:ln>
        </p:spPr>
      </p:pic>
      <p:sp>
        <p:nvSpPr>
          <p:cNvPr id="2318" name=""/>
          <p:cNvSpPr/>
          <p:nvPr/>
        </p:nvSpPr>
        <p:spPr>
          <a:xfrm>
            <a:off x="6934320" y="18288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pic>
        <p:nvPicPr>
          <p:cNvPr id="2319" name="" descr=""/>
          <p:cNvPicPr/>
          <p:nvPr/>
        </p:nvPicPr>
        <p:blipFill>
          <a:blip r:embed="rId4"/>
          <a:stretch/>
        </p:blipFill>
        <p:spPr>
          <a:xfrm>
            <a:off x="5943600" y="3352680"/>
            <a:ext cx="2933640" cy="1271880"/>
          </a:xfrm>
          <a:prstGeom prst="rect">
            <a:avLst/>
          </a:prstGeom>
          <a:ln w="0">
            <a:noFill/>
          </a:ln>
        </p:spPr>
      </p:pic>
      <p:sp>
        <p:nvSpPr>
          <p:cNvPr id="2320" name=""/>
          <p:cNvSpPr/>
          <p:nvPr/>
        </p:nvSpPr>
        <p:spPr>
          <a:xfrm>
            <a:off x="6019920" y="266688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21" name=""/>
          <p:cNvSpPr/>
          <p:nvPr/>
        </p:nvSpPr>
        <p:spPr>
          <a:xfrm>
            <a:off x="6629400" y="281952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SWE-IV Missile</a:t>
            </a:r>
            <a:endParaRPr b="0" lang="en-US" sz="1800" spc="-1" strike="noStrike">
              <a:solidFill>
                <a:srgbClr val="000000"/>
              </a:solidFill>
              <a:latin typeface="Arial"/>
            </a:endParaRPr>
          </a:p>
        </p:txBody>
      </p:sp>
      <p:sp>
        <p:nvSpPr>
          <p:cNvPr id="2322"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23"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24"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25"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26"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27"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28"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29"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30"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31"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32"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33"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34" name=""/>
          <p:cNvSpPr/>
          <p:nvPr/>
        </p:nvSpPr>
        <p:spPr>
          <a:xfrm rot="16200000">
            <a:off x="9677160" y="38862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35" name=""/>
          <p:cNvSpPr/>
          <p:nvPr/>
        </p:nvSpPr>
        <p:spPr>
          <a:xfrm rot="16200000">
            <a:off x="9982080" y="4114800"/>
            <a:ext cx="15264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36" name=""/>
          <p:cNvSpPr/>
          <p:nvPr/>
        </p:nvSpPr>
        <p:spPr>
          <a:xfrm rot="16200000">
            <a:off x="9982080" y="3580920"/>
            <a:ext cx="152280" cy="457200"/>
          </a:xfrm>
          <a:prstGeom prst="triangle">
            <a:avLst>
              <a:gd name="adj" fmla="val 50000"/>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37" name=""/>
          <p:cNvSpPr/>
          <p:nvPr/>
        </p:nvSpPr>
        <p:spPr>
          <a:xfrm>
            <a:off x="2209680" y="3505320"/>
            <a:ext cx="1600200" cy="15238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38" name=""/>
          <p:cNvSpPr/>
          <p:nvPr/>
        </p:nvSpPr>
        <p:spPr>
          <a:xfrm>
            <a:off x="1752480" y="2895480"/>
            <a:ext cx="1600200" cy="15242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39" name=""/>
          <p:cNvSpPr/>
          <p:nvPr/>
        </p:nvSpPr>
        <p:spPr>
          <a:xfrm>
            <a:off x="1371600" y="3581280"/>
            <a:ext cx="1600200" cy="15242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40" name=""/>
          <p:cNvSpPr/>
          <p:nvPr/>
        </p:nvSpPr>
        <p:spPr>
          <a:xfrm>
            <a:off x="2286000" y="2819520"/>
            <a:ext cx="1600200" cy="152388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41" name=""/>
          <p:cNvSpPr/>
          <p:nvPr/>
        </p:nvSpPr>
        <p:spPr>
          <a:xfrm>
            <a:off x="1600200" y="3124080"/>
            <a:ext cx="1600200" cy="1524240"/>
          </a:xfrm>
          <a:prstGeom prst="ellipse">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42" name=""/>
          <p:cNvSpPr/>
          <p:nvPr/>
        </p:nvSpPr>
        <p:spPr>
          <a:xfrm>
            <a:off x="9144000" y="0"/>
            <a:ext cx="1447920" cy="73800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OMG FINALLY that part is done.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2/5/06</a:t>
            </a:r>
            <a:endParaRPr b="0" lang="en-US" sz="1200" spc="-1" strike="noStrike">
              <a:solidFill>
                <a:srgbClr val="000000"/>
              </a:solidFill>
              <a:latin typeface="Arial"/>
            </a:endParaRPr>
          </a:p>
        </p:txBody>
      </p:sp>
    </p:spTree>
  </p:cSld>
  <p:timing>
    <p:tnLst>
      <p:par>
        <p:cTn id="6718" dur="indefinite" restart="never" nodeType="tmRoot">
          <p:childTnLst>
            <p:seq>
              <p:cTn id="6719" dur="indefinite" nodeType="mainSeq">
                <p:childTnLst>
                  <p:par>
                    <p:cTn id="6720" fill="hold">
                      <p:stCondLst>
                        <p:cond delay="0"/>
                      </p:stCondLst>
                      <p:childTnLst>
                        <p:par>
                          <p:cTn id="6721" fill="hold">
                            <p:stCondLst>
                              <p:cond delay="0"/>
                            </p:stCondLst>
                            <p:childTnLst>
                              <p:par>
                                <p:cTn id="6722" nodeType="afterEffect" fill="hold" presetClass="entr" presetID="1" repeatCount="1000">
                                  <p:stCondLst>
                                    <p:cond delay="500"/>
                                  </p:stCondLst>
                                  <p:childTnLst>
                                    <p:set>
                                      <p:cBhvr>
                                        <p:cTn id="6723" dur="1" fill="hold">
                                          <p:stCondLst>
                                            <p:cond delay="0"/>
                                          </p:stCondLst>
                                        </p:cTn>
                                        <p:tgtEl>
                                          <p:spTgt spid="2320"/>
                                        </p:tgtEl>
                                        <p:attrNameLst>
                                          <p:attrName>style.visibility</p:attrName>
                                        </p:attrNameLst>
                                      </p:cBhvr>
                                      <p:to>
                                        <p:strVal val="visible"/>
                                      </p:to>
                                    </p:set>
                                  </p:childTnLst>
                                </p:cTn>
                              </p:par>
                            </p:childTnLst>
                          </p:cTn>
                        </p:par>
                        <p:par>
                          <p:cTn id="6724" fill="hold">
                            <p:stCondLst>
                              <p:cond delay="500"/>
                            </p:stCondLst>
                            <p:childTnLst>
                              <p:par>
                                <p:cTn id="6725" nodeType="afterEffect" fill="hold" presetClass="exit" presetID="1" repeatCount="1000">
                                  <p:stCondLst>
                                    <p:cond delay="1000"/>
                                  </p:stCondLst>
                                  <p:childTnLst>
                                    <p:set>
                                      <p:cBhvr>
                                        <p:cTn id="6726" dur="1" fill="hold">
                                          <p:stCondLst>
                                            <p:cond delay="0"/>
                                          </p:stCondLst>
                                        </p:cTn>
                                        <p:tgtEl>
                                          <p:spTgt spid="2320"/>
                                        </p:tgtEl>
                                        <p:attrNameLst>
                                          <p:attrName>style.visibility</p:attrName>
                                        </p:attrNameLst>
                                      </p:cBhvr>
                                      <p:to>
                                        <p:strVal val="hidden"/>
                                      </p:to>
                                    </p:set>
                                  </p:childTnLst>
                                </p:cTn>
                              </p:par>
                            </p:childTnLst>
                          </p:cTn>
                        </p:par>
                        <p:par>
                          <p:cTn id="6727" fill="hold">
                            <p:stCondLst>
                              <p:cond delay="1500"/>
                            </p:stCondLst>
                            <p:childTnLst>
                              <p:par>
                                <p:cTn id="6728" nodeType="afterEffect" fill="hold" presetClass="exit" presetID="9">
                                  <p:stCondLst>
                                    <p:cond delay="0"/>
                                  </p:stCondLst>
                                  <p:childTnLst>
                                    <p:animEffect filter="dissolve" transition="out">
                                      <p:cBhvr additive="repl">
                                        <p:cTn id="6729" dur="500"/>
                                        <p:tgtEl>
                                          <p:spTgt spid="2321"/>
                                        </p:tgtEl>
                                      </p:cBhvr>
                                    </p:animEffect>
                                    <p:set>
                                      <p:cBhvr>
                                        <p:cTn id="6730" dur="1" fill="hold">
                                          <p:stCondLst>
                                            <p:cond delay="499"/>
                                          </p:stCondLst>
                                        </p:cTn>
                                        <p:tgtEl>
                                          <p:spTgt spid="2321"/>
                                        </p:tgtEl>
                                        <p:attrNameLst>
                                          <p:attrName>style.visibility</p:attrName>
                                        </p:attrNameLst>
                                      </p:cBhvr>
                                      <p:to>
                                        <p:strVal val="hidden"/>
                                      </p:to>
                                    </p:set>
                                  </p:childTnLst>
                                </p:cTn>
                              </p:par>
                            </p:childTnLst>
                          </p:cTn>
                        </p:par>
                        <p:par>
                          <p:cTn id="6731" fill="hold">
                            <p:stCondLst>
                              <p:cond delay="2000"/>
                            </p:stCondLst>
                            <p:childTnLst>
                              <p:par>
                                <p:cTn id="6732" nodeType="afterEffect" fill="hold" presetClass="path" presetID="0">
                                  <p:stCondLst>
                                    <p:cond delay="0"/>
                                  </p:stCondLst>
                                  <p:childTnLst>
                                    <p:animMotion origin="layout" path="M -0.25 0.01109 L -0.70834 0.01109 E">
                                      <p:cBhvr>
                                        <p:cTn id="6733" dur="500" fill="hold"/>
                                        <p:tgtEl>
                                          <p:spTgt spid="2322"/>
                                        </p:tgtEl>
                                      </p:cBhvr>
                                    </p:animMotion>
                                  </p:childTnLst>
                                </p:cTn>
                              </p:par>
                              <p:set>
                                <p:cBhvr>
                                  <p:cTn id="6734" dur="1" fill="hold">
                                    <p:stCondLst>
                                      <p:cond evt="end">
                                        <p:tn val="6732"/>
                                      </p:cond>
                                    </p:stCondLst>
                                  </p:cTn>
                                  <p:tgtEl>
                                    <p:spTgt spid="2322"/>
                                  </p:tgtEl>
                                  <p:attrNameLst>
                                    <p:attrName>style.visibility</p:attrName>
                                  </p:attrNameLst>
                                </p:cBhvr>
                                <p:to>
                                  <p:strVal val="hidden"/>
                                </p:to>
                              </p:set>
                              <p:par>
                                <p:cTn id="6735" nodeType="withEffect" fill="hold" presetClass="path" presetID="0">
                                  <p:stCondLst>
                                    <p:cond delay="0"/>
                                  </p:stCondLst>
                                  <p:childTnLst>
                                    <p:animMotion origin="layout" path="M -0.25 0.01109 L -0.70834 0.01109 E">
                                      <p:cBhvr>
                                        <p:cTn id="6736" dur="500" fill="hold"/>
                                        <p:tgtEl>
                                          <p:spTgt spid="2323"/>
                                        </p:tgtEl>
                                      </p:cBhvr>
                                    </p:animMotion>
                                  </p:childTnLst>
                                </p:cTn>
                              </p:par>
                              <p:set>
                                <p:cBhvr>
                                  <p:cTn id="6737" dur="1" fill="hold">
                                    <p:stCondLst>
                                      <p:cond evt="end">
                                        <p:tn val="6735"/>
                                      </p:cond>
                                    </p:stCondLst>
                                  </p:cTn>
                                  <p:tgtEl>
                                    <p:spTgt spid="2323"/>
                                  </p:tgtEl>
                                  <p:attrNameLst>
                                    <p:attrName>style.visibility</p:attrName>
                                  </p:attrNameLst>
                                </p:cBhvr>
                                <p:to>
                                  <p:strVal val="hidden"/>
                                </p:to>
                              </p:set>
                              <p:par>
                                <p:cTn id="6738" nodeType="withEffect" fill="hold" presetClass="path" presetID="0">
                                  <p:stCondLst>
                                    <p:cond delay="0"/>
                                  </p:stCondLst>
                                  <p:childTnLst>
                                    <p:animMotion origin="layout" path="M -0.25 0.01109 L -0.70834 0.01109 E">
                                      <p:cBhvr>
                                        <p:cTn id="6739" dur="500" fill="hold"/>
                                        <p:tgtEl>
                                          <p:spTgt spid="2324"/>
                                        </p:tgtEl>
                                      </p:cBhvr>
                                    </p:animMotion>
                                  </p:childTnLst>
                                </p:cTn>
                              </p:par>
                              <p:set>
                                <p:cBhvr>
                                  <p:cTn id="6740" dur="1" fill="hold">
                                    <p:stCondLst>
                                      <p:cond evt="end">
                                        <p:tn val="6738"/>
                                      </p:cond>
                                    </p:stCondLst>
                                  </p:cTn>
                                  <p:tgtEl>
                                    <p:spTgt spid="2324"/>
                                  </p:tgtEl>
                                  <p:attrNameLst>
                                    <p:attrName>style.visibility</p:attrName>
                                  </p:attrNameLst>
                                </p:cBhvr>
                                <p:to>
                                  <p:strVal val="hidden"/>
                                </p:to>
                              </p:set>
                            </p:childTnLst>
                          </p:cTn>
                        </p:par>
                        <p:par>
                          <p:cTn id="6741" fill="hold">
                            <p:stCondLst>
                              <p:cond delay="2500"/>
                            </p:stCondLst>
                            <p:childTnLst>
                              <p:par>
                                <p:cTn id="6742" nodeType="afterEffect" fill="hold" presetClass="entr" presetID="1">
                                  <p:stCondLst>
                                    <p:cond delay="0"/>
                                  </p:stCondLst>
                                  <p:childTnLst>
                                    <p:set>
                                      <p:cBhvr>
                                        <p:cTn id="6743" dur="1" fill="hold">
                                          <p:stCondLst>
                                            <p:cond delay="0"/>
                                          </p:stCondLst>
                                        </p:cTn>
                                        <p:tgtEl>
                                          <p:spTgt spid="2337"/>
                                        </p:tgtEl>
                                        <p:attrNameLst>
                                          <p:attrName>style.visibility</p:attrName>
                                        </p:attrNameLst>
                                      </p:cBhvr>
                                      <p:to>
                                        <p:strVal val="visible"/>
                                      </p:to>
                                    </p:set>
                                  </p:childTnLst>
                                </p:cTn>
                              </p:par>
                            </p:childTnLst>
                          </p:cTn>
                        </p:par>
                        <p:par>
                          <p:cTn id="6744" fill="hold">
                            <p:stCondLst>
                              <p:cond delay="2500"/>
                            </p:stCondLst>
                            <p:childTnLst>
                              <p:par>
                                <p:cTn id="6745" nodeType="afterEffect" fill="hold" presetClass="exit" presetID="9">
                                  <p:stCondLst>
                                    <p:cond delay="0"/>
                                  </p:stCondLst>
                                  <p:childTnLst>
                                    <p:animEffect filter="dissolve" transition="out">
                                      <p:cBhvr additive="repl">
                                        <p:cTn id="6746" dur="500"/>
                                        <p:tgtEl>
                                          <p:spTgt spid="2337"/>
                                        </p:tgtEl>
                                      </p:cBhvr>
                                    </p:animEffect>
                                    <p:set>
                                      <p:cBhvr>
                                        <p:cTn id="6747" dur="1" fill="hold">
                                          <p:stCondLst>
                                            <p:cond delay="499"/>
                                          </p:stCondLst>
                                        </p:cTn>
                                        <p:tgtEl>
                                          <p:spTgt spid="2337"/>
                                        </p:tgtEl>
                                        <p:attrNameLst>
                                          <p:attrName>style.visibility</p:attrName>
                                        </p:attrNameLst>
                                      </p:cBhvr>
                                      <p:to>
                                        <p:strVal val="hidden"/>
                                      </p:to>
                                    </p:set>
                                  </p:childTnLst>
                                </p:cTn>
                              </p:par>
                            </p:childTnLst>
                          </p:cTn>
                        </p:par>
                        <p:par>
                          <p:cTn id="6748" fill="hold">
                            <p:stCondLst>
                              <p:cond delay="3000"/>
                            </p:stCondLst>
                            <p:childTnLst>
                              <p:par>
                                <p:cTn id="6749" nodeType="afterEffect" fill="hold" presetClass="path" presetID="0">
                                  <p:stCondLst>
                                    <p:cond delay="0"/>
                                  </p:stCondLst>
                                  <p:childTnLst>
                                    <p:animMotion origin="layout" path="M -0.25 0.01109 L -0.70834 0.01109 E">
                                      <p:cBhvr>
                                        <p:cTn id="6750" dur="500" fill="hold"/>
                                        <p:tgtEl>
                                          <p:spTgt spid="2325"/>
                                        </p:tgtEl>
                                      </p:cBhvr>
                                    </p:animMotion>
                                  </p:childTnLst>
                                </p:cTn>
                              </p:par>
                              <p:set>
                                <p:cBhvr>
                                  <p:cTn id="6751" dur="1" fill="hold">
                                    <p:stCondLst>
                                      <p:cond evt="end">
                                        <p:tn val="6749"/>
                                      </p:cond>
                                    </p:stCondLst>
                                  </p:cTn>
                                  <p:tgtEl>
                                    <p:spTgt spid="2325"/>
                                  </p:tgtEl>
                                  <p:attrNameLst>
                                    <p:attrName>style.visibility</p:attrName>
                                  </p:attrNameLst>
                                </p:cBhvr>
                                <p:to>
                                  <p:strVal val="hidden"/>
                                </p:to>
                              </p:set>
                              <p:par>
                                <p:cTn id="6752" nodeType="withEffect" fill="hold" presetClass="path" presetID="0">
                                  <p:stCondLst>
                                    <p:cond delay="0"/>
                                  </p:stCondLst>
                                  <p:childTnLst>
                                    <p:animMotion origin="layout" path="M -0.25 0.01109 L -0.70834 0.01109 E">
                                      <p:cBhvr>
                                        <p:cTn id="6753" dur="500" fill="hold"/>
                                        <p:tgtEl>
                                          <p:spTgt spid="2326"/>
                                        </p:tgtEl>
                                      </p:cBhvr>
                                    </p:animMotion>
                                  </p:childTnLst>
                                </p:cTn>
                              </p:par>
                              <p:set>
                                <p:cBhvr>
                                  <p:cTn id="6754" dur="1" fill="hold">
                                    <p:stCondLst>
                                      <p:cond evt="end">
                                        <p:tn val="6752"/>
                                      </p:cond>
                                    </p:stCondLst>
                                  </p:cTn>
                                  <p:tgtEl>
                                    <p:spTgt spid="2326"/>
                                  </p:tgtEl>
                                  <p:attrNameLst>
                                    <p:attrName>style.visibility</p:attrName>
                                  </p:attrNameLst>
                                </p:cBhvr>
                                <p:to>
                                  <p:strVal val="hidden"/>
                                </p:to>
                              </p:set>
                              <p:par>
                                <p:cTn id="6755" nodeType="withEffect" fill="hold" presetClass="path" presetID="0">
                                  <p:stCondLst>
                                    <p:cond delay="0"/>
                                  </p:stCondLst>
                                  <p:childTnLst>
                                    <p:animMotion origin="layout" path="M -0.25 0.01109 L -0.70834 0.01109 E">
                                      <p:cBhvr>
                                        <p:cTn id="6756" dur="500" fill="hold"/>
                                        <p:tgtEl>
                                          <p:spTgt spid="2327"/>
                                        </p:tgtEl>
                                      </p:cBhvr>
                                    </p:animMotion>
                                  </p:childTnLst>
                                </p:cTn>
                              </p:par>
                              <p:set>
                                <p:cBhvr>
                                  <p:cTn id="6757" dur="1" fill="hold">
                                    <p:stCondLst>
                                      <p:cond evt="end">
                                        <p:tn val="6755"/>
                                      </p:cond>
                                    </p:stCondLst>
                                  </p:cTn>
                                  <p:tgtEl>
                                    <p:spTgt spid="2327"/>
                                  </p:tgtEl>
                                  <p:attrNameLst>
                                    <p:attrName>style.visibility</p:attrName>
                                  </p:attrNameLst>
                                </p:cBhvr>
                                <p:to>
                                  <p:strVal val="hidden"/>
                                </p:to>
                              </p:set>
                            </p:childTnLst>
                          </p:cTn>
                        </p:par>
                        <p:par>
                          <p:cTn id="6758" fill="hold">
                            <p:stCondLst>
                              <p:cond delay="3500"/>
                            </p:stCondLst>
                            <p:childTnLst>
                              <p:par>
                                <p:cTn id="6759" nodeType="afterEffect" fill="hold" presetClass="entr" presetID="1">
                                  <p:stCondLst>
                                    <p:cond delay="0"/>
                                  </p:stCondLst>
                                  <p:childTnLst>
                                    <p:set>
                                      <p:cBhvr>
                                        <p:cTn id="6760" dur="1" fill="hold">
                                          <p:stCondLst>
                                            <p:cond delay="0"/>
                                          </p:stCondLst>
                                        </p:cTn>
                                        <p:tgtEl>
                                          <p:spTgt spid="2338"/>
                                        </p:tgtEl>
                                        <p:attrNameLst>
                                          <p:attrName>style.visibility</p:attrName>
                                        </p:attrNameLst>
                                      </p:cBhvr>
                                      <p:to>
                                        <p:strVal val="visible"/>
                                      </p:to>
                                    </p:set>
                                  </p:childTnLst>
                                </p:cTn>
                              </p:par>
                            </p:childTnLst>
                          </p:cTn>
                        </p:par>
                        <p:par>
                          <p:cTn id="6761" fill="hold">
                            <p:stCondLst>
                              <p:cond delay="3500"/>
                            </p:stCondLst>
                            <p:childTnLst>
                              <p:par>
                                <p:cTn id="6762" nodeType="afterEffect" fill="hold" presetClass="exit" presetID="9">
                                  <p:stCondLst>
                                    <p:cond delay="0"/>
                                  </p:stCondLst>
                                  <p:childTnLst>
                                    <p:animEffect filter="dissolve" transition="out">
                                      <p:cBhvr additive="repl">
                                        <p:cTn id="6763" dur="500"/>
                                        <p:tgtEl>
                                          <p:spTgt spid="2338"/>
                                        </p:tgtEl>
                                      </p:cBhvr>
                                    </p:animEffect>
                                    <p:set>
                                      <p:cBhvr>
                                        <p:cTn id="6764" dur="1" fill="hold">
                                          <p:stCondLst>
                                            <p:cond delay="499"/>
                                          </p:stCondLst>
                                        </p:cTn>
                                        <p:tgtEl>
                                          <p:spTgt spid="2338"/>
                                        </p:tgtEl>
                                        <p:attrNameLst>
                                          <p:attrName>style.visibility</p:attrName>
                                        </p:attrNameLst>
                                      </p:cBhvr>
                                      <p:to>
                                        <p:strVal val="hidden"/>
                                      </p:to>
                                    </p:set>
                                  </p:childTnLst>
                                </p:cTn>
                              </p:par>
                            </p:childTnLst>
                          </p:cTn>
                        </p:par>
                        <p:par>
                          <p:cTn id="6765" fill="hold">
                            <p:stCondLst>
                              <p:cond delay="4000"/>
                            </p:stCondLst>
                            <p:childTnLst>
                              <p:par>
                                <p:cTn id="6766" nodeType="afterEffect" fill="hold" presetClass="path" presetID="0">
                                  <p:stCondLst>
                                    <p:cond delay="0"/>
                                  </p:stCondLst>
                                  <p:childTnLst>
                                    <p:animMotion origin="layout" path="M -0.25 0.01109 L -0.70834 0.01109 E">
                                      <p:cBhvr>
                                        <p:cTn id="6767" dur="500" fill="hold"/>
                                        <p:tgtEl>
                                          <p:spTgt spid="2328"/>
                                        </p:tgtEl>
                                      </p:cBhvr>
                                    </p:animMotion>
                                  </p:childTnLst>
                                </p:cTn>
                              </p:par>
                              <p:set>
                                <p:cBhvr>
                                  <p:cTn id="6768" dur="1" fill="hold">
                                    <p:stCondLst>
                                      <p:cond evt="end">
                                        <p:tn val="6766"/>
                                      </p:cond>
                                    </p:stCondLst>
                                  </p:cTn>
                                  <p:tgtEl>
                                    <p:spTgt spid="2328"/>
                                  </p:tgtEl>
                                  <p:attrNameLst>
                                    <p:attrName>style.visibility</p:attrName>
                                  </p:attrNameLst>
                                </p:cBhvr>
                                <p:to>
                                  <p:strVal val="hidden"/>
                                </p:to>
                              </p:set>
                              <p:par>
                                <p:cTn id="6769" nodeType="withEffect" fill="hold" presetClass="path" presetID="0">
                                  <p:stCondLst>
                                    <p:cond delay="0"/>
                                  </p:stCondLst>
                                  <p:childTnLst>
                                    <p:animMotion origin="layout" path="M -0.25 0.01109 L -0.70834 0.01109 E">
                                      <p:cBhvr>
                                        <p:cTn id="6770" dur="500" fill="hold"/>
                                        <p:tgtEl>
                                          <p:spTgt spid="2329"/>
                                        </p:tgtEl>
                                      </p:cBhvr>
                                    </p:animMotion>
                                  </p:childTnLst>
                                </p:cTn>
                              </p:par>
                              <p:set>
                                <p:cBhvr>
                                  <p:cTn id="6771" dur="1" fill="hold">
                                    <p:stCondLst>
                                      <p:cond evt="end">
                                        <p:tn val="6769"/>
                                      </p:cond>
                                    </p:stCondLst>
                                  </p:cTn>
                                  <p:tgtEl>
                                    <p:spTgt spid="2329"/>
                                  </p:tgtEl>
                                  <p:attrNameLst>
                                    <p:attrName>style.visibility</p:attrName>
                                  </p:attrNameLst>
                                </p:cBhvr>
                                <p:to>
                                  <p:strVal val="hidden"/>
                                </p:to>
                              </p:set>
                              <p:par>
                                <p:cTn id="6772" nodeType="withEffect" fill="hold" presetClass="path" presetID="0">
                                  <p:stCondLst>
                                    <p:cond delay="0"/>
                                  </p:stCondLst>
                                  <p:childTnLst>
                                    <p:animMotion origin="layout" path="M -0.25 0.01109 L -0.70834 0.01109 E">
                                      <p:cBhvr>
                                        <p:cTn id="6773" dur="500" fill="hold"/>
                                        <p:tgtEl>
                                          <p:spTgt spid="2330"/>
                                        </p:tgtEl>
                                      </p:cBhvr>
                                    </p:animMotion>
                                  </p:childTnLst>
                                </p:cTn>
                              </p:par>
                              <p:set>
                                <p:cBhvr>
                                  <p:cTn id="6774" dur="1" fill="hold">
                                    <p:stCondLst>
                                      <p:cond evt="end">
                                        <p:tn val="6772"/>
                                      </p:cond>
                                    </p:stCondLst>
                                  </p:cTn>
                                  <p:tgtEl>
                                    <p:spTgt spid="2330"/>
                                  </p:tgtEl>
                                  <p:attrNameLst>
                                    <p:attrName>style.visibility</p:attrName>
                                  </p:attrNameLst>
                                </p:cBhvr>
                                <p:to>
                                  <p:strVal val="hidden"/>
                                </p:to>
                              </p:set>
                            </p:childTnLst>
                          </p:cTn>
                        </p:par>
                        <p:par>
                          <p:cTn id="6775" fill="hold">
                            <p:stCondLst>
                              <p:cond delay="4500"/>
                            </p:stCondLst>
                            <p:childTnLst>
                              <p:par>
                                <p:cTn id="6776" nodeType="afterEffect" fill="hold" presetClass="entr" presetID="1">
                                  <p:stCondLst>
                                    <p:cond delay="0"/>
                                  </p:stCondLst>
                                  <p:childTnLst>
                                    <p:set>
                                      <p:cBhvr>
                                        <p:cTn id="6777" dur="1" fill="hold">
                                          <p:stCondLst>
                                            <p:cond delay="0"/>
                                          </p:stCondLst>
                                        </p:cTn>
                                        <p:tgtEl>
                                          <p:spTgt spid="2339"/>
                                        </p:tgtEl>
                                        <p:attrNameLst>
                                          <p:attrName>style.visibility</p:attrName>
                                        </p:attrNameLst>
                                      </p:cBhvr>
                                      <p:to>
                                        <p:strVal val="visible"/>
                                      </p:to>
                                    </p:set>
                                  </p:childTnLst>
                                </p:cTn>
                              </p:par>
                            </p:childTnLst>
                          </p:cTn>
                        </p:par>
                        <p:par>
                          <p:cTn id="6778" fill="hold">
                            <p:stCondLst>
                              <p:cond delay="4500"/>
                            </p:stCondLst>
                            <p:childTnLst>
                              <p:par>
                                <p:cTn id="6779" nodeType="afterEffect" fill="hold" presetClass="exit" presetID="9">
                                  <p:stCondLst>
                                    <p:cond delay="0"/>
                                  </p:stCondLst>
                                  <p:childTnLst>
                                    <p:animEffect filter="dissolve" transition="out">
                                      <p:cBhvr additive="repl">
                                        <p:cTn id="6780" dur="500"/>
                                        <p:tgtEl>
                                          <p:spTgt spid="2339"/>
                                        </p:tgtEl>
                                      </p:cBhvr>
                                    </p:animEffect>
                                    <p:set>
                                      <p:cBhvr>
                                        <p:cTn id="6781" dur="1" fill="hold">
                                          <p:stCondLst>
                                            <p:cond delay="499"/>
                                          </p:stCondLst>
                                        </p:cTn>
                                        <p:tgtEl>
                                          <p:spTgt spid="2339"/>
                                        </p:tgtEl>
                                        <p:attrNameLst>
                                          <p:attrName>style.visibility</p:attrName>
                                        </p:attrNameLst>
                                      </p:cBhvr>
                                      <p:to>
                                        <p:strVal val="hidden"/>
                                      </p:to>
                                    </p:set>
                                  </p:childTnLst>
                                </p:cTn>
                              </p:par>
                            </p:childTnLst>
                          </p:cTn>
                        </p:par>
                        <p:par>
                          <p:cTn id="6782" fill="hold">
                            <p:stCondLst>
                              <p:cond delay="5000"/>
                            </p:stCondLst>
                            <p:childTnLst>
                              <p:par>
                                <p:cTn id="6783" nodeType="afterEffect" fill="hold" presetClass="path" presetID="0">
                                  <p:stCondLst>
                                    <p:cond delay="0"/>
                                  </p:stCondLst>
                                  <p:childTnLst>
                                    <p:animMotion origin="layout" path="M -0.25 0.01109 L -0.70834 0.01109 E">
                                      <p:cBhvr>
                                        <p:cTn id="6784" dur="500" fill="hold"/>
                                        <p:tgtEl>
                                          <p:spTgt spid="2331"/>
                                        </p:tgtEl>
                                      </p:cBhvr>
                                    </p:animMotion>
                                  </p:childTnLst>
                                </p:cTn>
                              </p:par>
                              <p:set>
                                <p:cBhvr>
                                  <p:cTn id="6785" dur="1" fill="hold">
                                    <p:stCondLst>
                                      <p:cond evt="end">
                                        <p:tn val="6783"/>
                                      </p:cond>
                                    </p:stCondLst>
                                  </p:cTn>
                                  <p:tgtEl>
                                    <p:spTgt spid="2331"/>
                                  </p:tgtEl>
                                  <p:attrNameLst>
                                    <p:attrName>style.visibility</p:attrName>
                                  </p:attrNameLst>
                                </p:cBhvr>
                                <p:to>
                                  <p:strVal val="hidden"/>
                                </p:to>
                              </p:set>
                              <p:par>
                                <p:cTn id="6786" nodeType="withEffect" fill="hold" presetClass="path" presetID="0">
                                  <p:stCondLst>
                                    <p:cond delay="0"/>
                                  </p:stCondLst>
                                  <p:childTnLst>
                                    <p:animMotion origin="layout" path="M -0.25 0.01109 L -0.70834 0.01109 E">
                                      <p:cBhvr>
                                        <p:cTn id="6787" dur="500" fill="hold"/>
                                        <p:tgtEl>
                                          <p:spTgt spid="2332"/>
                                        </p:tgtEl>
                                      </p:cBhvr>
                                    </p:animMotion>
                                  </p:childTnLst>
                                </p:cTn>
                              </p:par>
                              <p:set>
                                <p:cBhvr>
                                  <p:cTn id="6788" dur="1" fill="hold">
                                    <p:stCondLst>
                                      <p:cond evt="end">
                                        <p:tn val="6786"/>
                                      </p:cond>
                                    </p:stCondLst>
                                  </p:cTn>
                                  <p:tgtEl>
                                    <p:spTgt spid="2332"/>
                                  </p:tgtEl>
                                  <p:attrNameLst>
                                    <p:attrName>style.visibility</p:attrName>
                                  </p:attrNameLst>
                                </p:cBhvr>
                                <p:to>
                                  <p:strVal val="hidden"/>
                                </p:to>
                              </p:set>
                              <p:par>
                                <p:cTn id="6789" nodeType="withEffect" fill="hold" presetClass="path" presetID="0">
                                  <p:stCondLst>
                                    <p:cond delay="0"/>
                                  </p:stCondLst>
                                  <p:childTnLst>
                                    <p:animMotion origin="layout" path="M -0.25 0.01109 L -0.70834 0.01109 E">
                                      <p:cBhvr>
                                        <p:cTn id="6790" dur="500" fill="hold"/>
                                        <p:tgtEl>
                                          <p:spTgt spid="2333"/>
                                        </p:tgtEl>
                                      </p:cBhvr>
                                    </p:animMotion>
                                  </p:childTnLst>
                                </p:cTn>
                              </p:par>
                              <p:set>
                                <p:cBhvr>
                                  <p:cTn id="6791" dur="1" fill="hold">
                                    <p:stCondLst>
                                      <p:cond evt="end">
                                        <p:tn val="6789"/>
                                      </p:cond>
                                    </p:stCondLst>
                                  </p:cTn>
                                  <p:tgtEl>
                                    <p:spTgt spid="2333"/>
                                  </p:tgtEl>
                                  <p:attrNameLst>
                                    <p:attrName>style.visibility</p:attrName>
                                  </p:attrNameLst>
                                </p:cBhvr>
                                <p:to>
                                  <p:strVal val="hidden"/>
                                </p:to>
                              </p:set>
                            </p:childTnLst>
                          </p:cTn>
                        </p:par>
                        <p:par>
                          <p:cTn id="6792" fill="hold">
                            <p:stCondLst>
                              <p:cond delay="5500"/>
                            </p:stCondLst>
                            <p:childTnLst>
                              <p:par>
                                <p:cTn id="6793" nodeType="afterEffect" fill="hold" presetClass="entr" presetID="1">
                                  <p:stCondLst>
                                    <p:cond delay="0"/>
                                  </p:stCondLst>
                                  <p:childTnLst>
                                    <p:set>
                                      <p:cBhvr>
                                        <p:cTn id="6794" dur="1" fill="hold">
                                          <p:stCondLst>
                                            <p:cond delay="0"/>
                                          </p:stCondLst>
                                        </p:cTn>
                                        <p:tgtEl>
                                          <p:spTgt spid="2340"/>
                                        </p:tgtEl>
                                        <p:attrNameLst>
                                          <p:attrName>style.visibility</p:attrName>
                                        </p:attrNameLst>
                                      </p:cBhvr>
                                      <p:to>
                                        <p:strVal val="visible"/>
                                      </p:to>
                                    </p:set>
                                  </p:childTnLst>
                                </p:cTn>
                              </p:par>
                            </p:childTnLst>
                          </p:cTn>
                        </p:par>
                        <p:par>
                          <p:cTn id="6795" fill="hold">
                            <p:stCondLst>
                              <p:cond delay="5500"/>
                            </p:stCondLst>
                            <p:childTnLst>
                              <p:par>
                                <p:cTn id="6796" nodeType="afterEffect" fill="hold" presetClass="exit" presetID="9">
                                  <p:stCondLst>
                                    <p:cond delay="0"/>
                                  </p:stCondLst>
                                  <p:childTnLst>
                                    <p:animEffect filter="dissolve" transition="out">
                                      <p:cBhvr additive="repl">
                                        <p:cTn id="6797" dur="500"/>
                                        <p:tgtEl>
                                          <p:spTgt spid="2340"/>
                                        </p:tgtEl>
                                      </p:cBhvr>
                                    </p:animEffect>
                                    <p:set>
                                      <p:cBhvr>
                                        <p:cTn id="6798" dur="1" fill="hold">
                                          <p:stCondLst>
                                            <p:cond delay="499"/>
                                          </p:stCondLst>
                                        </p:cTn>
                                        <p:tgtEl>
                                          <p:spTgt spid="2340"/>
                                        </p:tgtEl>
                                        <p:attrNameLst>
                                          <p:attrName>style.visibility</p:attrName>
                                        </p:attrNameLst>
                                      </p:cBhvr>
                                      <p:to>
                                        <p:strVal val="hidden"/>
                                      </p:to>
                                    </p:set>
                                  </p:childTnLst>
                                </p:cTn>
                              </p:par>
                            </p:childTnLst>
                          </p:cTn>
                        </p:par>
                        <p:par>
                          <p:cTn id="6799" fill="hold">
                            <p:stCondLst>
                              <p:cond delay="6000"/>
                            </p:stCondLst>
                            <p:childTnLst>
                              <p:par>
                                <p:cTn id="6800" nodeType="afterEffect" fill="hold" presetClass="path" presetID="0">
                                  <p:stCondLst>
                                    <p:cond delay="0"/>
                                  </p:stCondLst>
                                  <p:childTnLst>
                                    <p:animMotion origin="layout" path="M -0.25 0.01109 L -0.70834 0.01109 E">
                                      <p:cBhvr>
                                        <p:cTn id="6801" dur="500" fill="hold"/>
                                        <p:tgtEl>
                                          <p:spTgt spid="2334"/>
                                        </p:tgtEl>
                                      </p:cBhvr>
                                    </p:animMotion>
                                  </p:childTnLst>
                                </p:cTn>
                              </p:par>
                              <p:set>
                                <p:cBhvr>
                                  <p:cTn id="6802" dur="1" fill="hold">
                                    <p:stCondLst>
                                      <p:cond evt="end">
                                        <p:tn val="6800"/>
                                      </p:cond>
                                    </p:stCondLst>
                                  </p:cTn>
                                  <p:tgtEl>
                                    <p:spTgt spid="2334"/>
                                  </p:tgtEl>
                                  <p:attrNameLst>
                                    <p:attrName>style.visibility</p:attrName>
                                  </p:attrNameLst>
                                </p:cBhvr>
                                <p:to>
                                  <p:strVal val="hidden"/>
                                </p:to>
                              </p:set>
                              <p:par>
                                <p:cTn id="6803" nodeType="withEffect" fill="hold" presetClass="path" presetID="0">
                                  <p:stCondLst>
                                    <p:cond delay="0"/>
                                  </p:stCondLst>
                                  <p:childTnLst>
                                    <p:animMotion origin="layout" path="M -0.25 0.01109 L -0.70834 0.01109 E">
                                      <p:cBhvr>
                                        <p:cTn id="6804" dur="500" fill="hold"/>
                                        <p:tgtEl>
                                          <p:spTgt spid="2335"/>
                                        </p:tgtEl>
                                      </p:cBhvr>
                                    </p:animMotion>
                                  </p:childTnLst>
                                </p:cTn>
                              </p:par>
                              <p:set>
                                <p:cBhvr>
                                  <p:cTn id="6805" dur="1" fill="hold">
                                    <p:stCondLst>
                                      <p:cond evt="end">
                                        <p:tn val="6803"/>
                                      </p:cond>
                                    </p:stCondLst>
                                  </p:cTn>
                                  <p:tgtEl>
                                    <p:spTgt spid="2335"/>
                                  </p:tgtEl>
                                  <p:attrNameLst>
                                    <p:attrName>style.visibility</p:attrName>
                                  </p:attrNameLst>
                                </p:cBhvr>
                                <p:to>
                                  <p:strVal val="hidden"/>
                                </p:to>
                              </p:set>
                              <p:par>
                                <p:cTn id="6806" nodeType="withEffect" fill="hold" presetClass="path" presetID="0">
                                  <p:stCondLst>
                                    <p:cond delay="0"/>
                                  </p:stCondLst>
                                  <p:childTnLst>
                                    <p:animMotion origin="layout" path="M -0.25 0.01109 L -0.70834 0.01109 E">
                                      <p:cBhvr>
                                        <p:cTn id="6807" dur="500" fill="hold"/>
                                        <p:tgtEl>
                                          <p:spTgt spid="2336"/>
                                        </p:tgtEl>
                                      </p:cBhvr>
                                    </p:animMotion>
                                  </p:childTnLst>
                                </p:cTn>
                              </p:par>
                              <p:set>
                                <p:cBhvr>
                                  <p:cTn id="6808" dur="1" fill="hold">
                                    <p:stCondLst>
                                      <p:cond evt="end">
                                        <p:tn val="6806"/>
                                      </p:cond>
                                    </p:stCondLst>
                                  </p:cTn>
                                  <p:tgtEl>
                                    <p:spTgt spid="2336"/>
                                  </p:tgtEl>
                                  <p:attrNameLst>
                                    <p:attrName>style.visibility</p:attrName>
                                  </p:attrNameLst>
                                </p:cBhvr>
                                <p:to>
                                  <p:strVal val="hidden"/>
                                </p:to>
                              </p:set>
                            </p:childTnLst>
                          </p:cTn>
                        </p:par>
                        <p:par>
                          <p:cTn id="6809" fill="hold">
                            <p:stCondLst>
                              <p:cond delay="6500"/>
                            </p:stCondLst>
                            <p:childTnLst>
                              <p:par>
                                <p:cTn id="6810" nodeType="afterEffect" fill="hold" presetClass="entr" presetID="1">
                                  <p:stCondLst>
                                    <p:cond delay="0"/>
                                  </p:stCondLst>
                                  <p:childTnLst>
                                    <p:set>
                                      <p:cBhvr>
                                        <p:cTn id="6811" dur="1" fill="hold">
                                          <p:stCondLst>
                                            <p:cond delay="0"/>
                                          </p:stCondLst>
                                        </p:cTn>
                                        <p:tgtEl>
                                          <p:spTgt spid="2341"/>
                                        </p:tgtEl>
                                        <p:attrNameLst>
                                          <p:attrName>style.visibility</p:attrName>
                                        </p:attrNameLst>
                                      </p:cBhvr>
                                      <p:to>
                                        <p:strVal val="visible"/>
                                      </p:to>
                                    </p:set>
                                  </p:childTnLst>
                                </p:cTn>
                              </p:par>
                            </p:childTnLst>
                          </p:cTn>
                        </p:par>
                        <p:par>
                          <p:cTn id="6812" fill="hold">
                            <p:stCondLst>
                              <p:cond delay="6500"/>
                            </p:stCondLst>
                            <p:childTnLst>
                              <p:par>
                                <p:cTn id="6813" nodeType="afterEffect" fill="hold" presetClass="exit" presetID="9">
                                  <p:stCondLst>
                                    <p:cond delay="0"/>
                                  </p:stCondLst>
                                  <p:childTnLst>
                                    <p:animEffect filter="dissolve" transition="out">
                                      <p:cBhvr additive="repl">
                                        <p:cTn id="6814" dur="500"/>
                                        <p:tgtEl>
                                          <p:spTgt spid="2341"/>
                                        </p:tgtEl>
                                      </p:cBhvr>
                                    </p:animEffect>
                                    <p:set>
                                      <p:cBhvr>
                                        <p:cTn id="6815" dur="1" fill="hold">
                                          <p:stCondLst>
                                            <p:cond delay="499"/>
                                          </p:stCondLst>
                                        </p:cTn>
                                        <p:tgtEl>
                                          <p:spTgt spid="2341"/>
                                        </p:tgtEl>
                                        <p:attrNameLst>
                                          <p:attrName>style.visibility</p:attrName>
                                        </p:attrNameLst>
                                      </p:cBhvr>
                                      <p:to>
                                        <p:strVal val="hidden"/>
                                      </p:to>
                                    </p:set>
                                  </p:childTnLst>
                                </p:cTn>
                              </p:par>
                            </p:childTnLst>
                          </p:cTn>
                        </p:par>
                        <p:par>
                          <p:cTn id="6816" fill="hold">
                            <p:stCondLst>
                              <p:cond delay="7000"/>
                            </p:stCondLst>
                            <p:childTnLst>
                              <p:par>
                                <p:cTn id="6817" nodeType="afterEffect" fill="hold" presetClass="entr" presetID="27">
                                  <p:stCondLst>
                                    <p:cond delay="0"/>
                                  </p:stCondLst>
                                  <p:iterate type="lt">
                                    <p:tmAbs val="40"/>
                                  </p:iterate>
                                  <p:childTnLst>
                                    <p:set>
                                      <p:cBhvr>
                                        <p:cTn id="6818" dur="1" fill="hold">
                                          <p:stCondLst>
                                            <p:cond delay="0"/>
                                          </p:stCondLst>
                                        </p:cTn>
                                        <p:tgtEl>
                                          <p:spTgt spid="2315"/>
                                        </p:tgtEl>
                                        <p:attrNameLst>
                                          <p:attrName>style.visibility</p:attrName>
                                        </p:attrNameLst>
                                      </p:cBhvr>
                                      <p:to>
                                        <p:strVal val="visible"/>
                                      </p:to>
                                    </p:set>
                                    <p:anim calcmode="discrete" valueType="clr">
                                      <p:cBhvr additive="repl">
                                        <p:cTn id="6819" dur="80"/>
                                        <p:tgtEl>
                                          <p:spTgt spid="2315"/>
                                        </p:tgtEl>
                                        <p:attrNameLst>
                                          <p:attrName>style.color</p:attrName>
                                        </p:attrNameLst>
                                      </p:cBhvr>
                                      <p:tavLst>
                                        <p:tav tm="0">
                                          <p:val>
                                            <p:strVal val="rgb(-103,51,51)"/>
                                          </p:val>
                                        </p:tav>
                                        <p:tav tm="50000">
                                          <p:val>
                                            <p:strVal val="rgb(-103,-103,0)"/>
                                          </p:val>
                                        </p:tav>
                                      </p:tavLst>
                                    </p:anim>
                                    <p:anim calcmode="discrete" valueType="clr">
                                      <p:cBhvr additive="repl">
                                        <p:cTn id="6820" dur="80"/>
                                        <p:tgtEl>
                                          <p:spTgt spid="2315"/>
                                        </p:tgtEl>
                                        <p:attrNameLst>
                                          <p:attrName>fillcolor</p:attrName>
                                        </p:attrNameLst>
                                      </p:cBhvr>
                                      <p:tavLst>
                                        <p:tav tm="0">
                                          <p:val>
                                            <p:strVal val="rgb(-103,51,51)"/>
                                          </p:val>
                                        </p:tav>
                                        <p:tav tm="50000">
                                          <p:val>
                                            <p:strVal val="rgb(-103,-103,0)"/>
                                          </p:val>
                                        </p:tav>
                                      </p:tavLst>
                                    </p:anim>
                                    <p:set>
                                      <p:cBhvr>
                                        <p:cTn id="6821" dur="80"/>
                                        <p:tgtEl>
                                          <p:spTgt spid="2315"/>
                                        </p:tgtEl>
                                        <p:attrNameLst>
                                          <p:attrName>fill.type</p:attrName>
                                        </p:attrNameLst>
                                      </p:cBhvr>
                                      <p:to>
                                        <p:strVal val="solid"/>
                                      </p:to>
                                    </p:set>
                                  </p:childTnLst>
                                </p:cTn>
                              </p:par>
                            </p:childTnLst>
                          </p:cTn>
                        </p:par>
                        <p:par>
                          <p:cTn id="6822" fill="hold">
                            <p:stCondLst>
                              <p:cond delay="7520"/>
                            </p:stCondLst>
                            <p:childTnLst>
                              <p:par>
                                <p:cTn id="6823" nodeType="afterEffect" fill="hold" presetClass="exit" presetID="27">
                                  <p:stCondLst>
                                    <p:cond delay="500"/>
                                  </p:stCondLst>
                                  <p:iterate type="lt">
                                    <p:tmAbs val="40"/>
                                  </p:iterate>
                                  <p:childTnLst>
                                    <p:anim calcmode="discrete" valueType="clr">
                                      <p:cBhvr additive="repl">
                                        <p:cTn id="6824" dur="80"/>
                                        <p:tgtEl>
                                          <p:spTgt spid="2315"/>
                                        </p:tgtEl>
                                        <p:attrNameLst>
                                          <p:attrName>style.color</p:attrName>
                                        </p:attrNameLst>
                                      </p:cBhvr>
                                      <p:tavLst>
                                        <p:tav tm="0">
                                          <p:val>
                                            <p:strVal val="rgb(-103,-103,0)"/>
                                          </p:val>
                                        </p:tav>
                                        <p:tav tm="50000">
                                          <p:val>
                                            <p:strVal val="rgb(-103,51,51)"/>
                                          </p:val>
                                        </p:tav>
                                      </p:tavLst>
                                    </p:anim>
                                    <p:anim calcmode="discrete" valueType="clr">
                                      <p:cBhvr additive="repl">
                                        <p:cTn id="6825" dur="80"/>
                                        <p:tgtEl>
                                          <p:spTgt spid="2315"/>
                                        </p:tgtEl>
                                        <p:attrNameLst>
                                          <p:attrName>fillcolor</p:attrName>
                                        </p:attrNameLst>
                                      </p:cBhvr>
                                      <p:tavLst>
                                        <p:tav tm="0">
                                          <p:val>
                                            <p:strVal val="rgb(-103,-103,0)"/>
                                          </p:val>
                                        </p:tav>
                                        <p:tav tm="50000">
                                          <p:val>
                                            <p:strVal val="rgb(-103,51,51)"/>
                                          </p:val>
                                        </p:tav>
                                      </p:tavLst>
                                    </p:anim>
                                    <p:set>
                                      <p:cBhvr>
                                        <p:cTn id="6826" dur="80"/>
                                        <p:tgtEl>
                                          <p:spTgt spid="2315"/>
                                        </p:tgtEl>
                                        <p:attrNameLst>
                                          <p:attrName>fill.type</p:attrName>
                                        </p:attrNameLst>
                                      </p:cBhvr>
                                      <p:to>
                                        <p:strVal val="solid"/>
                                      </p:to>
                                    </p:set>
                                    <p:set>
                                      <p:cBhvr>
                                        <p:cTn id="6827" dur="1" fill="hold">
                                          <p:stCondLst>
                                            <p:cond delay="79"/>
                                          </p:stCondLst>
                                        </p:cTn>
                                        <p:tgtEl>
                                          <p:spTgt spid="2315"/>
                                        </p:tgtEl>
                                        <p:attrNameLst>
                                          <p:attrName>style.visibility</p:attrName>
                                        </p:attrNameLst>
                                      </p:cBhvr>
                                      <p:to>
                                        <p:strVal val="hidden"/>
                                      </p:to>
                                    </p:set>
                                  </p:childTnLst>
                                </p:cTn>
                              </p:par>
                            </p:childTnLst>
                          </p:cTn>
                        </p:par>
                        <p:par>
                          <p:cTn id="6828" fill="hold">
                            <p:stCondLst>
                              <p:cond delay="8540"/>
                            </p:stCondLst>
                            <p:childTnLst>
                              <p:par>
                                <p:cTn id="6829" nodeType="afterEffect" fill="hold" presetClass="exit" presetID="9">
                                  <p:stCondLst>
                                    <p:cond delay="0"/>
                                  </p:stCondLst>
                                  <p:childTnLst>
                                    <p:animEffect filter="dissolve" transition="out">
                                      <p:cBhvr additive="repl">
                                        <p:cTn id="6830" dur="500"/>
                                        <p:tgtEl>
                                          <p:spTgt spid="2317"/>
                                        </p:tgtEl>
                                      </p:cBhvr>
                                    </p:animEffect>
                                    <p:set>
                                      <p:cBhvr>
                                        <p:cTn id="6831" dur="1" fill="hold">
                                          <p:stCondLst>
                                            <p:cond delay="499"/>
                                          </p:stCondLst>
                                        </p:cTn>
                                        <p:tgtEl>
                                          <p:spTgt spid="2317"/>
                                        </p:tgtEl>
                                        <p:attrNameLst>
                                          <p:attrName>style.visibility</p:attrName>
                                        </p:attrNameLst>
                                      </p:cBhvr>
                                      <p:to>
                                        <p:strVal val="hidden"/>
                                      </p:to>
                                    </p:set>
                                  </p:childTnLst>
                                </p:cTn>
                              </p:par>
                            </p:childTnLst>
                          </p:cTn>
                        </p:par>
                        <p:par>
                          <p:cTn id="6832" fill="hold">
                            <p:stCondLst>
                              <p:cond delay="9040"/>
                            </p:stCondLst>
                            <p:childTnLst>
                              <p:par>
                                <p:cTn id="6833" nodeType="afterEffect" fill="hold" presetClass="exit" presetID="9">
                                  <p:stCondLst>
                                    <p:cond delay="0"/>
                                  </p:stCondLst>
                                  <p:childTnLst>
                                    <p:animEffect filter="dissolve" transition="out">
                                      <p:cBhvr additive="repl">
                                        <p:cTn id="6834" dur="500"/>
                                        <p:tgtEl>
                                          <p:spTgt spid="2317"/>
                                        </p:tgtEl>
                                      </p:cBhvr>
                                    </p:animEffect>
                                    <p:set>
                                      <p:cBhvr>
                                        <p:cTn id="6835" dur="1" fill="hold">
                                          <p:stCondLst>
                                            <p:cond delay="499"/>
                                          </p:stCondLst>
                                        </p:cTn>
                                        <p:tgtEl>
                                          <p:spTgt spid="231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43"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344" name="" descr=""/>
          <p:cNvPicPr/>
          <p:nvPr/>
        </p:nvPicPr>
        <p:blipFill>
          <a:blip r:embed="rId1"/>
          <a:stretch/>
        </p:blipFill>
        <p:spPr>
          <a:xfrm>
            <a:off x="5943600" y="3352680"/>
            <a:ext cx="2933640" cy="1271880"/>
          </a:xfrm>
          <a:prstGeom prst="rect">
            <a:avLst/>
          </a:prstGeom>
          <a:ln w="0">
            <a:noFill/>
          </a:ln>
        </p:spPr>
      </p:pic>
    </p:spTree>
  </p:cSld>
</p:sld>
</file>

<file path=ppt/slides/slide3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45"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346" name="" descr=""/>
          <p:cNvPicPr/>
          <p:nvPr/>
        </p:nvPicPr>
        <p:blipFill>
          <a:blip r:embed="rId1"/>
          <a:stretch/>
        </p:blipFill>
        <p:spPr>
          <a:xfrm>
            <a:off x="5943600" y="3352680"/>
            <a:ext cx="2933640" cy="1271880"/>
          </a:xfrm>
          <a:prstGeom prst="rect">
            <a:avLst/>
          </a:prstGeom>
          <a:ln w="0">
            <a:noFill/>
          </a:ln>
        </p:spPr>
      </p:pic>
    </p:spTree>
  </p:cSld>
</p:sld>
</file>

<file path=ppt/slides/slide3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47"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348" name="" descr=""/>
          <p:cNvPicPr/>
          <p:nvPr/>
        </p:nvPicPr>
        <p:blipFill>
          <a:blip r:embed="rId1"/>
          <a:stretch/>
        </p:blipFill>
        <p:spPr>
          <a:xfrm>
            <a:off x="5943600" y="3352680"/>
            <a:ext cx="2933640" cy="1271880"/>
          </a:xfrm>
          <a:prstGeom prst="rect">
            <a:avLst/>
          </a:prstGeom>
          <a:ln w="0">
            <a:noFill/>
          </a:ln>
        </p:spPr>
      </p:pic>
    </p:spTree>
  </p:cSld>
</p:sld>
</file>

<file path=ppt/slides/slide3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349" name="" descr=""/>
          <p:cNvPicPr/>
          <p:nvPr/>
        </p:nvPicPr>
        <p:blipFill>
          <a:blip r:embed="rId1"/>
          <a:stretch/>
        </p:blipFill>
        <p:spPr>
          <a:xfrm>
            <a:off x="0" y="0"/>
            <a:ext cx="9144000" cy="6913440"/>
          </a:xfrm>
          <a:prstGeom prst="rect">
            <a:avLst/>
          </a:prstGeom>
          <a:ln w="0">
            <a:noFill/>
          </a:ln>
        </p:spPr>
      </p:pic>
      <p:pic>
        <p:nvPicPr>
          <p:cNvPr id="2350" name="" descr=""/>
          <p:cNvPicPr/>
          <p:nvPr/>
        </p:nvPicPr>
        <p:blipFill>
          <a:blip r:embed="rId2"/>
          <a:stretch/>
        </p:blipFill>
        <p:spPr>
          <a:xfrm>
            <a:off x="5943600" y="3352680"/>
            <a:ext cx="2933640" cy="1271880"/>
          </a:xfrm>
          <a:prstGeom prst="rect">
            <a:avLst/>
          </a:prstGeom>
          <a:ln w="0">
            <a:noFill/>
          </a:ln>
        </p:spPr>
      </p:pic>
    </p:spTree>
  </p:cSld>
  <p:timing>
    <p:tnLst>
      <p:par>
        <p:cTn id="6836" dur="indefinite" restart="never" nodeType="tmRoot">
          <p:childTnLst>
            <p:seq>
              <p:cTn id="6837" dur="indefinite" nodeType="mainSeq">
                <p:childTnLst>
                  <p:par>
                    <p:cTn id="6838" fill="hold">
                      <p:stCondLst>
                        <p:cond delay="0"/>
                      </p:stCondLst>
                      <p:childTnLst>
                        <p:par>
                          <p:cTn id="6839" fill="hold">
                            <p:stCondLst>
                              <p:cond delay="0"/>
                            </p:stCondLst>
                            <p:childTnLst>
                              <p:par>
                                <p:cTn id="6840" nodeType="afterEffect" fill="hold" presetClass="path" presetID="0">
                                  <p:stCondLst>
                                    <p:cond delay="1500"/>
                                  </p:stCondLst>
                                  <p:childTnLst>
                                    <p:animMotion origin="layout" path="M 3.33333E-006 7.51445E-007 L -0.97709 -0.0037 E">
                                      <p:cBhvr>
                                        <p:cTn id="6841" dur="2000" fill="hold"/>
                                        <p:tgtEl>
                                          <p:spTgt spid="2350"/>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51"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352" name="" descr=""/>
          <p:cNvPicPr/>
          <p:nvPr/>
        </p:nvPicPr>
        <p:blipFill>
          <a:blip r:embed="rId1"/>
          <a:stretch/>
        </p:blipFill>
        <p:spPr>
          <a:xfrm>
            <a:off x="9067680" y="3962520"/>
            <a:ext cx="2934000" cy="1271520"/>
          </a:xfrm>
          <a:prstGeom prst="rect">
            <a:avLst/>
          </a:prstGeom>
          <a:ln w="0">
            <a:noFill/>
          </a:ln>
        </p:spPr>
      </p:pic>
      <p:pic>
        <p:nvPicPr>
          <p:cNvPr id="2353" name="" descr=""/>
          <p:cNvPicPr/>
          <p:nvPr/>
        </p:nvPicPr>
        <p:blipFill>
          <a:blip r:embed="rId2"/>
          <a:stretch/>
        </p:blipFill>
        <p:spPr>
          <a:xfrm>
            <a:off x="3886200" y="5214960"/>
            <a:ext cx="5181480" cy="1643040"/>
          </a:xfrm>
          <a:prstGeom prst="rect">
            <a:avLst/>
          </a:prstGeom>
          <a:ln w="0">
            <a:noFill/>
          </a:ln>
        </p:spPr>
      </p:pic>
      <p:sp>
        <p:nvSpPr>
          <p:cNvPr id="2354" name=""/>
          <p:cNvSpPr/>
          <p:nvPr/>
        </p:nvSpPr>
        <p:spPr>
          <a:xfrm>
            <a:off x="5943600" y="5638680"/>
            <a:ext cx="2666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You’re here!</a:t>
            </a:r>
            <a:endParaRPr b="0" lang="en-US" sz="1200" spc="-1" strike="noStrike">
              <a:solidFill>
                <a:srgbClr val="000000"/>
              </a:solidFill>
              <a:latin typeface="Arial"/>
            </a:endParaRPr>
          </a:p>
        </p:txBody>
      </p:sp>
      <p:pic>
        <p:nvPicPr>
          <p:cNvPr id="2355" name="" descr=""/>
          <p:cNvPicPr/>
          <p:nvPr/>
        </p:nvPicPr>
        <p:blipFill>
          <a:blip r:embed="rId3"/>
          <a:stretch/>
        </p:blipFill>
        <p:spPr>
          <a:xfrm>
            <a:off x="-6172200" y="1371600"/>
            <a:ext cx="6553080" cy="4019400"/>
          </a:xfrm>
          <a:prstGeom prst="rect">
            <a:avLst/>
          </a:prstGeom>
          <a:ln w="0">
            <a:noFill/>
          </a:ln>
        </p:spPr>
      </p:pic>
      <p:pic>
        <p:nvPicPr>
          <p:cNvPr id="2356" name="" descr=""/>
          <p:cNvPicPr/>
          <p:nvPr/>
        </p:nvPicPr>
        <p:blipFill>
          <a:blip r:embed="rId4"/>
          <a:stretch/>
        </p:blipFill>
        <p:spPr>
          <a:xfrm>
            <a:off x="-76320" y="0"/>
            <a:ext cx="5105520" cy="1617840"/>
          </a:xfrm>
          <a:prstGeom prst="rect">
            <a:avLst/>
          </a:prstGeom>
          <a:ln w="0">
            <a:noFill/>
          </a:ln>
        </p:spPr>
      </p:pic>
      <p:sp>
        <p:nvSpPr>
          <p:cNvPr id="2357" name=""/>
          <p:cNvSpPr/>
          <p:nvPr/>
        </p:nvSpPr>
        <p:spPr>
          <a:xfrm>
            <a:off x="1981080" y="457200"/>
            <a:ext cx="266724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Oh… it’s you…</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How are you not dead?</a:t>
            </a:r>
            <a:endParaRPr b="0" lang="en-US" sz="1200" spc="-1" strike="noStrike">
              <a:solidFill>
                <a:srgbClr val="000000"/>
              </a:solidFill>
              <a:latin typeface="Arial"/>
            </a:endParaRPr>
          </a:p>
        </p:txBody>
      </p:sp>
      <p:sp>
        <p:nvSpPr>
          <p:cNvPr id="2358" name=""/>
          <p:cNvSpPr/>
          <p:nvPr/>
        </p:nvSpPr>
        <p:spPr>
          <a:xfrm>
            <a:off x="5943600" y="5638680"/>
            <a:ext cx="26668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Hah, that probe you sent to stop me was nothing!</a:t>
            </a:r>
            <a:endParaRPr b="0" lang="en-US" sz="1200" spc="-1" strike="noStrike">
              <a:solidFill>
                <a:srgbClr val="000000"/>
              </a:solidFill>
              <a:latin typeface="Arial"/>
            </a:endParaRPr>
          </a:p>
        </p:txBody>
      </p:sp>
      <p:sp>
        <p:nvSpPr>
          <p:cNvPr id="2359" name=""/>
          <p:cNvSpPr/>
          <p:nvPr/>
        </p:nvSpPr>
        <p:spPr>
          <a:xfrm>
            <a:off x="1981080" y="457200"/>
            <a:ext cx="2667240" cy="73800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Now’s about the time I make another dazzling escape…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2360" name=""/>
          <p:cNvSpPr/>
          <p:nvPr/>
        </p:nvSpPr>
        <p:spPr>
          <a:xfrm>
            <a:off x="5943600" y="5562720"/>
            <a:ext cx="2666880" cy="10162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You’re not going anywhere!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Tell me, Why are you here? What does the </a:t>
            </a:r>
            <a:r>
              <a:rPr b="0" lang="en-US" sz="1200" spc="-1" strike="noStrike">
                <a:solidFill>
                  <a:srgbClr val="cc3300"/>
                </a:solidFill>
                <a:latin typeface="Arial"/>
              </a:rPr>
              <a:t>Corporation</a:t>
            </a:r>
            <a:r>
              <a:rPr b="0" lang="en-US" sz="1200" spc="-1" strike="noStrike">
                <a:solidFill>
                  <a:srgbClr val="000000"/>
                </a:solidFill>
                <a:latin typeface="Arial"/>
              </a:rPr>
              <a:t> want?</a:t>
            </a:r>
            <a:endParaRPr b="0" lang="en-US" sz="1200" spc="-1" strike="noStrike">
              <a:solidFill>
                <a:srgbClr val="000000"/>
              </a:solidFill>
              <a:latin typeface="Arial"/>
            </a:endParaRPr>
          </a:p>
        </p:txBody>
      </p:sp>
      <p:sp>
        <p:nvSpPr>
          <p:cNvPr id="2361" name=""/>
          <p:cNvSpPr/>
          <p:nvPr/>
        </p:nvSpPr>
        <p:spPr>
          <a:xfrm>
            <a:off x="1905120" y="457200"/>
            <a:ext cx="2895480" cy="11116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 </a:t>
            </a:r>
            <a:r>
              <a:rPr b="0" lang="en-US" sz="1200" spc="-1" strike="noStrike">
                <a:solidFill>
                  <a:srgbClr val="000000"/>
                </a:solidFill>
                <a:latin typeface="Arial"/>
              </a:rPr>
              <a:t>Don’t have the time for this…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2362" name=""/>
          <p:cNvSpPr/>
          <p:nvPr/>
        </p:nvSpPr>
        <p:spPr>
          <a:xfrm>
            <a:off x="5943600" y="5562720"/>
            <a:ext cx="2895480" cy="111168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Well……</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Make time!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I’m not leaving without some answers!!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2363" name=""/>
          <p:cNvSpPr/>
          <p:nvPr/>
        </p:nvSpPr>
        <p:spPr>
          <a:xfrm>
            <a:off x="1905120" y="457200"/>
            <a:ext cx="28954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Idiot…</a:t>
            </a:r>
            <a:endParaRPr b="0" lang="en-US" sz="1200" spc="-1" strike="noStrike">
              <a:solidFill>
                <a:srgbClr val="000000"/>
              </a:solidFill>
              <a:latin typeface="Arial"/>
            </a:endParaRPr>
          </a:p>
        </p:txBody>
      </p:sp>
      <p:pic>
        <p:nvPicPr>
          <p:cNvPr id="2364" name="" descr=""/>
          <p:cNvPicPr/>
          <p:nvPr/>
        </p:nvPicPr>
        <p:blipFill>
          <a:blip r:embed="rId5"/>
          <a:stretch/>
        </p:blipFill>
        <p:spPr>
          <a:xfrm>
            <a:off x="-380880" y="3505320"/>
            <a:ext cx="304560" cy="304560"/>
          </a:xfrm>
          <a:prstGeom prst="rect">
            <a:avLst/>
          </a:prstGeom>
          <a:ln w="0">
            <a:noFill/>
          </a:ln>
        </p:spPr>
      </p:pic>
    </p:spTree>
  </p:cSld>
  <p:timing>
    <p:tnLst>
      <p:par>
        <p:cTn id="6842" dur="indefinite" restart="never" nodeType="tmRoot">
          <p:childTnLst>
            <p:seq>
              <p:cTn id="6843" dur="indefinite" nodeType="mainSeq">
                <p:childTnLst>
                  <p:par>
                    <p:cTn id="6844" fill="hold">
                      <p:stCondLst>
                        <p:cond delay="0"/>
                      </p:stCondLst>
                      <p:childTnLst>
                        <p:par>
                          <p:cTn id="6845" fill="hold">
                            <p:stCondLst>
                              <p:cond delay="0"/>
                            </p:stCondLst>
                            <p:childTnLst>
                              <p:par>
                                <p:cTn id="6846" nodeType="afterEffect" fill="hold" presetClass="path" presetID="0">
                                  <p:stCondLst>
                                    <p:cond delay="0"/>
                                  </p:stCondLst>
                                  <p:childTnLst>
                                    <p:animMotion origin="layout" path="M 3.33333E-006 -2.59259E-006 L -0.42709 -0.0037 E">
                                      <p:cBhvr>
                                        <p:cTn id="6847" dur="2000" fill="hold"/>
                                        <p:tgtEl>
                                          <p:spTgt spid="2352"/>
                                        </p:tgtEl>
                                      </p:cBhvr>
                                    </p:animMotion>
                                  </p:childTnLst>
                                </p:cTn>
                              </p:par>
                            </p:childTnLst>
                          </p:cTn>
                        </p:par>
                        <p:par>
                          <p:cTn id="6848" fill="hold">
                            <p:stCondLst>
                              <p:cond delay="2000"/>
                            </p:stCondLst>
                            <p:childTnLst>
                              <p:par>
                                <p:cTn id="6849" nodeType="afterEffect" fill="hold" presetClass="entr" presetID="9">
                                  <p:stCondLst>
                                    <p:cond delay="0"/>
                                  </p:stCondLst>
                                  <p:childTnLst>
                                    <p:set>
                                      <p:cBhvr>
                                        <p:cTn id="6850" dur="1" fill="hold">
                                          <p:stCondLst>
                                            <p:cond delay="0"/>
                                          </p:stCondLst>
                                        </p:cTn>
                                        <p:tgtEl>
                                          <p:spTgt spid="2353"/>
                                        </p:tgtEl>
                                        <p:attrNameLst>
                                          <p:attrName>style.visibility</p:attrName>
                                        </p:attrNameLst>
                                      </p:cBhvr>
                                      <p:to>
                                        <p:strVal val="visible"/>
                                      </p:to>
                                    </p:set>
                                    <p:animEffect filter="dissolve" transition="in">
                                      <p:cBhvr additive="repl">
                                        <p:cTn id="6851" dur="500"/>
                                        <p:tgtEl>
                                          <p:spTgt spid="2353"/>
                                        </p:tgtEl>
                                      </p:cBhvr>
                                    </p:animEffect>
                                  </p:childTnLst>
                                </p:cTn>
                              </p:par>
                            </p:childTnLst>
                          </p:cTn>
                        </p:par>
                        <p:par>
                          <p:cTn id="6852" fill="hold">
                            <p:stCondLst>
                              <p:cond delay="2500"/>
                            </p:stCondLst>
                            <p:childTnLst>
                              <p:par>
                                <p:cTn id="6853" nodeType="afterEffect" fill="hold" presetClass="entr" presetID="27">
                                  <p:stCondLst>
                                    <p:cond delay="0"/>
                                  </p:stCondLst>
                                  <p:iterate type="lt">
                                    <p:tmAbs val="40"/>
                                  </p:iterate>
                                  <p:childTnLst>
                                    <p:set>
                                      <p:cBhvr>
                                        <p:cTn id="6854" dur="1" fill="hold">
                                          <p:stCondLst>
                                            <p:cond delay="0"/>
                                          </p:stCondLst>
                                        </p:cTn>
                                        <p:tgtEl>
                                          <p:spTgt spid="2354"/>
                                        </p:tgtEl>
                                        <p:attrNameLst>
                                          <p:attrName>style.visibility</p:attrName>
                                        </p:attrNameLst>
                                      </p:cBhvr>
                                      <p:to>
                                        <p:strVal val="visible"/>
                                      </p:to>
                                    </p:set>
                                    <p:anim calcmode="discrete" valueType="clr">
                                      <p:cBhvr additive="repl">
                                        <p:cTn id="6855" dur="80"/>
                                        <p:tgtEl>
                                          <p:spTgt spid="2354"/>
                                        </p:tgtEl>
                                        <p:attrNameLst>
                                          <p:attrName>style.color</p:attrName>
                                        </p:attrNameLst>
                                      </p:cBhvr>
                                      <p:tavLst>
                                        <p:tav tm="0">
                                          <p:val>
                                            <p:strVal val="rgb(-103,51,51)"/>
                                          </p:val>
                                        </p:tav>
                                        <p:tav tm="50000">
                                          <p:val>
                                            <p:strVal val="rgb(-103,-103,0)"/>
                                          </p:val>
                                        </p:tav>
                                      </p:tavLst>
                                    </p:anim>
                                    <p:anim calcmode="discrete" valueType="clr">
                                      <p:cBhvr additive="repl">
                                        <p:cTn id="6856" dur="80"/>
                                        <p:tgtEl>
                                          <p:spTgt spid="2354"/>
                                        </p:tgtEl>
                                        <p:attrNameLst>
                                          <p:attrName>fillcolor</p:attrName>
                                        </p:attrNameLst>
                                      </p:cBhvr>
                                      <p:tavLst>
                                        <p:tav tm="0">
                                          <p:val>
                                            <p:strVal val="rgb(-103,51,51)"/>
                                          </p:val>
                                        </p:tav>
                                        <p:tav tm="50000">
                                          <p:val>
                                            <p:strVal val="rgb(-103,-103,0)"/>
                                          </p:val>
                                        </p:tav>
                                      </p:tavLst>
                                    </p:anim>
                                    <p:set>
                                      <p:cBhvr>
                                        <p:cTn id="6857" dur="80"/>
                                        <p:tgtEl>
                                          <p:spTgt spid="2354"/>
                                        </p:tgtEl>
                                        <p:attrNameLst>
                                          <p:attrName>fill.type</p:attrName>
                                        </p:attrNameLst>
                                      </p:cBhvr>
                                      <p:to>
                                        <p:strVal val="solid"/>
                                      </p:to>
                                    </p:set>
                                  </p:childTnLst>
                                </p:cTn>
                              </p:par>
                            </p:childTnLst>
                          </p:cTn>
                        </p:par>
                        <p:par>
                          <p:cTn id="6858" fill="hold">
                            <p:stCondLst>
                              <p:cond delay="2980"/>
                            </p:stCondLst>
                            <p:childTnLst>
                              <p:par>
                                <p:cTn id="6859" nodeType="afterEffect" fill="hold" presetClass="path" presetID="0">
                                  <p:stCondLst>
                                    <p:cond delay="0"/>
                                  </p:stCondLst>
                                  <p:childTnLst>
                                    <p:animMotion origin="layout" path="M 3.33333E-006 4.44444E-006 L 0.625 -0.00417 E">
                                      <p:cBhvr>
                                        <p:cTn id="6860" dur="2000" fill="hold"/>
                                        <p:tgtEl>
                                          <p:spTgt spid="2355"/>
                                        </p:tgtEl>
                                      </p:cBhvr>
                                    </p:animMotion>
                                  </p:childTnLst>
                                </p:cTn>
                              </p:par>
                            </p:childTnLst>
                          </p:cTn>
                        </p:par>
                        <p:par>
                          <p:cTn id="6861" fill="hold">
                            <p:stCondLst>
                              <p:cond delay="4980"/>
                            </p:stCondLst>
                            <p:childTnLst>
                              <p:par>
                                <p:cTn id="6862" nodeType="afterEffect" fill="hold" presetClass="entr" presetID="9">
                                  <p:stCondLst>
                                    <p:cond delay="0"/>
                                  </p:stCondLst>
                                  <p:childTnLst>
                                    <p:set>
                                      <p:cBhvr>
                                        <p:cTn id="6863" dur="1" fill="hold">
                                          <p:stCondLst>
                                            <p:cond delay="0"/>
                                          </p:stCondLst>
                                        </p:cTn>
                                        <p:tgtEl>
                                          <p:spTgt spid="2356"/>
                                        </p:tgtEl>
                                        <p:attrNameLst>
                                          <p:attrName>style.visibility</p:attrName>
                                        </p:attrNameLst>
                                      </p:cBhvr>
                                      <p:to>
                                        <p:strVal val="visible"/>
                                      </p:to>
                                    </p:set>
                                    <p:animEffect filter="dissolve" transition="in">
                                      <p:cBhvr additive="repl">
                                        <p:cTn id="6864" dur="500"/>
                                        <p:tgtEl>
                                          <p:spTgt spid="2356"/>
                                        </p:tgtEl>
                                      </p:cBhvr>
                                    </p:animEffect>
                                  </p:childTnLst>
                                </p:cTn>
                              </p:par>
                            </p:childTnLst>
                          </p:cTn>
                        </p:par>
                        <p:par>
                          <p:cTn id="6865" fill="hold">
                            <p:stCondLst>
                              <p:cond delay="5480"/>
                            </p:stCondLst>
                            <p:childTnLst>
                              <p:par>
                                <p:cTn id="6866" nodeType="afterEffect" fill="hold" presetClass="entr" presetID="27">
                                  <p:stCondLst>
                                    <p:cond delay="0"/>
                                  </p:stCondLst>
                                  <p:iterate type="lt">
                                    <p:tmAbs val="40"/>
                                  </p:iterate>
                                  <p:childTnLst>
                                    <p:set>
                                      <p:cBhvr>
                                        <p:cTn id="6867" dur="1" fill="hold">
                                          <p:stCondLst>
                                            <p:cond delay="0"/>
                                          </p:stCondLst>
                                        </p:cTn>
                                        <p:tgtEl>
                                          <p:spTgt spid="2357"/>
                                        </p:tgtEl>
                                        <p:attrNameLst>
                                          <p:attrName>style.visibility</p:attrName>
                                        </p:attrNameLst>
                                      </p:cBhvr>
                                      <p:to>
                                        <p:strVal val="visible"/>
                                      </p:to>
                                    </p:set>
                                    <p:anim calcmode="discrete" valueType="clr">
                                      <p:cBhvr additive="repl">
                                        <p:cTn id="6868" dur="80"/>
                                        <p:tgtEl>
                                          <p:spTgt spid="2357"/>
                                        </p:tgtEl>
                                        <p:attrNameLst>
                                          <p:attrName>style.color</p:attrName>
                                        </p:attrNameLst>
                                      </p:cBhvr>
                                      <p:tavLst>
                                        <p:tav tm="0">
                                          <p:val>
                                            <p:strVal val="rgb(-103,51,51)"/>
                                          </p:val>
                                        </p:tav>
                                        <p:tav tm="50000">
                                          <p:val>
                                            <p:strVal val="rgb(-103,-103,0)"/>
                                          </p:val>
                                        </p:tav>
                                      </p:tavLst>
                                    </p:anim>
                                    <p:anim calcmode="discrete" valueType="clr">
                                      <p:cBhvr additive="repl">
                                        <p:cTn id="6869" dur="80"/>
                                        <p:tgtEl>
                                          <p:spTgt spid="2357"/>
                                        </p:tgtEl>
                                        <p:attrNameLst>
                                          <p:attrName>fillcolor</p:attrName>
                                        </p:attrNameLst>
                                      </p:cBhvr>
                                      <p:tavLst>
                                        <p:tav tm="0">
                                          <p:val>
                                            <p:strVal val="rgb(-103,51,51)"/>
                                          </p:val>
                                        </p:tav>
                                        <p:tav tm="50000">
                                          <p:val>
                                            <p:strVal val="rgb(-103,-103,0)"/>
                                          </p:val>
                                        </p:tav>
                                      </p:tavLst>
                                    </p:anim>
                                    <p:set>
                                      <p:cBhvr>
                                        <p:cTn id="6870" dur="80"/>
                                        <p:tgtEl>
                                          <p:spTgt spid="2357"/>
                                        </p:tgtEl>
                                        <p:attrNameLst>
                                          <p:attrName>fill.type</p:attrName>
                                        </p:attrNameLst>
                                      </p:cBhvr>
                                      <p:to>
                                        <p:strVal val="solid"/>
                                      </p:to>
                                    </p:set>
                                  </p:childTnLst>
                                </p:cTn>
                              </p:par>
                            </p:childTnLst>
                          </p:cTn>
                        </p:par>
                        <p:par>
                          <p:cTn id="6871" fill="hold">
                            <p:stCondLst>
                              <p:cond delay="6640"/>
                            </p:stCondLst>
                            <p:childTnLst>
                              <p:par>
                                <p:cTn id="6872" nodeType="afterEffect" fill="hold" presetClass="entr" presetID="27">
                                  <p:stCondLst>
                                    <p:cond delay="2000"/>
                                  </p:stCondLst>
                                  <p:iterate type="lt">
                                    <p:tmAbs val="40"/>
                                  </p:iterate>
                                  <p:childTnLst>
                                    <p:set>
                                      <p:cBhvr>
                                        <p:cTn id="6873" dur="1" fill="hold">
                                          <p:stCondLst>
                                            <p:cond delay="0"/>
                                          </p:stCondLst>
                                        </p:cTn>
                                        <p:tgtEl>
                                          <p:spTgt spid="2358"/>
                                        </p:tgtEl>
                                        <p:attrNameLst>
                                          <p:attrName>style.visibility</p:attrName>
                                        </p:attrNameLst>
                                      </p:cBhvr>
                                      <p:to>
                                        <p:strVal val="visible"/>
                                      </p:to>
                                    </p:set>
                                    <p:anim calcmode="discrete" valueType="clr">
                                      <p:cBhvr additive="repl">
                                        <p:cTn id="6874" dur="80"/>
                                        <p:tgtEl>
                                          <p:spTgt spid="2358"/>
                                        </p:tgtEl>
                                        <p:attrNameLst>
                                          <p:attrName>style.color</p:attrName>
                                        </p:attrNameLst>
                                      </p:cBhvr>
                                      <p:tavLst>
                                        <p:tav tm="0">
                                          <p:val>
                                            <p:strVal val="rgb(-103,51,51)"/>
                                          </p:val>
                                        </p:tav>
                                        <p:tav tm="50000">
                                          <p:val>
                                            <p:strVal val="rgb(-103,-103,0)"/>
                                          </p:val>
                                        </p:tav>
                                      </p:tavLst>
                                    </p:anim>
                                    <p:anim calcmode="discrete" valueType="clr">
                                      <p:cBhvr additive="repl">
                                        <p:cTn id="6875" dur="80"/>
                                        <p:tgtEl>
                                          <p:spTgt spid="2358"/>
                                        </p:tgtEl>
                                        <p:attrNameLst>
                                          <p:attrName>fillcolor</p:attrName>
                                        </p:attrNameLst>
                                      </p:cBhvr>
                                      <p:tavLst>
                                        <p:tav tm="0">
                                          <p:val>
                                            <p:strVal val="rgb(-103,51,51)"/>
                                          </p:val>
                                        </p:tav>
                                        <p:tav tm="50000">
                                          <p:val>
                                            <p:strVal val="rgb(-103,-103,0)"/>
                                          </p:val>
                                        </p:tav>
                                      </p:tavLst>
                                    </p:anim>
                                    <p:set>
                                      <p:cBhvr>
                                        <p:cTn id="6876" dur="80"/>
                                        <p:tgtEl>
                                          <p:spTgt spid="2358"/>
                                        </p:tgtEl>
                                        <p:attrNameLst>
                                          <p:attrName>fill.type</p:attrName>
                                        </p:attrNameLst>
                                      </p:cBhvr>
                                      <p:to>
                                        <p:strVal val="solid"/>
                                      </p:to>
                                    </p:set>
                                  </p:childTnLst>
                                </p:cTn>
                              </p:par>
                            </p:childTnLst>
                          </p:cTn>
                        </p:par>
                        <p:par>
                          <p:cTn id="6877" fill="hold">
                            <p:stCondLst>
                              <p:cond delay="10240"/>
                            </p:stCondLst>
                            <p:childTnLst>
                              <p:par>
                                <p:cTn id="6878" nodeType="afterEffect" fill="hold" presetClass="entr" presetID="27">
                                  <p:stCondLst>
                                    <p:cond delay="2000"/>
                                  </p:stCondLst>
                                  <p:iterate type="lt">
                                    <p:tmAbs val="40"/>
                                  </p:iterate>
                                  <p:childTnLst>
                                    <p:set>
                                      <p:cBhvr>
                                        <p:cTn id="6879" dur="1" fill="hold">
                                          <p:stCondLst>
                                            <p:cond delay="0"/>
                                          </p:stCondLst>
                                        </p:cTn>
                                        <p:tgtEl>
                                          <p:spTgt spid="2359"/>
                                        </p:tgtEl>
                                        <p:attrNameLst>
                                          <p:attrName>style.visibility</p:attrName>
                                        </p:attrNameLst>
                                      </p:cBhvr>
                                      <p:to>
                                        <p:strVal val="visible"/>
                                      </p:to>
                                    </p:set>
                                    <p:anim calcmode="discrete" valueType="clr">
                                      <p:cBhvr additive="repl">
                                        <p:cTn id="6880" dur="80"/>
                                        <p:tgtEl>
                                          <p:spTgt spid="2359"/>
                                        </p:tgtEl>
                                        <p:attrNameLst>
                                          <p:attrName>style.color</p:attrName>
                                        </p:attrNameLst>
                                      </p:cBhvr>
                                      <p:tavLst>
                                        <p:tav tm="0">
                                          <p:val>
                                            <p:strVal val="rgb(-103,51,51)"/>
                                          </p:val>
                                        </p:tav>
                                        <p:tav tm="50000">
                                          <p:val>
                                            <p:strVal val="rgb(-103,-103,0)"/>
                                          </p:val>
                                        </p:tav>
                                      </p:tavLst>
                                    </p:anim>
                                    <p:anim calcmode="discrete" valueType="clr">
                                      <p:cBhvr additive="repl">
                                        <p:cTn id="6881" dur="80"/>
                                        <p:tgtEl>
                                          <p:spTgt spid="2359"/>
                                        </p:tgtEl>
                                        <p:attrNameLst>
                                          <p:attrName>fillcolor</p:attrName>
                                        </p:attrNameLst>
                                      </p:cBhvr>
                                      <p:tavLst>
                                        <p:tav tm="0">
                                          <p:val>
                                            <p:strVal val="rgb(-103,51,51)"/>
                                          </p:val>
                                        </p:tav>
                                        <p:tav tm="50000">
                                          <p:val>
                                            <p:strVal val="rgb(-103,-103,0)"/>
                                          </p:val>
                                        </p:tav>
                                      </p:tavLst>
                                    </p:anim>
                                    <p:set>
                                      <p:cBhvr>
                                        <p:cTn id="6882" dur="80"/>
                                        <p:tgtEl>
                                          <p:spTgt spid="2359"/>
                                        </p:tgtEl>
                                        <p:attrNameLst>
                                          <p:attrName>fill.type</p:attrName>
                                        </p:attrNameLst>
                                      </p:cBhvr>
                                      <p:to>
                                        <p:strVal val="solid"/>
                                      </p:to>
                                    </p:set>
                                  </p:childTnLst>
                                </p:cTn>
                              </p:par>
                            </p:childTnLst>
                          </p:cTn>
                        </p:par>
                        <p:par>
                          <p:cTn id="6883" fill="hold">
                            <p:stCondLst>
                              <p:cond delay="14040"/>
                            </p:stCondLst>
                            <p:childTnLst>
                              <p:par>
                                <p:cTn id="6884" nodeType="afterEffect" fill="hold" presetClass="entr" presetID="27">
                                  <p:stCondLst>
                                    <p:cond delay="2000"/>
                                  </p:stCondLst>
                                  <p:iterate type="lt">
                                    <p:tmAbs val="40"/>
                                  </p:iterate>
                                  <p:childTnLst>
                                    <p:set>
                                      <p:cBhvr>
                                        <p:cTn id="6885" dur="1" fill="hold">
                                          <p:stCondLst>
                                            <p:cond delay="0"/>
                                          </p:stCondLst>
                                        </p:cTn>
                                        <p:tgtEl>
                                          <p:spTgt spid="2360"/>
                                        </p:tgtEl>
                                        <p:attrNameLst>
                                          <p:attrName>style.visibility</p:attrName>
                                        </p:attrNameLst>
                                      </p:cBhvr>
                                      <p:to>
                                        <p:strVal val="visible"/>
                                      </p:to>
                                    </p:set>
                                    <p:anim calcmode="discrete" valueType="clr">
                                      <p:cBhvr additive="repl">
                                        <p:cTn id="6886" dur="80"/>
                                        <p:tgtEl>
                                          <p:spTgt spid="2360"/>
                                        </p:tgtEl>
                                        <p:attrNameLst>
                                          <p:attrName>style.color</p:attrName>
                                        </p:attrNameLst>
                                      </p:cBhvr>
                                      <p:tavLst>
                                        <p:tav tm="0">
                                          <p:val>
                                            <p:strVal val="rgb(-103,51,51)"/>
                                          </p:val>
                                        </p:tav>
                                        <p:tav tm="50000">
                                          <p:val>
                                            <p:strVal val="rgb(-103,-103,0)"/>
                                          </p:val>
                                        </p:tav>
                                      </p:tavLst>
                                    </p:anim>
                                    <p:anim calcmode="discrete" valueType="clr">
                                      <p:cBhvr additive="repl">
                                        <p:cTn id="6887" dur="80"/>
                                        <p:tgtEl>
                                          <p:spTgt spid="2360"/>
                                        </p:tgtEl>
                                        <p:attrNameLst>
                                          <p:attrName>fillcolor</p:attrName>
                                        </p:attrNameLst>
                                      </p:cBhvr>
                                      <p:tavLst>
                                        <p:tav tm="0">
                                          <p:val>
                                            <p:strVal val="rgb(-103,51,51)"/>
                                          </p:val>
                                        </p:tav>
                                        <p:tav tm="50000">
                                          <p:val>
                                            <p:strVal val="rgb(-103,-103,0)"/>
                                          </p:val>
                                        </p:tav>
                                      </p:tavLst>
                                    </p:anim>
                                    <p:set>
                                      <p:cBhvr>
                                        <p:cTn id="6888" dur="80"/>
                                        <p:tgtEl>
                                          <p:spTgt spid="2360"/>
                                        </p:tgtEl>
                                        <p:attrNameLst>
                                          <p:attrName>fill.type</p:attrName>
                                        </p:attrNameLst>
                                      </p:cBhvr>
                                      <p:to>
                                        <p:strVal val="solid"/>
                                      </p:to>
                                    </p:set>
                                  </p:childTnLst>
                                </p:cTn>
                              </p:par>
                            </p:childTnLst>
                          </p:cTn>
                        </p:par>
                        <p:par>
                          <p:cTn id="6889" fill="hold">
                            <p:stCondLst>
                              <p:cond delay="19080"/>
                            </p:stCondLst>
                            <p:childTnLst>
                              <p:par>
                                <p:cTn id="6890" nodeType="afterEffect" fill="hold" presetClass="entr" presetID="27">
                                  <p:stCondLst>
                                    <p:cond delay="2000"/>
                                  </p:stCondLst>
                                  <p:iterate type="lt">
                                    <p:tmAbs val="40"/>
                                  </p:iterate>
                                  <p:childTnLst>
                                    <p:set>
                                      <p:cBhvr>
                                        <p:cTn id="6891" dur="1" fill="hold">
                                          <p:stCondLst>
                                            <p:cond delay="0"/>
                                          </p:stCondLst>
                                        </p:cTn>
                                        <p:tgtEl>
                                          <p:spTgt spid="2361"/>
                                        </p:tgtEl>
                                        <p:attrNameLst>
                                          <p:attrName>style.visibility</p:attrName>
                                        </p:attrNameLst>
                                      </p:cBhvr>
                                      <p:to>
                                        <p:strVal val="visible"/>
                                      </p:to>
                                    </p:set>
                                    <p:anim calcmode="discrete" valueType="clr">
                                      <p:cBhvr additive="repl">
                                        <p:cTn id="6892" dur="80"/>
                                        <p:tgtEl>
                                          <p:spTgt spid="2361"/>
                                        </p:tgtEl>
                                        <p:attrNameLst>
                                          <p:attrName>style.color</p:attrName>
                                        </p:attrNameLst>
                                      </p:cBhvr>
                                      <p:tavLst>
                                        <p:tav tm="0">
                                          <p:val>
                                            <p:strVal val="rgb(-103,51,51)"/>
                                          </p:val>
                                        </p:tav>
                                        <p:tav tm="50000">
                                          <p:val>
                                            <p:strVal val="rgb(-103,-103,0)"/>
                                          </p:val>
                                        </p:tav>
                                      </p:tavLst>
                                    </p:anim>
                                    <p:anim calcmode="discrete" valueType="clr">
                                      <p:cBhvr additive="repl">
                                        <p:cTn id="6893" dur="80"/>
                                        <p:tgtEl>
                                          <p:spTgt spid="2361"/>
                                        </p:tgtEl>
                                        <p:attrNameLst>
                                          <p:attrName>fillcolor</p:attrName>
                                        </p:attrNameLst>
                                      </p:cBhvr>
                                      <p:tavLst>
                                        <p:tav tm="0">
                                          <p:val>
                                            <p:strVal val="rgb(-103,51,51)"/>
                                          </p:val>
                                        </p:tav>
                                        <p:tav tm="50000">
                                          <p:val>
                                            <p:strVal val="rgb(-103,-103,0)"/>
                                          </p:val>
                                        </p:tav>
                                      </p:tavLst>
                                    </p:anim>
                                    <p:set>
                                      <p:cBhvr>
                                        <p:cTn id="6894" dur="80"/>
                                        <p:tgtEl>
                                          <p:spTgt spid="2361"/>
                                        </p:tgtEl>
                                        <p:attrNameLst>
                                          <p:attrName>fill.type</p:attrName>
                                        </p:attrNameLst>
                                      </p:cBhvr>
                                      <p:to>
                                        <p:strVal val="solid"/>
                                      </p:to>
                                    </p:set>
                                  </p:childTnLst>
                                </p:cTn>
                              </p:par>
                            </p:childTnLst>
                          </p:cTn>
                        </p:par>
                        <p:par>
                          <p:cTn id="6895" fill="hold">
                            <p:stCondLst>
                              <p:cond delay="22120"/>
                            </p:stCondLst>
                            <p:childTnLst>
                              <p:par>
                                <p:cTn id="6896" nodeType="afterEffect" fill="hold" presetClass="entr" presetID="27">
                                  <p:stCondLst>
                                    <p:cond delay="2000"/>
                                  </p:stCondLst>
                                  <p:iterate type="lt">
                                    <p:tmAbs val="40"/>
                                  </p:iterate>
                                  <p:childTnLst>
                                    <p:set>
                                      <p:cBhvr>
                                        <p:cTn id="6897" dur="1" fill="hold">
                                          <p:stCondLst>
                                            <p:cond delay="0"/>
                                          </p:stCondLst>
                                        </p:cTn>
                                        <p:tgtEl>
                                          <p:spTgt spid="2362"/>
                                        </p:tgtEl>
                                        <p:attrNameLst>
                                          <p:attrName>style.visibility</p:attrName>
                                        </p:attrNameLst>
                                      </p:cBhvr>
                                      <p:to>
                                        <p:strVal val="visible"/>
                                      </p:to>
                                    </p:set>
                                    <p:anim calcmode="discrete" valueType="clr">
                                      <p:cBhvr additive="repl">
                                        <p:cTn id="6898" dur="80"/>
                                        <p:tgtEl>
                                          <p:spTgt spid="2362"/>
                                        </p:tgtEl>
                                        <p:attrNameLst>
                                          <p:attrName>style.color</p:attrName>
                                        </p:attrNameLst>
                                      </p:cBhvr>
                                      <p:tavLst>
                                        <p:tav tm="0">
                                          <p:val>
                                            <p:strVal val="rgb(-103,51,51)"/>
                                          </p:val>
                                        </p:tav>
                                        <p:tav tm="50000">
                                          <p:val>
                                            <p:strVal val="rgb(-103,-103,0)"/>
                                          </p:val>
                                        </p:tav>
                                      </p:tavLst>
                                    </p:anim>
                                    <p:anim calcmode="discrete" valueType="clr">
                                      <p:cBhvr additive="repl">
                                        <p:cTn id="6899" dur="80"/>
                                        <p:tgtEl>
                                          <p:spTgt spid="2362"/>
                                        </p:tgtEl>
                                        <p:attrNameLst>
                                          <p:attrName>fillcolor</p:attrName>
                                        </p:attrNameLst>
                                      </p:cBhvr>
                                      <p:tavLst>
                                        <p:tav tm="0">
                                          <p:val>
                                            <p:strVal val="rgb(-103,51,51)"/>
                                          </p:val>
                                        </p:tav>
                                        <p:tav tm="50000">
                                          <p:val>
                                            <p:strVal val="rgb(-103,-103,0)"/>
                                          </p:val>
                                        </p:tav>
                                      </p:tavLst>
                                    </p:anim>
                                    <p:set>
                                      <p:cBhvr>
                                        <p:cTn id="6900" dur="80"/>
                                        <p:tgtEl>
                                          <p:spTgt spid="2362"/>
                                        </p:tgtEl>
                                        <p:attrNameLst>
                                          <p:attrName>fill.type</p:attrName>
                                        </p:attrNameLst>
                                      </p:cBhvr>
                                      <p:to>
                                        <p:strVal val="solid"/>
                                      </p:to>
                                    </p:set>
                                  </p:childTnLst>
                                </p:cTn>
                              </p:par>
                            </p:childTnLst>
                          </p:cTn>
                        </p:par>
                        <p:par>
                          <p:cTn id="6901" fill="hold">
                            <p:stCondLst>
                              <p:cond delay="26080"/>
                            </p:stCondLst>
                            <p:childTnLst>
                              <p:par>
                                <p:cTn id="6902" nodeType="afterEffect" fill="hold" presetClass="entr" presetID="27">
                                  <p:stCondLst>
                                    <p:cond delay="2000"/>
                                  </p:stCondLst>
                                  <p:iterate type="lt">
                                    <p:tmAbs val="40"/>
                                  </p:iterate>
                                  <p:childTnLst>
                                    <p:set>
                                      <p:cBhvr>
                                        <p:cTn id="6903" dur="1" fill="hold">
                                          <p:stCondLst>
                                            <p:cond delay="0"/>
                                          </p:stCondLst>
                                        </p:cTn>
                                        <p:tgtEl>
                                          <p:spTgt spid="2363"/>
                                        </p:tgtEl>
                                        <p:attrNameLst>
                                          <p:attrName>style.visibility</p:attrName>
                                        </p:attrNameLst>
                                      </p:cBhvr>
                                      <p:to>
                                        <p:strVal val="visible"/>
                                      </p:to>
                                    </p:set>
                                    <p:anim calcmode="discrete" valueType="clr">
                                      <p:cBhvr additive="repl">
                                        <p:cTn id="6904" dur="80"/>
                                        <p:tgtEl>
                                          <p:spTgt spid="2363"/>
                                        </p:tgtEl>
                                        <p:attrNameLst>
                                          <p:attrName>style.color</p:attrName>
                                        </p:attrNameLst>
                                      </p:cBhvr>
                                      <p:tavLst>
                                        <p:tav tm="0">
                                          <p:val>
                                            <p:strVal val="rgb(-103,51,51)"/>
                                          </p:val>
                                        </p:tav>
                                        <p:tav tm="50000">
                                          <p:val>
                                            <p:strVal val="rgb(-103,-103,0)"/>
                                          </p:val>
                                        </p:tav>
                                      </p:tavLst>
                                    </p:anim>
                                    <p:anim calcmode="discrete" valueType="clr">
                                      <p:cBhvr additive="repl">
                                        <p:cTn id="6905" dur="80"/>
                                        <p:tgtEl>
                                          <p:spTgt spid="2363"/>
                                        </p:tgtEl>
                                        <p:attrNameLst>
                                          <p:attrName>fillcolor</p:attrName>
                                        </p:attrNameLst>
                                      </p:cBhvr>
                                      <p:tavLst>
                                        <p:tav tm="0">
                                          <p:val>
                                            <p:strVal val="rgb(-103,51,51)"/>
                                          </p:val>
                                        </p:tav>
                                        <p:tav tm="50000">
                                          <p:val>
                                            <p:strVal val="rgb(-103,-103,0)"/>
                                          </p:val>
                                        </p:tav>
                                      </p:tavLst>
                                    </p:anim>
                                    <p:set>
                                      <p:cBhvr>
                                        <p:cTn id="6906" dur="80"/>
                                        <p:tgtEl>
                                          <p:spTgt spid="2363"/>
                                        </p:tgtEl>
                                        <p:attrNameLst>
                                          <p:attrName>fill.type</p:attrName>
                                        </p:attrNameLst>
                                      </p:cBhvr>
                                      <p:to>
                                        <p:strVal val="solid"/>
                                      </p:to>
                                    </p:set>
                                  </p:childTnLst>
                                </p:cTn>
                              </p:par>
                            </p:childTnLst>
                          </p:cTn>
                        </p:par>
                        <p:par>
                          <p:cTn id="6907" fill="hold">
                            <p:stCondLst>
                              <p:cond delay="28400"/>
                            </p:stCondLst>
                            <p:childTnLst>
                              <p:par>
                                <p:cTn id="6908" nodeType="afterEffect" fill="hold" presetClass="mediacall" presetID="1">
                                  <p:stCondLst>
                                    <p:cond delay="1500"/>
                                  </p:stCondLst>
                                  <p:childTnLst>
                                    <p:cmd type="call" cmd="playFrom(0.0)">
                                      <p:cBhvr>
                                        <p:cTn id="6909" dur="1" fill="hold"/>
                                        <p:tgtEl>
                                          <p:spTgt spid="2364"/>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65"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366" name="" descr=""/>
          <p:cNvPicPr/>
          <p:nvPr/>
        </p:nvPicPr>
        <p:blipFill>
          <a:blip r:embed="rId1"/>
          <a:stretch/>
        </p:blipFill>
        <p:spPr>
          <a:xfrm>
            <a:off x="6553080" y="3962520"/>
            <a:ext cx="2934000" cy="1271520"/>
          </a:xfrm>
          <a:prstGeom prst="rect">
            <a:avLst/>
          </a:prstGeom>
          <a:ln w="0">
            <a:noFill/>
          </a:ln>
        </p:spPr>
      </p:pic>
      <p:pic>
        <p:nvPicPr>
          <p:cNvPr id="2367" name="" descr=""/>
          <p:cNvPicPr/>
          <p:nvPr/>
        </p:nvPicPr>
        <p:blipFill>
          <a:blip r:embed="rId2"/>
          <a:stretch/>
        </p:blipFill>
        <p:spPr>
          <a:xfrm>
            <a:off x="-1371600" y="1523880"/>
            <a:ext cx="6553080" cy="4019760"/>
          </a:xfrm>
          <a:prstGeom prst="rect">
            <a:avLst/>
          </a:prstGeom>
          <a:ln w="0">
            <a:noFill/>
          </a:ln>
        </p:spPr>
      </p:pic>
      <p:pic>
        <p:nvPicPr>
          <p:cNvPr id="2368" name="" descr=""/>
          <p:cNvPicPr/>
          <p:nvPr/>
        </p:nvPicPr>
        <p:blipFill>
          <a:blip r:embed="rId3"/>
          <a:stretch/>
        </p:blipFill>
        <p:spPr>
          <a:xfrm>
            <a:off x="7086600" y="533520"/>
            <a:ext cx="1844640" cy="2543040"/>
          </a:xfrm>
          <a:prstGeom prst="rect">
            <a:avLst/>
          </a:prstGeom>
          <a:ln w="0">
            <a:noFill/>
          </a:ln>
        </p:spPr>
      </p:pic>
      <p:sp>
        <p:nvSpPr>
          <p:cNvPr id="2369" name=""/>
          <p:cNvSpPr/>
          <p:nvPr/>
        </p:nvSpPr>
        <p:spPr>
          <a:xfrm>
            <a:off x="7848720" y="914400"/>
            <a:ext cx="838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370" name=""/>
          <p:cNvSpPr/>
          <p:nvPr/>
        </p:nvSpPr>
        <p:spPr>
          <a:xfrm>
            <a:off x="7696080" y="121932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371" name=""/>
          <p:cNvSpPr/>
          <p:nvPr/>
        </p:nvSpPr>
        <p:spPr>
          <a:xfrm>
            <a:off x="7238880" y="182880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pic>
        <p:nvPicPr>
          <p:cNvPr id="2372" name="" descr=""/>
          <p:cNvPicPr/>
          <p:nvPr/>
        </p:nvPicPr>
        <p:blipFill>
          <a:blip r:embed="rId4"/>
          <a:stretch/>
        </p:blipFill>
        <p:spPr>
          <a:xfrm>
            <a:off x="3886200" y="5214960"/>
            <a:ext cx="5181480" cy="1643040"/>
          </a:xfrm>
          <a:prstGeom prst="rect">
            <a:avLst/>
          </a:prstGeom>
          <a:ln w="0">
            <a:noFill/>
          </a:ln>
        </p:spPr>
      </p:pic>
      <p:sp>
        <p:nvSpPr>
          <p:cNvPr id="2373" name=""/>
          <p:cNvSpPr/>
          <p:nvPr/>
        </p:nvSpPr>
        <p:spPr>
          <a:xfrm>
            <a:off x="5943600" y="5562720"/>
            <a:ext cx="289548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Tell me everything, or you’re going down!</a:t>
            </a:r>
            <a:endParaRPr b="0" lang="en-US" sz="1200" spc="-1" strike="noStrike">
              <a:solidFill>
                <a:srgbClr val="000000"/>
              </a:solidFill>
              <a:latin typeface="Arial"/>
            </a:endParaRPr>
          </a:p>
        </p:txBody>
      </p:sp>
      <p:pic>
        <p:nvPicPr>
          <p:cNvPr id="2374" name="" descr=""/>
          <p:cNvPicPr/>
          <p:nvPr/>
        </p:nvPicPr>
        <p:blipFill>
          <a:blip r:embed="rId5"/>
          <a:stretch/>
        </p:blipFill>
        <p:spPr>
          <a:xfrm>
            <a:off x="-76320" y="0"/>
            <a:ext cx="5105520" cy="1617840"/>
          </a:xfrm>
          <a:prstGeom prst="rect">
            <a:avLst/>
          </a:prstGeom>
          <a:ln w="0">
            <a:noFill/>
          </a:ln>
        </p:spPr>
      </p:pic>
      <p:sp>
        <p:nvSpPr>
          <p:cNvPr id="2375" name=""/>
          <p:cNvSpPr/>
          <p:nvPr/>
        </p:nvSpPr>
        <p:spPr>
          <a:xfrm>
            <a:off x="1905120" y="457200"/>
            <a:ext cx="28954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Just leave me alone.</a:t>
            </a:r>
            <a:endParaRPr b="0" lang="en-US" sz="1200" spc="-1" strike="noStrike">
              <a:solidFill>
                <a:srgbClr val="000000"/>
              </a:solidFill>
              <a:latin typeface="Arial"/>
            </a:endParaRPr>
          </a:p>
        </p:txBody>
      </p:sp>
    </p:spTree>
  </p:cSld>
  <p:transition spd="slow">
    <p:wheel spokes="8"/>
  </p:transition>
  <p:timing>
    <p:tnLst>
      <p:par>
        <p:cTn id="6910" dur="indefinite" restart="never" nodeType="tmRoot">
          <p:childTnLst>
            <p:seq>
              <p:cTn id="6911" dur="indefinite" nodeType="mainSeq">
                <p:childTnLst>
                  <p:par>
                    <p:cTn id="6912" fill="hold">
                      <p:stCondLst>
                        <p:cond delay="0"/>
                      </p:stCondLst>
                      <p:childTnLst>
                        <p:par>
                          <p:cTn id="6913" fill="hold">
                            <p:stCondLst>
                              <p:cond delay="0"/>
                            </p:stCondLst>
                            <p:childTnLst>
                              <p:par>
                                <p:cTn id="6914" nodeType="afterEffect" fill="hold" presetClass="entr" presetID="9">
                                  <p:stCondLst>
                                    <p:cond delay="0"/>
                                  </p:stCondLst>
                                  <p:childTnLst>
                                    <p:set>
                                      <p:cBhvr>
                                        <p:cTn id="6915" dur="1" fill="hold">
                                          <p:stCondLst>
                                            <p:cond delay="0"/>
                                          </p:stCondLst>
                                        </p:cTn>
                                        <p:tgtEl>
                                          <p:spTgt spid="2372"/>
                                        </p:tgtEl>
                                        <p:attrNameLst>
                                          <p:attrName>style.visibility</p:attrName>
                                        </p:attrNameLst>
                                      </p:cBhvr>
                                      <p:to>
                                        <p:strVal val="visible"/>
                                      </p:to>
                                    </p:set>
                                    <p:animEffect filter="dissolve" transition="in">
                                      <p:cBhvr additive="repl">
                                        <p:cTn id="6916" dur="500"/>
                                        <p:tgtEl>
                                          <p:spTgt spid="2372"/>
                                        </p:tgtEl>
                                      </p:cBhvr>
                                    </p:animEffect>
                                  </p:childTnLst>
                                </p:cTn>
                              </p:par>
                            </p:childTnLst>
                          </p:cTn>
                        </p:par>
                        <p:par>
                          <p:cTn id="6917" fill="hold">
                            <p:stCondLst>
                              <p:cond delay="500"/>
                            </p:stCondLst>
                            <p:childTnLst>
                              <p:par>
                                <p:cTn id="6918" nodeType="afterEffect" fill="hold" presetClass="entr" presetID="27">
                                  <p:stCondLst>
                                    <p:cond delay="0"/>
                                  </p:stCondLst>
                                  <p:iterate type="lt">
                                    <p:tmAbs val="40"/>
                                  </p:iterate>
                                  <p:childTnLst>
                                    <p:set>
                                      <p:cBhvr>
                                        <p:cTn id="6919" dur="1" fill="hold">
                                          <p:stCondLst>
                                            <p:cond delay="0"/>
                                          </p:stCondLst>
                                        </p:cTn>
                                        <p:tgtEl>
                                          <p:spTgt spid="2373"/>
                                        </p:tgtEl>
                                        <p:attrNameLst>
                                          <p:attrName>style.visibility</p:attrName>
                                        </p:attrNameLst>
                                      </p:cBhvr>
                                      <p:to>
                                        <p:strVal val="visible"/>
                                      </p:to>
                                    </p:set>
                                    <p:anim calcmode="discrete" valueType="clr">
                                      <p:cBhvr additive="repl">
                                        <p:cTn id="6920" dur="80"/>
                                        <p:tgtEl>
                                          <p:spTgt spid="2373"/>
                                        </p:tgtEl>
                                        <p:attrNameLst>
                                          <p:attrName>style.color</p:attrName>
                                        </p:attrNameLst>
                                      </p:cBhvr>
                                      <p:tavLst>
                                        <p:tav tm="0">
                                          <p:val>
                                            <p:strVal val="rgb(-103,51,51)"/>
                                          </p:val>
                                        </p:tav>
                                        <p:tav tm="50000">
                                          <p:val>
                                            <p:strVal val="rgb(-103,-103,0)"/>
                                          </p:val>
                                        </p:tav>
                                      </p:tavLst>
                                    </p:anim>
                                    <p:anim calcmode="discrete" valueType="clr">
                                      <p:cBhvr additive="repl">
                                        <p:cTn id="6921" dur="80"/>
                                        <p:tgtEl>
                                          <p:spTgt spid="2373"/>
                                        </p:tgtEl>
                                        <p:attrNameLst>
                                          <p:attrName>fillcolor</p:attrName>
                                        </p:attrNameLst>
                                      </p:cBhvr>
                                      <p:tavLst>
                                        <p:tav tm="0">
                                          <p:val>
                                            <p:strVal val="rgb(-103,51,51)"/>
                                          </p:val>
                                        </p:tav>
                                        <p:tav tm="50000">
                                          <p:val>
                                            <p:strVal val="rgb(-103,-103,0)"/>
                                          </p:val>
                                        </p:tav>
                                      </p:tavLst>
                                    </p:anim>
                                    <p:set>
                                      <p:cBhvr>
                                        <p:cTn id="6922" dur="80"/>
                                        <p:tgtEl>
                                          <p:spTgt spid="2373"/>
                                        </p:tgtEl>
                                        <p:attrNameLst>
                                          <p:attrName>fill.type</p:attrName>
                                        </p:attrNameLst>
                                      </p:cBhvr>
                                      <p:to>
                                        <p:strVal val="solid"/>
                                      </p:to>
                                    </p:set>
                                  </p:childTnLst>
                                </p:cTn>
                              </p:par>
                            </p:childTnLst>
                          </p:cTn>
                        </p:par>
                        <p:par>
                          <p:cTn id="6923" fill="hold">
                            <p:stCondLst>
                              <p:cond delay="1940"/>
                            </p:stCondLst>
                            <p:childTnLst>
                              <p:par>
                                <p:cTn id="6924" nodeType="afterEffect" fill="hold" presetClass="entr" presetID="9">
                                  <p:stCondLst>
                                    <p:cond delay="1500"/>
                                  </p:stCondLst>
                                  <p:childTnLst>
                                    <p:set>
                                      <p:cBhvr>
                                        <p:cTn id="6925" dur="1" fill="hold">
                                          <p:stCondLst>
                                            <p:cond delay="0"/>
                                          </p:stCondLst>
                                        </p:cTn>
                                        <p:tgtEl>
                                          <p:spTgt spid="2374"/>
                                        </p:tgtEl>
                                        <p:attrNameLst>
                                          <p:attrName>style.visibility</p:attrName>
                                        </p:attrNameLst>
                                      </p:cBhvr>
                                      <p:to>
                                        <p:strVal val="visible"/>
                                      </p:to>
                                    </p:set>
                                    <p:animEffect filter="dissolve" transition="in">
                                      <p:cBhvr additive="repl">
                                        <p:cTn id="6926" dur="500"/>
                                        <p:tgtEl>
                                          <p:spTgt spid="2374"/>
                                        </p:tgtEl>
                                      </p:cBhvr>
                                    </p:animEffect>
                                  </p:childTnLst>
                                </p:cTn>
                              </p:par>
                            </p:childTnLst>
                          </p:cTn>
                        </p:par>
                        <p:par>
                          <p:cTn id="6927" fill="hold">
                            <p:stCondLst>
                              <p:cond delay="3940"/>
                            </p:stCondLst>
                            <p:childTnLst>
                              <p:par>
                                <p:cTn id="6928" nodeType="afterEffect" fill="hold" presetClass="entr" presetID="27">
                                  <p:stCondLst>
                                    <p:cond delay="0"/>
                                  </p:stCondLst>
                                  <p:iterate type="lt">
                                    <p:tmAbs val="40"/>
                                  </p:iterate>
                                  <p:childTnLst>
                                    <p:set>
                                      <p:cBhvr>
                                        <p:cTn id="6929" dur="1" fill="hold">
                                          <p:stCondLst>
                                            <p:cond delay="0"/>
                                          </p:stCondLst>
                                        </p:cTn>
                                        <p:tgtEl>
                                          <p:spTgt spid="2375"/>
                                        </p:tgtEl>
                                        <p:attrNameLst>
                                          <p:attrName>style.visibility</p:attrName>
                                        </p:attrNameLst>
                                      </p:cBhvr>
                                      <p:to>
                                        <p:strVal val="visible"/>
                                      </p:to>
                                    </p:set>
                                    <p:anim calcmode="discrete" valueType="clr">
                                      <p:cBhvr additive="repl">
                                        <p:cTn id="6930" dur="80"/>
                                        <p:tgtEl>
                                          <p:spTgt spid="2375"/>
                                        </p:tgtEl>
                                        <p:attrNameLst>
                                          <p:attrName>style.color</p:attrName>
                                        </p:attrNameLst>
                                      </p:cBhvr>
                                      <p:tavLst>
                                        <p:tav tm="0">
                                          <p:val>
                                            <p:strVal val="rgb(-103,51,51)"/>
                                          </p:val>
                                        </p:tav>
                                        <p:tav tm="50000">
                                          <p:val>
                                            <p:strVal val="rgb(-103,-103,0)"/>
                                          </p:val>
                                        </p:tav>
                                      </p:tavLst>
                                    </p:anim>
                                    <p:anim calcmode="discrete" valueType="clr">
                                      <p:cBhvr additive="repl">
                                        <p:cTn id="6931" dur="80"/>
                                        <p:tgtEl>
                                          <p:spTgt spid="2375"/>
                                        </p:tgtEl>
                                        <p:attrNameLst>
                                          <p:attrName>fillcolor</p:attrName>
                                        </p:attrNameLst>
                                      </p:cBhvr>
                                      <p:tavLst>
                                        <p:tav tm="0">
                                          <p:val>
                                            <p:strVal val="rgb(-103,51,51)"/>
                                          </p:val>
                                        </p:tav>
                                        <p:tav tm="50000">
                                          <p:val>
                                            <p:strVal val="rgb(-103,-103,0)"/>
                                          </p:val>
                                        </p:tav>
                                      </p:tavLst>
                                    </p:anim>
                                    <p:set>
                                      <p:cBhvr>
                                        <p:cTn id="6932" dur="80"/>
                                        <p:tgtEl>
                                          <p:spTgt spid="2375"/>
                                        </p:tgtEl>
                                        <p:attrNameLst>
                                          <p:attrName>fill.type</p:attrName>
                                        </p:attrNameLst>
                                      </p:cBhvr>
                                      <p:to>
                                        <p:strVal val="solid"/>
                                      </p:to>
                                    </p:set>
                                  </p:childTnLst>
                                </p:cTn>
                              </p:par>
                            </p:childTnLst>
                          </p:cTn>
                        </p:par>
                        <p:par>
                          <p:cTn id="6933" fill="hold">
                            <p:stCondLst>
                              <p:cond delay="4660"/>
                            </p:stCondLst>
                            <p:childTnLst>
                              <p:par>
                                <p:cTn id="6934" nodeType="afterEffect" fill="hold" presetClass="entr" presetID="9">
                                  <p:stCondLst>
                                    <p:cond delay="0"/>
                                  </p:stCondLst>
                                  <p:childTnLst>
                                    <p:set>
                                      <p:cBhvr>
                                        <p:cTn id="6935" dur="1" fill="hold">
                                          <p:stCondLst>
                                            <p:cond delay="0"/>
                                          </p:stCondLst>
                                        </p:cTn>
                                        <p:tgtEl>
                                          <p:spTgt spid="2371"/>
                                        </p:tgtEl>
                                        <p:attrNameLst>
                                          <p:attrName>style.visibility</p:attrName>
                                        </p:attrNameLst>
                                      </p:cBhvr>
                                      <p:to>
                                        <p:strVal val="visible"/>
                                      </p:to>
                                    </p:set>
                                    <p:animEffect filter="dissolve" transition="in">
                                      <p:cBhvr additive="repl">
                                        <p:cTn id="6936" dur="500"/>
                                        <p:tgtEl>
                                          <p:spTgt spid="2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76"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377" name="" descr=""/>
          <p:cNvPicPr/>
          <p:nvPr/>
        </p:nvPicPr>
        <p:blipFill>
          <a:blip r:embed="rId1"/>
          <a:stretch/>
        </p:blipFill>
        <p:spPr>
          <a:xfrm>
            <a:off x="6553080" y="3962520"/>
            <a:ext cx="2934000" cy="1271520"/>
          </a:xfrm>
          <a:prstGeom prst="rect">
            <a:avLst/>
          </a:prstGeom>
          <a:ln w="0">
            <a:noFill/>
          </a:ln>
        </p:spPr>
      </p:pic>
      <p:pic>
        <p:nvPicPr>
          <p:cNvPr id="2378" name="" descr=""/>
          <p:cNvPicPr/>
          <p:nvPr/>
        </p:nvPicPr>
        <p:blipFill>
          <a:blip r:embed="rId2"/>
          <a:stretch/>
        </p:blipFill>
        <p:spPr>
          <a:xfrm>
            <a:off x="-1371600" y="1523880"/>
            <a:ext cx="6553080" cy="4019760"/>
          </a:xfrm>
          <a:prstGeom prst="rect">
            <a:avLst/>
          </a:prstGeom>
          <a:ln w="0">
            <a:noFill/>
          </a:ln>
        </p:spPr>
      </p:pic>
      <p:sp>
        <p:nvSpPr>
          <p:cNvPr id="2379" name=""/>
          <p:cNvSpPr/>
          <p:nvPr/>
        </p:nvSpPr>
        <p:spPr>
          <a:xfrm>
            <a:off x="533520" y="1905120"/>
            <a:ext cx="3886200" cy="3733560"/>
          </a:xfrm>
          <a:prstGeom prst="ellipse">
            <a:avLst/>
          </a:prstGeom>
          <a:noFill/>
          <a:ln w="9360">
            <a:solidFill>
              <a:srgbClr val="ff33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80" name=""/>
          <p:cNvSpPr/>
          <p:nvPr/>
        </p:nvSpPr>
        <p:spPr>
          <a:xfrm flipV="1">
            <a:off x="2514600" y="-1600560"/>
            <a:ext cx="0" cy="350532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81" name=""/>
          <p:cNvSpPr/>
          <p:nvPr/>
        </p:nvSpPr>
        <p:spPr>
          <a:xfrm>
            <a:off x="4419720" y="3657600"/>
            <a:ext cx="495288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82" name=""/>
          <p:cNvSpPr/>
          <p:nvPr/>
        </p:nvSpPr>
        <p:spPr>
          <a:xfrm>
            <a:off x="2438280" y="5638680"/>
            <a:ext cx="0" cy="281952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83" name=""/>
          <p:cNvSpPr/>
          <p:nvPr/>
        </p:nvSpPr>
        <p:spPr>
          <a:xfrm>
            <a:off x="-1600200" y="3657600"/>
            <a:ext cx="213372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84" name=""/>
          <p:cNvSpPr/>
          <p:nvPr/>
        </p:nvSpPr>
        <p:spPr>
          <a:xfrm>
            <a:off x="304920" y="7010280"/>
            <a:ext cx="1600200" cy="1320840"/>
          </a:xfrm>
          <a:prstGeom prst="rect">
            <a:avLst/>
          </a:prstGeom>
          <a:noFill/>
          <a:ln w="0">
            <a:noFill/>
          </a:ln>
        </p:spPr>
        <p:style>
          <a:lnRef idx="0"/>
          <a:fillRef idx="0"/>
          <a:effectRef idx="0"/>
          <a:fontRef idx="minor"/>
        </p:style>
        <p:txBody>
          <a:bodyPr lIns="90000" rIns="90000" tIns="46800" bIns="46800" anchor="t">
            <a:spAutoFit/>
          </a:bodyPr>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Same as Last time, same as last time, same as last time.</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Wasn’t that last battle laggy as heck?</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Doesn’t this part feel so </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a:t>
            </a:r>
            <a:r>
              <a:rPr b="0" lang="en-US" sz="800" spc="-1" strike="noStrike">
                <a:solidFill>
                  <a:srgbClr val="ff3300"/>
                </a:solidFill>
                <a:latin typeface="Arial"/>
              </a:rPr>
              <a:t>Silky smooth”?</a:t>
            </a:r>
            <a:endParaRPr b="0" lang="en-US" sz="800" spc="-1" strike="noStrike">
              <a:solidFill>
                <a:srgbClr val="000000"/>
              </a:solidFill>
              <a:latin typeface="Arial"/>
            </a:endParaRPr>
          </a:p>
          <a:p>
            <a:pP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ff3300"/>
                </a:solidFill>
                <a:latin typeface="Arial"/>
              </a:rPr>
              <a:t>Well, this is the last part of this projectstar. Has fun.</a:t>
            </a:r>
            <a:endParaRPr b="0" lang="en-US" sz="800" spc="-1" strike="noStrike">
              <a:solidFill>
                <a:srgbClr val="000000"/>
              </a:solidFill>
              <a:latin typeface="Arial"/>
            </a:endParaRPr>
          </a:p>
        </p:txBody>
      </p:sp>
      <p:sp>
        <p:nvSpPr>
          <p:cNvPr id="2385" name=""/>
          <p:cNvSpPr/>
          <p:nvPr/>
        </p:nvSpPr>
        <p:spPr>
          <a:xfrm>
            <a:off x="-1044720" y="4343400"/>
            <a:ext cx="3407040" cy="2286000"/>
          </a:xfrm>
          <a:custGeom>
            <a:avLst/>
            <a:gdLst/>
            <a:ahLst/>
            <a:rect l="l" t="t" r="r" b="b"/>
            <a:pathLst>
              <a:path w="2146" h="1440">
                <a:moveTo>
                  <a:pt x="0" y="786"/>
                </a:moveTo>
                <a:cubicBezTo>
                  <a:pt x="50" y="774"/>
                  <a:pt x="43" y="753"/>
                  <a:pt x="74" y="712"/>
                </a:cubicBezTo>
                <a:cubicBezTo>
                  <a:pt x="97" y="641"/>
                  <a:pt x="187" y="551"/>
                  <a:pt x="247" y="506"/>
                </a:cubicBezTo>
                <a:cubicBezTo>
                  <a:pt x="266" y="476"/>
                  <a:pt x="259" y="490"/>
                  <a:pt x="271" y="465"/>
                </a:cubicBezTo>
                <a:lnTo>
                  <a:pt x="946" y="0"/>
                </a:lnTo>
                <a:lnTo>
                  <a:pt x="1042" y="144"/>
                </a:lnTo>
                <a:lnTo>
                  <a:pt x="1474" y="624"/>
                </a:lnTo>
                <a:lnTo>
                  <a:pt x="2002" y="864"/>
                </a:lnTo>
                <a:lnTo>
                  <a:pt x="2146" y="864"/>
                </a:lnTo>
                <a:lnTo>
                  <a:pt x="2146" y="1248"/>
                </a:lnTo>
                <a:lnTo>
                  <a:pt x="2098" y="1440"/>
                </a:lnTo>
                <a:lnTo>
                  <a:pt x="1954" y="1344"/>
                </a:lnTo>
                <a:lnTo>
                  <a:pt x="466" y="1392"/>
                </a:lnTo>
                <a:lnTo>
                  <a:pt x="0" y="786"/>
                </a:lnTo>
                <a:close/>
              </a:path>
            </a:pathLst>
          </a:custGeom>
          <a:solidFill>
            <a:srgbClr val="000000"/>
          </a:solidFill>
          <a:ln w="9360">
            <a:solidFill>
              <a:srgbClr val="000000"/>
            </a:solidFill>
            <a:roun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86" name=""/>
          <p:cNvSpPr/>
          <p:nvPr/>
        </p:nvSpPr>
        <p:spPr>
          <a:xfrm>
            <a:off x="3429000" y="7162920"/>
            <a:ext cx="685800" cy="76176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6937" dur="indefinite" restart="never" nodeType="tmRoot">
          <p:childTnLst>
            <p:seq>
              <p:cTn id="6938" dur="indefinite" nodeType="mainSeq">
                <p:childTnLst>
                  <p:par>
                    <p:cTn id="6939" fill="hold">
                      <p:stCondLst>
                        <p:cond delay="0"/>
                      </p:stCondLst>
                      <p:childTnLst>
                        <p:par>
                          <p:cTn id="6940" fill="hold">
                            <p:stCondLst>
                              <p:cond delay="0"/>
                            </p:stCondLst>
                            <p:childTnLst>
                              <p:par>
                                <p:cTn id="6941" nodeType="afterEffect" fill="hold" presetClass="entr" presetID="2" presetSubtype="1">
                                  <p:stCondLst>
                                    <p:cond delay="0"/>
                                  </p:stCondLst>
                                  <p:childTnLst>
                                    <p:set>
                                      <p:cBhvr>
                                        <p:cTn id="6942" dur="1" fill="hold">
                                          <p:stCondLst>
                                            <p:cond delay="0"/>
                                          </p:stCondLst>
                                        </p:cTn>
                                        <p:tgtEl>
                                          <p:spTgt spid="2380"/>
                                        </p:tgtEl>
                                        <p:attrNameLst>
                                          <p:attrName>style.visibility</p:attrName>
                                        </p:attrNameLst>
                                      </p:cBhvr>
                                      <p:to>
                                        <p:strVal val="visible"/>
                                      </p:to>
                                    </p:set>
                                    <p:anim calcmode="lin" valueType="num">
                                      <p:cBhvr additive="base">
                                        <p:cTn id="6943" dur="500" fill="hold"/>
                                        <p:tgtEl>
                                          <p:spTgt spid="2380"/>
                                        </p:tgtEl>
                                        <p:attrNameLst>
                                          <p:attrName>ppt_x</p:attrName>
                                        </p:attrNameLst>
                                      </p:cBhvr>
                                      <p:tavLst>
                                        <p:tav tm="0">
                                          <p:val>
                                            <p:strVal val="#ppt_x"/>
                                          </p:val>
                                        </p:tav>
                                        <p:tav tm="100000">
                                          <p:val>
                                            <p:strVal val="#ppt_x"/>
                                          </p:val>
                                        </p:tav>
                                      </p:tavLst>
                                    </p:anim>
                                    <p:anim calcmode="lin" valueType="num">
                                      <p:cBhvr additive="base">
                                        <p:cTn id="6944" dur="500" fill="hold"/>
                                        <p:tgtEl>
                                          <p:spTgt spid="2380"/>
                                        </p:tgtEl>
                                        <p:attrNameLst>
                                          <p:attrName>ppt_y</p:attrName>
                                        </p:attrNameLst>
                                      </p:cBhvr>
                                      <p:tavLst>
                                        <p:tav tm="0">
                                          <p:val>
                                            <p:strVal val="0-#ppt_h/2"/>
                                          </p:val>
                                        </p:tav>
                                        <p:tav tm="100000">
                                          <p:val>
                                            <p:strVal val="#ppt_y"/>
                                          </p:val>
                                        </p:tav>
                                      </p:tavLst>
                                    </p:anim>
                                  </p:childTnLst>
                                </p:cTn>
                              </p:par>
                              <p:par>
                                <p:cTn id="6945" nodeType="withEffect" fill="hold" presetClass="entr" presetID="2" presetSubtype="2">
                                  <p:stCondLst>
                                    <p:cond delay="0"/>
                                  </p:stCondLst>
                                  <p:childTnLst>
                                    <p:set>
                                      <p:cBhvr>
                                        <p:cTn id="6946" dur="1" fill="hold">
                                          <p:stCondLst>
                                            <p:cond delay="0"/>
                                          </p:stCondLst>
                                        </p:cTn>
                                        <p:tgtEl>
                                          <p:spTgt spid="2381"/>
                                        </p:tgtEl>
                                        <p:attrNameLst>
                                          <p:attrName>style.visibility</p:attrName>
                                        </p:attrNameLst>
                                      </p:cBhvr>
                                      <p:to>
                                        <p:strVal val="visible"/>
                                      </p:to>
                                    </p:set>
                                    <p:anim calcmode="lin" valueType="num">
                                      <p:cBhvr additive="base">
                                        <p:cTn id="6947" dur="500" fill="hold"/>
                                        <p:tgtEl>
                                          <p:spTgt spid="2381"/>
                                        </p:tgtEl>
                                        <p:attrNameLst>
                                          <p:attrName>ppt_x</p:attrName>
                                        </p:attrNameLst>
                                      </p:cBhvr>
                                      <p:tavLst>
                                        <p:tav tm="0">
                                          <p:val>
                                            <p:strVal val="1+#ppt_w/2"/>
                                          </p:val>
                                        </p:tav>
                                        <p:tav tm="100000">
                                          <p:val>
                                            <p:strVal val="#ppt_x"/>
                                          </p:val>
                                        </p:tav>
                                      </p:tavLst>
                                    </p:anim>
                                    <p:anim calcmode="lin" valueType="num">
                                      <p:cBhvr additive="base">
                                        <p:cTn id="6948" dur="500" fill="hold"/>
                                        <p:tgtEl>
                                          <p:spTgt spid="2381"/>
                                        </p:tgtEl>
                                        <p:attrNameLst>
                                          <p:attrName>ppt_y</p:attrName>
                                        </p:attrNameLst>
                                      </p:cBhvr>
                                      <p:tavLst>
                                        <p:tav tm="0">
                                          <p:val>
                                            <p:strVal val="#ppt_y"/>
                                          </p:val>
                                        </p:tav>
                                        <p:tav tm="100000">
                                          <p:val>
                                            <p:strVal val="#ppt_y"/>
                                          </p:val>
                                        </p:tav>
                                      </p:tavLst>
                                    </p:anim>
                                  </p:childTnLst>
                                </p:cTn>
                              </p:par>
                              <p:par>
                                <p:cTn id="6949" nodeType="withEffect" fill="hold" presetClass="entr" presetID="2" presetSubtype="4">
                                  <p:stCondLst>
                                    <p:cond delay="0"/>
                                  </p:stCondLst>
                                  <p:childTnLst>
                                    <p:set>
                                      <p:cBhvr>
                                        <p:cTn id="6950" dur="1" fill="hold">
                                          <p:stCondLst>
                                            <p:cond delay="0"/>
                                          </p:stCondLst>
                                        </p:cTn>
                                        <p:tgtEl>
                                          <p:spTgt spid="2382"/>
                                        </p:tgtEl>
                                        <p:attrNameLst>
                                          <p:attrName>style.visibility</p:attrName>
                                        </p:attrNameLst>
                                      </p:cBhvr>
                                      <p:to>
                                        <p:strVal val="visible"/>
                                      </p:to>
                                    </p:set>
                                    <p:anim calcmode="lin" valueType="num">
                                      <p:cBhvr additive="base">
                                        <p:cTn id="6951" dur="500" fill="hold"/>
                                        <p:tgtEl>
                                          <p:spTgt spid="2382"/>
                                        </p:tgtEl>
                                        <p:attrNameLst>
                                          <p:attrName>ppt_x</p:attrName>
                                        </p:attrNameLst>
                                      </p:cBhvr>
                                      <p:tavLst>
                                        <p:tav tm="0">
                                          <p:val>
                                            <p:strVal val="#ppt_x"/>
                                          </p:val>
                                        </p:tav>
                                        <p:tav tm="100000">
                                          <p:val>
                                            <p:strVal val="#ppt_x"/>
                                          </p:val>
                                        </p:tav>
                                      </p:tavLst>
                                    </p:anim>
                                    <p:anim calcmode="lin" valueType="num">
                                      <p:cBhvr additive="base">
                                        <p:cTn id="6952" dur="500" fill="hold"/>
                                        <p:tgtEl>
                                          <p:spTgt spid="2382"/>
                                        </p:tgtEl>
                                        <p:attrNameLst>
                                          <p:attrName>ppt_y</p:attrName>
                                        </p:attrNameLst>
                                      </p:cBhvr>
                                      <p:tavLst>
                                        <p:tav tm="0">
                                          <p:val>
                                            <p:strVal val="1+#ppt_h/2"/>
                                          </p:val>
                                        </p:tav>
                                        <p:tav tm="100000">
                                          <p:val>
                                            <p:strVal val="#ppt_y"/>
                                          </p:val>
                                        </p:tav>
                                      </p:tavLst>
                                    </p:anim>
                                  </p:childTnLst>
                                </p:cTn>
                              </p:par>
                              <p:par>
                                <p:cTn id="6953" nodeType="withEffect" fill="hold" presetClass="entr" presetID="2" presetSubtype="8">
                                  <p:stCondLst>
                                    <p:cond delay="0"/>
                                  </p:stCondLst>
                                  <p:childTnLst>
                                    <p:set>
                                      <p:cBhvr>
                                        <p:cTn id="6954" dur="1" fill="hold">
                                          <p:stCondLst>
                                            <p:cond delay="0"/>
                                          </p:stCondLst>
                                        </p:cTn>
                                        <p:tgtEl>
                                          <p:spTgt spid="2383"/>
                                        </p:tgtEl>
                                        <p:attrNameLst>
                                          <p:attrName>style.visibility</p:attrName>
                                        </p:attrNameLst>
                                      </p:cBhvr>
                                      <p:to>
                                        <p:strVal val="visible"/>
                                      </p:to>
                                    </p:set>
                                    <p:anim calcmode="lin" valueType="num">
                                      <p:cBhvr additive="base">
                                        <p:cTn id="6955" dur="500" fill="hold"/>
                                        <p:tgtEl>
                                          <p:spTgt spid="2383"/>
                                        </p:tgtEl>
                                        <p:attrNameLst>
                                          <p:attrName>ppt_x</p:attrName>
                                        </p:attrNameLst>
                                      </p:cBhvr>
                                      <p:tavLst>
                                        <p:tav tm="0">
                                          <p:val>
                                            <p:strVal val="0-#ppt_w/2"/>
                                          </p:val>
                                        </p:tav>
                                        <p:tav tm="100000">
                                          <p:val>
                                            <p:strVal val="#ppt_x"/>
                                          </p:val>
                                        </p:tav>
                                      </p:tavLst>
                                    </p:anim>
                                    <p:anim calcmode="lin" valueType="num">
                                      <p:cBhvr additive="base">
                                        <p:cTn id="6956" dur="500" fill="hold"/>
                                        <p:tgtEl>
                                          <p:spTgt spid="2383"/>
                                        </p:tgtEl>
                                        <p:attrNameLst>
                                          <p:attrName>ppt_y</p:attrName>
                                        </p:attrNameLst>
                                      </p:cBhvr>
                                      <p:tavLst>
                                        <p:tav tm="0">
                                          <p:val>
                                            <p:strVal val="#ppt_y"/>
                                          </p:val>
                                        </p:tav>
                                        <p:tav tm="100000">
                                          <p:val>
                                            <p:strVal val="#ppt_y"/>
                                          </p:val>
                                        </p:tav>
                                      </p:tavLst>
                                    </p:anim>
                                  </p:childTnLst>
                                </p:cTn>
                              </p:par>
                            </p:childTnLst>
                          </p:cTn>
                        </p:par>
                        <p:par>
                          <p:cTn id="6957" fill="hold">
                            <p:stCondLst>
                              <p:cond delay="500"/>
                            </p:stCondLst>
                            <p:childTnLst>
                              <p:par>
                                <p:cTn id="6958" nodeType="afterEffect" fill="hold" presetClass="entr" presetID="1">
                                  <p:stCondLst>
                                    <p:cond delay="0"/>
                                  </p:stCondLst>
                                  <p:childTnLst>
                                    <p:set>
                                      <p:cBhvr>
                                        <p:cTn id="6959" dur="1" fill="hold">
                                          <p:stCondLst>
                                            <p:cond delay="0"/>
                                          </p:stCondLst>
                                        </p:cTn>
                                        <p:tgtEl>
                                          <p:spTgt spid="2379"/>
                                        </p:tgtEl>
                                        <p:attrNameLst>
                                          <p:attrName>style.visibility</p:attrName>
                                        </p:attrNameLst>
                                      </p:cBhvr>
                                      <p:to>
                                        <p:strVal val="visible"/>
                                      </p:to>
                                    </p:set>
                                  </p:childTnLst>
                                </p:cTn>
                              </p:par>
                            </p:childTnLst>
                          </p:cTn>
                        </p:par>
                        <p:par>
                          <p:cTn id="6960" fill="hold">
                            <p:stCondLst>
                              <p:cond delay="500"/>
                            </p:stCondLst>
                            <p:childTnLst>
                              <p:par>
                                <p:cTn id="6961" nodeType="afterEffect" fill="hold" presetClass="path" presetID="0">
                                  <p:stCondLst>
                                    <p:cond delay="0"/>
                                  </p:stCondLst>
                                  <p:childTnLst>
                                    <p:animMotion origin="layout" path="M -0.05833 0.03334 L -0.0625 -0.25139 E">
                                      <p:cBhvr>
                                        <p:cTn id="6962" dur="5000" fill="hold"/>
                                        <p:tgtEl>
                                          <p:spTgt spid="2384"/>
                                        </p:tgtEl>
                                      </p:cBhvr>
                                    </p:animMotion>
                                  </p:childTnLst>
                                </p:cTn>
                              </p:par>
                              <p:set>
                                <p:cBhvr>
                                  <p:cTn id="6963" dur="1" fill="hold">
                                    <p:stCondLst>
                                      <p:cond evt="end">
                                        <p:tn val="6961"/>
                                      </p:cond>
                                    </p:stCondLst>
                                  </p:cTn>
                                  <p:tgtEl>
                                    <p:spTgt spid="2384"/>
                                  </p:tgtEl>
                                  <p:attrNameLst>
                                    <p:attrName>style.visibility</p:attrName>
                                  </p:attrNameLst>
                                </p:cBhvr>
                                <p:to>
                                  <p:strVal val="hidden"/>
                                </p:to>
                              </p:set>
                            </p:childTnLst>
                          </p:cTn>
                        </p:par>
                        <p:par>
                          <p:cTn id="6964" fill="hold">
                            <p:stCondLst>
                              <p:cond delay="5500"/>
                            </p:stCondLst>
                            <p:childTnLst>
                              <p:par>
                                <p:cTn id="6965" nodeType="afterEffect" fill="hold" presetClass="entr" presetID="1">
                                  <p:stCondLst>
                                    <p:cond delay="1000"/>
                                  </p:stCondLst>
                                  <p:childTnLst>
                                    <p:set>
                                      <p:cBhvr>
                                        <p:cTn id="6966" dur="1" fill="hold">
                                          <p:stCondLst>
                                            <p:cond delay="0"/>
                                          </p:stCondLst>
                                        </p:cTn>
                                        <p:tgtEl>
                                          <p:spTgt spid="2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87"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388" name="" descr=""/>
          <p:cNvPicPr/>
          <p:nvPr/>
        </p:nvPicPr>
        <p:blipFill>
          <a:blip r:embed="rId1"/>
          <a:stretch/>
        </p:blipFill>
        <p:spPr>
          <a:xfrm>
            <a:off x="-1371600" y="1523880"/>
            <a:ext cx="6553080" cy="4019760"/>
          </a:xfrm>
          <a:prstGeom prst="rect">
            <a:avLst/>
          </a:prstGeom>
          <a:ln w="0">
            <a:noFill/>
          </a:ln>
        </p:spPr>
      </p:pic>
      <p:pic>
        <p:nvPicPr>
          <p:cNvPr id="2389" name="" descr=""/>
          <p:cNvPicPr/>
          <p:nvPr/>
        </p:nvPicPr>
        <p:blipFill>
          <a:blip r:embed="rId2"/>
          <a:stretch/>
        </p:blipFill>
        <p:spPr>
          <a:xfrm>
            <a:off x="6553080" y="3962520"/>
            <a:ext cx="2934000" cy="1271520"/>
          </a:xfrm>
          <a:prstGeom prst="rect">
            <a:avLst/>
          </a:prstGeom>
          <a:ln w="0">
            <a:noFill/>
          </a:ln>
        </p:spPr>
      </p:pic>
      <p:sp>
        <p:nvSpPr>
          <p:cNvPr id="2390" name=""/>
          <p:cNvSpPr/>
          <p:nvPr/>
        </p:nvSpPr>
        <p:spPr>
          <a:xfrm>
            <a:off x="6324480" y="320040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391" name=""/>
          <p:cNvSpPr/>
          <p:nvPr/>
        </p:nvSpPr>
        <p:spPr>
          <a:xfrm>
            <a:off x="6934320" y="335268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392"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93"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94" name=""/>
          <p:cNvSpPr/>
          <p:nvPr/>
        </p:nvSpPr>
        <p:spPr>
          <a:xfrm>
            <a:off x="109728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95" name=""/>
          <p:cNvSpPr/>
          <p:nvPr/>
        </p:nvSpPr>
        <p:spPr>
          <a:xfrm>
            <a:off x="109728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96"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97"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98"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399"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00"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01"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02" name=""/>
          <p:cNvSpPr/>
          <p:nvPr/>
        </p:nvSpPr>
        <p:spPr>
          <a:xfrm>
            <a:off x="1219320" y="99072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15</a:t>
            </a:r>
            <a:endParaRPr b="0" lang="en-US" sz="1800" spc="-1" strike="noStrike">
              <a:solidFill>
                <a:srgbClr val="000000"/>
              </a:solidFill>
              <a:latin typeface="Arial"/>
            </a:endParaRPr>
          </a:p>
        </p:txBody>
      </p:sp>
      <p:pic>
        <p:nvPicPr>
          <p:cNvPr id="2403" name="" descr=""/>
          <p:cNvPicPr/>
          <p:nvPr/>
        </p:nvPicPr>
        <p:blipFill>
          <a:blip r:embed="rId3"/>
          <a:stretch/>
        </p:blipFill>
        <p:spPr>
          <a:xfrm>
            <a:off x="7086600" y="533520"/>
            <a:ext cx="1819440" cy="2514600"/>
          </a:xfrm>
          <a:prstGeom prst="rect">
            <a:avLst/>
          </a:prstGeom>
          <a:ln w="0">
            <a:noFill/>
          </a:ln>
        </p:spPr>
      </p:pic>
      <p:sp>
        <p:nvSpPr>
          <p:cNvPr id="2404" name=""/>
          <p:cNvSpPr/>
          <p:nvPr/>
        </p:nvSpPr>
        <p:spPr>
          <a:xfrm>
            <a:off x="7772400" y="914400"/>
            <a:ext cx="838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20</a:t>
            </a:r>
            <a:endParaRPr b="0" lang="en-US" sz="1200" spc="-1" strike="noStrike">
              <a:solidFill>
                <a:srgbClr val="000000"/>
              </a:solidFill>
              <a:latin typeface="Arial"/>
            </a:endParaRPr>
          </a:p>
        </p:txBody>
      </p:sp>
      <p:sp>
        <p:nvSpPr>
          <p:cNvPr id="2405" name=""/>
          <p:cNvSpPr/>
          <p:nvPr/>
        </p:nvSpPr>
        <p:spPr>
          <a:xfrm>
            <a:off x="7620120" y="1219320"/>
            <a:ext cx="8380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406" name=""/>
          <p:cNvSpPr/>
          <p:nvPr/>
        </p:nvSpPr>
        <p:spPr>
          <a:xfrm>
            <a:off x="7772400" y="91440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407" name=""/>
          <p:cNvSpPr/>
          <p:nvPr/>
        </p:nvSpPr>
        <p:spPr>
          <a:xfrm>
            <a:off x="762120" y="5335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408" name=""/>
          <p:cNvSpPr/>
          <p:nvPr/>
        </p:nvSpPr>
        <p:spPr>
          <a:xfrm>
            <a:off x="1066680" y="6858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Primary Canon Fire</a:t>
            </a:r>
            <a:endParaRPr b="0" lang="en-US" sz="1800" spc="-1" strike="noStrike">
              <a:solidFill>
                <a:srgbClr val="000000"/>
              </a:solidFill>
              <a:latin typeface="Arial"/>
            </a:endParaRPr>
          </a:p>
        </p:txBody>
      </p:sp>
      <p:sp>
        <p:nvSpPr>
          <p:cNvPr id="2409" name=""/>
          <p:cNvSpPr/>
          <p:nvPr/>
        </p:nvSpPr>
        <p:spPr>
          <a:xfrm>
            <a:off x="3886200" y="4038480"/>
            <a:ext cx="685800" cy="6858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410" name=""/>
          <p:cNvSpPr/>
          <p:nvPr/>
        </p:nvSpPr>
        <p:spPr>
          <a:xfrm>
            <a:off x="4114800" y="4343400"/>
            <a:ext cx="2362320" cy="76320"/>
          </a:xfrm>
          <a:prstGeom prst="rect">
            <a:avLst/>
          </a:prstGeom>
          <a:solidFill>
            <a:srgbClr val="ffff00"/>
          </a:solidFill>
          <a:ln w="0">
            <a:noFill/>
          </a:ln>
        </p:spPr>
        <p:style>
          <a:lnRef idx="0"/>
          <a:fillRef idx="0"/>
          <a:effectRef idx="0"/>
          <a:fontRef idx="minor"/>
        </p:style>
        <p:txBody>
          <a:bodyPr wrap="none" lIns="90000" rIns="90000" tIns="29520" bIns="29520" anchor="ctr">
            <a:noAutofit/>
          </a:bodyPr>
          <a:p>
            <a:endParaRPr b="0" lang="en-US" sz="1800" spc="-1" strike="noStrike">
              <a:solidFill>
                <a:srgbClr val="000000"/>
              </a:solidFill>
              <a:latin typeface="Arial"/>
            </a:endParaRPr>
          </a:p>
        </p:txBody>
      </p:sp>
      <p:sp>
        <p:nvSpPr>
          <p:cNvPr id="2411" name=""/>
          <p:cNvSpPr/>
          <p:nvPr/>
        </p:nvSpPr>
        <p:spPr>
          <a:xfrm>
            <a:off x="4114800" y="4343400"/>
            <a:ext cx="2362320" cy="76320"/>
          </a:xfrm>
          <a:prstGeom prst="rect">
            <a:avLst/>
          </a:prstGeom>
          <a:solidFill>
            <a:srgbClr val="ffff00"/>
          </a:solidFill>
          <a:ln w="0">
            <a:noFill/>
          </a:ln>
        </p:spPr>
        <p:style>
          <a:lnRef idx="0"/>
          <a:fillRef idx="0"/>
          <a:effectRef idx="0"/>
          <a:fontRef idx="minor"/>
        </p:style>
        <p:txBody>
          <a:bodyPr wrap="none" lIns="90000" rIns="90000" tIns="29520" bIns="29520" anchor="ctr">
            <a:noAutofit/>
          </a:bodyPr>
          <a:p>
            <a:endParaRPr b="0" lang="en-US" sz="1800" spc="-1" strike="noStrike">
              <a:solidFill>
                <a:srgbClr val="000000"/>
              </a:solidFill>
              <a:latin typeface="Arial"/>
            </a:endParaRPr>
          </a:p>
        </p:txBody>
      </p:sp>
      <p:sp>
        <p:nvSpPr>
          <p:cNvPr id="2412" name=""/>
          <p:cNvSpPr/>
          <p:nvPr/>
        </p:nvSpPr>
        <p:spPr>
          <a:xfrm>
            <a:off x="4114800" y="4343400"/>
            <a:ext cx="2362320" cy="76320"/>
          </a:xfrm>
          <a:prstGeom prst="rect">
            <a:avLst/>
          </a:prstGeom>
          <a:solidFill>
            <a:srgbClr val="ffff00"/>
          </a:solidFill>
          <a:ln w="0">
            <a:noFill/>
          </a:ln>
        </p:spPr>
        <p:style>
          <a:lnRef idx="0"/>
          <a:fillRef idx="0"/>
          <a:effectRef idx="0"/>
          <a:fontRef idx="minor"/>
        </p:style>
        <p:txBody>
          <a:bodyPr wrap="none" lIns="90000" rIns="90000" tIns="29520" bIns="29520" anchor="ctr">
            <a:noAutofit/>
          </a:bodyPr>
          <a:p>
            <a:endParaRPr b="0" lang="en-US" sz="1800" spc="-1" strike="noStrike">
              <a:solidFill>
                <a:srgbClr val="000000"/>
              </a:solidFill>
              <a:latin typeface="Arial"/>
            </a:endParaRPr>
          </a:p>
        </p:txBody>
      </p:sp>
      <p:sp>
        <p:nvSpPr>
          <p:cNvPr id="2413" name=""/>
          <p:cNvSpPr/>
          <p:nvPr/>
        </p:nvSpPr>
        <p:spPr>
          <a:xfrm>
            <a:off x="7315200" y="373392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ff00"/>
                </a:solidFill>
                <a:latin typeface="Arial"/>
              </a:rPr>
              <a:t>MISS</a:t>
            </a:r>
            <a:endParaRPr b="0" lang="en-US" sz="1800" spc="-1" strike="noStrike">
              <a:solidFill>
                <a:srgbClr val="000000"/>
              </a:solidFill>
              <a:latin typeface="Arial"/>
            </a:endParaRPr>
          </a:p>
        </p:txBody>
      </p:sp>
      <p:pic>
        <p:nvPicPr>
          <p:cNvPr id="2414" name="" descr=""/>
          <p:cNvPicPr/>
          <p:nvPr/>
        </p:nvPicPr>
        <p:blipFill>
          <a:blip r:embed="rId4"/>
          <a:stretch/>
        </p:blipFill>
        <p:spPr>
          <a:xfrm>
            <a:off x="4038480" y="5240160"/>
            <a:ext cx="5105520" cy="1617840"/>
          </a:xfrm>
          <a:prstGeom prst="rect">
            <a:avLst/>
          </a:prstGeom>
          <a:ln w="0">
            <a:noFill/>
          </a:ln>
        </p:spPr>
      </p:pic>
      <p:sp>
        <p:nvSpPr>
          <p:cNvPr id="2415" name=""/>
          <p:cNvSpPr/>
          <p:nvPr/>
        </p:nvSpPr>
        <p:spPr>
          <a:xfrm>
            <a:off x="5943600" y="5638680"/>
            <a:ext cx="28954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Is that all you got?</a:t>
            </a:r>
            <a:endParaRPr b="0" lang="en-US" sz="1200" spc="-1" strike="noStrike">
              <a:solidFill>
                <a:srgbClr val="000000"/>
              </a:solidFill>
              <a:latin typeface="Arial"/>
            </a:endParaRPr>
          </a:p>
        </p:txBody>
      </p:sp>
      <p:pic>
        <p:nvPicPr>
          <p:cNvPr id="2416" name="" descr=""/>
          <p:cNvPicPr/>
          <p:nvPr/>
        </p:nvPicPr>
        <p:blipFill>
          <a:blip r:embed="rId5"/>
          <a:stretch/>
        </p:blipFill>
        <p:spPr>
          <a:xfrm>
            <a:off x="0" y="0"/>
            <a:ext cx="5105520" cy="1617840"/>
          </a:xfrm>
          <a:prstGeom prst="rect">
            <a:avLst/>
          </a:prstGeom>
          <a:ln w="0">
            <a:noFill/>
          </a:ln>
        </p:spPr>
      </p:pic>
      <p:sp>
        <p:nvSpPr>
          <p:cNvPr id="2417" name=""/>
          <p:cNvSpPr/>
          <p:nvPr/>
        </p:nvSpPr>
        <p:spPr>
          <a:xfrm>
            <a:off x="1981080" y="457200"/>
            <a:ext cx="28958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endParaRPr b="0" lang="en-US" sz="1200" spc="-1" strike="noStrike">
              <a:solidFill>
                <a:srgbClr val="000000"/>
              </a:solidFill>
              <a:latin typeface="Arial"/>
            </a:endParaRPr>
          </a:p>
        </p:txBody>
      </p:sp>
      <p:sp>
        <p:nvSpPr>
          <p:cNvPr id="2418" name=""/>
          <p:cNvSpPr/>
          <p:nvPr/>
        </p:nvSpPr>
        <p:spPr>
          <a:xfrm>
            <a:off x="7238880" y="1828800"/>
            <a:ext cx="1295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
        <p:nvSpPr>
          <p:cNvPr id="2419" name=""/>
          <p:cNvSpPr/>
          <p:nvPr/>
        </p:nvSpPr>
        <p:spPr>
          <a:xfrm>
            <a:off x="-1447920" y="762120"/>
            <a:ext cx="1447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a:t>
            </a:r>
            <a:r>
              <a:rPr b="1" lang="en-US" sz="1200" spc="-1" strike="noStrike" baseline="30000">
                <a:solidFill>
                  <a:srgbClr val="000000"/>
                </a:solidFill>
                <a:latin typeface="Arial"/>
              </a:rPr>
              <a:t>nd</a:t>
            </a:r>
            <a:r>
              <a:rPr b="1" lang="en-US" sz="1200" spc="-1" strike="noStrike">
                <a:solidFill>
                  <a:srgbClr val="000000"/>
                </a:solidFill>
                <a:latin typeface="Arial"/>
              </a:rPr>
              <a:t> menu</a:t>
            </a:r>
            <a:endParaRPr b="0" lang="en-US" sz="1200" spc="-1" strike="noStrike">
              <a:solidFill>
                <a:srgbClr val="000000"/>
              </a:solidFill>
              <a:latin typeface="Arial"/>
            </a:endParaRPr>
          </a:p>
        </p:txBody>
      </p:sp>
    </p:spTree>
  </p:cSld>
  <p:timing>
    <p:tnLst>
      <p:par>
        <p:cTn id="6967" dur="indefinite" restart="never" nodeType="tmRoot">
          <p:childTnLst>
            <p:seq>
              <p:cTn id="6968" dur="indefinite" nodeType="mainSeq">
                <p:childTnLst>
                  <p:par>
                    <p:cTn id="6969" fill="hold">
                      <p:stCondLst>
                        <p:cond delay="0"/>
                      </p:stCondLst>
                      <p:childTnLst>
                        <p:par>
                          <p:cTn id="6970" fill="hold">
                            <p:stCondLst>
                              <p:cond delay="0"/>
                            </p:stCondLst>
                            <p:childTnLst>
                              <p:par>
                                <p:cTn id="6971" nodeType="afterEffect" fill="hold" presetClass="entr" presetID="1">
                                  <p:stCondLst>
                                    <p:cond delay="500"/>
                                  </p:stCondLst>
                                  <p:childTnLst>
                                    <p:set>
                                      <p:cBhvr>
                                        <p:cTn id="6972" dur="1" fill="hold">
                                          <p:stCondLst>
                                            <p:cond delay="0"/>
                                          </p:stCondLst>
                                        </p:cTn>
                                        <p:tgtEl>
                                          <p:spTgt spid="2390"/>
                                        </p:tgtEl>
                                        <p:attrNameLst>
                                          <p:attrName>style.visibility</p:attrName>
                                        </p:attrNameLst>
                                      </p:cBhvr>
                                      <p:to>
                                        <p:strVal val="visible"/>
                                      </p:to>
                                    </p:set>
                                  </p:childTnLst>
                                </p:cTn>
                              </p:par>
                            </p:childTnLst>
                          </p:cTn>
                        </p:par>
                        <p:par>
                          <p:cTn id="6973" fill="hold">
                            <p:stCondLst>
                              <p:cond delay="500"/>
                            </p:stCondLst>
                            <p:childTnLst>
                              <p:par>
                                <p:cTn id="6974" nodeType="afterEffect" fill="hold" presetClass="exit" presetID="1">
                                  <p:stCondLst>
                                    <p:cond delay="1500"/>
                                  </p:stCondLst>
                                  <p:childTnLst>
                                    <p:set>
                                      <p:cBhvr>
                                        <p:cTn id="6975" dur="1" fill="hold">
                                          <p:stCondLst>
                                            <p:cond delay="0"/>
                                          </p:stCondLst>
                                        </p:cTn>
                                        <p:tgtEl>
                                          <p:spTgt spid="2390"/>
                                        </p:tgtEl>
                                        <p:attrNameLst>
                                          <p:attrName>style.visibility</p:attrName>
                                        </p:attrNameLst>
                                      </p:cBhvr>
                                      <p:to>
                                        <p:strVal val="hidden"/>
                                      </p:to>
                                    </p:set>
                                  </p:childTnLst>
                                </p:cTn>
                              </p:par>
                            </p:childTnLst>
                          </p:cTn>
                        </p:par>
                        <p:par>
                          <p:cTn id="6976" fill="hold">
                            <p:stCondLst>
                              <p:cond delay="2000"/>
                            </p:stCondLst>
                            <p:childTnLst>
                              <p:par>
                                <p:cTn id="6977" nodeType="afterEffect" fill="hold" presetClass="path" presetID="0">
                                  <p:stCondLst>
                                    <p:cond delay="0"/>
                                  </p:stCondLst>
                                  <p:childTnLst>
                                    <p:animMotion origin="layout" path="M -0.30833 -0.02219 L -0.73333 -0.02219 E">
                                      <p:cBhvr>
                                        <p:cTn id="6978" dur="500" fill="hold"/>
                                        <p:tgtEl>
                                          <p:spTgt spid="2392"/>
                                        </p:tgtEl>
                                      </p:cBhvr>
                                    </p:animMotion>
                                  </p:childTnLst>
                                </p:cTn>
                              </p:par>
                              <p:set>
                                <p:cBhvr>
                                  <p:cTn id="6979" dur="1" fill="hold">
                                    <p:stCondLst>
                                      <p:cond evt="end">
                                        <p:tn val="6977"/>
                                      </p:cond>
                                    </p:stCondLst>
                                  </p:cTn>
                                  <p:tgtEl>
                                    <p:spTgt spid="2392"/>
                                  </p:tgtEl>
                                  <p:attrNameLst>
                                    <p:attrName>style.visibility</p:attrName>
                                  </p:attrNameLst>
                                </p:cBhvr>
                                <p:to>
                                  <p:strVal val="hidden"/>
                                </p:to>
                              </p:set>
                              <p:par>
                                <p:cTn id="6980" nodeType="withEffect" fill="hold" presetClass="path" presetID="0">
                                  <p:stCondLst>
                                    <p:cond delay="0"/>
                                  </p:stCondLst>
                                  <p:childTnLst>
                                    <p:animMotion origin="layout" path="M -0.30833 -0.02219 L -0.73333 -0.02219 E">
                                      <p:cBhvr>
                                        <p:cTn id="6981" dur="500" fill="hold"/>
                                        <p:tgtEl>
                                          <p:spTgt spid="2393"/>
                                        </p:tgtEl>
                                      </p:cBhvr>
                                    </p:animMotion>
                                  </p:childTnLst>
                                </p:cTn>
                              </p:par>
                              <p:set>
                                <p:cBhvr>
                                  <p:cTn id="6982" dur="1" fill="hold">
                                    <p:stCondLst>
                                      <p:cond evt="end">
                                        <p:tn val="6980"/>
                                      </p:cond>
                                    </p:stCondLst>
                                  </p:cTn>
                                  <p:tgtEl>
                                    <p:spTgt spid="2393"/>
                                  </p:tgtEl>
                                  <p:attrNameLst>
                                    <p:attrName>style.visibility</p:attrName>
                                  </p:attrNameLst>
                                </p:cBhvr>
                                <p:to>
                                  <p:strVal val="hidden"/>
                                </p:to>
                              </p:set>
                            </p:childTnLst>
                          </p:cTn>
                        </p:par>
                        <p:par>
                          <p:cTn id="6983" fill="hold">
                            <p:stCondLst>
                              <p:cond delay="2500"/>
                            </p:stCondLst>
                            <p:childTnLst>
                              <p:par>
                                <p:cTn id="6984" nodeType="afterEffect" fill="hold" presetClass="path" presetID="0">
                                  <p:stCondLst>
                                    <p:cond delay="0"/>
                                  </p:stCondLst>
                                  <p:childTnLst>
                                    <p:animMotion origin="layout" path="M -0.475 -0.02219 L -0.9 -0.02219 E">
                                      <p:cBhvr>
                                        <p:cTn id="6985" dur="500" fill="hold"/>
                                        <p:tgtEl>
                                          <p:spTgt spid="2394"/>
                                        </p:tgtEl>
                                      </p:cBhvr>
                                    </p:animMotion>
                                  </p:childTnLst>
                                </p:cTn>
                              </p:par>
                              <p:set>
                                <p:cBhvr>
                                  <p:cTn id="6986" dur="1" fill="hold">
                                    <p:stCondLst>
                                      <p:cond evt="end">
                                        <p:tn val="6984"/>
                                      </p:cond>
                                    </p:stCondLst>
                                  </p:cTn>
                                  <p:tgtEl>
                                    <p:spTgt spid="2394"/>
                                  </p:tgtEl>
                                  <p:attrNameLst>
                                    <p:attrName>style.visibility</p:attrName>
                                  </p:attrNameLst>
                                </p:cBhvr>
                                <p:to>
                                  <p:strVal val="hidden"/>
                                </p:to>
                              </p:set>
                              <p:par>
                                <p:cTn id="6987" nodeType="withEffect" fill="hold" presetClass="path" presetID="0">
                                  <p:stCondLst>
                                    <p:cond delay="0"/>
                                  </p:stCondLst>
                                  <p:childTnLst>
                                    <p:animMotion origin="layout" path="M -0.475 -0.02219 L -0.9 -0.02219 E">
                                      <p:cBhvr>
                                        <p:cTn id="6988" dur="500" fill="hold"/>
                                        <p:tgtEl>
                                          <p:spTgt spid="2395"/>
                                        </p:tgtEl>
                                      </p:cBhvr>
                                    </p:animMotion>
                                  </p:childTnLst>
                                </p:cTn>
                              </p:par>
                              <p:set>
                                <p:cBhvr>
                                  <p:cTn id="6989" dur="1" fill="hold">
                                    <p:stCondLst>
                                      <p:cond evt="end">
                                        <p:tn val="6987"/>
                                      </p:cond>
                                    </p:stCondLst>
                                  </p:cTn>
                                  <p:tgtEl>
                                    <p:spTgt spid="2395"/>
                                  </p:tgtEl>
                                  <p:attrNameLst>
                                    <p:attrName>style.visibility</p:attrName>
                                  </p:attrNameLst>
                                </p:cBhvr>
                                <p:to>
                                  <p:strVal val="hidden"/>
                                </p:to>
                              </p:set>
                            </p:childTnLst>
                          </p:cTn>
                        </p:par>
                        <p:par>
                          <p:cTn id="6990" fill="hold">
                            <p:stCondLst>
                              <p:cond delay="3000"/>
                            </p:stCondLst>
                            <p:childTnLst>
                              <p:par>
                                <p:cTn id="6991" nodeType="afterEffect" fill="hold" presetClass="path" presetID="0">
                                  <p:stCondLst>
                                    <p:cond delay="0"/>
                                  </p:stCondLst>
                                  <p:childTnLst>
                                    <p:animMotion origin="layout" path="M -0.30833 -0.02219 L -0.73333 -0.02219 E">
                                      <p:cBhvr>
                                        <p:cTn id="6992" dur="500" fill="hold"/>
                                        <p:tgtEl>
                                          <p:spTgt spid="2396"/>
                                        </p:tgtEl>
                                      </p:cBhvr>
                                    </p:animMotion>
                                  </p:childTnLst>
                                </p:cTn>
                              </p:par>
                              <p:set>
                                <p:cBhvr>
                                  <p:cTn id="6993" dur="1" fill="hold">
                                    <p:stCondLst>
                                      <p:cond evt="end">
                                        <p:tn val="6991"/>
                                      </p:cond>
                                    </p:stCondLst>
                                  </p:cTn>
                                  <p:tgtEl>
                                    <p:spTgt spid="2396"/>
                                  </p:tgtEl>
                                  <p:attrNameLst>
                                    <p:attrName>style.visibility</p:attrName>
                                  </p:attrNameLst>
                                </p:cBhvr>
                                <p:to>
                                  <p:strVal val="hidden"/>
                                </p:to>
                              </p:set>
                              <p:par>
                                <p:cTn id="6994" nodeType="withEffect" fill="hold" presetClass="path" presetID="0">
                                  <p:stCondLst>
                                    <p:cond delay="0"/>
                                  </p:stCondLst>
                                  <p:childTnLst>
                                    <p:animMotion origin="layout" path="M -0.30833 -0.02219 L -0.73333 -0.02219 E">
                                      <p:cBhvr>
                                        <p:cTn id="6995" dur="500" fill="hold"/>
                                        <p:tgtEl>
                                          <p:spTgt spid="2397"/>
                                        </p:tgtEl>
                                      </p:cBhvr>
                                    </p:animMotion>
                                  </p:childTnLst>
                                </p:cTn>
                              </p:par>
                              <p:set>
                                <p:cBhvr>
                                  <p:cTn id="6996" dur="1" fill="hold">
                                    <p:stCondLst>
                                      <p:cond evt="end">
                                        <p:tn val="6994"/>
                                      </p:cond>
                                    </p:stCondLst>
                                  </p:cTn>
                                  <p:tgtEl>
                                    <p:spTgt spid="2397"/>
                                  </p:tgtEl>
                                  <p:attrNameLst>
                                    <p:attrName>style.visibility</p:attrName>
                                  </p:attrNameLst>
                                </p:cBhvr>
                                <p:to>
                                  <p:strVal val="hidden"/>
                                </p:to>
                              </p:set>
                            </p:childTnLst>
                          </p:cTn>
                        </p:par>
                        <p:par>
                          <p:cTn id="6997" fill="hold">
                            <p:stCondLst>
                              <p:cond delay="3500"/>
                            </p:stCondLst>
                            <p:childTnLst>
                              <p:par>
                                <p:cTn id="6998" nodeType="afterEffect" fill="hold" presetClass="path" presetID="0">
                                  <p:stCondLst>
                                    <p:cond delay="0"/>
                                  </p:stCondLst>
                                  <p:childTnLst>
                                    <p:animMotion origin="layout" path="M -0.3 -0.02219 L -0.73333 -0.02219 E">
                                      <p:cBhvr>
                                        <p:cTn id="6999" dur="500" fill="hold"/>
                                        <p:tgtEl>
                                          <p:spTgt spid="2398"/>
                                        </p:tgtEl>
                                      </p:cBhvr>
                                    </p:animMotion>
                                  </p:childTnLst>
                                </p:cTn>
                              </p:par>
                              <p:set>
                                <p:cBhvr>
                                  <p:cTn id="7000" dur="1" fill="hold">
                                    <p:stCondLst>
                                      <p:cond evt="end">
                                        <p:tn val="6998"/>
                                      </p:cond>
                                    </p:stCondLst>
                                  </p:cTn>
                                  <p:tgtEl>
                                    <p:spTgt spid="2398"/>
                                  </p:tgtEl>
                                  <p:attrNameLst>
                                    <p:attrName>style.visibility</p:attrName>
                                  </p:attrNameLst>
                                </p:cBhvr>
                                <p:to>
                                  <p:strVal val="hidden"/>
                                </p:to>
                              </p:set>
                              <p:par>
                                <p:cTn id="7001" nodeType="withEffect" fill="hold" presetClass="path" presetID="0">
                                  <p:stCondLst>
                                    <p:cond delay="0"/>
                                  </p:stCondLst>
                                  <p:childTnLst>
                                    <p:animMotion origin="layout" path="M -0.3 -0.02219 L -0.73333 -0.02219 E">
                                      <p:cBhvr>
                                        <p:cTn id="7002" dur="500" fill="hold"/>
                                        <p:tgtEl>
                                          <p:spTgt spid="2399"/>
                                        </p:tgtEl>
                                      </p:cBhvr>
                                    </p:animMotion>
                                  </p:childTnLst>
                                </p:cTn>
                              </p:par>
                              <p:set>
                                <p:cBhvr>
                                  <p:cTn id="7003" dur="1" fill="hold">
                                    <p:stCondLst>
                                      <p:cond evt="end">
                                        <p:tn val="7001"/>
                                      </p:cond>
                                    </p:stCondLst>
                                  </p:cTn>
                                  <p:tgtEl>
                                    <p:spTgt spid="2399"/>
                                  </p:tgtEl>
                                  <p:attrNameLst>
                                    <p:attrName>style.visibility</p:attrName>
                                  </p:attrNameLst>
                                </p:cBhvr>
                                <p:to>
                                  <p:strVal val="hidden"/>
                                </p:to>
                              </p:set>
                            </p:childTnLst>
                          </p:cTn>
                        </p:par>
                        <p:par>
                          <p:cTn id="7004" fill="hold">
                            <p:stCondLst>
                              <p:cond delay="4000"/>
                            </p:stCondLst>
                            <p:childTnLst>
                              <p:par>
                                <p:cTn id="7005" nodeType="afterEffect" fill="hold" presetClass="path" presetID="0">
                                  <p:stCondLst>
                                    <p:cond delay="0"/>
                                  </p:stCondLst>
                                  <p:childTnLst>
                                    <p:animMotion origin="layout" path="M -0.30833 -0.02219 L -0.73333 -0.02219 E">
                                      <p:cBhvr>
                                        <p:cTn id="7006" dur="500" fill="hold"/>
                                        <p:tgtEl>
                                          <p:spTgt spid="2400"/>
                                        </p:tgtEl>
                                      </p:cBhvr>
                                    </p:animMotion>
                                  </p:childTnLst>
                                </p:cTn>
                              </p:par>
                              <p:set>
                                <p:cBhvr>
                                  <p:cTn id="7007" dur="1" fill="hold">
                                    <p:stCondLst>
                                      <p:cond evt="end">
                                        <p:tn val="7005"/>
                                      </p:cond>
                                    </p:stCondLst>
                                  </p:cTn>
                                  <p:tgtEl>
                                    <p:spTgt spid="2400"/>
                                  </p:tgtEl>
                                  <p:attrNameLst>
                                    <p:attrName>style.visibility</p:attrName>
                                  </p:attrNameLst>
                                </p:cBhvr>
                                <p:to>
                                  <p:strVal val="hidden"/>
                                </p:to>
                              </p:set>
                              <p:par>
                                <p:cTn id="7008" nodeType="withEffect" fill="hold" presetClass="path" presetID="0">
                                  <p:stCondLst>
                                    <p:cond delay="0"/>
                                  </p:stCondLst>
                                  <p:childTnLst>
                                    <p:animMotion origin="layout" path="M -0.30833 -0.02219 L -0.73333 -0.02219 E">
                                      <p:cBhvr>
                                        <p:cTn id="7009" dur="500" fill="hold"/>
                                        <p:tgtEl>
                                          <p:spTgt spid="2401"/>
                                        </p:tgtEl>
                                      </p:cBhvr>
                                    </p:animMotion>
                                  </p:childTnLst>
                                </p:cTn>
                              </p:par>
                              <p:set>
                                <p:cBhvr>
                                  <p:cTn id="7010" dur="1" fill="hold">
                                    <p:stCondLst>
                                      <p:cond evt="end">
                                        <p:tn val="7008"/>
                                      </p:cond>
                                    </p:stCondLst>
                                  </p:cTn>
                                  <p:tgtEl>
                                    <p:spTgt spid="2401"/>
                                  </p:tgtEl>
                                  <p:attrNameLst>
                                    <p:attrName>style.visibility</p:attrName>
                                  </p:attrNameLst>
                                </p:cBhvr>
                                <p:to>
                                  <p:strVal val="hidden"/>
                                </p:to>
                              </p:set>
                            </p:childTnLst>
                          </p:cTn>
                        </p:par>
                        <p:par>
                          <p:cTn id="7011" fill="hold">
                            <p:stCondLst>
                              <p:cond delay="4500"/>
                            </p:stCondLst>
                            <p:childTnLst>
                              <p:par>
                                <p:cTn id="7012" nodeType="afterEffect" fill="hold" presetClass="entr" presetID="27">
                                  <p:stCondLst>
                                    <p:cond delay="0"/>
                                  </p:stCondLst>
                                  <p:iterate type="lt">
                                    <p:tmAbs val="40"/>
                                  </p:iterate>
                                  <p:childTnLst>
                                    <p:set>
                                      <p:cBhvr>
                                        <p:cTn id="7013" dur="1" fill="hold">
                                          <p:stCondLst>
                                            <p:cond delay="0"/>
                                          </p:stCondLst>
                                        </p:cTn>
                                        <p:tgtEl>
                                          <p:spTgt spid="2402"/>
                                        </p:tgtEl>
                                        <p:attrNameLst>
                                          <p:attrName>style.visibility</p:attrName>
                                        </p:attrNameLst>
                                      </p:cBhvr>
                                      <p:to>
                                        <p:strVal val="visible"/>
                                      </p:to>
                                    </p:set>
                                    <p:anim calcmode="discrete" valueType="clr">
                                      <p:cBhvr additive="repl">
                                        <p:cTn id="7014" dur="80"/>
                                        <p:tgtEl>
                                          <p:spTgt spid="2402"/>
                                        </p:tgtEl>
                                        <p:attrNameLst>
                                          <p:attrName>style.color</p:attrName>
                                        </p:attrNameLst>
                                      </p:cBhvr>
                                      <p:tavLst>
                                        <p:tav tm="0">
                                          <p:val>
                                            <p:strVal val="rgb(-103,51,51)"/>
                                          </p:val>
                                        </p:tav>
                                        <p:tav tm="50000">
                                          <p:val>
                                            <p:strVal val="rgb(-103,-103,0)"/>
                                          </p:val>
                                        </p:tav>
                                      </p:tavLst>
                                    </p:anim>
                                    <p:anim calcmode="discrete" valueType="clr">
                                      <p:cBhvr additive="repl">
                                        <p:cTn id="7015" dur="80"/>
                                        <p:tgtEl>
                                          <p:spTgt spid="2402"/>
                                        </p:tgtEl>
                                        <p:attrNameLst>
                                          <p:attrName>fillcolor</p:attrName>
                                        </p:attrNameLst>
                                      </p:cBhvr>
                                      <p:tavLst>
                                        <p:tav tm="0">
                                          <p:val>
                                            <p:strVal val="rgb(-103,51,51)"/>
                                          </p:val>
                                        </p:tav>
                                        <p:tav tm="50000">
                                          <p:val>
                                            <p:strVal val="rgb(-103,-103,0)"/>
                                          </p:val>
                                        </p:tav>
                                      </p:tavLst>
                                    </p:anim>
                                    <p:set>
                                      <p:cBhvr>
                                        <p:cTn id="7016" dur="80"/>
                                        <p:tgtEl>
                                          <p:spTgt spid="2402"/>
                                        </p:tgtEl>
                                        <p:attrNameLst>
                                          <p:attrName>fill.type</p:attrName>
                                        </p:attrNameLst>
                                      </p:cBhvr>
                                      <p:to>
                                        <p:strVal val="solid"/>
                                      </p:to>
                                    </p:set>
                                  </p:childTnLst>
                                </p:cTn>
                              </p:par>
                            </p:childTnLst>
                          </p:cTn>
                        </p:par>
                        <p:par>
                          <p:cTn id="7017" fill="hold">
                            <p:stCondLst>
                              <p:cond delay="5100"/>
                            </p:stCondLst>
                            <p:childTnLst>
                              <p:par>
                                <p:cTn id="7018" nodeType="afterEffect" fill="hold" presetClass="exit" presetID="27">
                                  <p:stCondLst>
                                    <p:cond delay="500"/>
                                  </p:stCondLst>
                                  <p:iterate type="lt">
                                    <p:tmAbs val="40"/>
                                  </p:iterate>
                                  <p:childTnLst>
                                    <p:anim calcmode="discrete" valueType="clr">
                                      <p:cBhvr additive="repl">
                                        <p:cTn id="7019" dur="80"/>
                                        <p:tgtEl>
                                          <p:spTgt spid="2402"/>
                                        </p:tgtEl>
                                        <p:attrNameLst>
                                          <p:attrName>style.color</p:attrName>
                                        </p:attrNameLst>
                                      </p:cBhvr>
                                      <p:tavLst>
                                        <p:tav tm="0">
                                          <p:val>
                                            <p:strVal val="rgb(-103,-103,0)"/>
                                          </p:val>
                                        </p:tav>
                                        <p:tav tm="50000">
                                          <p:val>
                                            <p:strVal val="rgb(-103,51,51)"/>
                                          </p:val>
                                        </p:tav>
                                      </p:tavLst>
                                    </p:anim>
                                    <p:anim calcmode="discrete" valueType="clr">
                                      <p:cBhvr additive="repl">
                                        <p:cTn id="7020" dur="80"/>
                                        <p:tgtEl>
                                          <p:spTgt spid="2402"/>
                                        </p:tgtEl>
                                        <p:attrNameLst>
                                          <p:attrName>fillcolor</p:attrName>
                                        </p:attrNameLst>
                                      </p:cBhvr>
                                      <p:tavLst>
                                        <p:tav tm="0">
                                          <p:val>
                                            <p:strVal val="rgb(-103,-103,0)"/>
                                          </p:val>
                                        </p:tav>
                                        <p:tav tm="50000">
                                          <p:val>
                                            <p:strVal val="rgb(-103,51,51)"/>
                                          </p:val>
                                        </p:tav>
                                      </p:tavLst>
                                    </p:anim>
                                    <p:set>
                                      <p:cBhvr>
                                        <p:cTn id="7021" dur="80"/>
                                        <p:tgtEl>
                                          <p:spTgt spid="2402"/>
                                        </p:tgtEl>
                                        <p:attrNameLst>
                                          <p:attrName>fill.type</p:attrName>
                                        </p:attrNameLst>
                                      </p:cBhvr>
                                      <p:to>
                                        <p:strVal val="solid"/>
                                      </p:to>
                                    </p:set>
                                    <p:set>
                                      <p:cBhvr>
                                        <p:cTn id="7022" dur="1" fill="hold">
                                          <p:stCondLst>
                                            <p:cond delay="79"/>
                                          </p:stCondLst>
                                        </p:cTn>
                                        <p:tgtEl>
                                          <p:spTgt spid="2402"/>
                                        </p:tgtEl>
                                        <p:attrNameLst>
                                          <p:attrName>style.visibility</p:attrName>
                                        </p:attrNameLst>
                                      </p:cBhvr>
                                      <p:to>
                                        <p:strVal val="hidden"/>
                                      </p:to>
                                    </p:set>
                                  </p:childTnLst>
                                </p:cTn>
                              </p:par>
                            </p:childTnLst>
                          </p:cTn>
                        </p:par>
                        <p:par>
                          <p:cTn id="7023" fill="hold">
                            <p:stCondLst>
                              <p:cond delay="6200"/>
                            </p:stCondLst>
                            <p:childTnLst>
                              <p:par>
                                <p:cTn id="7024" nodeType="afterEffect" fill="hold" presetClass="entr" presetID="9">
                                  <p:stCondLst>
                                    <p:cond delay="0"/>
                                  </p:stCondLst>
                                  <p:childTnLst>
                                    <p:set>
                                      <p:cBhvr>
                                        <p:cTn id="7025" dur="1" fill="hold">
                                          <p:stCondLst>
                                            <p:cond delay="0"/>
                                          </p:stCondLst>
                                        </p:cTn>
                                        <p:tgtEl>
                                          <p:spTgt spid="2403"/>
                                        </p:tgtEl>
                                        <p:attrNameLst>
                                          <p:attrName>style.visibility</p:attrName>
                                        </p:attrNameLst>
                                      </p:cBhvr>
                                      <p:to>
                                        <p:strVal val="visible"/>
                                      </p:to>
                                    </p:set>
                                    <p:animEffect filter="dissolve" transition="in">
                                      <p:cBhvr additive="repl">
                                        <p:cTn id="7026" dur="500"/>
                                        <p:tgtEl>
                                          <p:spTgt spid="2403"/>
                                        </p:tgtEl>
                                      </p:cBhvr>
                                    </p:animEffect>
                                  </p:childTnLst>
                                </p:cTn>
                              </p:par>
                              <p:par>
                                <p:cTn id="7027" nodeType="withEffect" fill="hold" presetClass="entr" presetID="9">
                                  <p:stCondLst>
                                    <p:cond delay="0"/>
                                  </p:stCondLst>
                                  <p:childTnLst>
                                    <p:set>
                                      <p:cBhvr>
                                        <p:cTn id="7028" dur="1" fill="hold">
                                          <p:stCondLst>
                                            <p:cond delay="0"/>
                                          </p:stCondLst>
                                        </p:cTn>
                                        <p:tgtEl>
                                          <p:spTgt spid="2404"/>
                                        </p:tgtEl>
                                        <p:attrNameLst>
                                          <p:attrName>style.visibility</p:attrName>
                                        </p:attrNameLst>
                                      </p:cBhvr>
                                      <p:to>
                                        <p:strVal val="visible"/>
                                      </p:to>
                                    </p:set>
                                    <p:animEffect filter="dissolve" transition="in">
                                      <p:cBhvr additive="repl">
                                        <p:cTn id="7029" dur="500"/>
                                        <p:tgtEl>
                                          <p:spTgt spid="2404"/>
                                        </p:tgtEl>
                                      </p:cBhvr>
                                    </p:animEffect>
                                  </p:childTnLst>
                                </p:cTn>
                              </p:par>
                              <p:par>
                                <p:cTn id="7030" nodeType="withEffect" fill="hold" presetClass="entr" presetID="9">
                                  <p:stCondLst>
                                    <p:cond delay="0"/>
                                  </p:stCondLst>
                                  <p:childTnLst>
                                    <p:set>
                                      <p:cBhvr>
                                        <p:cTn id="7031" dur="1" fill="hold">
                                          <p:stCondLst>
                                            <p:cond delay="0"/>
                                          </p:stCondLst>
                                        </p:cTn>
                                        <p:tgtEl>
                                          <p:spTgt spid="2405"/>
                                        </p:tgtEl>
                                        <p:attrNameLst>
                                          <p:attrName>style.visibility</p:attrName>
                                        </p:attrNameLst>
                                      </p:cBhvr>
                                      <p:to>
                                        <p:strVal val="visible"/>
                                      </p:to>
                                    </p:set>
                                    <p:animEffect filter="dissolve" transition="in">
                                      <p:cBhvr additive="repl">
                                        <p:cTn id="7032" dur="500"/>
                                        <p:tgtEl>
                                          <p:spTgt spid="2405"/>
                                        </p:tgtEl>
                                      </p:cBhvr>
                                    </p:animEffect>
                                  </p:childTnLst>
                                </p:cTn>
                              </p:par>
                              <p:par>
                                <p:cTn id="7033" nodeType="withEffect" fill="hold" presetClass="entr" presetID="9">
                                  <p:stCondLst>
                                    <p:cond delay="0"/>
                                  </p:stCondLst>
                                  <p:childTnLst>
                                    <p:set>
                                      <p:cBhvr>
                                        <p:cTn id="7034" dur="1" fill="hold">
                                          <p:stCondLst>
                                            <p:cond delay="0"/>
                                          </p:stCondLst>
                                        </p:cTn>
                                        <p:tgtEl>
                                          <p:spTgt spid="2406"/>
                                        </p:tgtEl>
                                        <p:attrNameLst>
                                          <p:attrName>style.visibility</p:attrName>
                                        </p:attrNameLst>
                                      </p:cBhvr>
                                      <p:to>
                                        <p:strVal val="visible"/>
                                      </p:to>
                                    </p:set>
                                    <p:animEffect filter="dissolve" transition="in">
                                      <p:cBhvr additive="repl">
                                        <p:cTn id="7035" dur="500"/>
                                        <p:tgtEl>
                                          <p:spTgt spid="2406"/>
                                        </p:tgtEl>
                                      </p:cBhvr>
                                    </p:animEffect>
                                  </p:childTnLst>
                                </p:cTn>
                              </p:par>
                            </p:childTnLst>
                          </p:cTn>
                        </p:par>
                        <p:par>
                          <p:cTn id="7036" fill="hold">
                            <p:stCondLst>
                              <p:cond delay="6700"/>
                            </p:stCondLst>
                            <p:childTnLst>
                              <p:par>
                                <p:cTn id="7037" nodeType="afterEffect" fill="hold" presetClass="entr" presetID="1">
                                  <p:stCondLst>
                                    <p:cond delay="0"/>
                                  </p:stCondLst>
                                  <p:childTnLst>
                                    <p:set>
                                      <p:cBhvr>
                                        <p:cTn id="7038" dur="1" fill="hold">
                                          <p:stCondLst>
                                            <p:cond delay="0"/>
                                          </p:stCondLst>
                                        </p:cTn>
                                        <p:tgtEl>
                                          <p:spTgt spid="2406"/>
                                        </p:tgtEl>
                                        <p:attrNameLst>
                                          <p:attrName>style.visibility</p:attrName>
                                        </p:attrNameLst>
                                      </p:cBhvr>
                                      <p:to>
                                        <p:strVal val="visible"/>
                                      </p:to>
                                    </p:set>
                                  </p:childTnLst>
                                </p:cTn>
                              </p:par>
                            </p:childTnLst>
                          </p:cTn>
                        </p:par>
                        <p:par>
                          <p:cTn id="7039" fill="hold">
                            <p:stCondLst>
                              <p:cond delay="6700"/>
                            </p:stCondLst>
                            <p:childTnLst>
                              <p:par>
                                <p:cTn id="7040" nodeType="afterEffect" fill="hold" presetClass="entr" presetID="1">
                                  <p:stCondLst>
                                    <p:cond delay="500"/>
                                  </p:stCondLst>
                                  <p:childTnLst>
                                    <p:set>
                                      <p:cBhvr>
                                        <p:cTn id="7041" dur="1" fill="hold">
                                          <p:stCondLst>
                                            <p:cond delay="0"/>
                                          </p:stCondLst>
                                        </p:cTn>
                                        <p:tgtEl>
                                          <p:spTgt spid="2407"/>
                                        </p:tgtEl>
                                        <p:attrNameLst>
                                          <p:attrName>style.visibility</p:attrName>
                                        </p:attrNameLst>
                                      </p:cBhvr>
                                      <p:to>
                                        <p:strVal val="visible"/>
                                      </p:to>
                                    </p:set>
                                  </p:childTnLst>
                                </p:cTn>
                              </p:par>
                            </p:childTnLst>
                          </p:cTn>
                        </p:par>
                        <p:par>
                          <p:cTn id="7042" fill="hold">
                            <p:stCondLst>
                              <p:cond delay="7200"/>
                            </p:stCondLst>
                            <p:childTnLst>
                              <p:par>
                                <p:cTn id="7043" nodeType="afterEffect" fill="hold" presetClass="exit" presetID="1">
                                  <p:stCondLst>
                                    <p:cond delay="1500"/>
                                  </p:stCondLst>
                                  <p:childTnLst>
                                    <p:set>
                                      <p:cBhvr>
                                        <p:cTn id="7044" dur="1" fill="hold">
                                          <p:stCondLst>
                                            <p:cond delay="0"/>
                                          </p:stCondLst>
                                        </p:cTn>
                                        <p:tgtEl>
                                          <p:spTgt spid="2407"/>
                                        </p:tgtEl>
                                        <p:attrNameLst>
                                          <p:attrName>style.visibility</p:attrName>
                                        </p:attrNameLst>
                                      </p:cBhvr>
                                      <p:to>
                                        <p:strVal val="hidden"/>
                                      </p:to>
                                    </p:set>
                                  </p:childTnLst>
                                </p:cTn>
                              </p:par>
                            </p:childTnLst>
                          </p:cTn>
                        </p:par>
                        <p:par>
                          <p:cTn id="7045" fill="hold">
                            <p:stCondLst>
                              <p:cond delay="8700"/>
                            </p:stCondLst>
                            <p:childTnLst>
                              <p:par>
                                <p:cTn id="7046" nodeType="afterEffect" fill="hold" presetClass="entr" presetID="1">
                                  <p:stCondLst>
                                    <p:cond delay="0"/>
                                  </p:stCondLst>
                                  <p:childTnLst>
                                    <p:set>
                                      <p:cBhvr>
                                        <p:cTn id="7047" dur="1" fill="hold">
                                          <p:stCondLst>
                                            <p:cond delay="0"/>
                                          </p:stCondLst>
                                        </p:cTn>
                                        <p:tgtEl>
                                          <p:spTgt spid="2409"/>
                                        </p:tgtEl>
                                        <p:attrNameLst>
                                          <p:attrName>style.visibility</p:attrName>
                                        </p:attrNameLst>
                                      </p:cBhvr>
                                      <p:to>
                                        <p:strVal val="visible"/>
                                      </p:to>
                                    </p:set>
                                  </p:childTnLst>
                                </p:cTn>
                              </p:par>
                            </p:childTnLst>
                          </p:cTn>
                        </p:par>
                        <p:par>
                          <p:cTn id="7048" fill="hold">
                            <p:stCondLst>
                              <p:cond delay="8700"/>
                            </p:stCondLst>
                            <p:childTnLst>
                              <p:par>
                                <p:cTn id="7049" nodeType="afterEffect" fill="hold" presetClass="emph" presetID="6">
                                  <p:stCondLst>
                                    <p:cond delay="0"/>
                                  </p:stCondLst>
                                  <p:childTnLst>
                                    <p:animScale>
                                      <p:cBhvr>
                                        <p:cTn id="7050" dur="1000" fill="hold"/>
                                        <p:tgtEl>
                                          <p:spTgt spid="2409"/>
                                        </p:tgtEl>
                                      </p:cBhvr>
                                      <p:to x="-0" y="-0"/>
                                    </p:animScale>
                                  </p:childTnLst>
                                </p:cTn>
                              </p:par>
                            </p:childTnLst>
                          </p:cTn>
                        </p:par>
                        <p:par>
                          <p:cTn id="7051" fill="hold">
                            <p:stCondLst>
                              <p:cond delay="9700"/>
                            </p:stCondLst>
                            <p:childTnLst>
                              <p:par>
                                <p:cTn id="7052" nodeType="afterEffect" fill="hold" presetClass="entr" presetID="1">
                                  <p:stCondLst>
                                    <p:cond delay="0"/>
                                  </p:stCondLst>
                                  <p:childTnLst>
                                    <p:set>
                                      <p:cBhvr>
                                        <p:cTn id="7053" dur="1" fill="hold">
                                          <p:stCondLst>
                                            <p:cond delay="0"/>
                                          </p:stCondLst>
                                        </p:cTn>
                                        <p:tgtEl>
                                          <p:spTgt spid="2410"/>
                                        </p:tgtEl>
                                        <p:attrNameLst>
                                          <p:attrName>style.visibility</p:attrName>
                                        </p:attrNameLst>
                                      </p:cBhvr>
                                      <p:to>
                                        <p:strVal val="visible"/>
                                      </p:to>
                                    </p:set>
                                  </p:childTnLst>
                                </p:cTn>
                              </p:par>
                            </p:childTnLst>
                          </p:cTn>
                        </p:par>
                        <p:par>
                          <p:cTn id="7054" fill="hold">
                            <p:stCondLst>
                              <p:cond delay="9700"/>
                            </p:stCondLst>
                            <p:childTnLst>
                              <p:par>
                                <p:cTn id="7055" nodeType="afterEffect" fill="hold" presetClass="path" presetID="0">
                                  <p:stCondLst>
                                    <p:cond delay="0"/>
                                  </p:stCondLst>
                                  <p:childTnLst>
                                    <p:animMotion origin="layout" path="M -3.33333E-006 8.67052E-007 L 0.625 8.67052E-007 E">
                                      <p:cBhvr>
                                        <p:cTn id="7056" dur="500" fill="hold"/>
                                        <p:tgtEl>
                                          <p:spTgt spid="2410"/>
                                        </p:tgtEl>
                                      </p:cBhvr>
                                    </p:animMotion>
                                  </p:childTnLst>
                                </p:cTn>
                              </p:par>
                            </p:childTnLst>
                          </p:cTn>
                        </p:par>
                        <p:par>
                          <p:cTn id="7057" fill="hold">
                            <p:stCondLst>
                              <p:cond delay="10200"/>
                            </p:stCondLst>
                            <p:childTnLst>
                              <p:par>
                                <p:cTn id="7058" nodeType="afterEffect" fill="hold" presetClass="entr" presetID="1">
                                  <p:stCondLst>
                                    <p:cond delay="0"/>
                                  </p:stCondLst>
                                  <p:childTnLst>
                                    <p:set>
                                      <p:cBhvr>
                                        <p:cTn id="7059" dur="1" fill="hold">
                                          <p:stCondLst>
                                            <p:cond delay="0"/>
                                          </p:stCondLst>
                                        </p:cTn>
                                        <p:tgtEl>
                                          <p:spTgt spid="2411"/>
                                        </p:tgtEl>
                                        <p:attrNameLst>
                                          <p:attrName>style.visibility</p:attrName>
                                        </p:attrNameLst>
                                      </p:cBhvr>
                                      <p:to>
                                        <p:strVal val="visible"/>
                                      </p:to>
                                    </p:set>
                                  </p:childTnLst>
                                </p:cTn>
                              </p:par>
                            </p:childTnLst>
                          </p:cTn>
                        </p:par>
                        <p:par>
                          <p:cTn id="7060" fill="hold">
                            <p:stCondLst>
                              <p:cond delay="10200"/>
                            </p:stCondLst>
                            <p:childTnLst>
                              <p:par>
                                <p:cTn id="7061" nodeType="afterEffect" fill="hold" presetClass="path" presetID="0">
                                  <p:stCondLst>
                                    <p:cond delay="0"/>
                                  </p:stCondLst>
                                  <p:childTnLst>
                                    <p:animMotion origin="layout" path="M -3.33333E-006 8.67052E-007 L 0.625 8.67052E-007 E">
                                      <p:cBhvr>
                                        <p:cTn id="7062" dur="500" fill="hold"/>
                                        <p:tgtEl>
                                          <p:spTgt spid="2411"/>
                                        </p:tgtEl>
                                      </p:cBhvr>
                                    </p:animMotion>
                                  </p:childTnLst>
                                </p:cTn>
                              </p:par>
                            </p:childTnLst>
                          </p:cTn>
                        </p:par>
                        <p:par>
                          <p:cTn id="7063" fill="hold">
                            <p:stCondLst>
                              <p:cond delay="10700"/>
                            </p:stCondLst>
                            <p:childTnLst>
                              <p:par>
                                <p:cTn id="7064" nodeType="afterEffect" fill="hold" presetClass="entr" presetID="1">
                                  <p:stCondLst>
                                    <p:cond delay="0"/>
                                  </p:stCondLst>
                                  <p:childTnLst>
                                    <p:set>
                                      <p:cBhvr>
                                        <p:cTn id="7065" dur="1" fill="hold">
                                          <p:stCondLst>
                                            <p:cond delay="0"/>
                                          </p:stCondLst>
                                        </p:cTn>
                                        <p:tgtEl>
                                          <p:spTgt spid="2412"/>
                                        </p:tgtEl>
                                        <p:attrNameLst>
                                          <p:attrName>style.visibility</p:attrName>
                                        </p:attrNameLst>
                                      </p:cBhvr>
                                      <p:to>
                                        <p:strVal val="visible"/>
                                      </p:to>
                                    </p:set>
                                  </p:childTnLst>
                                </p:cTn>
                              </p:par>
                            </p:childTnLst>
                          </p:cTn>
                        </p:par>
                        <p:par>
                          <p:cTn id="7066" fill="hold">
                            <p:stCondLst>
                              <p:cond delay="10700"/>
                            </p:stCondLst>
                            <p:childTnLst>
                              <p:par>
                                <p:cTn id="7067" nodeType="afterEffect" fill="hold" presetClass="path" presetID="0">
                                  <p:stCondLst>
                                    <p:cond delay="0"/>
                                  </p:stCondLst>
                                  <p:childTnLst>
                                    <p:animMotion origin="layout" path="M -3.33333E-006 8.67052E-007 L 0.625 8.67052E-007 E">
                                      <p:cBhvr>
                                        <p:cTn id="7068" dur="500" fill="hold"/>
                                        <p:tgtEl>
                                          <p:spTgt spid="2412"/>
                                        </p:tgtEl>
                                      </p:cBhvr>
                                    </p:animMotion>
                                  </p:childTnLst>
                                </p:cTn>
                              </p:par>
                            </p:childTnLst>
                          </p:cTn>
                        </p:par>
                        <p:par>
                          <p:cTn id="7069" fill="hold">
                            <p:stCondLst>
                              <p:cond delay="11200"/>
                            </p:stCondLst>
                            <p:childTnLst>
                              <p:par>
                                <p:cTn id="7070" nodeType="afterEffect" fill="hold" presetClass="entr" presetID="27">
                                  <p:stCondLst>
                                    <p:cond delay="0"/>
                                  </p:stCondLst>
                                  <p:iterate type="lt">
                                    <p:tmAbs val="40"/>
                                  </p:iterate>
                                  <p:childTnLst>
                                    <p:set>
                                      <p:cBhvr>
                                        <p:cTn id="7071" dur="1" fill="hold">
                                          <p:stCondLst>
                                            <p:cond delay="0"/>
                                          </p:stCondLst>
                                        </p:cTn>
                                        <p:tgtEl>
                                          <p:spTgt spid="2413"/>
                                        </p:tgtEl>
                                        <p:attrNameLst>
                                          <p:attrName>style.visibility</p:attrName>
                                        </p:attrNameLst>
                                      </p:cBhvr>
                                      <p:to>
                                        <p:strVal val="visible"/>
                                      </p:to>
                                    </p:set>
                                    <p:anim calcmode="discrete" valueType="clr">
                                      <p:cBhvr additive="repl">
                                        <p:cTn id="7072" dur="80"/>
                                        <p:tgtEl>
                                          <p:spTgt spid="2413"/>
                                        </p:tgtEl>
                                        <p:attrNameLst>
                                          <p:attrName>style.color</p:attrName>
                                        </p:attrNameLst>
                                      </p:cBhvr>
                                      <p:tavLst>
                                        <p:tav tm="0">
                                          <p:val>
                                            <p:strVal val="rgb(-103,51,51)"/>
                                          </p:val>
                                        </p:tav>
                                        <p:tav tm="50000">
                                          <p:val>
                                            <p:strVal val="rgb(-103,-103,0)"/>
                                          </p:val>
                                        </p:tav>
                                      </p:tavLst>
                                    </p:anim>
                                    <p:anim calcmode="discrete" valueType="clr">
                                      <p:cBhvr additive="repl">
                                        <p:cTn id="7073" dur="80"/>
                                        <p:tgtEl>
                                          <p:spTgt spid="2413"/>
                                        </p:tgtEl>
                                        <p:attrNameLst>
                                          <p:attrName>fillcolor</p:attrName>
                                        </p:attrNameLst>
                                      </p:cBhvr>
                                      <p:tavLst>
                                        <p:tav tm="0">
                                          <p:val>
                                            <p:strVal val="rgb(-103,51,51)"/>
                                          </p:val>
                                        </p:tav>
                                        <p:tav tm="50000">
                                          <p:val>
                                            <p:strVal val="rgb(-103,-103,0)"/>
                                          </p:val>
                                        </p:tav>
                                      </p:tavLst>
                                    </p:anim>
                                    <p:set>
                                      <p:cBhvr>
                                        <p:cTn id="7074" dur="80"/>
                                        <p:tgtEl>
                                          <p:spTgt spid="2413"/>
                                        </p:tgtEl>
                                        <p:attrNameLst>
                                          <p:attrName>fill.type</p:attrName>
                                        </p:attrNameLst>
                                      </p:cBhvr>
                                      <p:to>
                                        <p:strVal val="solid"/>
                                      </p:to>
                                    </p:set>
                                  </p:childTnLst>
                                </p:cTn>
                              </p:par>
                            </p:childTnLst>
                          </p:cTn>
                        </p:par>
                        <p:par>
                          <p:cTn id="7075" fill="hold">
                            <p:stCondLst>
                              <p:cond delay="11400"/>
                            </p:stCondLst>
                            <p:childTnLst>
                              <p:par>
                                <p:cTn id="7076" nodeType="afterEffect" fill="hold" presetClass="exit" presetID="27">
                                  <p:stCondLst>
                                    <p:cond delay="500"/>
                                  </p:stCondLst>
                                  <p:iterate type="lt">
                                    <p:tmAbs val="40"/>
                                  </p:iterate>
                                  <p:childTnLst>
                                    <p:anim calcmode="discrete" valueType="clr">
                                      <p:cBhvr additive="repl">
                                        <p:cTn id="7077" dur="80"/>
                                        <p:tgtEl>
                                          <p:spTgt spid="2413"/>
                                        </p:tgtEl>
                                        <p:attrNameLst>
                                          <p:attrName>style.color</p:attrName>
                                        </p:attrNameLst>
                                      </p:cBhvr>
                                      <p:tavLst>
                                        <p:tav tm="0">
                                          <p:val>
                                            <p:strVal val="rgb(-103,-103,0)"/>
                                          </p:val>
                                        </p:tav>
                                        <p:tav tm="50000">
                                          <p:val>
                                            <p:strVal val="rgb(-103,51,51)"/>
                                          </p:val>
                                        </p:tav>
                                      </p:tavLst>
                                    </p:anim>
                                    <p:anim calcmode="discrete" valueType="clr">
                                      <p:cBhvr additive="repl">
                                        <p:cTn id="7078" dur="80"/>
                                        <p:tgtEl>
                                          <p:spTgt spid="2413"/>
                                        </p:tgtEl>
                                        <p:attrNameLst>
                                          <p:attrName>fillcolor</p:attrName>
                                        </p:attrNameLst>
                                      </p:cBhvr>
                                      <p:tavLst>
                                        <p:tav tm="0">
                                          <p:val>
                                            <p:strVal val="rgb(-103,-103,0)"/>
                                          </p:val>
                                        </p:tav>
                                        <p:tav tm="50000">
                                          <p:val>
                                            <p:strVal val="rgb(-103,51,51)"/>
                                          </p:val>
                                        </p:tav>
                                      </p:tavLst>
                                    </p:anim>
                                    <p:set>
                                      <p:cBhvr>
                                        <p:cTn id="7079" dur="80"/>
                                        <p:tgtEl>
                                          <p:spTgt spid="2413"/>
                                        </p:tgtEl>
                                        <p:attrNameLst>
                                          <p:attrName>fill.type</p:attrName>
                                        </p:attrNameLst>
                                      </p:cBhvr>
                                      <p:to>
                                        <p:strVal val="solid"/>
                                      </p:to>
                                    </p:set>
                                    <p:set>
                                      <p:cBhvr>
                                        <p:cTn id="7080" dur="1" fill="hold">
                                          <p:stCondLst>
                                            <p:cond delay="79"/>
                                          </p:stCondLst>
                                        </p:cTn>
                                        <p:tgtEl>
                                          <p:spTgt spid="2413"/>
                                        </p:tgtEl>
                                        <p:attrNameLst>
                                          <p:attrName>style.visibility</p:attrName>
                                        </p:attrNameLst>
                                      </p:cBhvr>
                                      <p:to>
                                        <p:strVal val="hidden"/>
                                      </p:to>
                                    </p:set>
                                  </p:childTnLst>
                                </p:cTn>
                              </p:par>
                            </p:childTnLst>
                          </p:cTn>
                        </p:par>
                        <p:par>
                          <p:cTn id="7081" fill="hold">
                            <p:stCondLst>
                              <p:cond delay="12100"/>
                            </p:stCondLst>
                            <p:childTnLst>
                              <p:par>
                                <p:cTn id="7082" nodeType="afterEffect" fill="hold" presetClass="entr" presetID="9">
                                  <p:stCondLst>
                                    <p:cond delay="0"/>
                                  </p:stCondLst>
                                  <p:childTnLst>
                                    <p:set>
                                      <p:cBhvr>
                                        <p:cTn id="7083" dur="1" fill="hold">
                                          <p:stCondLst>
                                            <p:cond delay="0"/>
                                          </p:stCondLst>
                                        </p:cTn>
                                        <p:tgtEl>
                                          <p:spTgt spid="2414"/>
                                        </p:tgtEl>
                                        <p:attrNameLst>
                                          <p:attrName>style.visibility</p:attrName>
                                        </p:attrNameLst>
                                      </p:cBhvr>
                                      <p:to>
                                        <p:strVal val="visible"/>
                                      </p:to>
                                    </p:set>
                                    <p:animEffect filter="dissolve" transition="in">
                                      <p:cBhvr additive="repl">
                                        <p:cTn id="7084" dur="500"/>
                                        <p:tgtEl>
                                          <p:spTgt spid="2414"/>
                                        </p:tgtEl>
                                      </p:cBhvr>
                                    </p:animEffect>
                                  </p:childTnLst>
                                </p:cTn>
                              </p:par>
                            </p:childTnLst>
                          </p:cTn>
                        </p:par>
                        <p:par>
                          <p:cTn id="7085" fill="hold">
                            <p:stCondLst>
                              <p:cond delay="12600"/>
                            </p:stCondLst>
                            <p:childTnLst>
                              <p:par>
                                <p:cTn id="7086" nodeType="afterEffect" fill="hold" presetClass="entr" presetID="27">
                                  <p:stCondLst>
                                    <p:cond delay="0"/>
                                  </p:stCondLst>
                                  <p:iterate type="lt">
                                    <p:tmAbs val="40"/>
                                  </p:iterate>
                                  <p:childTnLst>
                                    <p:set>
                                      <p:cBhvr>
                                        <p:cTn id="7087" dur="1" fill="hold">
                                          <p:stCondLst>
                                            <p:cond delay="0"/>
                                          </p:stCondLst>
                                        </p:cTn>
                                        <p:tgtEl>
                                          <p:spTgt spid="2415"/>
                                        </p:tgtEl>
                                        <p:attrNameLst>
                                          <p:attrName>style.visibility</p:attrName>
                                        </p:attrNameLst>
                                      </p:cBhvr>
                                      <p:to>
                                        <p:strVal val="visible"/>
                                      </p:to>
                                    </p:set>
                                    <p:anim calcmode="discrete" valueType="clr">
                                      <p:cBhvr additive="repl">
                                        <p:cTn id="7088" dur="80"/>
                                        <p:tgtEl>
                                          <p:spTgt spid="2415"/>
                                        </p:tgtEl>
                                        <p:attrNameLst>
                                          <p:attrName>style.color</p:attrName>
                                        </p:attrNameLst>
                                      </p:cBhvr>
                                      <p:tavLst>
                                        <p:tav tm="0">
                                          <p:val>
                                            <p:strVal val="rgb(-103,51,51)"/>
                                          </p:val>
                                        </p:tav>
                                        <p:tav tm="50000">
                                          <p:val>
                                            <p:strVal val="rgb(-103,-103,0)"/>
                                          </p:val>
                                        </p:tav>
                                      </p:tavLst>
                                    </p:anim>
                                    <p:anim calcmode="discrete" valueType="clr">
                                      <p:cBhvr additive="repl">
                                        <p:cTn id="7089" dur="80"/>
                                        <p:tgtEl>
                                          <p:spTgt spid="2415"/>
                                        </p:tgtEl>
                                        <p:attrNameLst>
                                          <p:attrName>fillcolor</p:attrName>
                                        </p:attrNameLst>
                                      </p:cBhvr>
                                      <p:tavLst>
                                        <p:tav tm="0">
                                          <p:val>
                                            <p:strVal val="rgb(-103,51,51)"/>
                                          </p:val>
                                        </p:tav>
                                        <p:tav tm="50000">
                                          <p:val>
                                            <p:strVal val="rgb(-103,-103,0)"/>
                                          </p:val>
                                        </p:tav>
                                      </p:tavLst>
                                    </p:anim>
                                    <p:set>
                                      <p:cBhvr>
                                        <p:cTn id="7090" dur="80"/>
                                        <p:tgtEl>
                                          <p:spTgt spid="2415"/>
                                        </p:tgtEl>
                                        <p:attrNameLst>
                                          <p:attrName>fill.type</p:attrName>
                                        </p:attrNameLst>
                                      </p:cBhvr>
                                      <p:to>
                                        <p:strVal val="solid"/>
                                      </p:to>
                                    </p:set>
                                  </p:childTnLst>
                                </p:cTn>
                              </p:par>
                            </p:childTnLst>
                          </p:cTn>
                        </p:par>
                        <p:par>
                          <p:cTn id="7091" fill="hold">
                            <p:stCondLst>
                              <p:cond delay="13280"/>
                            </p:stCondLst>
                            <p:childTnLst>
                              <p:par>
                                <p:cTn id="7092" nodeType="afterEffect" fill="hold" presetClass="entr" presetID="9">
                                  <p:stCondLst>
                                    <p:cond delay="1000"/>
                                  </p:stCondLst>
                                  <p:childTnLst>
                                    <p:set>
                                      <p:cBhvr>
                                        <p:cTn id="7093" dur="1" fill="hold">
                                          <p:stCondLst>
                                            <p:cond delay="0"/>
                                          </p:stCondLst>
                                        </p:cTn>
                                        <p:tgtEl>
                                          <p:spTgt spid="2416"/>
                                        </p:tgtEl>
                                        <p:attrNameLst>
                                          <p:attrName>style.visibility</p:attrName>
                                        </p:attrNameLst>
                                      </p:cBhvr>
                                      <p:to>
                                        <p:strVal val="visible"/>
                                      </p:to>
                                    </p:set>
                                    <p:animEffect filter="dissolve" transition="in">
                                      <p:cBhvr additive="repl">
                                        <p:cTn id="7094" dur="500"/>
                                        <p:tgtEl>
                                          <p:spTgt spid="2416"/>
                                        </p:tgtEl>
                                      </p:cBhvr>
                                    </p:animEffect>
                                  </p:childTnLst>
                                </p:cTn>
                              </p:par>
                            </p:childTnLst>
                          </p:cTn>
                        </p:par>
                        <p:par>
                          <p:cTn id="7095" fill="hold">
                            <p:stCondLst>
                              <p:cond delay="14780"/>
                            </p:stCondLst>
                            <p:childTnLst>
                              <p:par>
                                <p:cTn id="7096" nodeType="afterEffect" fill="hold" presetClass="entr" presetID="27">
                                  <p:stCondLst>
                                    <p:cond delay="0"/>
                                  </p:stCondLst>
                                  <p:iterate type="lt">
                                    <p:tmAbs val="40"/>
                                  </p:iterate>
                                  <p:childTnLst>
                                    <p:set>
                                      <p:cBhvr>
                                        <p:cTn id="7097" dur="1" fill="hold">
                                          <p:stCondLst>
                                            <p:cond delay="0"/>
                                          </p:stCondLst>
                                        </p:cTn>
                                        <p:tgtEl>
                                          <p:spTgt spid="2417"/>
                                        </p:tgtEl>
                                        <p:attrNameLst>
                                          <p:attrName>style.visibility</p:attrName>
                                        </p:attrNameLst>
                                      </p:cBhvr>
                                      <p:to>
                                        <p:strVal val="visible"/>
                                      </p:to>
                                    </p:set>
                                    <p:anim calcmode="discrete" valueType="clr">
                                      <p:cBhvr additive="repl">
                                        <p:cTn id="7098" dur="80"/>
                                        <p:tgtEl>
                                          <p:spTgt spid="2417"/>
                                        </p:tgtEl>
                                        <p:attrNameLst>
                                          <p:attrName>style.color</p:attrName>
                                        </p:attrNameLst>
                                      </p:cBhvr>
                                      <p:tavLst>
                                        <p:tav tm="0">
                                          <p:val>
                                            <p:strVal val="rgb(-103,51,51)"/>
                                          </p:val>
                                        </p:tav>
                                        <p:tav tm="50000">
                                          <p:val>
                                            <p:strVal val="rgb(-103,-103,0)"/>
                                          </p:val>
                                        </p:tav>
                                      </p:tavLst>
                                    </p:anim>
                                    <p:anim calcmode="discrete" valueType="clr">
                                      <p:cBhvr additive="repl">
                                        <p:cTn id="7099" dur="80"/>
                                        <p:tgtEl>
                                          <p:spTgt spid="2417"/>
                                        </p:tgtEl>
                                        <p:attrNameLst>
                                          <p:attrName>fillcolor</p:attrName>
                                        </p:attrNameLst>
                                      </p:cBhvr>
                                      <p:tavLst>
                                        <p:tav tm="0">
                                          <p:val>
                                            <p:strVal val="rgb(-103,51,51)"/>
                                          </p:val>
                                        </p:tav>
                                        <p:tav tm="50000">
                                          <p:val>
                                            <p:strVal val="rgb(-103,-103,0)"/>
                                          </p:val>
                                        </p:tav>
                                      </p:tavLst>
                                    </p:anim>
                                    <p:set>
                                      <p:cBhvr>
                                        <p:cTn id="7100" dur="80"/>
                                        <p:tgtEl>
                                          <p:spTgt spid="2417"/>
                                        </p:tgtEl>
                                        <p:attrNameLst>
                                          <p:attrName>fill.type</p:attrName>
                                        </p:attrNameLst>
                                      </p:cBhvr>
                                      <p:to>
                                        <p:strVal val="solid"/>
                                      </p:to>
                                    </p:set>
                                  </p:childTnLst>
                                </p:cTn>
                              </p:par>
                            </p:childTnLst>
                          </p:cTn>
                        </p:par>
                        <p:par>
                          <p:cTn id="7101" fill="hold">
                            <p:stCondLst>
                              <p:cond delay="14860"/>
                            </p:stCondLst>
                            <p:childTnLst>
                              <p:par>
                                <p:cTn id="7102" nodeType="afterEffect" fill="hold" presetClass="entr" presetID="9">
                                  <p:stCondLst>
                                    <p:cond delay="0"/>
                                  </p:stCondLst>
                                  <p:childTnLst>
                                    <p:set>
                                      <p:cBhvr>
                                        <p:cTn id="7103" dur="1" fill="hold">
                                          <p:stCondLst>
                                            <p:cond delay="0"/>
                                          </p:stCondLst>
                                        </p:cTn>
                                        <p:tgtEl>
                                          <p:spTgt spid="2418"/>
                                        </p:tgtEl>
                                        <p:attrNameLst>
                                          <p:attrName>style.visibility</p:attrName>
                                        </p:attrNameLst>
                                      </p:cBhvr>
                                      <p:to>
                                        <p:strVal val="visible"/>
                                      </p:to>
                                    </p:set>
                                    <p:animEffect filter="dissolve" transition="in">
                                      <p:cBhvr additive="repl">
                                        <p:cTn id="7104" dur="500"/>
                                        <p:tgtEl>
                                          <p:spTgt spid="24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20"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421" name="" descr=""/>
          <p:cNvPicPr/>
          <p:nvPr/>
        </p:nvPicPr>
        <p:blipFill>
          <a:blip r:embed="rId1"/>
          <a:stretch/>
        </p:blipFill>
        <p:spPr>
          <a:xfrm>
            <a:off x="-1371600" y="1523880"/>
            <a:ext cx="6553080" cy="4019760"/>
          </a:xfrm>
          <a:prstGeom prst="rect">
            <a:avLst/>
          </a:prstGeom>
          <a:ln w="0">
            <a:noFill/>
          </a:ln>
        </p:spPr>
      </p:pic>
      <p:pic>
        <p:nvPicPr>
          <p:cNvPr id="2422" name="" descr=""/>
          <p:cNvPicPr/>
          <p:nvPr/>
        </p:nvPicPr>
        <p:blipFill>
          <a:blip r:embed="rId2"/>
          <a:stretch/>
        </p:blipFill>
        <p:spPr>
          <a:xfrm>
            <a:off x="6553080" y="3962520"/>
            <a:ext cx="2934000" cy="1271520"/>
          </a:xfrm>
          <a:prstGeom prst="rect">
            <a:avLst/>
          </a:prstGeom>
          <a:ln w="0">
            <a:noFill/>
          </a:ln>
        </p:spPr>
      </p:pic>
      <p:sp>
        <p:nvSpPr>
          <p:cNvPr id="2423" name=""/>
          <p:cNvSpPr/>
          <p:nvPr/>
        </p:nvSpPr>
        <p:spPr>
          <a:xfrm>
            <a:off x="6324480" y="320040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424" name=""/>
          <p:cNvSpPr/>
          <p:nvPr/>
        </p:nvSpPr>
        <p:spPr>
          <a:xfrm>
            <a:off x="6934320" y="335268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425"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26"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27" name=""/>
          <p:cNvSpPr/>
          <p:nvPr/>
        </p:nvSpPr>
        <p:spPr>
          <a:xfrm>
            <a:off x="109728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28" name=""/>
          <p:cNvSpPr/>
          <p:nvPr/>
        </p:nvSpPr>
        <p:spPr>
          <a:xfrm>
            <a:off x="109728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29"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30"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31"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32"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33"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34"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35" name=""/>
          <p:cNvSpPr/>
          <p:nvPr/>
        </p:nvSpPr>
        <p:spPr>
          <a:xfrm>
            <a:off x="1219320" y="99072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15</a:t>
            </a:r>
            <a:endParaRPr b="0" lang="en-US" sz="1800" spc="-1" strike="noStrike">
              <a:solidFill>
                <a:srgbClr val="000000"/>
              </a:solidFill>
              <a:latin typeface="Arial"/>
            </a:endParaRPr>
          </a:p>
        </p:txBody>
      </p:sp>
      <p:sp>
        <p:nvSpPr>
          <p:cNvPr id="2436" name=""/>
          <p:cNvSpPr/>
          <p:nvPr/>
        </p:nvSpPr>
        <p:spPr>
          <a:xfrm>
            <a:off x="762120" y="53352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437" name=""/>
          <p:cNvSpPr/>
          <p:nvPr/>
        </p:nvSpPr>
        <p:spPr>
          <a:xfrm>
            <a:off x="1066680" y="68580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Primary Canon Fire</a:t>
            </a:r>
            <a:endParaRPr b="0" lang="en-US" sz="1800" spc="-1" strike="noStrike">
              <a:solidFill>
                <a:srgbClr val="000000"/>
              </a:solidFill>
              <a:latin typeface="Arial"/>
            </a:endParaRPr>
          </a:p>
        </p:txBody>
      </p:sp>
      <p:sp>
        <p:nvSpPr>
          <p:cNvPr id="2438" name=""/>
          <p:cNvSpPr/>
          <p:nvPr/>
        </p:nvSpPr>
        <p:spPr>
          <a:xfrm>
            <a:off x="3886200" y="4038480"/>
            <a:ext cx="685800" cy="6858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439" name=""/>
          <p:cNvSpPr/>
          <p:nvPr/>
        </p:nvSpPr>
        <p:spPr>
          <a:xfrm>
            <a:off x="4114800" y="4343400"/>
            <a:ext cx="2362320" cy="76320"/>
          </a:xfrm>
          <a:prstGeom prst="rect">
            <a:avLst/>
          </a:prstGeom>
          <a:solidFill>
            <a:srgbClr val="ffff00"/>
          </a:solidFill>
          <a:ln w="0">
            <a:noFill/>
          </a:ln>
        </p:spPr>
        <p:style>
          <a:lnRef idx="0"/>
          <a:fillRef idx="0"/>
          <a:effectRef idx="0"/>
          <a:fontRef idx="minor"/>
        </p:style>
        <p:txBody>
          <a:bodyPr wrap="none" lIns="90000" rIns="90000" tIns="29520" bIns="29520" anchor="ctr">
            <a:noAutofit/>
          </a:bodyPr>
          <a:p>
            <a:endParaRPr b="0" lang="en-US" sz="1800" spc="-1" strike="noStrike">
              <a:solidFill>
                <a:srgbClr val="000000"/>
              </a:solidFill>
              <a:latin typeface="Arial"/>
            </a:endParaRPr>
          </a:p>
        </p:txBody>
      </p:sp>
      <p:sp>
        <p:nvSpPr>
          <p:cNvPr id="2440" name=""/>
          <p:cNvSpPr/>
          <p:nvPr/>
        </p:nvSpPr>
        <p:spPr>
          <a:xfrm>
            <a:off x="4114800" y="4343400"/>
            <a:ext cx="2362320" cy="76320"/>
          </a:xfrm>
          <a:prstGeom prst="rect">
            <a:avLst/>
          </a:prstGeom>
          <a:solidFill>
            <a:srgbClr val="ffff00"/>
          </a:solidFill>
          <a:ln w="0">
            <a:noFill/>
          </a:ln>
        </p:spPr>
        <p:style>
          <a:lnRef idx="0"/>
          <a:fillRef idx="0"/>
          <a:effectRef idx="0"/>
          <a:fontRef idx="minor"/>
        </p:style>
        <p:txBody>
          <a:bodyPr wrap="none" lIns="90000" rIns="90000" tIns="29520" bIns="29520" anchor="ctr">
            <a:noAutofit/>
          </a:bodyPr>
          <a:p>
            <a:endParaRPr b="0" lang="en-US" sz="1800" spc="-1" strike="noStrike">
              <a:solidFill>
                <a:srgbClr val="000000"/>
              </a:solidFill>
              <a:latin typeface="Arial"/>
            </a:endParaRPr>
          </a:p>
        </p:txBody>
      </p:sp>
      <p:sp>
        <p:nvSpPr>
          <p:cNvPr id="2441" name=""/>
          <p:cNvSpPr/>
          <p:nvPr/>
        </p:nvSpPr>
        <p:spPr>
          <a:xfrm>
            <a:off x="4114800" y="4343400"/>
            <a:ext cx="2362320" cy="76320"/>
          </a:xfrm>
          <a:prstGeom prst="rect">
            <a:avLst/>
          </a:prstGeom>
          <a:solidFill>
            <a:srgbClr val="ffff00"/>
          </a:solidFill>
          <a:ln w="0">
            <a:noFill/>
          </a:ln>
        </p:spPr>
        <p:style>
          <a:lnRef idx="0"/>
          <a:fillRef idx="0"/>
          <a:effectRef idx="0"/>
          <a:fontRef idx="minor"/>
        </p:style>
        <p:txBody>
          <a:bodyPr wrap="none" lIns="90000" rIns="90000" tIns="29520" bIns="29520" anchor="ctr">
            <a:noAutofit/>
          </a:bodyPr>
          <a:p>
            <a:endParaRPr b="0" lang="en-US" sz="1800" spc="-1" strike="noStrike">
              <a:solidFill>
                <a:srgbClr val="000000"/>
              </a:solidFill>
              <a:latin typeface="Arial"/>
            </a:endParaRPr>
          </a:p>
        </p:txBody>
      </p:sp>
      <p:sp>
        <p:nvSpPr>
          <p:cNvPr id="2442" name=""/>
          <p:cNvSpPr/>
          <p:nvPr/>
        </p:nvSpPr>
        <p:spPr>
          <a:xfrm>
            <a:off x="7315200" y="373392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ffff00"/>
                </a:solidFill>
                <a:latin typeface="Arial"/>
              </a:rPr>
              <a:t>MISS</a:t>
            </a:r>
            <a:endParaRPr b="0" lang="en-US" sz="1800" spc="-1" strike="noStrike">
              <a:solidFill>
                <a:srgbClr val="000000"/>
              </a:solidFill>
              <a:latin typeface="Arial"/>
            </a:endParaRPr>
          </a:p>
        </p:txBody>
      </p:sp>
      <p:sp>
        <p:nvSpPr>
          <p:cNvPr id="2443" name=""/>
          <p:cNvSpPr/>
          <p:nvPr/>
        </p:nvSpPr>
        <p:spPr>
          <a:xfrm>
            <a:off x="-1066680" y="533520"/>
            <a:ext cx="106668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3</a:t>
            </a:r>
            <a:r>
              <a:rPr b="1" lang="en-US" sz="1200" spc="-1" strike="noStrike" baseline="30000">
                <a:solidFill>
                  <a:srgbClr val="000000"/>
                </a:solidFill>
                <a:latin typeface="Arial"/>
              </a:rPr>
              <a:t>rd</a:t>
            </a:r>
            <a:r>
              <a:rPr b="1" lang="en-US" sz="1200" spc="-1" strike="noStrike">
                <a:solidFill>
                  <a:srgbClr val="000000"/>
                </a:solidFill>
                <a:latin typeface="Arial"/>
              </a:rPr>
              <a:t> menu,</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Last menu</a:t>
            </a:r>
            <a:endParaRPr b="0" lang="en-US" sz="1200" spc="-1" strike="noStrike">
              <a:solidFill>
                <a:srgbClr val="000000"/>
              </a:solidFill>
              <a:latin typeface="Arial"/>
            </a:endParaRPr>
          </a:p>
        </p:txBody>
      </p:sp>
      <p:pic>
        <p:nvPicPr>
          <p:cNvPr id="2444" name="" descr=""/>
          <p:cNvPicPr/>
          <p:nvPr/>
        </p:nvPicPr>
        <p:blipFill>
          <a:blip r:embed="rId3"/>
          <a:stretch/>
        </p:blipFill>
        <p:spPr>
          <a:xfrm>
            <a:off x="7086600" y="533520"/>
            <a:ext cx="1819440" cy="2514600"/>
          </a:xfrm>
          <a:prstGeom prst="rect">
            <a:avLst/>
          </a:prstGeom>
          <a:ln w="0">
            <a:noFill/>
          </a:ln>
        </p:spPr>
      </p:pic>
      <p:sp>
        <p:nvSpPr>
          <p:cNvPr id="2445"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446"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10</a:t>
            </a:r>
            <a:endParaRPr b="0" lang="en-US" sz="1200" spc="-1" strike="noStrike">
              <a:solidFill>
                <a:srgbClr val="000000"/>
              </a:solidFill>
              <a:latin typeface="Arial"/>
            </a:endParaRPr>
          </a:p>
        </p:txBody>
      </p:sp>
      <p:sp>
        <p:nvSpPr>
          <p:cNvPr id="2447" name=""/>
          <p:cNvSpPr/>
          <p:nvPr/>
        </p:nvSpPr>
        <p:spPr>
          <a:xfrm>
            <a:off x="7924680" y="838080"/>
            <a:ext cx="38124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448" name=""/>
          <p:cNvSpPr/>
          <p:nvPr/>
        </p:nvSpPr>
        <p:spPr>
          <a:xfrm>
            <a:off x="7238880" y="1828800"/>
            <a:ext cx="1447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spTree>
  </p:cSld>
  <p:timing>
    <p:tnLst>
      <p:par>
        <p:cTn id="7105" dur="indefinite" restart="never" nodeType="tmRoot">
          <p:childTnLst>
            <p:seq>
              <p:cTn id="7106" dur="indefinite" nodeType="mainSeq">
                <p:childTnLst>
                  <p:par>
                    <p:cTn id="7107" fill="hold">
                      <p:stCondLst>
                        <p:cond delay="0"/>
                      </p:stCondLst>
                      <p:childTnLst>
                        <p:par>
                          <p:cTn id="7108" fill="hold">
                            <p:stCondLst>
                              <p:cond delay="0"/>
                            </p:stCondLst>
                            <p:childTnLst>
                              <p:par>
                                <p:cTn id="7109" nodeType="afterEffect" fill="hold" presetClass="entr" presetID="1">
                                  <p:stCondLst>
                                    <p:cond delay="500"/>
                                  </p:stCondLst>
                                  <p:childTnLst>
                                    <p:set>
                                      <p:cBhvr>
                                        <p:cTn id="7110" dur="1" fill="hold">
                                          <p:stCondLst>
                                            <p:cond delay="0"/>
                                          </p:stCondLst>
                                        </p:cTn>
                                        <p:tgtEl>
                                          <p:spTgt spid="2423"/>
                                        </p:tgtEl>
                                        <p:attrNameLst>
                                          <p:attrName>style.visibility</p:attrName>
                                        </p:attrNameLst>
                                      </p:cBhvr>
                                      <p:to>
                                        <p:strVal val="visible"/>
                                      </p:to>
                                    </p:set>
                                  </p:childTnLst>
                                </p:cTn>
                              </p:par>
                            </p:childTnLst>
                          </p:cTn>
                        </p:par>
                        <p:par>
                          <p:cTn id="7111" fill="hold">
                            <p:stCondLst>
                              <p:cond delay="500"/>
                            </p:stCondLst>
                            <p:childTnLst>
                              <p:par>
                                <p:cTn id="7112" nodeType="afterEffect" fill="hold" presetClass="exit" presetID="1">
                                  <p:stCondLst>
                                    <p:cond delay="1500"/>
                                  </p:stCondLst>
                                  <p:childTnLst>
                                    <p:set>
                                      <p:cBhvr>
                                        <p:cTn id="7113" dur="1" fill="hold">
                                          <p:stCondLst>
                                            <p:cond delay="0"/>
                                          </p:stCondLst>
                                        </p:cTn>
                                        <p:tgtEl>
                                          <p:spTgt spid="2423"/>
                                        </p:tgtEl>
                                        <p:attrNameLst>
                                          <p:attrName>style.visibility</p:attrName>
                                        </p:attrNameLst>
                                      </p:cBhvr>
                                      <p:to>
                                        <p:strVal val="hidden"/>
                                      </p:to>
                                    </p:set>
                                  </p:childTnLst>
                                </p:cTn>
                              </p:par>
                            </p:childTnLst>
                          </p:cTn>
                        </p:par>
                        <p:par>
                          <p:cTn id="7114" fill="hold">
                            <p:stCondLst>
                              <p:cond delay="2000"/>
                            </p:stCondLst>
                            <p:childTnLst>
                              <p:par>
                                <p:cTn id="7115" nodeType="afterEffect" fill="hold" presetClass="path" presetID="0">
                                  <p:stCondLst>
                                    <p:cond delay="0"/>
                                  </p:stCondLst>
                                  <p:childTnLst>
                                    <p:animMotion origin="layout" path="M -0.30833 -0.02219 L -0.73333 -0.02219 E">
                                      <p:cBhvr>
                                        <p:cTn id="7116" dur="500" fill="hold"/>
                                        <p:tgtEl>
                                          <p:spTgt spid="2425"/>
                                        </p:tgtEl>
                                      </p:cBhvr>
                                    </p:animMotion>
                                  </p:childTnLst>
                                </p:cTn>
                              </p:par>
                              <p:set>
                                <p:cBhvr>
                                  <p:cTn id="7117" dur="1" fill="hold">
                                    <p:stCondLst>
                                      <p:cond evt="end">
                                        <p:tn val="7115"/>
                                      </p:cond>
                                    </p:stCondLst>
                                  </p:cTn>
                                  <p:tgtEl>
                                    <p:spTgt spid="2425"/>
                                  </p:tgtEl>
                                  <p:attrNameLst>
                                    <p:attrName>style.visibility</p:attrName>
                                  </p:attrNameLst>
                                </p:cBhvr>
                                <p:to>
                                  <p:strVal val="hidden"/>
                                </p:to>
                              </p:set>
                              <p:par>
                                <p:cTn id="7118" nodeType="withEffect" fill="hold" presetClass="path" presetID="0">
                                  <p:stCondLst>
                                    <p:cond delay="0"/>
                                  </p:stCondLst>
                                  <p:childTnLst>
                                    <p:animMotion origin="layout" path="M -0.30833 -0.02219 L -0.73333 -0.02219 E">
                                      <p:cBhvr>
                                        <p:cTn id="7119" dur="500" fill="hold"/>
                                        <p:tgtEl>
                                          <p:spTgt spid="2426"/>
                                        </p:tgtEl>
                                      </p:cBhvr>
                                    </p:animMotion>
                                  </p:childTnLst>
                                </p:cTn>
                              </p:par>
                              <p:set>
                                <p:cBhvr>
                                  <p:cTn id="7120" dur="1" fill="hold">
                                    <p:stCondLst>
                                      <p:cond evt="end">
                                        <p:tn val="7118"/>
                                      </p:cond>
                                    </p:stCondLst>
                                  </p:cTn>
                                  <p:tgtEl>
                                    <p:spTgt spid="2426"/>
                                  </p:tgtEl>
                                  <p:attrNameLst>
                                    <p:attrName>style.visibility</p:attrName>
                                  </p:attrNameLst>
                                </p:cBhvr>
                                <p:to>
                                  <p:strVal val="hidden"/>
                                </p:to>
                              </p:set>
                            </p:childTnLst>
                          </p:cTn>
                        </p:par>
                        <p:par>
                          <p:cTn id="7121" fill="hold">
                            <p:stCondLst>
                              <p:cond delay="2500"/>
                            </p:stCondLst>
                            <p:childTnLst>
                              <p:par>
                                <p:cTn id="7122" nodeType="afterEffect" fill="hold" presetClass="path" presetID="0">
                                  <p:stCondLst>
                                    <p:cond delay="0"/>
                                  </p:stCondLst>
                                  <p:childTnLst>
                                    <p:animMotion origin="layout" path="M -0.475 -0.02219 L -0.9 -0.02219 E">
                                      <p:cBhvr>
                                        <p:cTn id="7123" dur="500" fill="hold"/>
                                        <p:tgtEl>
                                          <p:spTgt spid="2427"/>
                                        </p:tgtEl>
                                      </p:cBhvr>
                                    </p:animMotion>
                                  </p:childTnLst>
                                </p:cTn>
                              </p:par>
                              <p:set>
                                <p:cBhvr>
                                  <p:cTn id="7124" dur="1" fill="hold">
                                    <p:stCondLst>
                                      <p:cond evt="end">
                                        <p:tn val="7122"/>
                                      </p:cond>
                                    </p:stCondLst>
                                  </p:cTn>
                                  <p:tgtEl>
                                    <p:spTgt spid="2427"/>
                                  </p:tgtEl>
                                  <p:attrNameLst>
                                    <p:attrName>style.visibility</p:attrName>
                                  </p:attrNameLst>
                                </p:cBhvr>
                                <p:to>
                                  <p:strVal val="hidden"/>
                                </p:to>
                              </p:set>
                              <p:par>
                                <p:cTn id="7125" nodeType="withEffect" fill="hold" presetClass="path" presetID="0">
                                  <p:stCondLst>
                                    <p:cond delay="0"/>
                                  </p:stCondLst>
                                  <p:childTnLst>
                                    <p:animMotion origin="layout" path="M -0.475 -0.02219 L -0.9 -0.02219 E">
                                      <p:cBhvr>
                                        <p:cTn id="7126" dur="500" fill="hold"/>
                                        <p:tgtEl>
                                          <p:spTgt spid="2428"/>
                                        </p:tgtEl>
                                      </p:cBhvr>
                                    </p:animMotion>
                                  </p:childTnLst>
                                </p:cTn>
                              </p:par>
                              <p:set>
                                <p:cBhvr>
                                  <p:cTn id="7127" dur="1" fill="hold">
                                    <p:stCondLst>
                                      <p:cond evt="end">
                                        <p:tn val="7125"/>
                                      </p:cond>
                                    </p:stCondLst>
                                  </p:cTn>
                                  <p:tgtEl>
                                    <p:spTgt spid="2428"/>
                                  </p:tgtEl>
                                  <p:attrNameLst>
                                    <p:attrName>style.visibility</p:attrName>
                                  </p:attrNameLst>
                                </p:cBhvr>
                                <p:to>
                                  <p:strVal val="hidden"/>
                                </p:to>
                              </p:set>
                            </p:childTnLst>
                          </p:cTn>
                        </p:par>
                        <p:par>
                          <p:cTn id="7128" fill="hold">
                            <p:stCondLst>
                              <p:cond delay="3000"/>
                            </p:stCondLst>
                            <p:childTnLst>
                              <p:par>
                                <p:cTn id="7129" nodeType="afterEffect" fill="hold" presetClass="path" presetID="0">
                                  <p:stCondLst>
                                    <p:cond delay="0"/>
                                  </p:stCondLst>
                                  <p:childTnLst>
                                    <p:animMotion origin="layout" path="M -0.30833 -0.02219 L -0.73333 -0.02219 E">
                                      <p:cBhvr>
                                        <p:cTn id="7130" dur="500" fill="hold"/>
                                        <p:tgtEl>
                                          <p:spTgt spid="2429"/>
                                        </p:tgtEl>
                                      </p:cBhvr>
                                    </p:animMotion>
                                  </p:childTnLst>
                                </p:cTn>
                              </p:par>
                              <p:set>
                                <p:cBhvr>
                                  <p:cTn id="7131" dur="1" fill="hold">
                                    <p:stCondLst>
                                      <p:cond evt="end">
                                        <p:tn val="7129"/>
                                      </p:cond>
                                    </p:stCondLst>
                                  </p:cTn>
                                  <p:tgtEl>
                                    <p:spTgt spid="2429"/>
                                  </p:tgtEl>
                                  <p:attrNameLst>
                                    <p:attrName>style.visibility</p:attrName>
                                  </p:attrNameLst>
                                </p:cBhvr>
                                <p:to>
                                  <p:strVal val="hidden"/>
                                </p:to>
                              </p:set>
                              <p:par>
                                <p:cTn id="7132" nodeType="withEffect" fill="hold" presetClass="path" presetID="0">
                                  <p:stCondLst>
                                    <p:cond delay="0"/>
                                  </p:stCondLst>
                                  <p:childTnLst>
                                    <p:animMotion origin="layout" path="M -0.30833 -0.02219 L -0.73333 -0.02219 E">
                                      <p:cBhvr>
                                        <p:cTn id="7133" dur="500" fill="hold"/>
                                        <p:tgtEl>
                                          <p:spTgt spid="2430"/>
                                        </p:tgtEl>
                                      </p:cBhvr>
                                    </p:animMotion>
                                  </p:childTnLst>
                                </p:cTn>
                              </p:par>
                              <p:set>
                                <p:cBhvr>
                                  <p:cTn id="7134" dur="1" fill="hold">
                                    <p:stCondLst>
                                      <p:cond evt="end">
                                        <p:tn val="7132"/>
                                      </p:cond>
                                    </p:stCondLst>
                                  </p:cTn>
                                  <p:tgtEl>
                                    <p:spTgt spid="2430"/>
                                  </p:tgtEl>
                                  <p:attrNameLst>
                                    <p:attrName>style.visibility</p:attrName>
                                  </p:attrNameLst>
                                </p:cBhvr>
                                <p:to>
                                  <p:strVal val="hidden"/>
                                </p:to>
                              </p:set>
                            </p:childTnLst>
                          </p:cTn>
                        </p:par>
                        <p:par>
                          <p:cTn id="7135" fill="hold">
                            <p:stCondLst>
                              <p:cond delay="3500"/>
                            </p:stCondLst>
                            <p:childTnLst>
                              <p:par>
                                <p:cTn id="7136" nodeType="afterEffect" fill="hold" presetClass="path" presetID="0">
                                  <p:stCondLst>
                                    <p:cond delay="0"/>
                                  </p:stCondLst>
                                  <p:childTnLst>
                                    <p:animMotion origin="layout" path="M -0.3 -0.02219 L -0.73333 -0.02219 E">
                                      <p:cBhvr>
                                        <p:cTn id="7137" dur="500" fill="hold"/>
                                        <p:tgtEl>
                                          <p:spTgt spid="2431"/>
                                        </p:tgtEl>
                                      </p:cBhvr>
                                    </p:animMotion>
                                  </p:childTnLst>
                                </p:cTn>
                              </p:par>
                              <p:set>
                                <p:cBhvr>
                                  <p:cTn id="7138" dur="1" fill="hold">
                                    <p:stCondLst>
                                      <p:cond evt="end">
                                        <p:tn val="7136"/>
                                      </p:cond>
                                    </p:stCondLst>
                                  </p:cTn>
                                  <p:tgtEl>
                                    <p:spTgt spid="2431"/>
                                  </p:tgtEl>
                                  <p:attrNameLst>
                                    <p:attrName>style.visibility</p:attrName>
                                  </p:attrNameLst>
                                </p:cBhvr>
                                <p:to>
                                  <p:strVal val="hidden"/>
                                </p:to>
                              </p:set>
                              <p:par>
                                <p:cTn id="7139" nodeType="withEffect" fill="hold" presetClass="path" presetID="0">
                                  <p:stCondLst>
                                    <p:cond delay="0"/>
                                  </p:stCondLst>
                                  <p:childTnLst>
                                    <p:animMotion origin="layout" path="M -0.3 -0.02219 L -0.73333 -0.02219 E">
                                      <p:cBhvr>
                                        <p:cTn id="7140" dur="500" fill="hold"/>
                                        <p:tgtEl>
                                          <p:spTgt spid="2432"/>
                                        </p:tgtEl>
                                      </p:cBhvr>
                                    </p:animMotion>
                                  </p:childTnLst>
                                </p:cTn>
                              </p:par>
                              <p:set>
                                <p:cBhvr>
                                  <p:cTn id="7141" dur="1" fill="hold">
                                    <p:stCondLst>
                                      <p:cond evt="end">
                                        <p:tn val="7139"/>
                                      </p:cond>
                                    </p:stCondLst>
                                  </p:cTn>
                                  <p:tgtEl>
                                    <p:spTgt spid="2432"/>
                                  </p:tgtEl>
                                  <p:attrNameLst>
                                    <p:attrName>style.visibility</p:attrName>
                                  </p:attrNameLst>
                                </p:cBhvr>
                                <p:to>
                                  <p:strVal val="hidden"/>
                                </p:to>
                              </p:set>
                            </p:childTnLst>
                          </p:cTn>
                        </p:par>
                        <p:par>
                          <p:cTn id="7142" fill="hold">
                            <p:stCondLst>
                              <p:cond delay="4000"/>
                            </p:stCondLst>
                            <p:childTnLst>
                              <p:par>
                                <p:cTn id="7143" nodeType="afterEffect" fill="hold" presetClass="path" presetID="0">
                                  <p:stCondLst>
                                    <p:cond delay="0"/>
                                  </p:stCondLst>
                                  <p:childTnLst>
                                    <p:animMotion origin="layout" path="M -0.30833 -0.02219 L -0.73333 -0.02219 E">
                                      <p:cBhvr>
                                        <p:cTn id="7144" dur="500" fill="hold"/>
                                        <p:tgtEl>
                                          <p:spTgt spid="2433"/>
                                        </p:tgtEl>
                                      </p:cBhvr>
                                    </p:animMotion>
                                  </p:childTnLst>
                                </p:cTn>
                              </p:par>
                              <p:set>
                                <p:cBhvr>
                                  <p:cTn id="7145" dur="1" fill="hold">
                                    <p:stCondLst>
                                      <p:cond evt="end">
                                        <p:tn val="7143"/>
                                      </p:cond>
                                    </p:stCondLst>
                                  </p:cTn>
                                  <p:tgtEl>
                                    <p:spTgt spid="2433"/>
                                  </p:tgtEl>
                                  <p:attrNameLst>
                                    <p:attrName>style.visibility</p:attrName>
                                  </p:attrNameLst>
                                </p:cBhvr>
                                <p:to>
                                  <p:strVal val="hidden"/>
                                </p:to>
                              </p:set>
                              <p:par>
                                <p:cTn id="7146" nodeType="withEffect" fill="hold" presetClass="path" presetID="0">
                                  <p:stCondLst>
                                    <p:cond delay="0"/>
                                  </p:stCondLst>
                                  <p:childTnLst>
                                    <p:animMotion origin="layout" path="M -0.30833 -0.02219 L -0.73333 -0.02219 E">
                                      <p:cBhvr>
                                        <p:cTn id="7147" dur="500" fill="hold"/>
                                        <p:tgtEl>
                                          <p:spTgt spid="2434"/>
                                        </p:tgtEl>
                                      </p:cBhvr>
                                    </p:animMotion>
                                  </p:childTnLst>
                                </p:cTn>
                              </p:par>
                              <p:set>
                                <p:cBhvr>
                                  <p:cTn id="7148" dur="1" fill="hold">
                                    <p:stCondLst>
                                      <p:cond evt="end">
                                        <p:tn val="7146"/>
                                      </p:cond>
                                    </p:stCondLst>
                                  </p:cTn>
                                  <p:tgtEl>
                                    <p:spTgt spid="2434"/>
                                  </p:tgtEl>
                                  <p:attrNameLst>
                                    <p:attrName>style.visibility</p:attrName>
                                  </p:attrNameLst>
                                </p:cBhvr>
                                <p:to>
                                  <p:strVal val="hidden"/>
                                </p:to>
                              </p:set>
                            </p:childTnLst>
                          </p:cTn>
                        </p:par>
                        <p:par>
                          <p:cTn id="7149" fill="hold">
                            <p:stCondLst>
                              <p:cond delay="4500"/>
                            </p:stCondLst>
                            <p:childTnLst>
                              <p:par>
                                <p:cTn id="7150" nodeType="afterEffect" fill="hold" presetClass="entr" presetID="27">
                                  <p:stCondLst>
                                    <p:cond delay="0"/>
                                  </p:stCondLst>
                                  <p:iterate type="lt">
                                    <p:tmAbs val="40"/>
                                  </p:iterate>
                                  <p:childTnLst>
                                    <p:set>
                                      <p:cBhvr>
                                        <p:cTn id="7151" dur="1" fill="hold">
                                          <p:stCondLst>
                                            <p:cond delay="0"/>
                                          </p:stCondLst>
                                        </p:cTn>
                                        <p:tgtEl>
                                          <p:spTgt spid="2435"/>
                                        </p:tgtEl>
                                        <p:attrNameLst>
                                          <p:attrName>style.visibility</p:attrName>
                                        </p:attrNameLst>
                                      </p:cBhvr>
                                      <p:to>
                                        <p:strVal val="visible"/>
                                      </p:to>
                                    </p:set>
                                    <p:anim calcmode="discrete" valueType="clr">
                                      <p:cBhvr additive="repl">
                                        <p:cTn id="7152" dur="80"/>
                                        <p:tgtEl>
                                          <p:spTgt spid="2435"/>
                                        </p:tgtEl>
                                        <p:attrNameLst>
                                          <p:attrName>style.color</p:attrName>
                                        </p:attrNameLst>
                                      </p:cBhvr>
                                      <p:tavLst>
                                        <p:tav tm="0">
                                          <p:val>
                                            <p:strVal val="rgb(-103,51,51)"/>
                                          </p:val>
                                        </p:tav>
                                        <p:tav tm="50000">
                                          <p:val>
                                            <p:strVal val="rgb(-103,-103,0)"/>
                                          </p:val>
                                        </p:tav>
                                      </p:tavLst>
                                    </p:anim>
                                    <p:anim calcmode="discrete" valueType="clr">
                                      <p:cBhvr additive="repl">
                                        <p:cTn id="7153" dur="80"/>
                                        <p:tgtEl>
                                          <p:spTgt spid="2435"/>
                                        </p:tgtEl>
                                        <p:attrNameLst>
                                          <p:attrName>fillcolor</p:attrName>
                                        </p:attrNameLst>
                                      </p:cBhvr>
                                      <p:tavLst>
                                        <p:tav tm="0">
                                          <p:val>
                                            <p:strVal val="rgb(-103,51,51)"/>
                                          </p:val>
                                        </p:tav>
                                        <p:tav tm="50000">
                                          <p:val>
                                            <p:strVal val="rgb(-103,-103,0)"/>
                                          </p:val>
                                        </p:tav>
                                      </p:tavLst>
                                    </p:anim>
                                    <p:set>
                                      <p:cBhvr>
                                        <p:cTn id="7154" dur="80"/>
                                        <p:tgtEl>
                                          <p:spTgt spid="2435"/>
                                        </p:tgtEl>
                                        <p:attrNameLst>
                                          <p:attrName>fill.type</p:attrName>
                                        </p:attrNameLst>
                                      </p:cBhvr>
                                      <p:to>
                                        <p:strVal val="solid"/>
                                      </p:to>
                                    </p:set>
                                  </p:childTnLst>
                                </p:cTn>
                              </p:par>
                            </p:childTnLst>
                          </p:cTn>
                        </p:par>
                        <p:par>
                          <p:cTn id="7155" fill="hold">
                            <p:stCondLst>
                              <p:cond delay="5100"/>
                            </p:stCondLst>
                            <p:childTnLst>
                              <p:par>
                                <p:cTn id="7156" nodeType="afterEffect" fill="hold" presetClass="exit" presetID="27">
                                  <p:stCondLst>
                                    <p:cond delay="500"/>
                                  </p:stCondLst>
                                  <p:iterate type="lt">
                                    <p:tmAbs val="40"/>
                                  </p:iterate>
                                  <p:childTnLst>
                                    <p:anim calcmode="discrete" valueType="clr">
                                      <p:cBhvr additive="repl">
                                        <p:cTn id="7157" dur="80"/>
                                        <p:tgtEl>
                                          <p:spTgt spid="2435"/>
                                        </p:tgtEl>
                                        <p:attrNameLst>
                                          <p:attrName>style.color</p:attrName>
                                        </p:attrNameLst>
                                      </p:cBhvr>
                                      <p:tavLst>
                                        <p:tav tm="0">
                                          <p:val>
                                            <p:strVal val="rgb(-103,-103,0)"/>
                                          </p:val>
                                        </p:tav>
                                        <p:tav tm="50000">
                                          <p:val>
                                            <p:strVal val="rgb(-103,51,51)"/>
                                          </p:val>
                                        </p:tav>
                                      </p:tavLst>
                                    </p:anim>
                                    <p:anim calcmode="discrete" valueType="clr">
                                      <p:cBhvr additive="repl">
                                        <p:cTn id="7158" dur="80"/>
                                        <p:tgtEl>
                                          <p:spTgt spid="2435"/>
                                        </p:tgtEl>
                                        <p:attrNameLst>
                                          <p:attrName>fillcolor</p:attrName>
                                        </p:attrNameLst>
                                      </p:cBhvr>
                                      <p:tavLst>
                                        <p:tav tm="0">
                                          <p:val>
                                            <p:strVal val="rgb(-103,-103,0)"/>
                                          </p:val>
                                        </p:tav>
                                        <p:tav tm="50000">
                                          <p:val>
                                            <p:strVal val="rgb(-103,51,51)"/>
                                          </p:val>
                                        </p:tav>
                                      </p:tavLst>
                                    </p:anim>
                                    <p:set>
                                      <p:cBhvr>
                                        <p:cTn id="7159" dur="80"/>
                                        <p:tgtEl>
                                          <p:spTgt spid="2435"/>
                                        </p:tgtEl>
                                        <p:attrNameLst>
                                          <p:attrName>fill.type</p:attrName>
                                        </p:attrNameLst>
                                      </p:cBhvr>
                                      <p:to>
                                        <p:strVal val="solid"/>
                                      </p:to>
                                    </p:set>
                                    <p:set>
                                      <p:cBhvr>
                                        <p:cTn id="7160" dur="1" fill="hold">
                                          <p:stCondLst>
                                            <p:cond delay="79"/>
                                          </p:stCondLst>
                                        </p:cTn>
                                        <p:tgtEl>
                                          <p:spTgt spid="2435"/>
                                        </p:tgtEl>
                                        <p:attrNameLst>
                                          <p:attrName>style.visibility</p:attrName>
                                        </p:attrNameLst>
                                      </p:cBhvr>
                                      <p:to>
                                        <p:strVal val="hidden"/>
                                      </p:to>
                                    </p:set>
                                  </p:childTnLst>
                                </p:cTn>
                              </p:par>
                            </p:childTnLst>
                          </p:cTn>
                        </p:par>
                        <p:par>
                          <p:cTn id="7161" fill="hold">
                            <p:stCondLst>
                              <p:cond delay="6200"/>
                            </p:stCondLst>
                            <p:childTnLst>
                              <p:par>
                                <p:cTn id="7162" nodeType="afterEffect" fill="hold" presetClass="entr" presetID="9">
                                  <p:stCondLst>
                                    <p:cond delay="0"/>
                                  </p:stCondLst>
                                  <p:childTnLst>
                                    <p:set>
                                      <p:cBhvr>
                                        <p:cTn id="7163" dur="1" fill="hold">
                                          <p:stCondLst>
                                            <p:cond delay="0"/>
                                          </p:stCondLst>
                                        </p:cTn>
                                        <p:tgtEl>
                                          <p:spTgt spid="2444"/>
                                        </p:tgtEl>
                                        <p:attrNameLst>
                                          <p:attrName>style.visibility</p:attrName>
                                        </p:attrNameLst>
                                      </p:cBhvr>
                                      <p:to>
                                        <p:strVal val="visible"/>
                                      </p:to>
                                    </p:set>
                                    <p:animEffect filter="dissolve" transition="in">
                                      <p:cBhvr additive="repl">
                                        <p:cTn id="7164" dur="500"/>
                                        <p:tgtEl>
                                          <p:spTgt spid="2444"/>
                                        </p:tgtEl>
                                      </p:cBhvr>
                                    </p:animEffect>
                                  </p:childTnLst>
                                </p:cTn>
                              </p:par>
                              <p:par>
                                <p:cTn id="7165" nodeType="withEffect" fill="hold" presetClass="entr" presetID="9">
                                  <p:stCondLst>
                                    <p:cond delay="0"/>
                                  </p:stCondLst>
                                  <p:childTnLst>
                                    <p:set>
                                      <p:cBhvr>
                                        <p:cTn id="7166" dur="1" fill="hold">
                                          <p:stCondLst>
                                            <p:cond delay="0"/>
                                          </p:stCondLst>
                                        </p:cTn>
                                        <p:tgtEl>
                                          <p:spTgt spid="2445"/>
                                        </p:tgtEl>
                                        <p:attrNameLst>
                                          <p:attrName>style.visibility</p:attrName>
                                        </p:attrNameLst>
                                      </p:cBhvr>
                                      <p:to>
                                        <p:strVal val="visible"/>
                                      </p:to>
                                    </p:set>
                                    <p:animEffect filter="dissolve" transition="in">
                                      <p:cBhvr additive="repl">
                                        <p:cTn id="7167" dur="500"/>
                                        <p:tgtEl>
                                          <p:spTgt spid="2445"/>
                                        </p:tgtEl>
                                      </p:cBhvr>
                                    </p:animEffect>
                                  </p:childTnLst>
                                </p:cTn>
                              </p:par>
                              <p:par>
                                <p:cTn id="7168" nodeType="withEffect" fill="hold" presetClass="entr" presetID="9">
                                  <p:stCondLst>
                                    <p:cond delay="0"/>
                                  </p:stCondLst>
                                  <p:childTnLst>
                                    <p:set>
                                      <p:cBhvr>
                                        <p:cTn id="7169" dur="1" fill="hold">
                                          <p:stCondLst>
                                            <p:cond delay="0"/>
                                          </p:stCondLst>
                                        </p:cTn>
                                        <p:tgtEl>
                                          <p:spTgt spid="2446"/>
                                        </p:tgtEl>
                                        <p:attrNameLst>
                                          <p:attrName>style.visibility</p:attrName>
                                        </p:attrNameLst>
                                      </p:cBhvr>
                                      <p:to>
                                        <p:strVal val="visible"/>
                                      </p:to>
                                    </p:set>
                                    <p:animEffect filter="dissolve" transition="in">
                                      <p:cBhvr additive="repl">
                                        <p:cTn id="7170" dur="500"/>
                                        <p:tgtEl>
                                          <p:spTgt spid="2446"/>
                                        </p:tgtEl>
                                      </p:cBhvr>
                                    </p:animEffect>
                                  </p:childTnLst>
                                </p:cTn>
                              </p:par>
                              <p:par>
                                <p:cTn id="7171" nodeType="withEffect" fill="hold" presetClass="entr" presetID="9">
                                  <p:stCondLst>
                                    <p:cond delay="0"/>
                                  </p:stCondLst>
                                  <p:childTnLst>
                                    <p:set>
                                      <p:cBhvr>
                                        <p:cTn id="7172" dur="1" fill="hold">
                                          <p:stCondLst>
                                            <p:cond delay="0"/>
                                          </p:stCondLst>
                                        </p:cTn>
                                        <p:tgtEl>
                                          <p:spTgt spid="2447"/>
                                        </p:tgtEl>
                                        <p:attrNameLst>
                                          <p:attrName>style.visibility</p:attrName>
                                        </p:attrNameLst>
                                      </p:cBhvr>
                                      <p:to>
                                        <p:strVal val="visible"/>
                                      </p:to>
                                    </p:set>
                                    <p:animEffect filter="dissolve" transition="in">
                                      <p:cBhvr additive="repl">
                                        <p:cTn id="7173" dur="500"/>
                                        <p:tgtEl>
                                          <p:spTgt spid="2447"/>
                                        </p:tgtEl>
                                      </p:cBhvr>
                                    </p:animEffect>
                                  </p:childTnLst>
                                </p:cTn>
                              </p:par>
                            </p:childTnLst>
                          </p:cTn>
                        </p:par>
                        <p:par>
                          <p:cTn id="7174" fill="hold">
                            <p:stCondLst>
                              <p:cond delay="6700"/>
                            </p:stCondLst>
                            <p:childTnLst>
                              <p:par>
                                <p:cTn id="7175" nodeType="afterEffect" fill="hold" presetClass="entr" presetID="1">
                                  <p:stCondLst>
                                    <p:cond delay="500"/>
                                  </p:stCondLst>
                                  <p:childTnLst>
                                    <p:set>
                                      <p:cBhvr>
                                        <p:cTn id="7176" dur="1" fill="hold">
                                          <p:stCondLst>
                                            <p:cond delay="0"/>
                                          </p:stCondLst>
                                        </p:cTn>
                                        <p:tgtEl>
                                          <p:spTgt spid="2436"/>
                                        </p:tgtEl>
                                        <p:attrNameLst>
                                          <p:attrName>style.visibility</p:attrName>
                                        </p:attrNameLst>
                                      </p:cBhvr>
                                      <p:to>
                                        <p:strVal val="visible"/>
                                      </p:to>
                                    </p:set>
                                  </p:childTnLst>
                                </p:cTn>
                              </p:par>
                            </p:childTnLst>
                          </p:cTn>
                        </p:par>
                        <p:par>
                          <p:cTn id="7177" fill="hold">
                            <p:stCondLst>
                              <p:cond delay="7200"/>
                            </p:stCondLst>
                            <p:childTnLst>
                              <p:par>
                                <p:cTn id="7178" nodeType="afterEffect" fill="hold" presetClass="exit" presetID="1">
                                  <p:stCondLst>
                                    <p:cond delay="1500"/>
                                  </p:stCondLst>
                                  <p:childTnLst>
                                    <p:set>
                                      <p:cBhvr>
                                        <p:cTn id="7179" dur="1" fill="hold">
                                          <p:stCondLst>
                                            <p:cond delay="0"/>
                                          </p:stCondLst>
                                        </p:cTn>
                                        <p:tgtEl>
                                          <p:spTgt spid="2436"/>
                                        </p:tgtEl>
                                        <p:attrNameLst>
                                          <p:attrName>style.visibility</p:attrName>
                                        </p:attrNameLst>
                                      </p:cBhvr>
                                      <p:to>
                                        <p:strVal val="hidden"/>
                                      </p:to>
                                    </p:set>
                                  </p:childTnLst>
                                </p:cTn>
                              </p:par>
                            </p:childTnLst>
                          </p:cTn>
                        </p:par>
                        <p:par>
                          <p:cTn id="7180" fill="hold">
                            <p:stCondLst>
                              <p:cond delay="8700"/>
                            </p:stCondLst>
                            <p:childTnLst>
                              <p:par>
                                <p:cTn id="7181" nodeType="afterEffect" fill="hold" presetClass="entr" presetID="1">
                                  <p:stCondLst>
                                    <p:cond delay="0"/>
                                  </p:stCondLst>
                                  <p:childTnLst>
                                    <p:set>
                                      <p:cBhvr>
                                        <p:cTn id="7182" dur="1" fill="hold">
                                          <p:stCondLst>
                                            <p:cond delay="0"/>
                                          </p:stCondLst>
                                        </p:cTn>
                                        <p:tgtEl>
                                          <p:spTgt spid="2438"/>
                                        </p:tgtEl>
                                        <p:attrNameLst>
                                          <p:attrName>style.visibility</p:attrName>
                                        </p:attrNameLst>
                                      </p:cBhvr>
                                      <p:to>
                                        <p:strVal val="visible"/>
                                      </p:to>
                                    </p:set>
                                  </p:childTnLst>
                                </p:cTn>
                              </p:par>
                            </p:childTnLst>
                          </p:cTn>
                        </p:par>
                        <p:par>
                          <p:cTn id="7183" fill="hold">
                            <p:stCondLst>
                              <p:cond delay="8700"/>
                            </p:stCondLst>
                            <p:childTnLst>
                              <p:par>
                                <p:cTn id="7184" nodeType="afterEffect" fill="hold" presetClass="emph" presetID="6">
                                  <p:stCondLst>
                                    <p:cond delay="0"/>
                                  </p:stCondLst>
                                  <p:childTnLst>
                                    <p:animScale>
                                      <p:cBhvr>
                                        <p:cTn id="7185" dur="1000" fill="hold"/>
                                        <p:tgtEl>
                                          <p:spTgt spid="2438"/>
                                        </p:tgtEl>
                                      </p:cBhvr>
                                      <p:to x="-0" y="-0"/>
                                    </p:animScale>
                                  </p:childTnLst>
                                </p:cTn>
                              </p:par>
                            </p:childTnLst>
                          </p:cTn>
                        </p:par>
                        <p:par>
                          <p:cTn id="7186" fill="hold">
                            <p:stCondLst>
                              <p:cond delay="9700"/>
                            </p:stCondLst>
                            <p:childTnLst>
                              <p:par>
                                <p:cTn id="7187" nodeType="afterEffect" fill="hold" presetClass="entr" presetID="1">
                                  <p:stCondLst>
                                    <p:cond delay="0"/>
                                  </p:stCondLst>
                                  <p:childTnLst>
                                    <p:set>
                                      <p:cBhvr>
                                        <p:cTn id="7188" dur="1" fill="hold">
                                          <p:stCondLst>
                                            <p:cond delay="0"/>
                                          </p:stCondLst>
                                        </p:cTn>
                                        <p:tgtEl>
                                          <p:spTgt spid="2439"/>
                                        </p:tgtEl>
                                        <p:attrNameLst>
                                          <p:attrName>style.visibility</p:attrName>
                                        </p:attrNameLst>
                                      </p:cBhvr>
                                      <p:to>
                                        <p:strVal val="visible"/>
                                      </p:to>
                                    </p:set>
                                  </p:childTnLst>
                                </p:cTn>
                              </p:par>
                            </p:childTnLst>
                          </p:cTn>
                        </p:par>
                        <p:par>
                          <p:cTn id="7189" fill="hold">
                            <p:stCondLst>
                              <p:cond delay="9700"/>
                            </p:stCondLst>
                            <p:childTnLst>
                              <p:par>
                                <p:cTn id="7190" nodeType="afterEffect" fill="hold" presetClass="path" presetID="0">
                                  <p:stCondLst>
                                    <p:cond delay="0"/>
                                  </p:stCondLst>
                                  <p:childTnLst>
                                    <p:animMotion origin="layout" path="M -3.33333E-006 8.67052E-007 L 0.625 8.67052E-007 E">
                                      <p:cBhvr>
                                        <p:cTn id="7191" dur="500" fill="hold"/>
                                        <p:tgtEl>
                                          <p:spTgt spid="2439"/>
                                        </p:tgtEl>
                                      </p:cBhvr>
                                    </p:animMotion>
                                  </p:childTnLst>
                                </p:cTn>
                              </p:par>
                            </p:childTnLst>
                          </p:cTn>
                        </p:par>
                        <p:par>
                          <p:cTn id="7192" fill="hold">
                            <p:stCondLst>
                              <p:cond delay="10200"/>
                            </p:stCondLst>
                            <p:childTnLst>
                              <p:par>
                                <p:cTn id="7193" nodeType="afterEffect" fill="hold" presetClass="entr" presetID="1">
                                  <p:stCondLst>
                                    <p:cond delay="0"/>
                                  </p:stCondLst>
                                  <p:childTnLst>
                                    <p:set>
                                      <p:cBhvr>
                                        <p:cTn id="7194" dur="1" fill="hold">
                                          <p:stCondLst>
                                            <p:cond delay="0"/>
                                          </p:stCondLst>
                                        </p:cTn>
                                        <p:tgtEl>
                                          <p:spTgt spid="2440"/>
                                        </p:tgtEl>
                                        <p:attrNameLst>
                                          <p:attrName>style.visibility</p:attrName>
                                        </p:attrNameLst>
                                      </p:cBhvr>
                                      <p:to>
                                        <p:strVal val="visible"/>
                                      </p:to>
                                    </p:set>
                                  </p:childTnLst>
                                </p:cTn>
                              </p:par>
                            </p:childTnLst>
                          </p:cTn>
                        </p:par>
                        <p:par>
                          <p:cTn id="7195" fill="hold">
                            <p:stCondLst>
                              <p:cond delay="10200"/>
                            </p:stCondLst>
                            <p:childTnLst>
                              <p:par>
                                <p:cTn id="7196" nodeType="afterEffect" fill="hold" presetClass="path" presetID="0">
                                  <p:stCondLst>
                                    <p:cond delay="0"/>
                                  </p:stCondLst>
                                  <p:childTnLst>
                                    <p:animMotion origin="layout" path="M -3.33333E-006 8.67052E-007 L 0.625 8.67052E-007 E">
                                      <p:cBhvr>
                                        <p:cTn id="7197" dur="500" fill="hold"/>
                                        <p:tgtEl>
                                          <p:spTgt spid="2440"/>
                                        </p:tgtEl>
                                      </p:cBhvr>
                                    </p:animMotion>
                                  </p:childTnLst>
                                </p:cTn>
                              </p:par>
                            </p:childTnLst>
                          </p:cTn>
                        </p:par>
                        <p:par>
                          <p:cTn id="7198" fill="hold">
                            <p:stCondLst>
                              <p:cond delay="10700"/>
                            </p:stCondLst>
                            <p:childTnLst>
                              <p:par>
                                <p:cTn id="7199" nodeType="afterEffect" fill="hold" presetClass="entr" presetID="1">
                                  <p:stCondLst>
                                    <p:cond delay="0"/>
                                  </p:stCondLst>
                                  <p:childTnLst>
                                    <p:set>
                                      <p:cBhvr>
                                        <p:cTn id="7200" dur="1" fill="hold">
                                          <p:stCondLst>
                                            <p:cond delay="0"/>
                                          </p:stCondLst>
                                        </p:cTn>
                                        <p:tgtEl>
                                          <p:spTgt spid="2441"/>
                                        </p:tgtEl>
                                        <p:attrNameLst>
                                          <p:attrName>style.visibility</p:attrName>
                                        </p:attrNameLst>
                                      </p:cBhvr>
                                      <p:to>
                                        <p:strVal val="visible"/>
                                      </p:to>
                                    </p:set>
                                  </p:childTnLst>
                                </p:cTn>
                              </p:par>
                            </p:childTnLst>
                          </p:cTn>
                        </p:par>
                        <p:par>
                          <p:cTn id="7201" fill="hold">
                            <p:stCondLst>
                              <p:cond delay="10700"/>
                            </p:stCondLst>
                            <p:childTnLst>
                              <p:par>
                                <p:cTn id="7202" nodeType="afterEffect" fill="hold" presetClass="path" presetID="0">
                                  <p:stCondLst>
                                    <p:cond delay="0"/>
                                  </p:stCondLst>
                                  <p:childTnLst>
                                    <p:animMotion origin="layout" path="M -3.33333E-006 8.67052E-007 L 0.625 8.67052E-007 E">
                                      <p:cBhvr>
                                        <p:cTn id="7203" dur="500" fill="hold"/>
                                        <p:tgtEl>
                                          <p:spTgt spid="2441"/>
                                        </p:tgtEl>
                                      </p:cBhvr>
                                    </p:animMotion>
                                  </p:childTnLst>
                                </p:cTn>
                              </p:par>
                            </p:childTnLst>
                          </p:cTn>
                        </p:par>
                        <p:par>
                          <p:cTn id="7204" fill="hold">
                            <p:stCondLst>
                              <p:cond delay="11200"/>
                            </p:stCondLst>
                            <p:childTnLst>
                              <p:par>
                                <p:cTn id="7205" nodeType="afterEffect" fill="hold" presetClass="entr" presetID="27">
                                  <p:stCondLst>
                                    <p:cond delay="0"/>
                                  </p:stCondLst>
                                  <p:iterate type="lt">
                                    <p:tmAbs val="40"/>
                                  </p:iterate>
                                  <p:childTnLst>
                                    <p:set>
                                      <p:cBhvr>
                                        <p:cTn id="7206" dur="1" fill="hold">
                                          <p:stCondLst>
                                            <p:cond delay="0"/>
                                          </p:stCondLst>
                                        </p:cTn>
                                        <p:tgtEl>
                                          <p:spTgt spid="2442"/>
                                        </p:tgtEl>
                                        <p:attrNameLst>
                                          <p:attrName>style.visibility</p:attrName>
                                        </p:attrNameLst>
                                      </p:cBhvr>
                                      <p:to>
                                        <p:strVal val="visible"/>
                                      </p:to>
                                    </p:set>
                                    <p:anim calcmode="discrete" valueType="clr">
                                      <p:cBhvr additive="repl">
                                        <p:cTn id="7207" dur="80"/>
                                        <p:tgtEl>
                                          <p:spTgt spid="2442"/>
                                        </p:tgtEl>
                                        <p:attrNameLst>
                                          <p:attrName>style.color</p:attrName>
                                        </p:attrNameLst>
                                      </p:cBhvr>
                                      <p:tavLst>
                                        <p:tav tm="0">
                                          <p:val>
                                            <p:strVal val="rgb(-103,51,51)"/>
                                          </p:val>
                                        </p:tav>
                                        <p:tav tm="50000">
                                          <p:val>
                                            <p:strVal val="rgb(-103,-103,0)"/>
                                          </p:val>
                                        </p:tav>
                                      </p:tavLst>
                                    </p:anim>
                                    <p:anim calcmode="discrete" valueType="clr">
                                      <p:cBhvr additive="repl">
                                        <p:cTn id="7208" dur="80"/>
                                        <p:tgtEl>
                                          <p:spTgt spid="2442"/>
                                        </p:tgtEl>
                                        <p:attrNameLst>
                                          <p:attrName>fillcolor</p:attrName>
                                        </p:attrNameLst>
                                      </p:cBhvr>
                                      <p:tavLst>
                                        <p:tav tm="0">
                                          <p:val>
                                            <p:strVal val="rgb(-103,51,51)"/>
                                          </p:val>
                                        </p:tav>
                                        <p:tav tm="50000">
                                          <p:val>
                                            <p:strVal val="rgb(-103,-103,0)"/>
                                          </p:val>
                                        </p:tav>
                                      </p:tavLst>
                                    </p:anim>
                                    <p:set>
                                      <p:cBhvr>
                                        <p:cTn id="7209" dur="80"/>
                                        <p:tgtEl>
                                          <p:spTgt spid="2442"/>
                                        </p:tgtEl>
                                        <p:attrNameLst>
                                          <p:attrName>fill.type</p:attrName>
                                        </p:attrNameLst>
                                      </p:cBhvr>
                                      <p:to>
                                        <p:strVal val="solid"/>
                                      </p:to>
                                    </p:set>
                                  </p:childTnLst>
                                </p:cTn>
                              </p:par>
                            </p:childTnLst>
                          </p:cTn>
                        </p:par>
                        <p:par>
                          <p:cTn id="7210" fill="hold">
                            <p:stCondLst>
                              <p:cond delay="11400"/>
                            </p:stCondLst>
                            <p:childTnLst>
                              <p:par>
                                <p:cTn id="7211" nodeType="afterEffect" fill="hold" presetClass="exit" presetID="27">
                                  <p:stCondLst>
                                    <p:cond delay="500"/>
                                  </p:stCondLst>
                                  <p:iterate type="lt">
                                    <p:tmAbs val="40"/>
                                  </p:iterate>
                                  <p:childTnLst>
                                    <p:anim calcmode="discrete" valueType="clr">
                                      <p:cBhvr additive="repl">
                                        <p:cTn id="7212" dur="80"/>
                                        <p:tgtEl>
                                          <p:spTgt spid="2442"/>
                                        </p:tgtEl>
                                        <p:attrNameLst>
                                          <p:attrName>style.color</p:attrName>
                                        </p:attrNameLst>
                                      </p:cBhvr>
                                      <p:tavLst>
                                        <p:tav tm="0">
                                          <p:val>
                                            <p:strVal val="rgb(-103,-103,0)"/>
                                          </p:val>
                                        </p:tav>
                                        <p:tav tm="50000">
                                          <p:val>
                                            <p:strVal val="rgb(-103,51,51)"/>
                                          </p:val>
                                        </p:tav>
                                      </p:tavLst>
                                    </p:anim>
                                    <p:anim calcmode="discrete" valueType="clr">
                                      <p:cBhvr additive="repl">
                                        <p:cTn id="7213" dur="80"/>
                                        <p:tgtEl>
                                          <p:spTgt spid="2442"/>
                                        </p:tgtEl>
                                        <p:attrNameLst>
                                          <p:attrName>fillcolor</p:attrName>
                                        </p:attrNameLst>
                                      </p:cBhvr>
                                      <p:tavLst>
                                        <p:tav tm="0">
                                          <p:val>
                                            <p:strVal val="rgb(-103,-103,0)"/>
                                          </p:val>
                                        </p:tav>
                                        <p:tav tm="50000">
                                          <p:val>
                                            <p:strVal val="rgb(-103,51,51)"/>
                                          </p:val>
                                        </p:tav>
                                      </p:tavLst>
                                    </p:anim>
                                    <p:set>
                                      <p:cBhvr>
                                        <p:cTn id="7214" dur="80"/>
                                        <p:tgtEl>
                                          <p:spTgt spid="2442"/>
                                        </p:tgtEl>
                                        <p:attrNameLst>
                                          <p:attrName>fill.type</p:attrName>
                                        </p:attrNameLst>
                                      </p:cBhvr>
                                      <p:to>
                                        <p:strVal val="solid"/>
                                      </p:to>
                                    </p:set>
                                    <p:set>
                                      <p:cBhvr>
                                        <p:cTn id="7215" dur="1" fill="hold">
                                          <p:stCondLst>
                                            <p:cond delay="79"/>
                                          </p:stCondLst>
                                        </p:cTn>
                                        <p:tgtEl>
                                          <p:spTgt spid="2442"/>
                                        </p:tgtEl>
                                        <p:attrNameLst>
                                          <p:attrName>style.visibility</p:attrName>
                                        </p:attrNameLst>
                                      </p:cBhvr>
                                      <p:to>
                                        <p:strVal val="hidden"/>
                                      </p:to>
                                    </p:set>
                                  </p:childTnLst>
                                </p:cTn>
                              </p:par>
                            </p:childTnLst>
                          </p:cTn>
                        </p:par>
                        <p:par>
                          <p:cTn id="7216" fill="hold">
                            <p:stCondLst>
                              <p:cond delay="12100"/>
                            </p:stCondLst>
                            <p:childTnLst>
                              <p:par>
                                <p:cTn id="7217" nodeType="afterEffect" fill="hold" presetClass="entr" presetID="27" repeatCount="1000">
                                  <p:stCondLst>
                                    <p:cond delay="0"/>
                                  </p:stCondLst>
                                  <p:iterate type="lt">
                                    <p:tmAbs val="40"/>
                                  </p:iterate>
                                  <p:childTnLst>
                                    <p:set>
                                      <p:cBhvr>
                                        <p:cTn id="7218" dur="1" fill="hold">
                                          <p:stCondLst>
                                            <p:cond delay="0"/>
                                          </p:stCondLst>
                                        </p:cTn>
                                        <p:tgtEl>
                                          <p:spTgt spid="2448"/>
                                        </p:tgtEl>
                                        <p:attrNameLst>
                                          <p:attrName>style.visibility</p:attrName>
                                        </p:attrNameLst>
                                      </p:cBhvr>
                                      <p:to>
                                        <p:strVal val="visible"/>
                                      </p:to>
                                    </p:set>
                                    <p:anim calcmode="discrete" valueType="clr">
                                      <p:cBhvr additive="repl">
                                        <p:cTn id="7219" dur="80"/>
                                        <p:tgtEl>
                                          <p:spTgt spid="2448"/>
                                        </p:tgtEl>
                                        <p:attrNameLst>
                                          <p:attrName>style.color</p:attrName>
                                        </p:attrNameLst>
                                      </p:cBhvr>
                                      <p:tavLst>
                                        <p:tav tm="0">
                                          <p:val>
                                            <p:strVal val="rgb(-103,51,51)"/>
                                          </p:val>
                                        </p:tav>
                                        <p:tav tm="50000">
                                          <p:val>
                                            <p:strVal val="rgb(-103,-103,0)"/>
                                          </p:val>
                                        </p:tav>
                                      </p:tavLst>
                                    </p:anim>
                                    <p:anim calcmode="discrete" valueType="clr">
                                      <p:cBhvr additive="repl">
                                        <p:cTn id="7220" dur="80"/>
                                        <p:tgtEl>
                                          <p:spTgt spid="2448"/>
                                        </p:tgtEl>
                                        <p:attrNameLst>
                                          <p:attrName>fillcolor</p:attrName>
                                        </p:attrNameLst>
                                      </p:cBhvr>
                                      <p:tavLst>
                                        <p:tav tm="0">
                                          <p:val>
                                            <p:strVal val="rgb(-103,51,51)"/>
                                          </p:val>
                                        </p:tav>
                                        <p:tav tm="50000">
                                          <p:val>
                                            <p:strVal val="rgb(-103,-103,0)"/>
                                          </p:val>
                                        </p:tav>
                                      </p:tavLst>
                                    </p:anim>
                                    <p:set>
                                      <p:cBhvr>
                                        <p:cTn id="7221" dur="80"/>
                                        <p:tgtEl>
                                          <p:spTgt spid="2448"/>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49"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450" name="" descr=""/>
          <p:cNvPicPr/>
          <p:nvPr/>
        </p:nvPicPr>
        <p:blipFill>
          <a:blip r:embed="rId1"/>
          <a:stretch/>
        </p:blipFill>
        <p:spPr>
          <a:xfrm>
            <a:off x="-1371600" y="1523880"/>
            <a:ext cx="6553080" cy="4019760"/>
          </a:xfrm>
          <a:prstGeom prst="rect">
            <a:avLst/>
          </a:prstGeom>
          <a:ln w="0">
            <a:noFill/>
          </a:ln>
        </p:spPr>
      </p:pic>
      <p:pic>
        <p:nvPicPr>
          <p:cNvPr id="2451" name="" descr=""/>
          <p:cNvPicPr/>
          <p:nvPr/>
        </p:nvPicPr>
        <p:blipFill>
          <a:blip r:embed="rId2"/>
          <a:stretch/>
        </p:blipFill>
        <p:spPr>
          <a:xfrm>
            <a:off x="6553080" y="3962520"/>
            <a:ext cx="2934000" cy="1271520"/>
          </a:xfrm>
          <a:prstGeom prst="rect">
            <a:avLst/>
          </a:prstGeom>
          <a:ln w="0">
            <a:noFill/>
          </a:ln>
        </p:spPr>
      </p:pic>
      <p:sp>
        <p:nvSpPr>
          <p:cNvPr id="2452" name=""/>
          <p:cNvSpPr/>
          <p:nvPr/>
        </p:nvSpPr>
        <p:spPr>
          <a:xfrm>
            <a:off x="6324480" y="3200400"/>
            <a:ext cx="297180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453" name=""/>
          <p:cNvSpPr/>
          <p:nvPr/>
        </p:nvSpPr>
        <p:spPr>
          <a:xfrm>
            <a:off x="6934320" y="335268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Double Laser</a:t>
            </a:r>
            <a:endParaRPr b="0" lang="en-US" sz="1800" spc="-1" strike="noStrike">
              <a:solidFill>
                <a:srgbClr val="000000"/>
              </a:solidFill>
              <a:latin typeface="Arial"/>
            </a:endParaRPr>
          </a:p>
        </p:txBody>
      </p:sp>
      <p:sp>
        <p:nvSpPr>
          <p:cNvPr id="2454"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55"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56" name=""/>
          <p:cNvSpPr/>
          <p:nvPr/>
        </p:nvSpPr>
        <p:spPr>
          <a:xfrm>
            <a:off x="109728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57" name=""/>
          <p:cNvSpPr/>
          <p:nvPr/>
        </p:nvSpPr>
        <p:spPr>
          <a:xfrm>
            <a:off x="109728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58"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59"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60"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61"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62" name=""/>
          <p:cNvSpPr/>
          <p:nvPr/>
        </p:nvSpPr>
        <p:spPr>
          <a:xfrm>
            <a:off x="9372600" y="472428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63" name=""/>
          <p:cNvSpPr/>
          <p:nvPr/>
        </p:nvSpPr>
        <p:spPr>
          <a:xfrm>
            <a:off x="9372600" y="4800600"/>
            <a:ext cx="1371600" cy="0"/>
          </a:xfrm>
          <a:prstGeom prst="line">
            <a:avLst/>
          </a:prstGeom>
          <a:ln w="9360">
            <a:solidFill>
              <a:srgbClr val="ff33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2464" name=""/>
          <p:cNvSpPr/>
          <p:nvPr/>
        </p:nvSpPr>
        <p:spPr>
          <a:xfrm>
            <a:off x="1219320" y="990720"/>
            <a:ext cx="2514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ff"/>
                </a:solidFill>
                <a:latin typeface="Arial"/>
              </a:rPr>
              <a:t>Shield damage 15</a:t>
            </a:r>
            <a:endParaRPr b="0" lang="en-US" sz="1800" spc="-1" strike="noStrike">
              <a:solidFill>
                <a:srgbClr val="000000"/>
              </a:solidFill>
              <a:latin typeface="Arial"/>
            </a:endParaRPr>
          </a:p>
        </p:txBody>
      </p:sp>
      <p:sp>
        <p:nvSpPr>
          <p:cNvPr id="2465" name=""/>
          <p:cNvSpPr/>
          <p:nvPr/>
        </p:nvSpPr>
        <p:spPr>
          <a:xfrm>
            <a:off x="-1066680" y="533520"/>
            <a:ext cx="106668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Last fire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SHOT</a:t>
            </a:r>
            <a:endParaRPr b="0" lang="en-US" sz="1200" spc="-1" strike="noStrike">
              <a:solidFill>
                <a:srgbClr val="000000"/>
              </a:solidFill>
              <a:latin typeface="Arial"/>
            </a:endParaRPr>
          </a:p>
        </p:txBody>
      </p:sp>
      <p:sp>
        <p:nvSpPr>
          <p:cNvPr id="2466"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pic>
        <p:nvPicPr>
          <p:cNvPr id="2467" name="" descr=""/>
          <p:cNvPicPr/>
          <p:nvPr/>
        </p:nvPicPr>
        <p:blipFill>
          <a:blip r:embed="rId3"/>
          <a:stretch/>
        </p:blipFill>
        <p:spPr>
          <a:xfrm>
            <a:off x="7086600" y="533520"/>
            <a:ext cx="1819440" cy="2514600"/>
          </a:xfrm>
          <a:prstGeom prst="rect">
            <a:avLst/>
          </a:prstGeom>
          <a:ln w="0">
            <a:noFill/>
          </a:ln>
        </p:spPr>
      </p:pic>
      <p:sp>
        <p:nvSpPr>
          <p:cNvPr id="2468"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469"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pic>
        <p:nvPicPr>
          <p:cNvPr id="2470" name="" descr=""/>
          <p:cNvPicPr/>
          <p:nvPr/>
        </p:nvPicPr>
        <p:blipFill>
          <a:blip r:embed="rId4"/>
          <a:stretch/>
        </p:blipFill>
        <p:spPr>
          <a:xfrm>
            <a:off x="0" y="0"/>
            <a:ext cx="5105520" cy="1617840"/>
          </a:xfrm>
          <a:prstGeom prst="rect">
            <a:avLst/>
          </a:prstGeom>
          <a:ln w="0">
            <a:noFill/>
          </a:ln>
        </p:spPr>
      </p:pic>
      <p:sp>
        <p:nvSpPr>
          <p:cNvPr id="2471" name=""/>
          <p:cNvSpPr/>
          <p:nvPr/>
        </p:nvSpPr>
        <p:spPr>
          <a:xfrm>
            <a:off x="1981080" y="457200"/>
            <a:ext cx="28958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I’ve had enough of this.</a:t>
            </a:r>
            <a:endParaRPr b="0" lang="en-US" sz="1200" spc="-1" strike="noStrike">
              <a:solidFill>
                <a:srgbClr val="000000"/>
              </a:solidFill>
              <a:latin typeface="Arial"/>
            </a:endParaRPr>
          </a:p>
        </p:txBody>
      </p:sp>
      <p:pic>
        <p:nvPicPr>
          <p:cNvPr id="2472" name="" descr=""/>
          <p:cNvPicPr/>
          <p:nvPr/>
        </p:nvPicPr>
        <p:blipFill>
          <a:blip r:embed="rId5"/>
          <a:stretch/>
        </p:blipFill>
        <p:spPr>
          <a:xfrm>
            <a:off x="3886200" y="5191200"/>
            <a:ext cx="5257800" cy="1666800"/>
          </a:xfrm>
          <a:prstGeom prst="rect">
            <a:avLst/>
          </a:prstGeom>
          <a:ln w="0">
            <a:noFill/>
          </a:ln>
        </p:spPr>
      </p:pic>
      <p:sp>
        <p:nvSpPr>
          <p:cNvPr id="2473" name=""/>
          <p:cNvSpPr/>
          <p:nvPr/>
        </p:nvSpPr>
        <p:spPr>
          <a:xfrm>
            <a:off x="1981080" y="457200"/>
            <a:ext cx="289584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Didn’t want to use this…</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You leave no other option, kid.</a:t>
            </a:r>
            <a:endParaRPr b="0" lang="en-US" sz="1200" spc="-1" strike="noStrike">
              <a:solidFill>
                <a:srgbClr val="000000"/>
              </a:solidFill>
              <a:latin typeface="Arial"/>
            </a:endParaRPr>
          </a:p>
        </p:txBody>
      </p:sp>
      <p:sp>
        <p:nvSpPr>
          <p:cNvPr id="2474" name=""/>
          <p:cNvSpPr/>
          <p:nvPr/>
        </p:nvSpPr>
        <p:spPr>
          <a:xfrm>
            <a:off x="6019920" y="5638680"/>
            <a:ext cx="28954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Ha, empty threats…</a:t>
            </a:r>
            <a:endParaRPr b="0" lang="en-US" sz="1200" spc="-1" strike="noStrike">
              <a:solidFill>
                <a:srgbClr val="000000"/>
              </a:solidFill>
              <a:latin typeface="Arial"/>
            </a:endParaRPr>
          </a:p>
        </p:txBody>
      </p:sp>
      <p:sp>
        <p:nvSpPr>
          <p:cNvPr id="2475" name=""/>
          <p:cNvSpPr/>
          <p:nvPr/>
        </p:nvSpPr>
        <p:spPr>
          <a:xfrm>
            <a:off x="1981080" y="457200"/>
            <a:ext cx="289584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Whatever you think….</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2476" name=""/>
          <p:cNvSpPr/>
          <p:nvPr/>
        </p:nvSpPr>
        <p:spPr>
          <a:xfrm>
            <a:off x="-1066680" y="4952880"/>
            <a:ext cx="914400" cy="99072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477" name=""/>
          <p:cNvSpPr/>
          <p:nvPr/>
        </p:nvSpPr>
        <p:spPr>
          <a:xfrm>
            <a:off x="9372600" y="990720"/>
            <a:ext cx="1905120" cy="8254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Actually, doesn’t this battle seem sorta… lame compared to the previous one?</a:t>
            </a:r>
            <a:endParaRPr b="0" lang="en-US" sz="1200" spc="-1" strike="noStrike">
              <a:solidFill>
                <a:srgbClr val="000000"/>
              </a:solidFill>
              <a:latin typeface="Arial"/>
            </a:endParaRPr>
          </a:p>
        </p:txBody>
      </p:sp>
    </p:spTree>
  </p:cSld>
  <p:timing>
    <p:tnLst>
      <p:par>
        <p:cTn id="7222" dur="indefinite" restart="never" nodeType="tmRoot">
          <p:childTnLst>
            <p:seq>
              <p:cTn id="7223" dur="indefinite" nodeType="mainSeq">
                <p:childTnLst>
                  <p:par>
                    <p:cTn id="7224" fill="hold">
                      <p:stCondLst>
                        <p:cond delay="0"/>
                      </p:stCondLst>
                      <p:childTnLst>
                        <p:par>
                          <p:cTn id="7225" fill="hold">
                            <p:stCondLst>
                              <p:cond delay="0"/>
                            </p:stCondLst>
                            <p:childTnLst>
                              <p:par>
                                <p:cTn id="7226" nodeType="afterEffect" fill="hold" presetClass="entr" presetID="1">
                                  <p:stCondLst>
                                    <p:cond delay="500"/>
                                  </p:stCondLst>
                                  <p:childTnLst>
                                    <p:set>
                                      <p:cBhvr>
                                        <p:cTn id="7227" dur="1" fill="hold">
                                          <p:stCondLst>
                                            <p:cond delay="0"/>
                                          </p:stCondLst>
                                        </p:cTn>
                                        <p:tgtEl>
                                          <p:spTgt spid="2452"/>
                                        </p:tgtEl>
                                        <p:attrNameLst>
                                          <p:attrName>style.visibility</p:attrName>
                                        </p:attrNameLst>
                                      </p:cBhvr>
                                      <p:to>
                                        <p:strVal val="visible"/>
                                      </p:to>
                                    </p:set>
                                  </p:childTnLst>
                                </p:cTn>
                              </p:par>
                            </p:childTnLst>
                          </p:cTn>
                        </p:par>
                        <p:par>
                          <p:cTn id="7228" fill="hold">
                            <p:stCondLst>
                              <p:cond delay="500"/>
                            </p:stCondLst>
                            <p:childTnLst>
                              <p:par>
                                <p:cTn id="7229" nodeType="afterEffect" fill="hold" presetClass="exit" presetID="1">
                                  <p:stCondLst>
                                    <p:cond delay="1500"/>
                                  </p:stCondLst>
                                  <p:childTnLst>
                                    <p:set>
                                      <p:cBhvr>
                                        <p:cTn id="7230" dur="1" fill="hold">
                                          <p:stCondLst>
                                            <p:cond delay="0"/>
                                          </p:stCondLst>
                                        </p:cTn>
                                        <p:tgtEl>
                                          <p:spTgt spid="2452"/>
                                        </p:tgtEl>
                                        <p:attrNameLst>
                                          <p:attrName>style.visibility</p:attrName>
                                        </p:attrNameLst>
                                      </p:cBhvr>
                                      <p:to>
                                        <p:strVal val="hidden"/>
                                      </p:to>
                                    </p:set>
                                  </p:childTnLst>
                                </p:cTn>
                              </p:par>
                            </p:childTnLst>
                          </p:cTn>
                        </p:par>
                        <p:par>
                          <p:cTn id="7231" fill="hold">
                            <p:stCondLst>
                              <p:cond delay="2000"/>
                            </p:stCondLst>
                            <p:childTnLst>
                              <p:par>
                                <p:cTn id="7232" nodeType="afterEffect" fill="hold" presetClass="path" presetID="0">
                                  <p:stCondLst>
                                    <p:cond delay="0"/>
                                  </p:stCondLst>
                                  <p:childTnLst>
                                    <p:animMotion origin="layout" path="M -0.30833 -0.02219 L -0.73333 -0.02219 E">
                                      <p:cBhvr>
                                        <p:cTn id="7233" dur="500" fill="hold"/>
                                        <p:tgtEl>
                                          <p:spTgt spid="2454"/>
                                        </p:tgtEl>
                                      </p:cBhvr>
                                    </p:animMotion>
                                  </p:childTnLst>
                                </p:cTn>
                              </p:par>
                              <p:set>
                                <p:cBhvr>
                                  <p:cTn id="7234" dur="1" fill="hold">
                                    <p:stCondLst>
                                      <p:cond evt="end">
                                        <p:tn val="7232"/>
                                      </p:cond>
                                    </p:stCondLst>
                                  </p:cTn>
                                  <p:tgtEl>
                                    <p:spTgt spid="2454"/>
                                  </p:tgtEl>
                                  <p:attrNameLst>
                                    <p:attrName>style.visibility</p:attrName>
                                  </p:attrNameLst>
                                </p:cBhvr>
                                <p:to>
                                  <p:strVal val="hidden"/>
                                </p:to>
                              </p:set>
                              <p:par>
                                <p:cTn id="7235" nodeType="withEffect" fill="hold" presetClass="path" presetID="0">
                                  <p:stCondLst>
                                    <p:cond delay="0"/>
                                  </p:stCondLst>
                                  <p:childTnLst>
                                    <p:animMotion origin="layout" path="M -0.30833 -0.02219 L -0.73333 -0.02219 E">
                                      <p:cBhvr>
                                        <p:cTn id="7236" dur="500" fill="hold"/>
                                        <p:tgtEl>
                                          <p:spTgt spid="2455"/>
                                        </p:tgtEl>
                                      </p:cBhvr>
                                    </p:animMotion>
                                  </p:childTnLst>
                                </p:cTn>
                              </p:par>
                              <p:set>
                                <p:cBhvr>
                                  <p:cTn id="7237" dur="1" fill="hold">
                                    <p:stCondLst>
                                      <p:cond evt="end">
                                        <p:tn val="7235"/>
                                      </p:cond>
                                    </p:stCondLst>
                                  </p:cTn>
                                  <p:tgtEl>
                                    <p:spTgt spid="2455"/>
                                  </p:tgtEl>
                                  <p:attrNameLst>
                                    <p:attrName>style.visibility</p:attrName>
                                  </p:attrNameLst>
                                </p:cBhvr>
                                <p:to>
                                  <p:strVal val="hidden"/>
                                </p:to>
                              </p:set>
                            </p:childTnLst>
                          </p:cTn>
                        </p:par>
                        <p:par>
                          <p:cTn id="7238" fill="hold">
                            <p:stCondLst>
                              <p:cond delay="2500"/>
                            </p:stCondLst>
                            <p:childTnLst>
                              <p:par>
                                <p:cTn id="7239" nodeType="afterEffect" fill="hold" presetClass="path" presetID="0">
                                  <p:stCondLst>
                                    <p:cond delay="0"/>
                                  </p:stCondLst>
                                  <p:childTnLst>
                                    <p:animMotion origin="layout" path="M -0.475 -0.02219 L -0.9 -0.02219 E">
                                      <p:cBhvr>
                                        <p:cTn id="7240" dur="500" fill="hold"/>
                                        <p:tgtEl>
                                          <p:spTgt spid="2456"/>
                                        </p:tgtEl>
                                      </p:cBhvr>
                                    </p:animMotion>
                                  </p:childTnLst>
                                </p:cTn>
                              </p:par>
                              <p:set>
                                <p:cBhvr>
                                  <p:cTn id="7241" dur="1" fill="hold">
                                    <p:stCondLst>
                                      <p:cond evt="end">
                                        <p:tn val="7239"/>
                                      </p:cond>
                                    </p:stCondLst>
                                  </p:cTn>
                                  <p:tgtEl>
                                    <p:spTgt spid="2456"/>
                                  </p:tgtEl>
                                  <p:attrNameLst>
                                    <p:attrName>style.visibility</p:attrName>
                                  </p:attrNameLst>
                                </p:cBhvr>
                                <p:to>
                                  <p:strVal val="hidden"/>
                                </p:to>
                              </p:set>
                              <p:par>
                                <p:cTn id="7242" nodeType="withEffect" fill="hold" presetClass="path" presetID="0">
                                  <p:stCondLst>
                                    <p:cond delay="0"/>
                                  </p:stCondLst>
                                  <p:childTnLst>
                                    <p:animMotion origin="layout" path="M -0.475 -0.02219 L -0.9 -0.02219 E">
                                      <p:cBhvr>
                                        <p:cTn id="7243" dur="500" fill="hold"/>
                                        <p:tgtEl>
                                          <p:spTgt spid="2457"/>
                                        </p:tgtEl>
                                      </p:cBhvr>
                                    </p:animMotion>
                                  </p:childTnLst>
                                </p:cTn>
                              </p:par>
                              <p:set>
                                <p:cBhvr>
                                  <p:cTn id="7244" dur="1" fill="hold">
                                    <p:stCondLst>
                                      <p:cond evt="end">
                                        <p:tn val="7242"/>
                                      </p:cond>
                                    </p:stCondLst>
                                  </p:cTn>
                                  <p:tgtEl>
                                    <p:spTgt spid="2457"/>
                                  </p:tgtEl>
                                  <p:attrNameLst>
                                    <p:attrName>style.visibility</p:attrName>
                                  </p:attrNameLst>
                                </p:cBhvr>
                                <p:to>
                                  <p:strVal val="hidden"/>
                                </p:to>
                              </p:set>
                            </p:childTnLst>
                          </p:cTn>
                        </p:par>
                        <p:par>
                          <p:cTn id="7245" fill="hold">
                            <p:stCondLst>
                              <p:cond delay="3000"/>
                            </p:stCondLst>
                            <p:childTnLst>
                              <p:par>
                                <p:cTn id="7246" nodeType="afterEffect" fill="hold" presetClass="path" presetID="0">
                                  <p:stCondLst>
                                    <p:cond delay="0"/>
                                  </p:stCondLst>
                                  <p:childTnLst>
                                    <p:animMotion origin="layout" path="M -0.30833 -0.02219 L -0.73333 -0.02219 E">
                                      <p:cBhvr>
                                        <p:cTn id="7247" dur="500" fill="hold"/>
                                        <p:tgtEl>
                                          <p:spTgt spid="2458"/>
                                        </p:tgtEl>
                                      </p:cBhvr>
                                    </p:animMotion>
                                  </p:childTnLst>
                                </p:cTn>
                              </p:par>
                              <p:set>
                                <p:cBhvr>
                                  <p:cTn id="7248" dur="1" fill="hold">
                                    <p:stCondLst>
                                      <p:cond evt="end">
                                        <p:tn val="7246"/>
                                      </p:cond>
                                    </p:stCondLst>
                                  </p:cTn>
                                  <p:tgtEl>
                                    <p:spTgt spid="2458"/>
                                  </p:tgtEl>
                                  <p:attrNameLst>
                                    <p:attrName>style.visibility</p:attrName>
                                  </p:attrNameLst>
                                </p:cBhvr>
                                <p:to>
                                  <p:strVal val="hidden"/>
                                </p:to>
                              </p:set>
                              <p:par>
                                <p:cTn id="7249" nodeType="withEffect" fill="hold" presetClass="path" presetID="0">
                                  <p:stCondLst>
                                    <p:cond delay="0"/>
                                  </p:stCondLst>
                                  <p:childTnLst>
                                    <p:animMotion origin="layout" path="M -0.30833 -0.02219 L -0.73333 -0.02219 E">
                                      <p:cBhvr>
                                        <p:cTn id="7250" dur="500" fill="hold"/>
                                        <p:tgtEl>
                                          <p:spTgt spid="2459"/>
                                        </p:tgtEl>
                                      </p:cBhvr>
                                    </p:animMotion>
                                  </p:childTnLst>
                                </p:cTn>
                              </p:par>
                              <p:set>
                                <p:cBhvr>
                                  <p:cTn id="7251" dur="1" fill="hold">
                                    <p:stCondLst>
                                      <p:cond evt="end">
                                        <p:tn val="7249"/>
                                      </p:cond>
                                    </p:stCondLst>
                                  </p:cTn>
                                  <p:tgtEl>
                                    <p:spTgt spid="2459"/>
                                  </p:tgtEl>
                                  <p:attrNameLst>
                                    <p:attrName>style.visibility</p:attrName>
                                  </p:attrNameLst>
                                </p:cBhvr>
                                <p:to>
                                  <p:strVal val="hidden"/>
                                </p:to>
                              </p:set>
                            </p:childTnLst>
                          </p:cTn>
                        </p:par>
                        <p:par>
                          <p:cTn id="7252" fill="hold">
                            <p:stCondLst>
                              <p:cond delay="3500"/>
                            </p:stCondLst>
                            <p:childTnLst>
                              <p:par>
                                <p:cTn id="7253" nodeType="afterEffect" fill="hold" presetClass="path" presetID="0">
                                  <p:stCondLst>
                                    <p:cond delay="0"/>
                                  </p:stCondLst>
                                  <p:childTnLst>
                                    <p:animMotion origin="layout" path="M -0.3 -0.02219 L -0.73333 -0.02219 E">
                                      <p:cBhvr>
                                        <p:cTn id="7254" dur="500" fill="hold"/>
                                        <p:tgtEl>
                                          <p:spTgt spid="2460"/>
                                        </p:tgtEl>
                                      </p:cBhvr>
                                    </p:animMotion>
                                  </p:childTnLst>
                                </p:cTn>
                              </p:par>
                              <p:set>
                                <p:cBhvr>
                                  <p:cTn id="7255" dur="1" fill="hold">
                                    <p:stCondLst>
                                      <p:cond evt="end">
                                        <p:tn val="7253"/>
                                      </p:cond>
                                    </p:stCondLst>
                                  </p:cTn>
                                  <p:tgtEl>
                                    <p:spTgt spid="2460"/>
                                  </p:tgtEl>
                                  <p:attrNameLst>
                                    <p:attrName>style.visibility</p:attrName>
                                  </p:attrNameLst>
                                </p:cBhvr>
                                <p:to>
                                  <p:strVal val="hidden"/>
                                </p:to>
                              </p:set>
                              <p:par>
                                <p:cTn id="7256" nodeType="withEffect" fill="hold" presetClass="path" presetID="0">
                                  <p:stCondLst>
                                    <p:cond delay="0"/>
                                  </p:stCondLst>
                                  <p:childTnLst>
                                    <p:animMotion origin="layout" path="M -0.3 -0.02219 L -0.73333 -0.02219 E">
                                      <p:cBhvr>
                                        <p:cTn id="7257" dur="500" fill="hold"/>
                                        <p:tgtEl>
                                          <p:spTgt spid="2461"/>
                                        </p:tgtEl>
                                      </p:cBhvr>
                                    </p:animMotion>
                                  </p:childTnLst>
                                </p:cTn>
                              </p:par>
                              <p:set>
                                <p:cBhvr>
                                  <p:cTn id="7258" dur="1" fill="hold">
                                    <p:stCondLst>
                                      <p:cond evt="end">
                                        <p:tn val="7256"/>
                                      </p:cond>
                                    </p:stCondLst>
                                  </p:cTn>
                                  <p:tgtEl>
                                    <p:spTgt spid="2461"/>
                                  </p:tgtEl>
                                  <p:attrNameLst>
                                    <p:attrName>style.visibility</p:attrName>
                                  </p:attrNameLst>
                                </p:cBhvr>
                                <p:to>
                                  <p:strVal val="hidden"/>
                                </p:to>
                              </p:set>
                            </p:childTnLst>
                          </p:cTn>
                        </p:par>
                        <p:par>
                          <p:cTn id="7259" fill="hold">
                            <p:stCondLst>
                              <p:cond delay="4000"/>
                            </p:stCondLst>
                            <p:childTnLst>
                              <p:par>
                                <p:cTn id="7260" nodeType="afterEffect" fill="hold" presetClass="path" presetID="0">
                                  <p:stCondLst>
                                    <p:cond delay="0"/>
                                  </p:stCondLst>
                                  <p:childTnLst>
                                    <p:animMotion origin="layout" path="M -0.30833 -0.02219 L -0.73333 -0.02219 E">
                                      <p:cBhvr>
                                        <p:cTn id="7261" dur="500" fill="hold"/>
                                        <p:tgtEl>
                                          <p:spTgt spid="2462"/>
                                        </p:tgtEl>
                                      </p:cBhvr>
                                    </p:animMotion>
                                  </p:childTnLst>
                                </p:cTn>
                              </p:par>
                              <p:set>
                                <p:cBhvr>
                                  <p:cTn id="7262" dur="1" fill="hold">
                                    <p:stCondLst>
                                      <p:cond evt="end">
                                        <p:tn val="7260"/>
                                      </p:cond>
                                    </p:stCondLst>
                                  </p:cTn>
                                  <p:tgtEl>
                                    <p:spTgt spid="2462"/>
                                  </p:tgtEl>
                                  <p:attrNameLst>
                                    <p:attrName>style.visibility</p:attrName>
                                  </p:attrNameLst>
                                </p:cBhvr>
                                <p:to>
                                  <p:strVal val="hidden"/>
                                </p:to>
                              </p:set>
                              <p:par>
                                <p:cTn id="7263" nodeType="withEffect" fill="hold" presetClass="path" presetID="0">
                                  <p:stCondLst>
                                    <p:cond delay="0"/>
                                  </p:stCondLst>
                                  <p:childTnLst>
                                    <p:animMotion origin="layout" path="M -0.30833 -0.02219 L -0.73333 -0.02219 E">
                                      <p:cBhvr>
                                        <p:cTn id="7264" dur="500" fill="hold"/>
                                        <p:tgtEl>
                                          <p:spTgt spid="2463"/>
                                        </p:tgtEl>
                                      </p:cBhvr>
                                    </p:animMotion>
                                  </p:childTnLst>
                                </p:cTn>
                              </p:par>
                              <p:set>
                                <p:cBhvr>
                                  <p:cTn id="7265" dur="1" fill="hold">
                                    <p:stCondLst>
                                      <p:cond evt="end">
                                        <p:tn val="7263"/>
                                      </p:cond>
                                    </p:stCondLst>
                                  </p:cTn>
                                  <p:tgtEl>
                                    <p:spTgt spid="2463"/>
                                  </p:tgtEl>
                                  <p:attrNameLst>
                                    <p:attrName>style.visibility</p:attrName>
                                  </p:attrNameLst>
                                </p:cBhvr>
                                <p:to>
                                  <p:strVal val="hidden"/>
                                </p:to>
                              </p:set>
                            </p:childTnLst>
                          </p:cTn>
                        </p:par>
                        <p:par>
                          <p:cTn id="7266" fill="hold">
                            <p:stCondLst>
                              <p:cond delay="4500"/>
                            </p:stCondLst>
                            <p:childTnLst>
                              <p:par>
                                <p:cTn id="7267" nodeType="afterEffect" fill="hold" presetClass="entr" presetID="27">
                                  <p:stCondLst>
                                    <p:cond delay="0"/>
                                  </p:stCondLst>
                                  <p:iterate type="lt">
                                    <p:tmAbs val="40"/>
                                  </p:iterate>
                                  <p:childTnLst>
                                    <p:set>
                                      <p:cBhvr>
                                        <p:cTn id="7268" dur="1" fill="hold">
                                          <p:stCondLst>
                                            <p:cond delay="0"/>
                                          </p:stCondLst>
                                        </p:cTn>
                                        <p:tgtEl>
                                          <p:spTgt spid="2464"/>
                                        </p:tgtEl>
                                        <p:attrNameLst>
                                          <p:attrName>style.visibility</p:attrName>
                                        </p:attrNameLst>
                                      </p:cBhvr>
                                      <p:to>
                                        <p:strVal val="visible"/>
                                      </p:to>
                                    </p:set>
                                    <p:anim calcmode="discrete" valueType="clr">
                                      <p:cBhvr additive="repl">
                                        <p:cTn id="7269" dur="80"/>
                                        <p:tgtEl>
                                          <p:spTgt spid="2464"/>
                                        </p:tgtEl>
                                        <p:attrNameLst>
                                          <p:attrName>style.color</p:attrName>
                                        </p:attrNameLst>
                                      </p:cBhvr>
                                      <p:tavLst>
                                        <p:tav tm="0">
                                          <p:val>
                                            <p:strVal val="rgb(-103,51,51)"/>
                                          </p:val>
                                        </p:tav>
                                        <p:tav tm="50000">
                                          <p:val>
                                            <p:strVal val="rgb(-103,-103,0)"/>
                                          </p:val>
                                        </p:tav>
                                      </p:tavLst>
                                    </p:anim>
                                    <p:anim calcmode="discrete" valueType="clr">
                                      <p:cBhvr additive="repl">
                                        <p:cTn id="7270" dur="80"/>
                                        <p:tgtEl>
                                          <p:spTgt spid="2464"/>
                                        </p:tgtEl>
                                        <p:attrNameLst>
                                          <p:attrName>fillcolor</p:attrName>
                                        </p:attrNameLst>
                                      </p:cBhvr>
                                      <p:tavLst>
                                        <p:tav tm="0">
                                          <p:val>
                                            <p:strVal val="rgb(-103,51,51)"/>
                                          </p:val>
                                        </p:tav>
                                        <p:tav tm="50000">
                                          <p:val>
                                            <p:strVal val="rgb(-103,-103,0)"/>
                                          </p:val>
                                        </p:tav>
                                      </p:tavLst>
                                    </p:anim>
                                    <p:set>
                                      <p:cBhvr>
                                        <p:cTn id="7271" dur="80"/>
                                        <p:tgtEl>
                                          <p:spTgt spid="2464"/>
                                        </p:tgtEl>
                                        <p:attrNameLst>
                                          <p:attrName>fill.type</p:attrName>
                                        </p:attrNameLst>
                                      </p:cBhvr>
                                      <p:to>
                                        <p:strVal val="solid"/>
                                      </p:to>
                                    </p:set>
                                  </p:childTnLst>
                                </p:cTn>
                              </p:par>
                            </p:childTnLst>
                          </p:cTn>
                        </p:par>
                        <p:par>
                          <p:cTn id="7272" fill="hold">
                            <p:stCondLst>
                              <p:cond delay="5100"/>
                            </p:stCondLst>
                            <p:childTnLst>
                              <p:par>
                                <p:cTn id="7273" nodeType="afterEffect" fill="hold" presetClass="exit" presetID="27">
                                  <p:stCondLst>
                                    <p:cond delay="500"/>
                                  </p:stCondLst>
                                  <p:iterate type="lt">
                                    <p:tmAbs val="40"/>
                                  </p:iterate>
                                  <p:childTnLst>
                                    <p:anim calcmode="discrete" valueType="clr">
                                      <p:cBhvr additive="repl">
                                        <p:cTn id="7274" dur="80"/>
                                        <p:tgtEl>
                                          <p:spTgt spid="2464"/>
                                        </p:tgtEl>
                                        <p:attrNameLst>
                                          <p:attrName>style.color</p:attrName>
                                        </p:attrNameLst>
                                      </p:cBhvr>
                                      <p:tavLst>
                                        <p:tav tm="0">
                                          <p:val>
                                            <p:strVal val="rgb(-103,-103,0)"/>
                                          </p:val>
                                        </p:tav>
                                        <p:tav tm="50000">
                                          <p:val>
                                            <p:strVal val="rgb(-103,51,51)"/>
                                          </p:val>
                                        </p:tav>
                                      </p:tavLst>
                                    </p:anim>
                                    <p:anim calcmode="discrete" valueType="clr">
                                      <p:cBhvr additive="repl">
                                        <p:cTn id="7275" dur="80"/>
                                        <p:tgtEl>
                                          <p:spTgt spid="2464"/>
                                        </p:tgtEl>
                                        <p:attrNameLst>
                                          <p:attrName>fillcolor</p:attrName>
                                        </p:attrNameLst>
                                      </p:cBhvr>
                                      <p:tavLst>
                                        <p:tav tm="0">
                                          <p:val>
                                            <p:strVal val="rgb(-103,-103,0)"/>
                                          </p:val>
                                        </p:tav>
                                        <p:tav tm="50000">
                                          <p:val>
                                            <p:strVal val="rgb(-103,51,51)"/>
                                          </p:val>
                                        </p:tav>
                                      </p:tavLst>
                                    </p:anim>
                                    <p:set>
                                      <p:cBhvr>
                                        <p:cTn id="7276" dur="80"/>
                                        <p:tgtEl>
                                          <p:spTgt spid="2464"/>
                                        </p:tgtEl>
                                        <p:attrNameLst>
                                          <p:attrName>fill.type</p:attrName>
                                        </p:attrNameLst>
                                      </p:cBhvr>
                                      <p:to>
                                        <p:strVal val="solid"/>
                                      </p:to>
                                    </p:set>
                                    <p:set>
                                      <p:cBhvr>
                                        <p:cTn id="7277" dur="1" fill="hold">
                                          <p:stCondLst>
                                            <p:cond delay="79"/>
                                          </p:stCondLst>
                                        </p:cTn>
                                        <p:tgtEl>
                                          <p:spTgt spid="2464"/>
                                        </p:tgtEl>
                                        <p:attrNameLst>
                                          <p:attrName>style.visibility</p:attrName>
                                        </p:attrNameLst>
                                      </p:cBhvr>
                                      <p:to>
                                        <p:strVal val="hidden"/>
                                      </p:to>
                                    </p:set>
                                  </p:childTnLst>
                                </p:cTn>
                              </p:par>
                            </p:childTnLst>
                          </p:cTn>
                        </p:par>
                        <p:par>
                          <p:cTn id="7278" fill="hold">
                            <p:stCondLst>
                              <p:cond delay="6200"/>
                            </p:stCondLst>
                            <p:childTnLst>
                              <p:par>
                                <p:cTn id="7279" nodeType="afterEffect" fill="hold" presetClass="entr" presetID="9">
                                  <p:stCondLst>
                                    <p:cond delay="0"/>
                                  </p:stCondLst>
                                  <p:childTnLst>
                                    <p:set>
                                      <p:cBhvr>
                                        <p:cTn id="7280" dur="1" fill="hold">
                                          <p:stCondLst>
                                            <p:cond delay="0"/>
                                          </p:stCondLst>
                                        </p:cTn>
                                        <p:tgtEl>
                                          <p:spTgt spid="2467"/>
                                        </p:tgtEl>
                                        <p:attrNameLst>
                                          <p:attrName>style.visibility</p:attrName>
                                        </p:attrNameLst>
                                      </p:cBhvr>
                                      <p:to>
                                        <p:strVal val="visible"/>
                                      </p:to>
                                    </p:set>
                                    <p:animEffect filter="dissolve" transition="in">
                                      <p:cBhvr additive="repl">
                                        <p:cTn id="7281" dur="500"/>
                                        <p:tgtEl>
                                          <p:spTgt spid="2467"/>
                                        </p:tgtEl>
                                      </p:cBhvr>
                                    </p:animEffect>
                                  </p:childTnLst>
                                </p:cTn>
                              </p:par>
                              <p:par>
                                <p:cTn id="7282" nodeType="withEffect" fill="hold" presetClass="entr" presetID="9">
                                  <p:stCondLst>
                                    <p:cond delay="0"/>
                                  </p:stCondLst>
                                  <p:childTnLst>
                                    <p:set>
                                      <p:cBhvr>
                                        <p:cTn id="7283" dur="1" fill="hold">
                                          <p:stCondLst>
                                            <p:cond delay="0"/>
                                          </p:stCondLst>
                                        </p:cTn>
                                        <p:tgtEl>
                                          <p:spTgt spid="2468"/>
                                        </p:tgtEl>
                                        <p:attrNameLst>
                                          <p:attrName>style.visibility</p:attrName>
                                        </p:attrNameLst>
                                      </p:cBhvr>
                                      <p:to>
                                        <p:strVal val="visible"/>
                                      </p:to>
                                    </p:set>
                                    <p:animEffect filter="dissolve" transition="in">
                                      <p:cBhvr additive="repl">
                                        <p:cTn id="7284" dur="500"/>
                                        <p:tgtEl>
                                          <p:spTgt spid="2468"/>
                                        </p:tgtEl>
                                      </p:cBhvr>
                                    </p:animEffect>
                                  </p:childTnLst>
                                </p:cTn>
                              </p:par>
                              <p:par>
                                <p:cTn id="7285" nodeType="withEffect" fill="hold" presetClass="entr" presetID="9">
                                  <p:stCondLst>
                                    <p:cond delay="0"/>
                                  </p:stCondLst>
                                  <p:childTnLst>
                                    <p:set>
                                      <p:cBhvr>
                                        <p:cTn id="7286" dur="1" fill="hold">
                                          <p:stCondLst>
                                            <p:cond delay="0"/>
                                          </p:stCondLst>
                                        </p:cTn>
                                        <p:tgtEl>
                                          <p:spTgt spid="2469"/>
                                        </p:tgtEl>
                                        <p:attrNameLst>
                                          <p:attrName>style.visibility</p:attrName>
                                        </p:attrNameLst>
                                      </p:cBhvr>
                                      <p:to>
                                        <p:strVal val="visible"/>
                                      </p:to>
                                    </p:set>
                                    <p:animEffect filter="dissolve" transition="in">
                                      <p:cBhvr additive="repl">
                                        <p:cTn id="7287" dur="500"/>
                                        <p:tgtEl>
                                          <p:spTgt spid="2469"/>
                                        </p:tgtEl>
                                      </p:cBhvr>
                                    </p:animEffect>
                                  </p:childTnLst>
                                </p:cTn>
                              </p:par>
                            </p:childTnLst>
                          </p:cTn>
                        </p:par>
                        <p:par>
                          <p:cTn id="7288" fill="hold">
                            <p:stCondLst>
                              <p:cond delay="6700"/>
                            </p:stCondLst>
                            <p:childTnLst>
                              <p:par>
                                <p:cTn id="7289" nodeType="afterEffect" fill="hold" presetClass="entr" presetID="9">
                                  <p:stCondLst>
                                    <p:cond delay="0"/>
                                  </p:stCondLst>
                                  <p:childTnLst>
                                    <p:set>
                                      <p:cBhvr>
                                        <p:cTn id="7290" dur="1" fill="hold">
                                          <p:stCondLst>
                                            <p:cond delay="0"/>
                                          </p:stCondLst>
                                        </p:cTn>
                                        <p:tgtEl>
                                          <p:spTgt spid="2470"/>
                                        </p:tgtEl>
                                        <p:attrNameLst>
                                          <p:attrName>style.visibility</p:attrName>
                                        </p:attrNameLst>
                                      </p:cBhvr>
                                      <p:to>
                                        <p:strVal val="visible"/>
                                      </p:to>
                                    </p:set>
                                    <p:animEffect filter="dissolve" transition="in">
                                      <p:cBhvr additive="repl">
                                        <p:cTn id="7291" dur="500"/>
                                        <p:tgtEl>
                                          <p:spTgt spid="2470"/>
                                        </p:tgtEl>
                                      </p:cBhvr>
                                    </p:animEffect>
                                  </p:childTnLst>
                                </p:cTn>
                              </p:par>
                            </p:childTnLst>
                          </p:cTn>
                        </p:par>
                        <p:par>
                          <p:cTn id="7292" fill="hold">
                            <p:stCondLst>
                              <p:cond delay="7200"/>
                            </p:stCondLst>
                            <p:childTnLst>
                              <p:par>
                                <p:cTn id="7293" nodeType="afterEffect" fill="hold" presetClass="entr" presetID="27">
                                  <p:stCondLst>
                                    <p:cond delay="0"/>
                                  </p:stCondLst>
                                  <p:iterate type="lt">
                                    <p:tmAbs val="40"/>
                                  </p:iterate>
                                  <p:childTnLst>
                                    <p:set>
                                      <p:cBhvr>
                                        <p:cTn id="7294" dur="1" fill="hold">
                                          <p:stCondLst>
                                            <p:cond delay="0"/>
                                          </p:stCondLst>
                                        </p:cTn>
                                        <p:tgtEl>
                                          <p:spTgt spid="2471"/>
                                        </p:tgtEl>
                                        <p:attrNameLst>
                                          <p:attrName>style.visibility</p:attrName>
                                        </p:attrNameLst>
                                      </p:cBhvr>
                                      <p:to>
                                        <p:strVal val="visible"/>
                                      </p:to>
                                    </p:set>
                                    <p:anim calcmode="discrete" valueType="clr">
                                      <p:cBhvr additive="repl">
                                        <p:cTn id="7295" dur="80"/>
                                        <p:tgtEl>
                                          <p:spTgt spid="2471"/>
                                        </p:tgtEl>
                                        <p:attrNameLst>
                                          <p:attrName>style.color</p:attrName>
                                        </p:attrNameLst>
                                      </p:cBhvr>
                                      <p:tavLst>
                                        <p:tav tm="0">
                                          <p:val>
                                            <p:strVal val="rgb(-103,51,51)"/>
                                          </p:val>
                                        </p:tav>
                                        <p:tav tm="50000">
                                          <p:val>
                                            <p:strVal val="rgb(-103,-103,0)"/>
                                          </p:val>
                                        </p:tav>
                                      </p:tavLst>
                                    </p:anim>
                                    <p:anim calcmode="discrete" valueType="clr">
                                      <p:cBhvr additive="repl">
                                        <p:cTn id="7296" dur="80"/>
                                        <p:tgtEl>
                                          <p:spTgt spid="2471"/>
                                        </p:tgtEl>
                                        <p:attrNameLst>
                                          <p:attrName>fillcolor</p:attrName>
                                        </p:attrNameLst>
                                      </p:cBhvr>
                                      <p:tavLst>
                                        <p:tav tm="0">
                                          <p:val>
                                            <p:strVal val="rgb(-103,51,51)"/>
                                          </p:val>
                                        </p:tav>
                                        <p:tav tm="50000">
                                          <p:val>
                                            <p:strVal val="rgb(-103,-103,0)"/>
                                          </p:val>
                                        </p:tav>
                                      </p:tavLst>
                                    </p:anim>
                                    <p:set>
                                      <p:cBhvr>
                                        <p:cTn id="7297" dur="80"/>
                                        <p:tgtEl>
                                          <p:spTgt spid="2471"/>
                                        </p:tgtEl>
                                        <p:attrNameLst>
                                          <p:attrName>fill.type</p:attrName>
                                        </p:attrNameLst>
                                      </p:cBhvr>
                                      <p:to>
                                        <p:strVal val="solid"/>
                                      </p:to>
                                    </p:set>
                                  </p:childTnLst>
                                </p:cTn>
                              </p:par>
                            </p:childTnLst>
                          </p:cTn>
                        </p:par>
                        <p:par>
                          <p:cTn id="7298" fill="hold">
                            <p:stCondLst>
                              <p:cond delay="8080"/>
                            </p:stCondLst>
                            <p:childTnLst>
                              <p:par>
                                <p:cTn id="7299" nodeType="afterEffect" fill="hold" presetClass="entr" presetID="27">
                                  <p:stCondLst>
                                    <p:cond delay="1500"/>
                                  </p:stCondLst>
                                  <p:iterate type="lt">
                                    <p:tmAbs val="40"/>
                                  </p:iterate>
                                  <p:childTnLst>
                                    <p:set>
                                      <p:cBhvr>
                                        <p:cTn id="7300" dur="1" fill="hold">
                                          <p:stCondLst>
                                            <p:cond delay="0"/>
                                          </p:stCondLst>
                                        </p:cTn>
                                        <p:tgtEl>
                                          <p:spTgt spid="2473"/>
                                        </p:tgtEl>
                                        <p:attrNameLst>
                                          <p:attrName>style.visibility</p:attrName>
                                        </p:attrNameLst>
                                      </p:cBhvr>
                                      <p:to>
                                        <p:strVal val="visible"/>
                                      </p:to>
                                    </p:set>
                                    <p:anim calcmode="discrete" valueType="clr">
                                      <p:cBhvr additive="repl">
                                        <p:cTn id="7301" dur="80"/>
                                        <p:tgtEl>
                                          <p:spTgt spid="2473"/>
                                        </p:tgtEl>
                                        <p:attrNameLst>
                                          <p:attrName>style.color</p:attrName>
                                        </p:attrNameLst>
                                      </p:cBhvr>
                                      <p:tavLst>
                                        <p:tav tm="0">
                                          <p:val>
                                            <p:strVal val="rgb(-103,51,51)"/>
                                          </p:val>
                                        </p:tav>
                                        <p:tav tm="50000">
                                          <p:val>
                                            <p:strVal val="rgb(-103,-103,0)"/>
                                          </p:val>
                                        </p:tav>
                                      </p:tavLst>
                                    </p:anim>
                                    <p:anim calcmode="discrete" valueType="clr">
                                      <p:cBhvr additive="repl">
                                        <p:cTn id="7302" dur="80"/>
                                        <p:tgtEl>
                                          <p:spTgt spid="2473"/>
                                        </p:tgtEl>
                                        <p:attrNameLst>
                                          <p:attrName>fillcolor</p:attrName>
                                        </p:attrNameLst>
                                      </p:cBhvr>
                                      <p:tavLst>
                                        <p:tav tm="0">
                                          <p:val>
                                            <p:strVal val="rgb(-103,51,51)"/>
                                          </p:val>
                                        </p:tav>
                                        <p:tav tm="50000">
                                          <p:val>
                                            <p:strVal val="rgb(-103,-103,0)"/>
                                          </p:val>
                                        </p:tav>
                                      </p:tavLst>
                                    </p:anim>
                                    <p:set>
                                      <p:cBhvr>
                                        <p:cTn id="7303" dur="80"/>
                                        <p:tgtEl>
                                          <p:spTgt spid="2473"/>
                                        </p:tgtEl>
                                        <p:attrNameLst>
                                          <p:attrName>fill.type</p:attrName>
                                        </p:attrNameLst>
                                      </p:cBhvr>
                                      <p:to>
                                        <p:strVal val="solid"/>
                                      </p:to>
                                    </p:set>
                                  </p:childTnLst>
                                </p:cTn>
                              </p:par>
                            </p:childTnLst>
                          </p:cTn>
                        </p:par>
                        <p:par>
                          <p:cTn id="7304" fill="hold">
                            <p:stCondLst>
                              <p:cond delay="11460"/>
                            </p:stCondLst>
                            <p:childTnLst>
                              <p:par>
                                <p:cTn id="7305" nodeType="afterEffect" fill="hold" presetClass="entr" presetID="9">
                                  <p:stCondLst>
                                    <p:cond delay="1500"/>
                                  </p:stCondLst>
                                  <p:childTnLst>
                                    <p:set>
                                      <p:cBhvr>
                                        <p:cTn id="7306" dur="1" fill="hold">
                                          <p:stCondLst>
                                            <p:cond delay="0"/>
                                          </p:stCondLst>
                                        </p:cTn>
                                        <p:tgtEl>
                                          <p:spTgt spid="2472"/>
                                        </p:tgtEl>
                                        <p:attrNameLst>
                                          <p:attrName>style.visibility</p:attrName>
                                        </p:attrNameLst>
                                      </p:cBhvr>
                                      <p:to>
                                        <p:strVal val="visible"/>
                                      </p:to>
                                    </p:set>
                                    <p:animEffect filter="dissolve" transition="in">
                                      <p:cBhvr additive="repl">
                                        <p:cTn id="7307" dur="500"/>
                                        <p:tgtEl>
                                          <p:spTgt spid="2472"/>
                                        </p:tgtEl>
                                      </p:cBhvr>
                                    </p:animEffect>
                                  </p:childTnLst>
                                </p:cTn>
                              </p:par>
                            </p:childTnLst>
                          </p:cTn>
                        </p:par>
                        <p:par>
                          <p:cTn id="7308" fill="hold">
                            <p:stCondLst>
                              <p:cond delay="13460"/>
                            </p:stCondLst>
                            <p:childTnLst>
                              <p:par>
                                <p:cTn id="7309" nodeType="afterEffect" fill="hold" presetClass="entr" presetID="27">
                                  <p:stCondLst>
                                    <p:cond delay="0"/>
                                  </p:stCondLst>
                                  <p:iterate type="lt">
                                    <p:tmAbs val="40"/>
                                  </p:iterate>
                                  <p:childTnLst>
                                    <p:set>
                                      <p:cBhvr>
                                        <p:cTn id="7310" dur="1" fill="hold">
                                          <p:stCondLst>
                                            <p:cond delay="0"/>
                                          </p:stCondLst>
                                        </p:cTn>
                                        <p:tgtEl>
                                          <p:spTgt spid="2474"/>
                                        </p:tgtEl>
                                        <p:attrNameLst>
                                          <p:attrName>style.visibility</p:attrName>
                                        </p:attrNameLst>
                                      </p:cBhvr>
                                      <p:to>
                                        <p:strVal val="visible"/>
                                      </p:to>
                                    </p:set>
                                    <p:anim calcmode="discrete" valueType="clr">
                                      <p:cBhvr additive="repl">
                                        <p:cTn id="7311" dur="80"/>
                                        <p:tgtEl>
                                          <p:spTgt spid="2474"/>
                                        </p:tgtEl>
                                        <p:attrNameLst>
                                          <p:attrName>style.color</p:attrName>
                                        </p:attrNameLst>
                                      </p:cBhvr>
                                      <p:tavLst>
                                        <p:tav tm="0">
                                          <p:val>
                                            <p:strVal val="rgb(-103,51,51)"/>
                                          </p:val>
                                        </p:tav>
                                        <p:tav tm="50000">
                                          <p:val>
                                            <p:strVal val="rgb(-103,-103,0)"/>
                                          </p:val>
                                        </p:tav>
                                      </p:tavLst>
                                    </p:anim>
                                    <p:anim calcmode="discrete" valueType="clr">
                                      <p:cBhvr additive="repl">
                                        <p:cTn id="7312" dur="80"/>
                                        <p:tgtEl>
                                          <p:spTgt spid="2474"/>
                                        </p:tgtEl>
                                        <p:attrNameLst>
                                          <p:attrName>fillcolor</p:attrName>
                                        </p:attrNameLst>
                                      </p:cBhvr>
                                      <p:tavLst>
                                        <p:tav tm="0">
                                          <p:val>
                                            <p:strVal val="rgb(-103,51,51)"/>
                                          </p:val>
                                        </p:tav>
                                        <p:tav tm="50000">
                                          <p:val>
                                            <p:strVal val="rgb(-103,-103,0)"/>
                                          </p:val>
                                        </p:tav>
                                      </p:tavLst>
                                    </p:anim>
                                    <p:set>
                                      <p:cBhvr>
                                        <p:cTn id="7313" dur="80"/>
                                        <p:tgtEl>
                                          <p:spTgt spid="2474"/>
                                        </p:tgtEl>
                                        <p:attrNameLst>
                                          <p:attrName>fill.type</p:attrName>
                                        </p:attrNameLst>
                                      </p:cBhvr>
                                      <p:to>
                                        <p:strVal val="solid"/>
                                      </p:to>
                                    </p:set>
                                  </p:childTnLst>
                                </p:cTn>
                              </p:par>
                            </p:childTnLst>
                          </p:cTn>
                        </p:par>
                        <p:par>
                          <p:cTn id="7314" fill="hold">
                            <p:stCondLst>
                              <p:cond delay="14140"/>
                            </p:stCondLst>
                            <p:childTnLst>
                              <p:par>
                                <p:cTn id="7315" nodeType="afterEffect" fill="hold" presetClass="entr" presetID="27">
                                  <p:stCondLst>
                                    <p:cond delay="1500"/>
                                  </p:stCondLst>
                                  <p:iterate type="lt">
                                    <p:tmAbs val="40"/>
                                  </p:iterate>
                                  <p:childTnLst>
                                    <p:set>
                                      <p:cBhvr>
                                        <p:cTn id="7316" dur="1" fill="hold">
                                          <p:stCondLst>
                                            <p:cond delay="0"/>
                                          </p:stCondLst>
                                        </p:cTn>
                                        <p:tgtEl>
                                          <p:spTgt spid="2475"/>
                                        </p:tgtEl>
                                        <p:attrNameLst>
                                          <p:attrName>style.visibility</p:attrName>
                                        </p:attrNameLst>
                                      </p:cBhvr>
                                      <p:to>
                                        <p:strVal val="visible"/>
                                      </p:to>
                                    </p:set>
                                    <p:anim calcmode="discrete" valueType="clr">
                                      <p:cBhvr additive="repl">
                                        <p:cTn id="7317" dur="80"/>
                                        <p:tgtEl>
                                          <p:spTgt spid="2475"/>
                                        </p:tgtEl>
                                        <p:attrNameLst>
                                          <p:attrName>style.color</p:attrName>
                                        </p:attrNameLst>
                                      </p:cBhvr>
                                      <p:tavLst>
                                        <p:tav tm="0">
                                          <p:val>
                                            <p:strVal val="rgb(-103,51,51)"/>
                                          </p:val>
                                        </p:tav>
                                        <p:tav tm="50000">
                                          <p:val>
                                            <p:strVal val="rgb(-103,-103,0)"/>
                                          </p:val>
                                        </p:tav>
                                      </p:tavLst>
                                    </p:anim>
                                    <p:anim calcmode="discrete" valueType="clr">
                                      <p:cBhvr additive="repl">
                                        <p:cTn id="7318" dur="80"/>
                                        <p:tgtEl>
                                          <p:spTgt spid="2475"/>
                                        </p:tgtEl>
                                        <p:attrNameLst>
                                          <p:attrName>fillcolor</p:attrName>
                                        </p:attrNameLst>
                                      </p:cBhvr>
                                      <p:tavLst>
                                        <p:tav tm="0">
                                          <p:val>
                                            <p:strVal val="rgb(-103,51,51)"/>
                                          </p:val>
                                        </p:tav>
                                        <p:tav tm="50000">
                                          <p:val>
                                            <p:strVal val="rgb(-103,-103,0)"/>
                                          </p:val>
                                        </p:tav>
                                      </p:tavLst>
                                    </p:anim>
                                    <p:set>
                                      <p:cBhvr>
                                        <p:cTn id="7319" dur="80"/>
                                        <p:tgtEl>
                                          <p:spTgt spid="2475"/>
                                        </p:tgtEl>
                                        <p:attrNameLst>
                                          <p:attrName>fill.type</p:attrName>
                                        </p:attrNameLst>
                                      </p:cBhvr>
                                      <p:to>
                                        <p:strVal val="solid"/>
                                      </p:to>
                                    </p:set>
                                  </p:childTnLst>
                                </p:cTn>
                              </p:par>
                            </p:childTnLst>
                          </p:cTn>
                        </p:par>
                        <p:par>
                          <p:cTn id="7320" fill="hold">
                            <p:stCondLst>
                              <p:cond delay="16400"/>
                            </p:stCondLst>
                            <p:childTnLst>
                              <p:par>
                                <p:cTn id="7321" nodeType="afterEffect" fill="hold" presetClass="entr" presetID="1">
                                  <p:stCondLst>
                                    <p:cond delay="1500"/>
                                  </p:stCondLst>
                                  <p:childTnLst>
                                    <p:set>
                                      <p:cBhvr>
                                        <p:cTn id="7322" dur="1" fill="hold">
                                          <p:stCondLst>
                                            <p:cond delay="0"/>
                                          </p:stCondLst>
                                        </p:cTn>
                                        <p:tgtEl>
                                          <p:spTgt spid="24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78"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479" name="" descr=""/>
          <p:cNvPicPr/>
          <p:nvPr/>
        </p:nvPicPr>
        <p:blipFill>
          <a:blip r:embed="rId1"/>
          <a:stretch/>
        </p:blipFill>
        <p:spPr>
          <a:xfrm>
            <a:off x="-1371600" y="1523880"/>
            <a:ext cx="6553080" cy="4019760"/>
          </a:xfrm>
          <a:prstGeom prst="rect">
            <a:avLst/>
          </a:prstGeom>
          <a:ln w="0">
            <a:noFill/>
          </a:ln>
        </p:spPr>
      </p:pic>
      <p:pic>
        <p:nvPicPr>
          <p:cNvPr id="2480" name="" descr=""/>
          <p:cNvPicPr/>
          <p:nvPr/>
        </p:nvPicPr>
        <p:blipFill>
          <a:blip r:embed="rId2"/>
          <a:stretch/>
        </p:blipFill>
        <p:spPr>
          <a:xfrm>
            <a:off x="6553080" y="3962520"/>
            <a:ext cx="2934000" cy="1271520"/>
          </a:xfrm>
          <a:prstGeom prst="rect">
            <a:avLst/>
          </a:prstGeom>
          <a:ln w="0">
            <a:noFill/>
          </a:ln>
        </p:spPr>
      </p:pic>
      <p:sp>
        <p:nvSpPr>
          <p:cNvPr id="2481" name=""/>
          <p:cNvSpPr/>
          <p:nvPr/>
        </p:nvSpPr>
        <p:spPr>
          <a:xfrm>
            <a:off x="-1066680" y="533520"/>
            <a:ext cx="106668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Yay hax</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Probe</a:t>
            </a:r>
            <a:endParaRPr b="0" lang="en-US" sz="1200" spc="-1" strike="noStrike">
              <a:solidFill>
                <a:srgbClr val="000000"/>
              </a:solidFill>
              <a:latin typeface="Arial"/>
            </a:endParaRPr>
          </a:p>
        </p:txBody>
      </p:sp>
      <p:sp>
        <p:nvSpPr>
          <p:cNvPr id="2482"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pic>
        <p:nvPicPr>
          <p:cNvPr id="2483" name="" descr=""/>
          <p:cNvPicPr/>
          <p:nvPr/>
        </p:nvPicPr>
        <p:blipFill>
          <a:blip r:embed="rId3"/>
          <a:stretch/>
        </p:blipFill>
        <p:spPr>
          <a:xfrm>
            <a:off x="7086600" y="533520"/>
            <a:ext cx="1819440" cy="2514600"/>
          </a:xfrm>
          <a:prstGeom prst="rect">
            <a:avLst/>
          </a:prstGeom>
          <a:ln w="0">
            <a:noFill/>
          </a:ln>
        </p:spPr>
      </p:pic>
      <p:sp>
        <p:nvSpPr>
          <p:cNvPr id="2484"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485"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486" name=""/>
          <p:cNvSpPr/>
          <p:nvPr/>
        </p:nvSpPr>
        <p:spPr>
          <a:xfrm>
            <a:off x="762120" y="533520"/>
            <a:ext cx="3809880" cy="685800"/>
          </a:xfrm>
          <a:prstGeom prst="rect">
            <a:avLst/>
          </a:prstGeom>
          <a:solidFill>
            <a:srgbClr val="c0c0c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487" name=""/>
          <p:cNvSpPr/>
          <p:nvPr/>
        </p:nvSpPr>
        <p:spPr>
          <a:xfrm>
            <a:off x="1066680" y="685800"/>
            <a:ext cx="32004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0000"/>
                </a:solidFill>
                <a:latin typeface="Arial"/>
              </a:rPr>
              <a:t>M</a:t>
            </a:r>
            <a:r>
              <a:rPr b="0" lang="en-US" sz="1800" spc="-1" strike="noStrike">
                <a:solidFill>
                  <a:srgbClr val="000000"/>
                </a:solidFill>
                <a:latin typeface="Arial"/>
              </a:rPr>
              <a:t>echanical </a:t>
            </a:r>
            <a:r>
              <a:rPr b="1" lang="en-US" sz="1800" spc="-1" strike="noStrike">
                <a:solidFill>
                  <a:srgbClr val="000000"/>
                </a:solidFill>
                <a:latin typeface="Arial"/>
              </a:rPr>
              <a:t>D</a:t>
            </a:r>
            <a:r>
              <a:rPr b="0" lang="en-US" sz="1800" spc="-1" strike="noStrike">
                <a:solidFill>
                  <a:srgbClr val="000000"/>
                </a:solidFill>
                <a:latin typeface="Arial"/>
              </a:rPr>
              <a:t>isruption </a:t>
            </a:r>
            <a:r>
              <a:rPr b="1" lang="en-US" sz="1800" spc="-1" strike="noStrike">
                <a:solidFill>
                  <a:srgbClr val="000000"/>
                </a:solidFill>
                <a:latin typeface="Arial"/>
              </a:rPr>
              <a:t>P</a:t>
            </a:r>
            <a:r>
              <a:rPr b="0" lang="en-US" sz="1800" spc="-1" strike="noStrike">
                <a:solidFill>
                  <a:srgbClr val="000000"/>
                </a:solidFill>
                <a:latin typeface="Arial"/>
              </a:rPr>
              <a:t>robe</a:t>
            </a:r>
            <a:endParaRPr b="0" lang="en-US" sz="1800" spc="-1" strike="noStrike">
              <a:solidFill>
                <a:srgbClr val="000000"/>
              </a:solidFill>
              <a:latin typeface="Arial"/>
            </a:endParaRPr>
          </a:p>
        </p:txBody>
      </p:sp>
      <p:sp>
        <p:nvSpPr>
          <p:cNvPr id="2488" name=""/>
          <p:cNvSpPr/>
          <p:nvPr/>
        </p:nvSpPr>
        <p:spPr>
          <a:xfrm>
            <a:off x="4114800" y="4267080"/>
            <a:ext cx="304920" cy="304920"/>
          </a:xfrm>
          <a:prstGeom prst="ellipse">
            <a:avLst/>
          </a:prstGeom>
          <a:solidFill>
            <a:srgbClr val="80808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fade/>
  </p:transition>
  <p:timing>
    <p:tnLst>
      <p:par>
        <p:cTn id="7323" dur="indefinite" restart="never" nodeType="tmRoot">
          <p:childTnLst>
            <p:seq>
              <p:cTn id="7324" dur="indefinite" nodeType="mainSeq">
                <p:childTnLst>
                  <p:par>
                    <p:cTn id="7325" fill="hold">
                      <p:stCondLst>
                        <p:cond delay="0"/>
                      </p:stCondLst>
                      <p:childTnLst>
                        <p:par>
                          <p:cTn id="7326" fill="hold">
                            <p:stCondLst>
                              <p:cond delay="0"/>
                            </p:stCondLst>
                            <p:childTnLst>
                              <p:par>
                                <p:cTn id="7327" nodeType="afterEffect" fill="hold" presetClass="entr" presetID="1">
                                  <p:stCondLst>
                                    <p:cond delay="500"/>
                                  </p:stCondLst>
                                  <p:childTnLst>
                                    <p:set>
                                      <p:cBhvr>
                                        <p:cTn id="7328" dur="1" fill="hold">
                                          <p:stCondLst>
                                            <p:cond delay="0"/>
                                          </p:stCondLst>
                                        </p:cTn>
                                        <p:tgtEl>
                                          <p:spTgt spid="2486"/>
                                        </p:tgtEl>
                                        <p:attrNameLst>
                                          <p:attrName>style.visibility</p:attrName>
                                        </p:attrNameLst>
                                      </p:cBhvr>
                                      <p:to>
                                        <p:strVal val="visible"/>
                                      </p:to>
                                    </p:set>
                                  </p:childTnLst>
                                </p:cTn>
                              </p:par>
                            </p:childTnLst>
                          </p:cTn>
                        </p:par>
                        <p:par>
                          <p:cTn id="7329" fill="hold">
                            <p:stCondLst>
                              <p:cond delay="500"/>
                            </p:stCondLst>
                            <p:childTnLst>
                              <p:par>
                                <p:cTn id="7330" nodeType="afterEffect" fill="hold" presetClass="exit" presetID="1">
                                  <p:stCondLst>
                                    <p:cond delay="2000"/>
                                  </p:stCondLst>
                                  <p:childTnLst>
                                    <p:set>
                                      <p:cBhvr>
                                        <p:cTn id="7331" dur="1" fill="hold">
                                          <p:stCondLst>
                                            <p:cond delay="0"/>
                                          </p:stCondLst>
                                        </p:cTn>
                                        <p:tgtEl>
                                          <p:spTgt spid="2486"/>
                                        </p:tgtEl>
                                        <p:attrNameLst>
                                          <p:attrName>style.visibility</p:attrName>
                                        </p:attrNameLst>
                                      </p:cBhvr>
                                      <p:to>
                                        <p:strVal val="hidden"/>
                                      </p:to>
                                    </p:set>
                                  </p:childTnLst>
                                </p:cTn>
                              </p:par>
                            </p:childTnLst>
                          </p:cTn>
                        </p:par>
                        <p:par>
                          <p:cTn id="7332" fill="hold">
                            <p:stCondLst>
                              <p:cond delay="2500"/>
                            </p:stCondLst>
                            <p:childTnLst>
                              <p:par>
                                <p:cTn id="7333" nodeType="afterEffect" fill="hold" presetClass="entr" presetID="1" repeatCount="1000">
                                  <p:stCondLst>
                                    <p:cond delay="0"/>
                                  </p:stCondLst>
                                  <p:childTnLst>
                                    <p:set>
                                      <p:cBhvr>
                                        <p:cTn id="7334" dur="1" fill="hold">
                                          <p:stCondLst>
                                            <p:cond delay="0"/>
                                          </p:stCondLst>
                                        </p:cTn>
                                        <p:tgtEl>
                                          <p:spTgt spid="2488"/>
                                        </p:tgtEl>
                                        <p:attrNameLst>
                                          <p:attrName>style.visibility</p:attrName>
                                        </p:attrNameLst>
                                      </p:cBhvr>
                                      <p:to>
                                        <p:strVal val="visible"/>
                                      </p:to>
                                    </p:set>
                                  </p:childTnLst>
                                </p:cTn>
                              </p:par>
                            </p:childTnLst>
                          </p:cTn>
                        </p:par>
                        <p:par>
                          <p:cTn id="7335" fill="hold">
                            <p:stCondLst>
                              <p:cond delay="2500"/>
                            </p:stCondLst>
                            <p:childTnLst>
                              <p:par>
                                <p:cTn id="7336" nodeType="afterEffect" fill="hold" presetClass="path" presetID="0">
                                  <p:stCondLst>
                                    <p:cond delay="0"/>
                                  </p:stCondLst>
                                  <p:childTnLst>
                                    <p:animMotion origin="layout" path="M -3.33333E-006 1.7341E-006 L 0.375 0.0111 E">
                                      <p:cBhvr>
                                        <p:cTn id="7337" dur="2000" fill="hold"/>
                                        <p:tgtEl>
                                          <p:spTgt spid="2488"/>
                                        </p:tgtEl>
                                      </p:cBhvr>
                                    </p:animMotion>
                                  </p:childTnLst>
                                </p:cTn>
                              </p:par>
                              <p:par>
                                <p:cTn id="7338" nodeType="withEffect" fill="hold" presetClass="emph" presetID="6">
                                  <p:stCondLst>
                                    <p:cond delay="0"/>
                                  </p:stCondLst>
                                  <p:childTnLst>
                                    <p:animScale>
                                      <p:cBhvr>
                                        <p:cTn id="7339" dur="2000" fill="hold"/>
                                        <p:tgtEl>
                                          <p:spTgt spid="2488"/>
                                        </p:tgtEl>
                                      </p:cBhvr>
                                      <p:to x="-0" y="-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89"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490" name="" descr=""/>
          <p:cNvPicPr/>
          <p:nvPr/>
        </p:nvPicPr>
        <p:blipFill>
          <a:blip r:embed="rId1"/>
          <a:stretch/>
        </p:blipFill>
        <p:spPr>
          <a:xfrm>
            <a:off x="-1371600" y="1523880"/>
            <a:ext cx="6553080" cy="4019760"/>
          </a:xfrm>
          <a:prstGeom prst="rect">
            <a:avLst/>
          </a:prstGeom>
          <a:ln w="0">
            <a:noFill/>
          </a:ln>
        </p:spPr>
      </p:pic>
      <p:pic>
        <p:nvPicPr>
          <p:cNvPr id="2491" name="" descr=""/>
          <p:cNvPicPr/>
          <p:nvPr/>
        </p:nvPicPr>
        <p:blipFill>
          <a:blip r:embed="rId2"/>
          <a:stretch/>
        </p:blipFill>
        <p:spPr>
          <a:xfrm>
            <a:off x="6553080" y="3962520"/>
            <a:ext cx="2934000" cy="1271520"/>
          </a:xfrm>
          <a:prstGeom prst="rect">
            <a:avLst/>
          </a:prstGeom>
          <a:ln w="0">
            <a:noFill/>
          </a:ln>
        </p:spPr>
      </p:pic>
      <p:sp>
        <p:nvSpPr>
          <p:cNvPr id="2492" name=""/>
          <p:cNvSpPr/>
          <p:nvPr/>
        </p:nvSpPr>
        <p:spPr>
          <a:xfrm>
            <a:off x="-1066680" y="533520"/>
            <a:ext cx="106668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Yay hax</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Probe</a:t>
            </a:r>
            <a:endParaRPr b="0" lang="en-US" sz="1200" spc="-1" strike="noStrike">
              <a:solidFill>
                <a:srgbClr val="000000"/>
              </a:solidFill>
              <a:latin typeface="Arial"/>
            </a:endParaRPr>
          </a:p>
        </p:txBody>
      </p:sp>
      <p:sp>
        <p:nvSpPr>
          <p:cNvPr id="2493"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pic>
        <p:nvPicPr>
          <p:cNvPr id="2494" name="" descr=""/>
          <p:cNvPicPr/>
          <p:nvPr/>
        </p:nvPicPr>
        <p:blipFill>
          <a:blip r:embed="rId3"/>
          <a:stretch/>
        </p:blipFill>
        <p:spPr>
          <a:xfrm>
            <a:off x="7086600" y="533520"/>
            <a:ext cx="1819440" cy="2514600"/>
          </a:xfrm>
          <a:prstGeom prst="rect">
            <a:avLst/>
          </a:prstGeom>
          <a:ln w="0">
            <a:noFill/>
          </a:ln>
        </p:spPr>
      </p:pic>
      <p:sp>
        <p:nvSpPr>
          <p:cNvPr id="2495"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496"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497" name=""/>
          <p:cNvSpPr/>
          <p:nvPr/>
        </p:nvSpPr>
        <p:spPr>
          <a:xfrm>
            <a:off x="0" y="0"/>
            <a:ext cx="9144000" cy="68580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sld>
</file>

<file path=ppt/slides/slide3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98"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499" name="" descr=""/>
          <p:cNvPicPr/>
          <p:nvPr/>
        </p:nvPicPr>
        <p:blipFill>
          <a:blip r:embed="rId1"/>
          <a:stretch/>
        </p:blipFill>
        <p:spPr>
          <a:xfrm>
            <a:off x="-1371600" y="1523880"/>
            <a:ext cx="6553080" cy="4019760"/>
          </a:xfrm>
          <a:prstGeom prst="rect">
            <a:avLst/>
          </a:prstGeom>
          <a:ln w="0">
            <a:noFill/>
          </a:ln>
        </p:spPr>
      </p:pic>
      <p:pic>
        <p:nvPicPr>
          <p:cNvPr id="2500" name="" descr=""/>
          <p:cNvPicPr/>
          <p:nvPr/>
        </p:nvPicPr>
        <p:blipFill>
          <a:blip r:embed="rId2"/>
          <a:stretch/>
        </p:blipFill>
        <p:spPr>
          <a:xfrm>
            <a:off x="6553080" y="3962520"/>
            <a:ext cx="2934000" cy="1271520"/>
          </a:xfrm>
          <a:prstGeom prst="rect">
            <a:avLst/>
          </a:prstGeom>
          <a:ln w="0">
            <a:noFill/>
          </a:ln>
        </p:spPr>
      </p:pic>
      <p:sp>
        <p:nvSpPr>
          <p:cNvPr id="2501" name=""/>
          <p:cNvSpPr/>
          <p:nvPr/>
        </p:nvSpPr>
        <p:spPr>
          <a:xfrm>
            <a:off x="-1066680" y="533520"/>
            <a:ext cx="106668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Yay hax</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Probe</a:t>
            </a:r>
            <a:endParaRPr b="0" lang="en-US" sz="1200" spc="-1" strike="noStrike">
              <a:solidFill>
                <a:srgbClr val="000000"/>
              </a:solidFill>
              <a:latin typeface="Arial"/>
            </a:endParaRPr>
          </a:p>
        </p:txBody>
      </p:sp>
      <p:sp>
        <p:nvSpPr>
          <p:cNvPr id="2502"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pic>
        <p:nvPicPr>
          <p:cNvPr id="2503" name="" descr=""/>
          <p:cNvPicPr/>
          <p:nvPr/>
        </p:nvPicPr>
        <p:blipFill>
          <a:blip r:embed="rId3"/>
          <a:stretch/>
        </p:blipFill>
        <p:spPr>
          <a:xfrm>
            <a:off x="7086600" y="533520"/>
            <a:ext cx="1819440" cy="2514600"/>
          </a:xfrm>
          <a:prstGeom prst="rect">
            <a:avLst/>
          </a:prstGeom>
          <a:ln w="0">
            <a:noFill/>
          </a:ln>
        </p:spPr>
      </p:pic>
      <p:sp>
        <p:nvSpPr>
          <p:cNvPr id="2504"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505"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Tree>
  </p:cSld>
</p:sld>
</file>

<file path=ppt/slides/slide3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06"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507" name="" descr=""/>
          <p:cNvPicPr/>
          <p:nvPr/>
        </p:nvPicPr>
        <p:blipFill>
          <a:blip r:embed="rId1"/>
          <a:stretch/>
        </p:blipFill>
        <p:spPr>
          <a:xfrm>
            <a:off x="-1371600" y="1523880"/>
            <a:ext cx="6553080" cy="4019760"/>
          </a:xfrm>
          <a:prstGeom prst="rect">
            <a:avLst/>
          </a:prstGeom>
          <a:ln w="0">
            <a:noFill/>
          </a:ln>
        </p:spPr>
      </p:pic>
      <p:pic>
        <p:nvPicPr>
          <p:cNvPr id="2508" name="" descr=""/>
          <p:cNvPicPr/>
          <p:nvPr/>
        </p:nvPicPr>
        <p:blipFill>
          <a:blip r:embed="rId2"/>
          <a:stretch/>
        </p:blipFill>
        <p:spPr>
          <a:xfrm>
            <a:off x="6553080" y="3962520"/>
            <a:ext cx="2934000" cy="1271520"/>
          </a:xfrm>
          <a:prstGeom prst="rect">
            <a:avLst/>
          </a:prstGeom>
          <a:ln w="0">
            <a:noFill/>
          </a:ln>
        </p:spPr>
      </p:pic>
      <p:sp>
        <p:nvSpPr>
          <p:cNvPr id="2509" name=""/>
          <p:cNvSpPr/>
          <p:nvPr/>
        </p:nvSpPr>
        <p:spPr>
          <a:xfrm>
            <a:off x="-1066680" y="533520"/>
            <a:ext cx="106668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Yay hax</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Probe</a:t>
            </a:r>
            <a:endParaRPr b="0" lang="en-US" sz="1200" spc="-1" strike="noStrike">
              <a:solidFill>
                <a:srgbClr val="000000"/>
              </a:solidFill>
              <a:latin typeface="Arial"/>
            </a:endParaRPr>
          </a:p>
        </p:txBody>
      </p:sp>
      <p:sp>
        <p:nvSpPr>
          <p:cNvPr id="2510"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pic>
        <p:nvPicPr>
          <p:cNvPr id="2511" name="" descr=""/>
          <p:cNvPicPr/>
          <p:nvPr/>
        </p:nvPicPr>
        <p:blipFill>
          <a:blip r:embed="rId3"/>
          <a:stretch/>
        </p:blipFill>
        <p:spPr>
          <a:xfrm>
            <a:off x="7086600" y="533520"/>
            <a:ext cx="1819440" cy="2514600"/>
          </a:xfrm>
          <a:prstGeom prst="rect">
            <a:avLst/>
          </a:prstGeom>
          <a:ln w="0">
            <a:noFill/>
          </a:ln>
        </p:spPr>
      </p:pic>
      <p:sp>
        <p:nvSpPr>
          <p:cNvPr id="2512"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513"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514" name=""/>
          <p:cNvSpPr/>
          <p:nvPr/>
        </p:nvSpPr>
        <p:spPr>
          <a:xfrm>
            <a:off x="0" y="0"/>
            <a:ext cx="9144000" cy="68580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15" name=""/>
          <p:cNvSpPr/>
          <p:nvPr/>
        </p:nvSpPr>
        <p:spPr>
          <a:xfrm>
            <a:off x="4191120" y="2971800"/>
            <a:ext cx="21333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Flashbang!</a:t>
            </a:r>
            <a:endParaRPr b="0" lang="en-US" sz="1200" spc="-1" strike="noStrike">
              <a:solidFill>
                <a:srgbClr val="000000"/>
              </a:solidFill>
              <a:latin typeface="Arial"/>
            </a:endParaRPr>
          </a:p>
        </p:txBody>
      </p:sp>
    </p:spTree>
  </p:cSld>
</p:sld>
</file>

<file path=ppt/slides/slide3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16"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517" name="" descr=""/>
          <p:cNvPicPr/>
          <p:nvPr/>
        </p:nvPicPr>
        <p:blipFill>
          <a:blip r:embed="rId1"/>
          <a:stretch/>
        </p:blipFill>
        <p:spPr>
          <a:xfrm>
            <a:off x="-1371600" y="1523880"/>
            <a:ext cx="6553080" cy="4019760"/>
          </a:xfrm>
          <a:prstGeom prst="rect">
            <a:avLst/>
          </a:prstGeom>
          <a:ln w="0">
            <a:noFill/>
          </a:ln>
        </p:spPr>
      </p:pic>
      <p:pic>
        <p:nvPicPr>
          <p:cNvPr id="2518" name="" descr=""/>
          <p:cNvPicPr/>
          <p:nvPr/>
        </p:nvPicPr>
        <p:blipFill>
          <a:blip r:embed="rId2"/>
          <a:stretch/>
        </p:blipFill>
        <p:spPr>
          <a:xfrm>
            <a:off x="6553080" y="3962520"/>
            <a:ext cx="2934000" cy="1271520"/>
          </a:xfrm>
          <a:prstGeom prst="rect">
            <a:avLst/>
          </a:prstGeom>
          <a:ln w="0">
            <a:noFill/>
          </a:ln>
        </p:spPr>
      </p:pic>
      <p:sp>
        <p:nvSpPr>
          <p:cNvPr id="2519" name=""/>
          <p:cNvSpPr/>
          <p:nvPr/>
        </p:nvSpPr>
        <p:spPr>
          <a:xfrm>
            <a:off x="-1066680" y="533520"/>
            <a:ext cx="1066680" cy="55512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Yay hax</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Probe</a:t>
            </a:r>
            <a:endParaRPr b="0" lang="en-US" sz="1200" spc="-1" strike="noStrike">
              <a:solidFill>
                <a:srgbClr val="000000"/>
              </a:solidFill>
              <a:latin typeface="Arial"/>
            </a:endParaRPr>
          </a:p>
        </p:txBody>
      </p:sp>
      <p:sp>
        <p:nvSpPr>
          <p:cNvPr id="2520" name=""/>
          <p:cNvSpPr/>
          <p:nvPr/>
        </p:nvSpPr>
        <p:spPr>
          <a:xfrm>
            <a:off x="7162920" y="1828800"/>
            <a:ext cx="14475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-Shot</a:t>
            </a:r>
            <a:endParaRPr b="0" lang="en-US" sz="1800" spc="-1" strike="noStrike">
              <a:solidFill>
                <a:srgbClr val="000000"/>
              </a:solidFill>
              <a:latin typeface="Arial"/>
            </a:endParaRPr>
          </a:p>
        </p:txBody>
      </p:sp>
      <p:pic>
        <p:nvPicPr>
          <p:cNvPr id="2521" name="" descr=""/>
          <p:cNvPicPr/>
          <p:nvPr/>
        </p:nvPicPr>
        <p:blipFill>
          <a:blip r:embed="rId3"/>
          <a:stretch/>
        </p:blipFill>
        <p:spPr>
          <a:xfrm>
            <a:off x="7086600" y="533520"/>
            <a:ext cx="1819440" cy="2514600"/>
          </a:xfrm>
          <a:prstGeom prst="rect">
            <a:avLst/>
          </a:prstGeom>
          <a:ln w="0">
            <a:noFill/>
          </a:ln>
        </p:spPr>
      </p:pic>
      <p:sp>
        <p:nvSpPr>
          <p:cNvPr id="2522" name=""/>
          <p:cNvSpPr/>
          <p:nvPr/>
        </p:nvSpPr>
        <p:spPr>
          <a:xfrm>
            <a:off x="7696080" y="1143000"/>
            <a:ext cx="83844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cc3300"/>
                </a:solidFill>
                <a:latin typeface="Arial"/>
              </a:rPr>
              <a:t>25</a:t>
            </a:r>
            <a:endParaRPr b="0" lang="en-US" sz="1200" spc="-1" strike="noStrike">
              <a:solidFill>
                <a:srgbClr val="000000"/>
              </a:solidFill>
              <a:latin typeface="Arial"/>
            </a:endParaRPr>
          </a:p>
        </p:txBody>
      </p:sp>
      <p:sp>
        <p:nvSpPr>
          <p:cNvPr id="2523" name=""/>
          <p:cNvSpPr/>
          <p:nvPr/>
        </p:nvSpPr>
        <p:spPr>
          <a:xfrm>
            <a:off x="7848720" y="838080"/>
            <a:ext cx="380880" cy="27684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ff"/>
                </a:solidFill>
                <a:latin typeface="Arial"/>
              </a:rPr>
              <a:t>0</a:t>
            </a:r>
            <a:endParaRPr b="0" lang="en-US" sz="1200" spc="-1" strike="noStrike">
              <a:solidFill>
                <a:srgbClr val="000000"/>
              </a:solidFill>
              <a:latin typeface="Arial"/>
            </a:endParaRPr>
          </a:p>
        </p:txBody>
      </p:sp>
      <p:sp>
        <p:nvSpPr>
          <p:cNvPr id="2524" name=""/>
          <p:cNvSpPr/>
          <p:nvPr/>
        </p:nvSpPr>
        <p:spPr>
          <a:xfrm>
            <a:off x="0" y="-380880"/>
            <a:ext cx="10972800" cy="814068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cc3300"/>
                </a:solidFill>
                <a:latin typeface="Arial"/>
              </a:rPr>
              <a:t>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 00000000000000000000000000000000000000000000000000000000000000000000000000000000000000000000000000000000</a:t>
            </a:r>
            <a:endParaRPr b="0" lang="en-US" sz="1200" spc="-1" strike="noStrike">
              <a:solidFill>
                <a:srgbClr val="000000"/>
              </a:solidFill>
              <a:latin typeface="Arial"/>
            </a:endParaRPr>
          </a:p>
        </p:txBody>
      </p:sp>
    </p:spTree>
  </p:cSld>
</p:sld>
</file>

<file path=ppt/slides/slide3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25"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526" name="" descr=""/>
          <p:cNvPicPr/>
          <p:nvPr/>
        </p:nvPicPr>
        <p:blipFill>
          <a:blip r:embed="rId1"/>
          <a:stretch/>
        </p:blipFill>
        <p:spPr>
          <a:xfrm>
            <a:off x="3124080" y="2743200"/>
            <a:ext cx="6019920" cy="2610000"/>
          </a:xfrm>
          <a:prstGeom prst="rect">
            <a:avLst/>
          </a:prstGeom>
          <a:ln w="0">
            <a:noFill/>
          </a:ln>
        </p:spPr>
      </p:pic>
      <p:sp>
        <p:nvSpPr>
          <p:cNvPr id="2527" name=""/>
          <p:cNvSpPr/>
          <p:nvPr/>
        </p:nvSpPr>
        <p:spPr>
          <a:xfrm>
            <a:off x="5562720" y="3276720"/>
            <a:ext cx="1600200" cy="13716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28" name=""/>
          <p:cNvSpPr/>
          <p:nvPr/>
        </p:nvSpPr>
        <p:spPr>
          <a:xfrm>
            <a:off x="4114800" y="3124080"/>
            <a:ext cx="1600200" cy="13716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29" name=""/>
          <p:cNvSpPr/>
          <p:nvPr/>
        </p:nvSpPr>
        <p:spPr>
          <a:xfrm>
            <a:off x="4572000" y="3657600"/>
            <a:ext cx="1600200" cy="13716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30" name=""/>
          <p:cNvSpPr/>
          <p:nvPr/>
        </p:nvSpPr>
        <p:spPr>
          <a:xfrm>
            <a:off x="5181480" y="2971800"/>
            <a:ext cx="1600200" cy="13716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531" name="" descr=""/>
          <p:cNvPicPr/>
          <p:nvPr/>
        </p:nvPicPr>
        <p:blipFill>
          <a:blip r:embed="rId2"/>
          <a:stretch/>
        </p:blipFill>
        <p:spPr>
          <a:xfrm>
            <a:off x="3733920" y="5119560"/>
            <a:ext cx="5410080" cy="1738440"/>
          </a:xfrm>
          <a:prstGeom prst="rect">
            <a:avLst/>
          </a:prstGeom>
          <a:ln w="0">
            <a:noFill/>
          </a:ln>
        </p:spPr>
      </p:pic>
      <p:sp>
        <p:nvSpPr>
          <p:cNvPr id="2532" name=""/>
          <p:cNvSpPr/>
          <p:nvPr/>
        </p:nvSpPr>
        <p:spPr>
          <a:xfrm>
            <a:off x="5867280" y="5562720"/>
            <a:ext cx="28958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Arrgg… How did you…</a:t>
            </a:r>
            <a:endParaRPr b="0" lang="en-US" sz="1200" spc="-1" strike="noStrike">
              <a:solidFill>
                <a:srgbClr val="000000"/>
              </a:solidFill>
              <a:latin typeface="Arial"/>
            </a:endParaRPr>
          </a:p>
        </p:txBody>
      </p:sp>
      <p:sp>
        <p:nvSpPr>
          <p:cNvPr id="2533" name=""/>
          <p:cNvSpPr/>
          <p:nvPr/>
        </p:nvSpPr>
        <p:spPr>
          <a:xfrm>
            <a:off x="5791320" y="3429000"/>
            <a:ext cx="1600200" cy="13716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7340" dur="indefinite" restart="never" nodeType="tmRoot">
          <p:childTnLst>
            <p:seq>
              <p:cTn id="7341" dur="indefinite" nodeType="mainSeq">
                <p:childTnLst>
                  <p:par>
                    <p:cTn id="7342" fill="hold">
                      <p:stCondLst>
                        <p:cond delay="0"/>
                      </p:stCondLst>
                      <p:childTnLst>
                        <p:par>
                          <p:cTn id="7343" fill="hold">
                            <p:stCondLst>
                              <p:cond delay="0"/>
                            </p:stCondLst>
                            <p:childTnLst>
                              <p:par>
                                <p:cTn id="7344" nodeType="afterEffect" fill="hold" presetClass="entr" presetID="9">
                                  <p:stCondLst>
                                    <p:cond delay="0"/>
                                  </p:stCondLst>
                                  <p:childTnLst>
                                    <p:set>
                                      <p:cBhvr>
                                        <p:cTn id="7345" dur="1" fill="hold">
                                          <p:stCondLst>
                                            <p:cond delay="0"/>
                                          </p:stCondLst>
                                        </p:cTn>
                                        <p:tgtEl>
                                          <p:spTgt spid="2531"/>
                                        </p:tgtEl>
                                        <p:attrNameLst>
                                          <p:attrName>style.visibility</p:attrName>
                                        </p:attrNameLst>
                                      </p:cBhvr>
                                      <p:to>
                                        <p:strVal val="visible"/>
                                      </p:to>
                                    </p:set>
                                    <p:animEffect filter="dissolve" transition="in">
                                      <p:cBhvr additive="repl">
                                        <p:cTn id="7346" dur="500"/>
                                        <p:tgtEl>
                                          <p:spTgt spid="2531"/>
                                        </p:tgtEl>
                                      </p:cBhvr>
                                    </p:animEffect>
                                  </p:childTnLst>
                                </p:cTn>
                              </p:par>
                            </p:childTnLst>
                          </p:cTn>
                        </p:par>
                        <p:par>
                          <p:cTn id="7347" fill="hold">
                            <p:stCondLst>
                              <p:cond delay="500"/>
                            </p:stCondLst>
                            <p:childTnLst>
                              <p:par>
                                <p:cTn id="7348" nodeType="afterEffect" fill="hold" presetClass="entr" presetID="27">
                                  <p:stCondLst>
                                    <p:cond delay="0"/>
                                  </p:stCondLst>
                                  <p:iterate type="lt">
                                    <p:tmAbs val="40"/>
                                  </p:iterate>
                                  <p:childTnLst>
                                    <p:set>
                                      <p:cBhvr>
                                        <p:cTn id="7349" dur="1" fill="hold">
                                          <p:stCondLst>
                                            <p:cond delay="0"/>
                                          </p:stCondLst>
                                        </p:cTn>
                                        <p:tgtEl>
                                          <p:spTgt spid="2532"/>
                                        </p:tgtEl>
                                        <p:attrNameLst>
                                          <p:attrName>style.visibility</p:attrName>
                                        </p:attrNameLst>
                                      </p:cBhvr>
                                      <p:to>
                                        <p:strVal val="visible"/>
                                      </p:to>
                                    </p:set>
                                    <p:anim calcmode="discrete" valueType="clr">
                                      <p:cBhvr additive="repl">
                                        <p:cTn id="7350" dur="80"/>
                                        <p:tgtEl>
                                          <p:spTgt spid="2532"/>
                                        </p:tgtEl>
                                        <p:attrNameLst>
                                          <p:attrName>style.color</p:attrName>
                                        </p:attrNameLst>
                                      </p:cBhvr>
                                      <p:tavLst>
                                        <p:tav tm="0">
                                          <p:val>
                                            <p:strVal val="rgb(-103,51,51)"/>
                                          </p:val>
                                        </p:tav>
                                        <p:tav tm="50000">
                                          <p:val>
                                            <p:strVal val="rgb(-103,-103,0)"/>
                                          </p:val>
                                        </p:tav>
                                      </p:tavLst>
                                    </p:anim>
                                    <p:anim calcmode="discrete" valueType="clr">
                                      <p:cBhvr additive="repl">
                                        <p:cTn id="7351" dur="80"/>
                                        <p:tgtEl>
                                          <p:spTgt spid="2532"/>
                                        </p:tgtEl>
                                        <p:attrNameLst>
                                          <p:attrName>fillcolor</p:attrName>
                                        </p:attrNameLst>
                                      </p:cBhvr>
                                      <p:tavLst>
                                        <p:tav tm="0">
                                          <p:val>
                                            <p:strVal val="rgb(-103,51,51)"/>
                                          </p:val>
                                        </p:tav>
                                        <p:tav tm="50000">
                                          <p:val>
                                            <p:strVal val="rgb(-103,-103,0)"/>
                                          </p:val>
                                        </p:tav>
                                      </p:tavLst>
                                    </p:anim>
                                    <p:set>
                                      <p:cBhvr>
                                        <p:cTn id="7352" dur="80"/>
                                        <p:tgtEl>
                                          <p:spTgt spid="2532"/>
                                        </p:tgtEl>
                                        <p:attrNameLst>
                                          <p:attrName>fill.type</p:attrName>
                                        </p:attrNameLst>
                                      </p:cBhvr>
                                      <p:to>
                                        <p:strVal val="solid"/>
                                      </p:to>
                                    </p:set>
                                  </p:childTnLst>
                                </p:cTn>
                              </p:par>
                            </p:childTnLst>
                          </p:cTn>
                        </p:par>
                        <p:par>
                          <p:cTn id="7353" fill="hold">
                            <p:stCondLst>
                              <p:cond delay="1180"/>
                            </p:stCondLst>
                            <p:childTnLst>
                              <p:par>
                                <p:cTn id="7354" nodeType="afterEffect" fill="hold" presetClass="entr" presetID="1">
                                  <p:stCondLst>
                                    <p:cond delay="0"/>
                                  </p:stCondLst>
                                  <p:childTnLst>
                                    <p:set>
                                      <p:cBhvr>
                                        <p:cTn id="7355" dur="1" fill="hold">
                                          <p:stCondLst>
                                            <p:cond delay="0"/>
                                          </p:stCondLst>
                                        </p:cTn>
                                        <p:tgtEl>
                                          <p:spTgt spid="2527"/>
                                        </p:tgtEl>
                                        <p:attrNameLst>
                                          <p:attrName>style.visibility</p:attrName>
                                        </p:attrNameLst>
                                      </p:cBhvr>
                                      <p:to>
                                        <p:strVal val="visible"/>
                                      </p:to>
                                    </p:set>
                                  </p:childTnLst>
                                </p:cTn>
                              </p:par>
                            </p:childTnLst>
                          </p:cTn>
                        </p:par>
                        <p:par>
                          <p:cTn id="7356" fill="hold">
                            <p:stCondLst>
                              <p:cond delay="1180"/>
                            </p:stCondLst>
                            <p:childTnLst>
                              <p:par>
                                <p:cTn id="7357" nodeType="afterEffect" fill="hold" presetClass="exit" presetID="9">
                                  <p:stCondLst>
                                    <p:cond delay="0"/>
                                  </p:stCondLst>
                                  <p:childTnLst>
                                    <p:animEffect filter="dissolve" transition="out">
                                      <p:cBhvr additive="repl">
                                        <p:cTn id="7358" dur="500"/>
                                        <p:tgtEl>
                                          <p:spTgt spid="2527"/>
                                        </p:tgtEl>
                                      </p:cBhvr>
                                    </p:animEffect>
                                    <p:set>
                                      <p:cBhvr>
                                        <p:cTn id="7359" dur="1" fill="hold">
                                          <p:stCondLst>
                                            <p:cond delay="499"/>
                                          </p:stCondLst>
                                        </p:cTn>
                                        <p:tgtEl>
                                          <p:spTgt spid="2527"/>
                                        </p:tgtEl>
                                        <p:attrNameLst>
                                          <p:attrName>style.visibility</p:attrName>
                                        </p:attrNameLst>
                                      </p:cBhvr>
                                      <p:to>
                                        <p:strVal val="hidden"/>
                                      </p:to>
                                    </p:set>
                                  </p:childTnLst>
                                </p:cTn>
                              </p:par>
                            </p:childTnLst>
                          </p:cTn>
                        </p:par>
                        <p:par>
                          <p:cTn id="7360" fill="hold">
                            <p:stCondLst>
                              <p:cond delay="1680"/>
                            </p:stCondLst>
                            <p:childTnLst>
                              <p:par>
                                <p:cTn id="7361" nodeType="afterEffect" fill="hold" presetClass="exit" presetID="9">
                                  <p:stCondLst>
                                    <p:cond delay="0"/>
                                  </p:stCondLst>
                                  <p:childTnLst>
                                    <p:animEffect filter="dissolve" transition="out">
                                      <p:cBhvr additive="repl">
                                        <p:cTn id="7362" dur="500"/>
                                        <p:tgtEl>
                                          <p:spTgt spid="2531"/>
                                        </p:tgtEl>
                                      </p:cBhvr>
                                    </p:animEffect>
                                    <p:set>
                                      <p:cBhvr>
                                        <p:cTn id="7363" dur="1" fill="hold">
                                          <p:stCondLst>
                                            <p:cond delay="499"/>
                                          </p:stCondLst>
                                        </p:cTn>
                                        <p:tgtEl>
                                          <p:spTgt spid="2531"/>
                                        </p:tgtEl>
                                        <p:attrNameLst>
                                          <p:attrName>style.visibility</p:attrName>
                                        </p:attrNameLst>
                                      </p:cBhvr>
                                      <p:to>
                                        <p:strVal val="hidden"/>
                                      </p:to>
                                    </p:set>
                                  </p:childTnLst>
                                </p:cTn>
                              </p:par>
                              <p:par>
                                <p:cTn id="7364" nodeType="withEffect" fill="hold" presetClass="exit" presetID="9">
                                  <p:stCondLst>
                                    <p:cond delay="0"/>
                                  </p:stCondLst>
                                  <p:iterate type="lt">
                                    <p:tmAbs val="0"/>
                                  </p:iterate>
                                  <p:childTnLst>
                                    <p:animEffect filter="dissolve" transition="out">
                                      <p:cBhvr additive="repl">
                                        <p:cTn id="7365" dur="500"/>
                                        <p:tgtEl>
                                          <p:spTgt spid="2532"/>
                                        </p:tgtEl>
                                      </p:cBhvr>
                                    </p:animEffect>
                                    <p:set>
                                      <p:cBhvr>
                                        <p:cTn id="7366" dur="1" fill="hold">
                                          <p:stCondLst>
                                            <p:cond delay="499"/>
                                          </p:stCondLst>
                                        </p:cTn>
                                        <p:tgtEl>
                                          <p:spTgt spid="2532"/>
                                        </p:tgtEl>
                                        <p:attrNameLst>
                                          <p:attrName>style.visibility</p:attrName>
                                        </p:attrNameLst>
                                      </p:cBhvr>
                                      <p:to>
                                        <p:strVal val="hidden"/>
                                      </p:to>
                                    </p:set>
                                  </p:childTnLst>
                                </p:cTn>
                              </p:par>
                              <p:par>
                                <p:cTn id="7367" nodeType="withEffect" fill="hold" presetClass="entr" presetID="1">
                                  <p:stCondLst>
                                    <p:cond delay="0"/>
                                  </p:stCondLst>
                                  <p:childTnLst>
                                    <p:set>
                                      <p:cBhvr>
                                        <p:cTn id="7368" dur="1" fill="hold">
                                          <p:stCondLst>
                                            <p:cond delay="0"/>
                                          </p:stCondLst>
                                        </p:cTn>
                                        <p:tgtEl>
                                          <p:spTgt spid="2528"/>
                                        </p:tgtEl>
                                        <p:attrNameLst>
                                          <p:attrName>style.visibility</p:attrName>
                                        </p:attrNameLst>
                                      </p:cBhvr>
                                      <p:to>
                                        <p:strVal val="visible"/>
                                      </p:to>
                                    </p:set>
                                  </p:childTnLst>
                                </p:cTn>
                              </p:par>
                              <p:par>
                                <p:cTn id="7369" nodeType="withEffect" fill="hold" presetClass="exit" presetID="9">
                                  <p:stCondLst>
                                    <p:cond delay="0"/>
                                  </p:stCondLst>
                                  <p:childTnLst>
                                    <p:animEffect filter="dissolve" transition="out">
                                      <p:cBhvr additive="repl">
                                        <p:cTn id="7370" dur="500"/>
                                        <p:tgtEl>
                                          <p:spTgt spid="2528"/>
                                        </p:tgtEl>
                                      </p:cBhvr>
                                    </p:animEffect>
                                    <p:set>
                                      <p:cBhvr>
                                        <p:cTn id="7371" dur="1" fill="hold">
                                          <p:stCondLst>
                                            <p:cond delay="499"/>
                                          </p:stCondLst>
                                        </p:cTn>
                                        <p:tgtEl>
                                          <p:spTgt spid="2528"/>
                                        </p:tgtEl>
                                        <p:attrNameLst>
                                          <p:attrName>style.visibility</p:attrName>
                                        </p:attrNameLst>
                                      </p:cBhvr>
                                      <p:to>
                                        <p:strVal val="hidden"/>
                                      </p:to>
                                    </p:set>
                                  </p:childTnLst>
                                </p:cTn>
                              </p:par>
                            </p:childTnLst>
                          </p:cTn>
                        </p:par>
                        <p:par>
                          <p:cTn id="7372" fill="hold">
                            <p:stCondLst>
                              <p:cond delay="2180"/>
                            </p:stCondLst>
                            <p:childTnLst>
                              <p:par>
                                <p:cTn id="7373" nodeType="afterEffect" fill="hold" presetClass="entr" presetID="1">
                                  <p:stCondLst>
                                    <p:cond delay="0"/>
                                  </p:stCondLst>
                                  <p:childTnLst>
                                    <p:set>
                                      <p:cBhvr>
                                        <p:cTn id="7374" dur="1" fill="hold">
                                          <p:stCondLst>
                                            <p:cond delay="0"/>
                                          </p:stCondLst>
                                        </p:cTn>
                                        <p:tgtEl>
                                          <p:spTgt spid="2529"/>
                                        </p:tgtEl>
                                        <p:attrNameLst>
                                          <p:attrName>style.visibility</p:attrName>
                                        </p:attrNameLst>
                                      </p:cBhvr>
                                      <p:to>
                                        <p:strVal val="visible"/>
                                      </p:to>
                                    </p:set>
                                  </p:childTnLst>
                                </p:cTn>
                              </p:par>
                            </p:childTnLst>
                          </p:cTn>
                        </p:par>
                        <p:par>
                          <p:cTn id="7375" fill="hold">
                            <p:stCondLst>
                              <p:cond delay="2180"/>
                            </p:stCondLst>
                            <p:childTnLst>
                              <p:par>
                                <p:cTn id="7376" nodeType="afterEffect" fill="hold" presetClass="exit" presetID="9">
                                  <p:stCondLst>
                                    <p:cond delay="0"/>
                                  </p:stCondLst>
                                  <p:childTnLst>
                                    <p:animEffect filter="dissolve" transition="out">
                                      <p:cBhvr additive="repl">
                                        <p:cTn id="7377" dur="500"/>
                                        <p:tgtEl>
                                          <p:spTgt spid="2529"/>
                                        </p:tgtEl>
                                      </p:cBhvr>
                                    </p:animEffect>
                                    <p:set>
                                      <p:cBhvr>
                                        <p:cTn id="7378" dur="1" fill="hold">
                                          <p:stCondLst>
                                            <p:cond delay="499"/>
                                          </p:stCondLst>
                                        </p:cTn>
                                        <p:tgtEl>
                                          <p:spTgt spid="2529"/>
                                        </p:tgtEl>
                                        <p:attrNameLst>
                                          <p:attrName>style.visibility</p:attrName>
                                        </p:attrNameLst>
                                      </p:cBhvr>
                                      <p:to>
                                        <p:strVal val="hidden"/>
                                      </p:to>
                                    </p:set>
                                  </p:childTnLst>
                                </p:cTn>
                              </p:par>
                            </p:childTnLst>
                          </p:cTn>
                        </p:par>
                        <p:par>
                          <p:cTn id="7379" fill="hold">
                            <p:stCondLst>
                              <p:cond delay="2680"/>
                            </p:stCondLst>
                            <p:childTnLst>
                              <p:par>
                                <p:cTn id="7380" nodeType="afterEffect" fill="hold" presetClass="entr" presetID="1">
                                  <p:stCondLst>
                                    <p:cond delay="0"/>
                                  </p:stCondLst>
                                  <p:childTnLst>
                                    <p:set>
                                      <p:cBhvr>
                                        <p:cTn id="7381" dur="1" fill="hold">
                                          <p:stCondLst>
                                            <p:cond delay="0"/>
                                          </p:stCondLst>
                                        </p:cTn>
                                        <p:tgtEl>
                                          <p:spTgt spid="2530"/>
                                        </p:tgtEl>
                                        <p:attrNameLst>
                                          <p:attrName>style.visibility</p:attrName>
                                        </p:attrNameLst>
                                      </p:cBhvr>
                                      <p:to>
                                        <p:strVal val="visible"/>
                                      </p:to>
                                    </p:set>
                                  </p:childTnLst>
                                </p:cTn>
                              </p:par>
                            </p:childTnLst>
                          </p:cTn>
                        </p:par>
                        <p:par>
                          <p:cTn id="7382" fill="hold">
                            <p:stCondLst>
                              <p:cond delay="2680"/>
                            </p:stCondLst>
                            <p:childTnLst>
                              <p:par>
                                <p:cTn id="7383" nodeType="afterEffect" fill="hold" presetClass="exit" presetID="9">
                                  <p:stCondLst>
                                    <p:cond delay="0"/>
                                  </p:stCondLst>
                                  <p:childTnLst>
                                    <p:animEffect filter="dissolve" transition="out">
                                      <p:cBhvr additive="repl">
                                        <p:cTn id="7384" dur="500"/>
                                        <p:tgtEl>
                                          <p:spTgt spid="2530"/>
                                        </p:tgtEl>
                                      </p:cBhvr>
                                    </p:animEffect>
                                    <p:set>
                                      <p:cBhvr>
                                        <p:cTn id="7385" dur="1" fill="hold">
                                          <p:stCondLst>
                                            <p:cond delay="499"/>
                                          </p:stCondLst>
                                        </p:cTn>
                                        <p:tgtEl>
                                          <p:spTgt spid="2530"/>
                                        </p:tgtEl>
                                        <p:attrNameLst>
                                          <p:attrName>style.visibility</p:attrName>
                                        </p:attrNameLst>
                                      </p:cBhvr>
                                      <p:to>
                                        <p:strVal val="hidden"/>
                                      </p:to>
                                    </p:set>
                                  </p:childTnLst>
                                </p:cTn>
                              </p:par>
                            </p:childTnLst>
                          </p:cTn>
                        </p:par>
                        <p:par>
                          <p:cTn id="7386" fill="hold">
                            <p:stCondLst>
                              <p:cond delay="3180"/>
                            </p:stCondLst>
                            <p:childTnLst>
                              <p:par>
                                <p:cTn id="7387" nodeType="afterEffect" fill="hold" presetClass="entr" presetID="1">
                                  <p:stCondLst>
                                    <p:cond delay="0"/>
                                  </p:stCondLst>
                                  <p:childTnLst>
                                    <p:set>
                                      <p:cBhvr>
                                        <p:cTn id="7388" dur="1" fill="hold">
                                          <p:stCondLst>
                                            <p:cond delay="0"/>
                                          </p:stCondLst>
                                        </p:cTn>
                                        <p:tgtEl>
                                          <p:spTgt spid="2533"/>
                                        </p:tgtEl>
                                        <p:attrNameLst>
                                          <p:attrName>style.visibility</p:attrName>
                                        </p:attrNameLst>
                                      </p:cBhvr>
                                      <p:to>
                                        <p:strVal val="visible"/>
                                      </p:to>
                                    </p:set>
                                  </p:childTnLst>
                                </p:cTn>
                              </p:par>
                            </p:childTnLst>
                          </p:cTn>
                        </p:par>
                        <p:par>
                          <p:cTn id="7389" fill="hold">
                            <p:stCondLst>
                              <p:cond delay="3180"/>
                            </p:stCondLst>
                            <p:childTnLst>
                              <p:par>
                                <p:cTn id="7390" nodeType="afterEffect" fill="hold" presetClass="exit" presetID="9">
                                  <p:stCondLst>
                                    <p:cond delay="0"/>
                                  </p:stCondLst>
                                  <p:childTnLst>
                                    <p:animEffect filter="dissolve" transition="out">
                                      <p:cBhvr additive="repl">
                                        <p:cTn id="7391" dur="500"/>
                                        <p:tgtEl>
                                          <p:spTgt spid="2533"/>
                                        </p:tgtEl>
                                      </p:cBhvr>
                                    </p:animEffect>
                                    <p:set>
                                      <p:cBhvr>
                                        <p:cTn id="7392" dur="1" fill="hold">
                                          <p:stCondLst>
                                            <p:cond delay="499"/>
                                          </p:stCondLst>
                                        </p:cTn>
                                        <p:tgtEl>
                                          <p:spTgt spid="253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34"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535" name="" descr=""/>
          <p:cNvPicPr/>
          <p:nvPr/>
        </p:nvPicPr>
        <p:blipFill>
          <a:blip r:embed="rId1"/>
          <a:stretch/>
        </p:blipFill>
        <p:spPr>
          <a:xfrm>
            <a:off x="2895480" y="2438280"/>
            <a:ext cx="5105520" cy="2916360"/>
          </a:xfrm>
          <a:prstGeom prst="rect">
            <a:avLst/>
          </a:prstGeom>
          <a:ln w="0">
            <a:noFill/>
          </a:ln>
        </p:spPr>
      </p:pic>
      <p:sp>
        <p:nvSpPr>
          <p:cNvPr id="2536" name=""/>
          <p:cNvSpPr/>
          <p:nvPr/>
        </p:nvSpPr>
        <p:spPr>
          <a:xfrm>
            <a:off x="5029200" y="3124080"/>
            <a:ext cx="1600200" cy="13716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37" name=""/>
          <p:cNvSpPr/>
          <p:nvPr/>
        </p:nvSpPr>
        <p:spPr>
          <a:xfrm>
            <a:off x="5943600" y="3733920"/>
            <a:ext cx="1600200" cy="13716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38" name=""/>
          <p:cNvSpPr/>
          <p:nvPr/>
        </p:nvSpPr>
        <p:spPr>
          <a:xfrm>
            <a:off x="7086600" y="3124080"/>
            <a:ext cx="1600200" cy="13716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39" name=""/>
          <p:cNvSpPr/>
          <p:nvPr/>
        </p:nvSpPr>
        <p:spPr>
          <a:xfrm>
            <a:off x="3733920" y="3352680"/>
            <a:ext cx="1600200" cy="1371600"/>
          </a:xfrm>
          <a:prstGeom prst="ellipse">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iming>
    <p:tnLst>
      <p:par>
        <p:cTn id="7393" dur="indefinite" restart="never" nodeType="tmRoot">
          <p:childTnLst>
            <p:seq>
              <p:cTn id="7394" dur="indefinite" nodeType="mainSeq">
                <p:childTnLst>
                  <p:par>
                    <p:cTn id="7395" fill="hold">
                      <p:stCondLst>
                        <p:cond delay="0"/>
                      </p:stCondLst>
                      <p:childTnLst>
                        <p:par>
                          <p:cTn id="7396" fill="hold">
                            <p:stCondLst>
                              <p:cond delay="0"/>
                            </p:stCondLst>
                            <p:childTnLst>
                              <p:par>
                                <p:cTn id="7397" nodeType="afterEffect" fill="hold" presetClass="path" presetID="0">
                                  <p:stCondLst>
                                    <p:cond delay="0"/>
                                  </p:stCondLst>
                                  <p:childTnLst>
                                    <p:animMotion origin="layout" path="M 1.11022E-016 -4.81481E-006 L 0.85833 -0.003 E">
                                      <p:cBhvr>
                                        <p:cTn id="7398" dur="5000" fill="hold"/>
                                        <p:tgtEl>
                                          <p:spTgt spid="2535"/>
                                        </p:tgtEl>
                                      </p:cBhvr>
                                    </p:animMotion>
                                  </p:childTnLst>
                                </p:cTn>
                              </p:par>
                              <p:par>
                                <p:cTn id="7399" nodeType="withEffect" fill="hold" presetClass="exit" presetID="9">
                                  <p:stCondLst>
                                    <p:cond delay="500"/>
                                  </p:stCondLst>
                                  <p:childTnLst>
                                    <p:animEffect filter="dissolve" transition="out">
                                      <p:cBhvr additive="repl">
                                        <p:cTn id="7400" dur="2000"/>
                                        <p:tgtEl>
                                          <p:spTgt spid="2535"/>
                                        </p:tgtEl>
                                      </p:cBhvr>
                                    </p:animEffect>
                                    <p:set>
                                      <p:cBhvr>
                                        <p:cTn id="7401" dur="1" fill="hold">
                                          <p:stCondLst>
                                            <p:cond delay="1999"/>
                                          </p:stCondLst>
                                        </p:cTn>
                                        <p:tgtEl>
                                          <p:spTgt spid="2535"/>
                                        </p:tgtEl>
                                        <p:attrNameLst>
                                          <p:attrName>style.visibility</p:attrName>
                                        </p:attrNameLst>
                                      </p:cBhvr>
                                      <p:to>
                                        <p:strVal val="hidden"/>
                                      </p:to>
                                    </p:set>
                                  </p:childTnLst>
                                </p:cTn>
                              </p:par>
                              <p:par>
                                <p:cTn id="7402" nodeType="withEffect" fill="hold" presetClass="entr" presetID="1">
                                  <p:stCondLst>
                                    <p:cond delay="0"/>
                                  </p:stCondLst>
                                  <p:childTnLst>
                                    <p:set>
                                      <p:cBhvr>
                                        <p:cTn id="7403" dur="1" fill="hold">
                                          <p:stCondLst>
                                            <p:cond delay="0"/>
                                          </p:stCondLst>
                                        </p:cTn>
                                        <p:tgtEl>
                                          <p:spTgt spid="2539"/>
                                        </p:tgtEl>
                                        <p:attrNameLst>
                                          <p:attrName>style.visibility</p:attrName>
                                        </p:attrNameLst>
                                      </p:cBhvr>
                                      <p:to>
                                        <p:strVal val="visible"/>
                                      </p:to>
                                    </p:set>
                                  </p:childTnLst>
                                </p:cTn>
                              </p:par>
                              <p:par>
                                <p:cTn id="7404" nodeType="withEffect" fill="hold" presetClass="exit" presetID="9">
                                  <p:stCondLst>
                                    <p:cond delay="0"/>
                                  </p:stCondLst>
                                  <p:childTnLst>
                                    <p:animEffect filter="dissolve" transition="out">
                                      <p:cBhvr additive="repl">
                                        <p:cTn id="7405" dur="500"/>
                                        <p:tgtEl>
                                          <p:spTgt spid="2539"/>
                                        </p:tgtEl>
                                      </p:cBhvr>
                                    </p:animEffect>
                                    <p:set>
                                      <p:cBhvr>
                                        <p:cTn id="7406" dur="1" fill="hold">
                                          <p:stCondLst>
                                            <p:cond delay="499"/>
                                          </p:stCondLst>
                                        </p:cTn>
                                        <p:tgtEl>
                                          <p:spTgt spid="2539"/>
                                        </p:tgtEl>
                                        <p:attrNameLst>
                                          <p:attrName>style.visibility</p:attrName>
                                        </p:attrNameLst>
                                      </p:cBhvr>
                                      <p:to>
                                        <p:strVal val="hidden"/>
                                      </p:to>
                                    </p:set>
                                  </p:childTnLst>
                                </p:cTn>
                              </p:par>
                              <p:par>
                                <p:cTn id="7407" nodeType="withEffect" fill="hold" presetClass="entr" presetID="1">
                                  <p:stCondLst>
                                    <p:cond delay="500"/>
                                  </p:stCondLst>
                                  <p:childTnLst>
                                    <p:set>
                                      <p:cBhvr>
                                        <p:cTn id="7408" dur="1" fill="hold">
                                          <p:stCondLst>
                                            <p:cond delay="0"/>
                                          </p:stCondLst>
                                        </p:cTn>
                                        <p:tgtEl>
                                          <p:spTgt spid="2536"/>
                                        </p:tgtEl>
                                        <p:attrNameLst>
                                          <p:attrName>style.visibility</p:attrName>
                                        </p:attrNameLst>
                                      </p:cBhvr>
                                      <p:to>
                                        <p:strVal val="visible"/>
                                      </p:to>
                                    </p:set>
                                  </p:childTnLst>
                                </p:cTn>
                              </p:par>
                              <p:par>
                                <p:cTn id="7409" nodeType="withEffect" fill="hold" presetClass="exit" presetID="9">
                                  <p:stCondLst>
                                    <p:cond delay="500"/>
                                  </p:stCondLst>
                                  <p:childTnLst>
                                    <p:animEffect filter="dissolve" transition="out">
                                      <p:cBhvr additive="repl">
                                        <p:cTn id="7410" dur="500"/>
                                        <p:tgtEl>
                                          <p:spTgt spid="2536"/>
                                        </p:tgtEl>
                                      </p:cBhvr>
                                    </p:animEffect>
                                    <p:set>
                                      <p:cBhvr>
                                        <p:cTn id="7411" dur="1" fill="hold">
                                          <p:stCondLst>
                                            <p:cond delay="499"/>
                                          </p:stCondLst>
                                        </p:cTn>
                                        <p:tgtEl>
                                          <p:spTgt spid="2536"/>
                                        </p:tgtEl>
                                        <p:attrNameLst>
                                          <p:attrName>style.visibility</p:attrName>
                                        </p:attrNameLst>
                                      </p:cBhvr>
                                      <p:to>
                                        <p:strVal val="hidden"/>
                                      </p:to>
                                    </p:set>
                                  </p:childTnLst>
                                </p:cTn>
                              </p:par>
                              <p:par>
                                <p:cTn id="7412" nodeType="withEffect" fill="hold" presetClass="entr" presetID="1">
                                  <p:stCondLst>
                                    <p:cond delay="1000"/>
                                  </p:stCondLst>
                                  <p:childTnLst>
                                    <p:set>
                                      <p:cBhvr>
                                        <p:cTn id="7413" dur="1" fill="hold">
                                          <p:stCondLst>
                                            <p:cond delay="0"/>
                                          </p:stCondLst>
                                        </p:cTn>
                                        <p:tgtEl>
                                          <p:spTgt spid="2537"/>
                                        </p:tgtEl>
                                        <p:attrNameLst>
                                          <p:attrName>style.visibility</p:attrName>
                                        </p:attrNameLst>
                                      </p:cBhvr>
                                      <p:to>
                                        <p:strVal val="visible"/>
                                      </p:to>
                                    </p:set>
                                  </p:childTnLst>
                                </p:cTn>
                              </p:par>
                              <p:par>
                                <p:cTn id="7414" nodeType="withEffect" fill="hold" presetClass="exit" presetID="9">
                                  <p:stCondLst>
                                    <p:cond delay="1000"/>
                                  </p:stCondLst>
                                  <p:childTnLst>
                                    <p:animEffect filter="dissolve" transition="out">
                                      <p:cBhvr additive="repl">
                                        <p:cTn id="7415" dur="500"/>
                                        <p:tgtEl>
                                          <p:spTgt spid="2537"/>
                                        </p:tgtEl>
                                      </p:cBhvr>
                                    </p:animEffect>
                                    <p:set>
                                      <p:cBhvr>
                                        <p:cTn id="7416" dur="1" fill="hold">
                                          <p:stCondLst>
                                            <p:cond delay="499"/>
                                          </p:stCondLst>
                                        </p:cTn>
                                        <p:tgtEl>
                                          <p:spTgt spid="2537"/>
                                        </p:tgtEl>
                                        <p:attrNameLst>
                                          <p:attrName>style.visibility</p:attrName>
                                        </p:attrNameLst>
                                      </p:cBhvr>
                                      <p:to>
                                        <p:strVal val="hidden"/>
                                      </p:to>
                                    </p:set>
                                  </p:childTnLst>
                                </p:cTn>
                              </p:par>
                              <p:par>
                                <p:cTn id="7417" nodeType="withEffect" fill="hold" presetClass="entr" presetID="1">
                                  <p:stCondLst>
                                    <p:cond delay="1500"/>
                                  </p:stCondLst>
                                  <p:childTnLst>
                                    <p:set>
                                      <p:cBhvr>
                                        <p:cTn id="7418" dur="1" fill="hold">
                                          <p:stCondLst>
                                            <p:cond delay="0"/>
                                          </p:stCondLst>
                                        </p:cTn>
                                        <p:tgtEl>
                                          <p:spTgt spid="2538"/>
                                        </p:tgtEl>
                                        <p:attrNameLst>
                                          <p:attrName>style.visibility</p:attrName>
                                        </p:attrNameLst>
                                      </p:cBhvr>
                                      <p:to>
                                        <p:strVal val="visible"/>
                                      </p:to>
                                    </p:set>
                                  </p:childTnLst>
                                </p:cTn>
                              </p:par>
                              <p:par>
                                <p:cTn id="7419" nodeType="withEffect" fill="hold" presetClass="exit" presetID="9">
                                  <p:stCondLst>
                                    <p:cond delay="1500"/>
                                  </p:stCondLst>
                                  <p:childTnLst>
                                    <p:animEffect filter="dissolve" transition="out">
                                      <p:cBhvr additive="repl">
                                        <p:cTn id="7420" dur="500"/>
                                        <p:tgtEl>
                                          <p:spTgt spid="2538"/>
                                        </p:tgtEl>
                                      </p:cBhvr>
                                    </p:animEffect>
                                    <p:set>
                                      <p:cBhvr>
                                        <p:cTn id="7421" dur="1" fill="hold">
                                          <p:stCondLst>
                                            <p:cond delay="499"/>
                                          </p:stCondLst>
                                        </p:cTn>
                                        <p:tgtEl>
                                          <p:spTgt spid="253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4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254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sp>
        <p:nvSpPr>
          <p:cNvPr id="2542"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543" name="" descr=""/>
          <p:cNvPicPr/>
          <p:nvPr/>
        </p:nvPicPr>
        <p:blipFill>
          <a:blip r:embed="rId1"/>
          <a:stretch/>
        </p:blipFill>
        <p:spPr>
          <a:xfrm>
            <a:off x="-1371600" y="1523880"/>
            <a:ext cx="6553080" cy="4019760"/>
          </a:xfrm>
          <a:prstGeom prst="rect">
            <a:avLst/>
          </a:prstGeom>
          <a:ln w="0">
            <a:noFill/>
          </a:ln>
        </p:spPr>
      </p:pic>
      <p:pic>
        <p:nvPicPr>
          <p:cNvPr id="2544" name="" descr=""/>
          <p:cNvPicPr/>
          <p:nvPr/>
        </p:nvPicPr>
        <p:blipFill>
          <a:blip r:embed="rId2"/>
          <a:stretch/>
        </p:blipFill>
        <p:spPr>
          <a:xfrm>
            <a:off x="0" y="0"/>
            <a:ext cx="5105520" cy="1617840"/>
          </a:xfrm>
          <a:prstGeom prst="rect">
            <a:avLst/>
          </a:prstGeom>
          <a:ln w="0">
            <a:noFill/>
          </a:ln>
        </p:spPr>
      </p:pic>
      <p:sp>
        <p:nvSpPr>
          <p:cNvPr id="2545" name=""/>
          <p:cNvSpPr/>
          <p:nvPr/>
        </p:nvSpPr>
        <p:spPr>
          <a:xfrm>
            <a:off x="1981080" y="457200"/>
            <a:ext cx="28958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endParaRPr b="0" lang="en-US" sz="1200" spc="-1" strike="noStrike">
              <a:solidFill>
                <a:srgbClr val="000000"/>
              </a:solidFill>
              <a:latin typeface="Arial"/>
            </a:endParaRPr>
          </a:p>
        </p:txBody>
      </p:sp>
    </p:spTree>
  </p:cSld>
  <p:timing>
    <p:tnLst>
      <p:par>
        <p:cTn id="7422" dur="indefinite" restart="never" nodeType="tmRoot">
          <p:childTnLst>
            <p:seq>
              <p:cTn id="7423" dur="indefinite" nodeType="mainSeq">
                <p:childTnLst>
                  <p:par>
                    <p:cTn id="7424" fill="hold">
                      <p:stCondLst>
                        <p:cond delay="0"/>
                      </p:stCondLst>
                      <p:childTnLst>
                        <p:par>
                          <p:cTn id="7425" fill="hold">
                            <p:stCondLst>
                              <p:cond delay="0"/>
                            </p:stCondLst>
                            <p:childTnLst>
                              <p:par>
                                <p:cTn id="7426" nodeType="afterEffect" fill="hold" presetClass="entr" presetID="9">
                                  <p:stCondLst>
                                    <p:cond delay="1000"/>
                                  </p:stCondLst>
                                  <p:childTnLst>
                                    <p:set>
                                      <p:cBhvr>
                                        <p:cTn id="7427" dur="1" fill="hold">
                                          <p:stCondLst>
                                            <p:cond delay="0"/>
                                          </p:stCondLst>
                                        </p:cTn>
                                        <p:tgtEl>
                                          <p:spTgt spid="2544"/>
                                        </p:tgtEl>
                                        <p:attrNameLst>
                                          <p:attrName>style.visibility</p:attrName>
                                        </p:attrNameLst>
                                      </p:cBhvr>
                                      <p:to>
                                        <p:strVal val="visible"/>
                                      </p:to>
                                    </p:set>
                                    <p:animEffect filter="dissolve" transition="in">
                                      <p:cBhvr additive="repl">
                                        <p:cTn id="7428" dur="500"/>
                                        <p:tgtEl>
                                          <p:spTgt spid="2544"/>
                                        </p:tgtEl>
                                      </p:cBhvr>
                                    </p:animEffect>
                                  </p:childTnLst>
                                </p:cTn>
                              </p:par>
                            </p:childTnLst>
                          </p:cTn>
                        </p:par>
                        <p:par>
                          <p:cTn id="7429" fill="hold">
                            <p:stCondLst>
                              <p:cond delay="1500"/>
                            </p:stCondLst>
                            <p:childTnLst>
                              <p:par>
                                <p:cTn id="7430" nodeType="afterEffect" fill="hold" presetClass="entr" presetID="27">
                                  <p:stCondLst>
                                    <p:cond delay="0"/>
                                  </p:stCondLst>
                                  <p:iterate type="lt">
                                    <p:tmAbs val="40"/>
                                  </p:iterate>
                                  <p:childTnLst>
                                    <p:set>
                                      <p:cBhvr>
                                        <p:cTn id="7431" dur="1" fill="hold">
                                          <p:stCondLst>
                                            <p:cond delay="0"/>
                                          </p:stCondLst>
                                        </p:cTn>
                                        <p:tgtEl>
                                          <p:spTgt spid="2545"/>
                                        </p:tgtEl>
                                        <p:attrNameLst>
                                          <p:attrName>style.visibility</p:attrName>
                                        </p:attrNameLst>
                                      </p:cBhvr>
                                      <p:to>
                                        <p:strVal val="visible"/>
                                      </p:to>
                                    </p:set>
                                    <p:anim calcmode="discrete" valueType="clr">
                                      <p:cBhvr additive="repl">
                                        <p:cTn id="7432" dur="80"/>
                                        <p:tgtEl>
                                          <p:spTgt spid="2545"/>
                                        </p:tgtEl>
                                        <p:attrNameLst>
                                          <p:attrName>style.color</p:attrName>
                                        </p:attrNameLst>
                                      </p:cBhvr>
                                      <p:tavLst>
                                        <p:tav tm="0">
                                          <p:val>
                                            <p:strVal val="rgb(-103,51,51)"/>
                                          </p:val>
                                        </p:tav>
                                        <p:tav tm="50000">
                                          <p:val>
                                            <p:strVal val="rgb(-103,-103,0)"/>
                                          </p:val>
                                        </p:tav>
                                      </p:tavLst>
                                    </p:anim>
                                    <p:anim calcmode="discrete" valueType="clr">
                                      <p:cBhvr additive="repl">
                                        <p:cTn id="7433" dur="80"/>
                                        <p:tgtEl>
                                          <p:spTgt spid="2545"/>
                                        </p:tgtEl>
                                        <p:attrNameLst>
                                          <p:attrName>fillcolor</p:attrName>
                                        </p:attrNameLst>
                                      </p:cBhvr>
                                      <p:tavLst>
                                        <p:tav tm="0">
                                          <p:val>
                                            <p:strVal val="rgb(-103,51,51)"/>
                                          </p:val>
                                        </p:tav>
                                        <p:tav tm="50000">
                                          <p:val>
                                            <p:strVal val="rgb(-103,-103,0)"/>
                                          </p:val>
                                        </p:tav>
                                      </p:tavLst>
                                    </p:anim>
                                    <p:set>
                                      <p:cBhvr>
                                        <p:cTn id="7434" dur="80"/>
                                        <p:tgtEl>
                                          <p:spTgt spid="2545"/>
                                        </p:tgtEl>
                                        <p:attrNameLst>
                                          <p:attrName>fill.type</p:attrName>
                                        </p:attrNameLst>
                                      </p:cBhvr>
                                      <p:to>
                                        <p:strVal val="solid"/>
                                      </p:to>
                                    </p:set>
                                  </p:childTnLst>
                                </p:cTn>
                              </p:par>
                            </p:childTnLst>
                          </p:cTn>
                        </p:par>
                        <p:par>
                          <p:cTn id="7435" fill="hold">
                            <p:stCondLst>
                              <p:cond delay="1660"/>
                            </p:stCondLst>
                            <p:childTnLst>
                              <p:par>
                                <p:cTn id="7436" nodeType="afterEffect" fill="hold" presetClass="exit" presetID="9">
                                  <p:stCondLst>
                                    <p:cond delay="2500"/>
                                  </p:stCondLst>
                                  <p:childTnLst>
                                    <p:animEffect filter="dissolve" transition="out">
                                      <p:cBhvr additive="repl">
                                        <p:cTn id="7437" dur="500"/>
                                        <p:tgtEl>
                                          <p:spTgt spid="2544"/>
                                        </p:tgtEl>
                                      </p:cBhvr>
                                    </p:animEffect>
                                    <p:set>
                                      <p:cBhvr>
                                        <p:cTn id="7438" dur="1" fill="hold">
                                          <p:stCondLst>
                                            <p:cond delay="499"/>
                                          </p:stCondLst>
                                        </p:cTn>
                                        <p:tgtEl>
                                          <p:spTgt spid="2544"/>
                                        </p:tgtEl>
                                        <p:attrNameLst>
                                          <p:attrName>style.visibility</p:attrName>
                                        </p:attrNameLst>
                                      </p:cBhvr>
                                      <p:to>
                                        <p:strVal val="hidden"/>
                                      </p:to>
                                    </p:set>
                                  </p:childTnLst>
                                </p:cTn>
                              </p:par>
                              <p:par>
                                <p:cTn id="7439" nodeType="withEffect" fill="hold" presetClass="exit" presetID="9">
                                  <p:stCondLst>
                                    <p:cond delay="2500"/>
                                  </p:stCondLst>
                                  <p:iterate type="lt">
                                    <p:tmAbs val="0"/>
                                  </p:iterate>
                                  <p:childTnLst>
                                    <p:animEffect filter="dissolve" transition="out">
                                      <p:cBhvr additive="repl">
                                        <p:cTn id="7440" dur="500"/>
                                        <p:tgtEl>
                                          <p:spTgt spid="2545"/>
                                        </p:tgtEl>
                                      </p:cBhvr>
                                    </p:animEffect>
                                    <p:set>
                                      <p:cBhvr>
                                        <p:cTn id="7441" dur="1" fill="hold">
                                          <p:stCondLst>
                                            <p:cond delay="499"/>
                                          </p:stCondLst>
                                        </p:cTn>
                                        <p:tgtEl>
                                          <p:spTgt spid="254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46" name=""/>
          <p:cNvSpPr/>
          <p:nvPr/>
        </p:nvSpPr>
        <p:spPr>
          <a:xfrm>
            <a:off x="0" y="0"/>
            <a:ext cx="9144000" cy="68580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pic>
        <p:nvPicPr>
          <p:cNvPr id="2547" name="" descr=""/>
          <p:cNvPicPr/>
          <p:nvPr/>
        </p:nvPicPr>
        <p:blipFill>
          <a:blip r:embed="rId1"/>
          <a:stretch/>
        </p:blipFill>
        <p:spPr>
          <a:xfrm>
            <a:off x="-1371600" y="1523880"/>
            <a:ext cx="6553080" cy="4019760"/>
          </a:xfrm>
          <a:prstGeom prst="rect">
            <a:avLst/>
          </a:prstGeom>
          <a:ln w="0">
            <a:noFill/>
          </a:ln>
        </p:spPr>
      </p:pic>
    </p:spTree>
  </p:cSld>
  <p:timing>
    <p:tnLst>
      <p:par>
        <p:cTn id="7442" dur="indefinite" restart="never" nodeType="tmRoot">
          <p:childTnLst>
            <p:seq>
              <p:cTn id="7443" dur="indefinite" nodeType="mainSeq">
                <p:childTnLst>
                  <p:par>
                    <p:cTn id="7444" fill="hold">
                      <p:stCondLst>
                        <p:cond delay="0"/>
                      </p:stCondLst>
                      <p:childTnLst>
                        <p:par>
                          <p:cTn id="7445" fill="hold">
                            <p:stCondLst>
                              <p:cond delay="0"/>
                            </p:stCondLst>
                            <p:childTnLst>
                              <p:par>
                                <p:cTn id="7446" nodeType="afterEffect" fill="hold" presetClass="path" presetID="0">
                                  <p:stCondLst>
                                    <p:cond delay="0"/>
                                  </p:stCondLst>
                                  <p:childTnLst>
                                    <p:animMotion origin="layout" path="M -3.33333E-006 2.22222E-006 L 1.125 -0.00417 E">
                                      <p:cBhvr>
                                        <p:cTn id="7447" dur="2000" fill="hold"/>
                                        <p:tgtEl>
                                          <p:spTgt spid="2547"/>
                                        </p:tgtEl>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48" name=""/>
          <p:cNvSpPr/>
          <p:nvPr/>
        </p:nvSpPr>
        <p:spPr>
          <a:xfrm>
            <a:off x="3429000" y="7010280"/>
            <a:ext cx="4495680" cy="110376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Omg this picture took the LONGEST time EVER to draw. I mean, the planet itself took at least 20 mins alone… And it doesn’t even look that good… Was so much easier on paper… And it actually looked really good too…</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2/24/06</a:t>
            </a:r>
            <a:endParaRPr b="0" lang="en-US" sz="1200" spc="-1" strike="noStrike">
              <a:solidFill>
                <a:srgbClr val="000000"/>
              </a:solidFill>
              <a:latin typeface="Arial"/>
            </a:endParaRPr>
          </a:p>
        </p:txBody>
      </p:sp>
      <p:pic>
        <p:nvPicPr>
          <p:cNvPr id="2549" name="" descr=""/>
          <p:cNvPicPr/>
          <p:nvPr/>
        </p:nvPicPr>
        <p:blipFill>
          <a:blip r:embed="rId1"/>
          <a:stretch/>
        </p:blipFill>
        <p:spPr>
          <a:xfrm>
            <a:off x="0" y="0"/>
            <a:ext cx="9144000" cy="6858000"/>
          </a:xfrm>
          <a:prstGeom prst="rect">
            <a:avLst/>
          </a:prstGeom>
          <a:ln w="0">
            <a:noFill/>
          </a:ln>
        </p:spPr>
      </p:pic>
      <p:pic>
        <p:nvPicPr>
          <p:cNvPr id="2550" name="" descr=""/>
          <p:cNvPicPr/>
          <p:nvPr/>
        </p:nvPicPr>
        <p:blipFill>
          <a:blip r:embed="rId2"/>
          <a:stretch/>
        </p:blipFill>
        <p:spPr>
          <a:xfrm>
            <a:off x="6019920" y="5334120"/>
            <a:ext cx="3124080" cy="1523880"/>
          </a:xfrm>
          <a:prstGeom prst="rect">
            <a:avLst/>
          </a:prstGeom>
          <a:ln w="0">
            <a:noFill/>
          </a:ln>
        </p:spPr>
      </p:pic>
      <p:sp>
        <p:nvSpPr>
          <p:cNvPr id="2551" name=""/>
          <p:cNvSpPr/>
          <p:nvPr/>
        </p:nvSpPr>
        <p:spPr>
          <a:xfrm>
            <a:off x="6248520" y="5791320"/>
            <a:ext cx="236196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a:t>
            </a:r>
            <a:endParaRPr b="0" lang="en-US" sz="1200" spc="-1" strike="noStrike">
              <a:solidFill>
                <a:srgbClr val="000000"/>
              </a:solidFill>
              <a:latin typeface="Arial"/>
            </a:endParaRPr>
          </a:p>
        </p:txBody>
      </p:sp>
      <p:sp>
        <p:nvSpPr>
          <p:cNvPr id="2552" name=""/>
          <p:cNvSpPr/>
          <p:nvPr/>
        </p:nvSpPr>
        <p:spPr>
          <a:xfrm>
            <a:off x="6248520" y="5791320"/>
            <a:ext cx="2361960" cy="4597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I wonder how Leahin’s doing…</a:t>
            </a:r>
            <a:endParaRPr b="0" lang="en-US" sz="1200" spc="-1" strike="noStrike">
              <a:solidFill>
                <a:srgbClr val="000000"/>
              </a:solidFill>
              <a:latin typeface="Arial"/>
            </a:endParaRPr>
          </a:p>
        </p:txBody>
      </p:sp>
      <p:sp>
        <p:nvSpPr>
          <p:cNvPr id="2553" name=""/>
          <p:cNvSpPr/>
          <p:nvPr/>
        </p:nvSpPr>
        <p:spPr>
          <a:xfrm>
            <a:off x="-685800" y="6019920"/>
            <a:ext cx="533520" cy="83808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spd="slow" advTm="0">
    <p:fade thruBlk="true"/>
  </p:transition>
  <p:timing>
    <p:tnLst>
      <p:par>
        <p:cTn id="7448" dur="indefinite" restart="never" nodeType="tmRoot">
          <p:childTnLst>
            <p:seq>
              <p:cTn id="7449" dur="indefinite" nodeType="mainSeq">
                <p:childTnLst>
                  <p:par>
                    <p:cTn id="7450" fill="hold">
                      <p:stCondLst>
                        <p:cond delay="0"/>
                      </p:stCondLst>
                      <p:childTnLst>
                        <p:par>
                          <p:cTn id="7451" fill="hold">
                            <p:stCondLst>
                              <p:cond delay="0"/>
                            </p:stCondLst>
                            <p:childTnLst>
                              <p:par>
                                <p:cTn id="7452" nodeType="afterEffect" fill="hold" presetClass="entr" presetID="9">
                                  <p:stCondLst>
                                    <p:cond delay="1500"/>
                                  </p:stCondLst>
                                  <p:childTnLst>
                                    <p:set>
                                      <p:cBhvr>
                                        <p:cTn id="7453" dur="1" fill="hold">
                                          <p:stCondLst>
                                            <p:cond delay="0"/>
                                          </p:stCondLst>
                                        </p:cTn>
                                        <p:tgtEl>
                                          <p:spTgt spid="2550"/>
                                        </p:tgtEl>
                                        <p:attrNameLst>
                                          <p:attrName>style.visibility</p:attrName>
                                        </p:attrNameLst>
                                      </p:cBhvr>
                                      <p:to>
                                        <p:strVal val="visible"/>
                                      </p:to>
                                    </p:set>
                                    <p:animEffect filter="dissolve" transition="in">
                                      <p:cBhvr additive="repl">
                                        <p:cTn id="7454" dur="500"/>
                                        <p:tgtEl>
                                          <p:spTgt spid="2550"/>
                                        </p:tgtEl>
                                      </p:cBhvr>
                                    </p:animEffect>
                                  </p:childTnLst>
                                </p:cTn>
                              </p:par>
                            </p:childTnLst>
                          </p:cTn>
                        </p:par>
                        <p:par>
                          <p:cTn id="7455" fill="hold">
                            <p:stCondLst>
                              <p:cond delay="2000"/>
                            </p:stCondLst>
                            <p:childTnLst>
                              <p:par>
                                <p:cTn id="7456" nodeType="afterEffect" fill="hold" presetClass="entr" presetID="27">
                                  <p:stCondLst>
                                    <p:cond delay="0"/>
                                  </p:stCondLst>
                                  <p:iterate type="lt">
                                    <p:tmAbs val="40"/>
                                  </p:iterate>
                                  <p:childTnLst>
                                    <p:set>
                                      <p:cBhvr>
                                        <p:cTn id="7457" dur="1" fill="hold">
                                          <p:stCondLst>
                                            <p:cond delay="0"/>
                                          </p:stCondLst>
                                        </p:cTn>
                                        <p:tgtEl>
                                          <p:spTgt spid="2551"/>
                                        </p:tgtEl>
                                        <p:attrNameLst>
                                          <p:attrName>style.visibility</p:attrName>
                                        </p:attrNameLst>
                                      </p:cBhvr>
                                      <p:to>
                                        <p:strVal val="visible"/>
                                      </p:to>
                                    </p:set>
                                    <p:anim calcmode="discrete" valueType="clr">
                                      <p:cBhvr additive="repl">
                                        <p:cTn id="7458" dur="80"/>
                                        <p:tgtEl>
                                          <p:spTgt spid="2551"/>
                                        </p:tgtEl>
                                        <p:attrNameLst>
                                          <p:attrName>style.color</p:attrName>
                                        </p:attrNameLst>
                                      </p:cBhvr>
                                      <p:tavLst>
                                        <p:tav tm="0">
                                          <p:val>
                                            <p:strVal val="rgb(-103,51,51)"/>
                                          </p:val>
                                        </p:tav>
                                        <p:tav tm="50000">
                                          <p:val>
                                            <p:strVal val="rgb(-103,-103,0)"/>
                                          </p:val>
                                        </p:tav>
                                      </p:tavLst>
                                    </p:anim>
                                    <p:anim calcmode="discrete" valueType="clr">
                                      <p:cBhvr additive="repl">
                                        <p:cTn id="7459" dur="80"/>
                                        <p:tgtEl>
                                          <p:spTgt spid="2551"/>
                                        </p:tgtEl>
                                        <p:attrNameLst>
                                          <p:attrName>fillcolor</p:attrName>
                                        </p:attrNameLst>
                                      </p:cBhvr>
                                      <p:tavLst>
                                        <p:tav tm="0">
                                          <p:val>
                                            <p:strVal val="rgb(-103,51,51)"/>
                                          </p:val>
                                        </p:tav>
                                        <p:tav tm="50000">
                                          <p:val>
                                            <p:strVal val="rgb(-103,-103,0)"/>
                                          </p:val>
                                        </p:tav>
                                      </p:tavLst>
                                    </p:anim>
                                    <p:set>
                                      <p:cBhvr>
                                        <p:cTn id="7460" dur="80"/>
                                        <p:tgtEl>
                                          <p:spTgt spid="2551"/>
                                        </p:tgtEl>
                                        <p:attrNameLst>
                                          <p:attrName>fill.type</p:attrName>
                                        </p:attrNameLst>
                                      </p:cBhvr>
                                      <p:to>
                                        <p:strVal val="solid"/>
                                      </p:to>
                                    </p:set>
                                  </p:childTnLst>
                                </p:cTn>
                              </p:par>
                            </p:childTnLst>
                          </p:cTn>
                        </p:par>
                        <p:par>
                          <p:cTn id="7461" fill="hold">
                            <p:stCondLst>
                              <p:cond delay="2160"/>
                            </p:stCondLst>
                            <p:childTnLst>
                              <p:par>
                                <p:cTn id="7462" nodeType="afterEffect" fill="hold" presetClass="entr" presetID="27">
                                  <p:stCondLst>
                                    <p:cond delay="1500"/>
                                  </p:stCondLst>
                                  <p:iterate type="lt">
                                    <p:tmAbs val="40"/>
                                  </p:iterate>
                                  <p:childTnLst>
                                    <p:set>
                                      <p:cBhvr>
                                        <p:cTn id="7463" dur="1" fill="hold">
                                          <p:stCondLst>
                                            <p:cond delay="0"/>
                                          </p:stCondLst>
                                        </p:cTn>
                                        <p:tgtEl>
                                          <p:spTgt spid="2552"/>
                                        </p:tgtEl>
                                        <p:attrNameLst>
                                          <p:attrName>style.visibility</p:attrName>
                                        </p:attrNameLst>
                                      </p:cBhvr>
                                      <p:to>
                                        <p:strVal val="visible"/>
                                      </p:to>
                                    </p:set>
                                    <p:anim calcmode="discrete" valueType="clr">
                                      <p:cBhvr additive="repl">
                                        <p:cTn id="7464" dur="80"/>
                                        <p:tgtEl>
                                          <p:spTgt spid="2552"/>
                                        </p:tgtEl>
                                        <p:attrNameLst>
                                          <p:attrName>style.color</p:attrName>
                                        </p:attrNameLst>
                                      </p:cBhvr>
                                      <p:tavLst>
                                        <p:tav tm="0">
                                          <p:val>
                                            <p:strVal val="rgb(-103,51,51)"/>
                                          </p:val>
                                        </p:tav>
                                        <p:tav tm="50000">
                                          <p:val>
                                            <p:strVal val="rgb(-103,-103,0)"/>
                                          </p:val>
                                        </p:tav>
                                      </p:tavLst>
                                    </p:anim>
                                    <p:anim calcmode="discrete" valueType="clr">
                                      <p:cBhvr additive="repl">
                                        <p:cTn id="7465" dur="80"/>
                                        <p:tgtEl>
                                          <p:spTgt spid="2552"/>
                                        </p:tgtEl>
                                        <p:attrNameLst>
                                          <p:attrName>fillcolor</p:attrName>
                                        </p:attrNameLst>
                                      </p:cBhvr>
                                      <p:tavLst>
                                        <p:tav tm="0">
                                          <p:val>
                                            <p:strVal val="rgb(-103,51,51)"/>
                                          </p:val>
                                        </p:tav>
                                        <p:tav tm="50000">
                                          <p:val>
                                            <p:strVal val="rgb(-103,-103,0)"/>
                                          </p:val>
                                        </p:tav>
                                      </p:tavLst>
                                    </p:anim>
                                    <p:set>
                                      <p:cBhvr>
                                        <p:cTn id="7466" dur="80"/>
                                        <p:tgtEl>
                                          <p:spTgt spid="2552"/>
                                        </p:tgtEl>
                                        <p:attrNameLst>
                                          <p:attrName>fill.type</p:attrName>
                                        </p:attrNameLst>
                                      </p:cBhvr>
                                      <p:to>
                                        <p:strVal val="solid"/>
                                      </p:to>
                                    </p:set>
                                  </p:childTnLst>
                                </p:cTn>
                              </p:par>
                            </p:childTnLst>
                          </p:cTn>
                        </p:par>
                        <p:par>
                          <p:cTn id="7467" fill="hold">
                            <p:stCondLst>
                              <p:cond delay="4700"/>
                            </p:stCondLst>
                            <p:childTnLst>
                              <p:par>
                                <p:cTn id="7468" nodeType="afterEffect" fill="hold" presetClass="entr" presetID="9">
                                  <p:stCondLst>
                                    <p:cond delay="2000"/>
                                  </p:stCondLst>
                                  <p:childTnLst>
                                    <p:set>
                                      <p:cBhvr>
                                        <p:cTn id="7469" dur="1" fill="hold">
                                          <p:stCondLst>
                                            <p:cond delay="0"/>
                                          </p:stCondLst>
                                        </p:cTn>
                                        <p:tgtEl>
                                          <p:spTgt spid="2553"/>
                                        </p:tgtEl>
                                        <p:attrNameLst>
                                          <p:attrName>style.visibility</p:attrName>
                                        </p:attrNameLst>
                                      </p:cBhvr>
                                      <p:to>
                                        <p:strVal val="visible"/>
                                      </p:to>
                                    </p:set>
                                    <p:animEffect filter="dissolve" transition="in">
                                      <p:cBhvr additive="repl">
                                        <p:cTn id="7470" dur="500"/>
                                        <p:tgtEl>
                                          <p:spTgt spid="25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554" name="" descr=""/>
          <p:cNvPicPr/>
          <p:nvPr/>
        </p:nvPicPr>
        <p:blipFill>
          <a:blip r:embed="rId1"/>
          <a:stretch/>
        </p:blipFill>
        <p:spPr>
          <a:xfrm>
            <a:off x="0" y="0"/>
            <a:ext cx="9144000" cy="6858000"/>
          </a:xfrm>
          <a:prstGeom prst="rect">
            <a:avLst/>
          </a:prstGeom>
          <a:ln w="0">
            <a:noFill/>
          </a:ln>
        </p:spPr>
      </p:pic>
      <p:pic>
        <p:nvPicPr>
          <p:cNvPr id="2555" name="" descr=""/>
          <p:cNvPicPr/>
          <p:nvPr/>
        </p:nvPicPr>
        <p:blipFill>
          <a:blip r:embed="rId2"/>
          <a:stretch/>
        </p:blipFill>
        <p:spPr>
          <a:xfrm>
            <a:off x="5943600" y="5268960"/>
            <a:ext cx="3200400" cy="1589040"/>
          </a:xfrm>
          <a:prstGeom prst="rect">
            <a:avLst/>
          </a:prstGeom>
          <a:ln w="0">
            <a:noFill/>
          </a:ln>
        </p:spPr>
      </p:pic>
      <p:sp>
        <p:nvSpPr>
          <p:cNvPr id="2556" name=""/>
          <p:cNvSpPr/>
          <p:nvPr/>
        </p:nvSpPr>
        <p:spPr>
          <a:xfrm>
            <a:off x="6172200" y="5726160"/>
            <a:ext cx="2666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Hey.. I’m back.</a:t>
            </a:r>
            <a:endParaRPr b="0" lang="en-US" sz="1200" spc="-1" strike="noStrike">
              <a:solidFill>
                <a:srgbClr val="000000"/>
              </a:solidFill>
              <a:latin typeface="Arial"/>
            </a:endParaRPr>
          </a:p>
        </p:txBody>
      </p:sp>
      <p:pic>
        <p:nvPicPr>
          <p:cNvPr id="2557" name="" descr=""/>
          <p:cNvPicPr/>
          <p:nvPr/>
        </p:nvPicPr>
        <p:blipFill>
          <a:blip r:embed="rId3"/>
          <a:stretch/>
        </p:blipFill>
        <p:spPr>
          <a:xfrm>
            <a:off x="0" y="5334120"/>
            <a:ext cx="3124080" cy="1523880"/>
          </a:xfrm>
          <a:prstGeom prst="rect">
            <a:avLst/>
          </a:prstGeom>
          <a:ln w="0">
            <a:noFill/>
          </a:ln>
        </p:spPr>
      </p:pic>
      <p:sp>
        <p:nvSpPr>
          <p:cNvPr id="2558" name=""/>
          <p:cNvSpPr/>
          <p:nvPr/>
        </p:nvSpPr>
        <p:spPr>
          <a:xfrm>
            <a:off x="228600" y="5791320"/>
            <a:ext cx="236232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So you’re finally here? </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 took you so long?</a:t>
            </a:r>
            <a:endParaRPr b="0" lang="en-US" sz="1200" spc="-1" strike="noStrike">
              <a:solidFill>
                <a:srgbClr val="000000"/>
              </a:solidFill>
              <a:latin typeface="Arial"/>
            </a:endParaRPr>
          </a:p>
        </p:txBody>
      </p:sp>
      <p:sp>
        <p:nvSpPr>
          <p:cNvPr id="2559" name=""/>
          <p:cNvSpPr/>
          <p:nvPr/>
        </p:nvSpPr>
        <p:spPr>
          <a:xfrm>
            <a:off x="6172200" y="5715000"/>
            <a:ext cx="266688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a:t>
            </a:r>
            <a:r>
              <a:rPr b="0" lang="en-US" sz="1200" spc="-1" strike="noStrike">
                <a:solidFill>
                  <a:srgbClr val="000000"/>
                </a:solidFill>
                <a:latin typeface="Arial"/>
              </a:rPr>
              <a:t>business… Don't know… stuff….</a:t>
            </a:r>
            <a:endParaRPr b="0" lang="en-US" sz="1200" spc="-1" strike="noStrike">
              <a:solidFill>
                <a:srgbClr val="000000"/>
              </a:solidFill>
              <a:latin typeface="Arial"/>
            </a:endParaRPr>
          </a:p>
        </p:txBody>
      </p:sp>
      <p:sp>
        <p:nvSpPr>
          <p:cNvPr id="2560" name=""/>
          <p:cNvSpPr/>
          <p:nvPr/>
        </p:nvSpPr>
        <p:spPr>
          <a:xfrm>
            <a:off x="228600" y="5791320"/>
            <a:ext cx="266688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Whatever.</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Then since you’re here… lets go.</a:t>
            </a:r>
            <a:endParaRPr b="0" lang="en-US" sz="1200" spc="-1" strike="noStrike">
              <a:solidFill>
                <a:srgbClr val="000000"/>
              </a:solidFill>
              <a:latin typeface="Arial"/>
            </a:endParaRPr>
          </a:p>
        </p:txBody>
      </p:sp>
      <p:sp>
        <p:nvSpPr>
          <p:cNvPr id="2561" name=""/>
          <p:cNvSpPr/>
          <p:nvPr/>
        </p:nvSpPr>
        <p:spPr>
          <a:xfrm>
            <a:off x="6095880" y="571500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Of course.</a:t>
            </a:r>
            <a:endParaRPr b="0" lang="en-US" sz="1200" spc="-1" strike="noStrike">
              <a:solidFill>
                <a:srgbClr val="000000"/>
              </a:solidFill>
              <a:latin typeface="Arial"/>
            </a:endParaRPr>
          </a:p>
        </p:txBody>
      </p:sp>
      <p:sp>
        <p:nvSpPr>
          <p:cNvPr id="2562" name=""/>
          <p:cNvSpPr/>
          <p:nvPr/>
        </p:nvSpPr>
        <p:spPr>
          <a:xfrm>
            <a:off x="-685800" y="4876920"/>
            <a:ext cx="685800" cy="685800"/>
          </a:xfrm>
          <a:prstGeom prst="ellipse">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Tree>
  </p:cSld>
  <p:transition advTm="0">
    <p:fade/>
  </p:transition>
  <p:timing>
    <p:tnLst>
      <p:par>
        <p:cTn id="7471" dur="indefinite" restart="never" nodeType="tmRoot">
          <p:childTnLst>
            <p:seq>
              <p:cTn id="7472" dur="indefinite" nodeType="mainSeq">
                <p:childTnLst>
                  <p:par>
                    <p:cTn id="7473" fill="hold">
                      <p:stCondLst>
                        <p:cond delay="0"/>
                      </p:stCondLst>
                      <p:childTnLst>
                        <p:par>
                          <p:cTn id="7474" fill="hold">
                            <p:stCondLst>
                              <p:cond delay="0"/>
                            </p:stCondLst>
                            <p:childTnLst>
                              <p:par>
                                <p:cTn id="7475" nodeType="afterEffect" fill="hold" presetClass="entr" presetID="9">
                                  <p:stCondLst>
                                    <p:cond delay="0"/>
                                  </p:stCondLst>
                                  <p:childTnLst>
                                    <p:set>
                                      <p:cBhvr>
                                        <p:cTn id="7476" dur="1" fill="hold">
                                          <p:stCondLst>
                                            <p:cond delay="0"/>
                                          </p:stCondLst>
                                        </p:cTn>
                                        <p:tgtEl>
                                          <p:spTgt spid="2555"/>
                                        </p:tgtEl>
                                        <p:attrNameLst>
                                          <p:attrName>style.visibility</p:attrName>
                                        </p:attrNameLst>
                                      </p:cBhvr>
                                      <p:to>
                                        <p:strVal val="visible"/>
                                      </p:to>
                                    </p:set>
                                    <p:animEffect filter="dissolve" transition="in">
                                      <p:cBhvr additive="repl">
                                        <p:cTn id="7477" dur="500"/>
                                        <p:tgtEl>
                                          <p:spTgt spid="2555"/>
                                        </p:tgtEl>
                                      </p:cBhvr>
                                    </p:animEffect>
                                  </p:childTnLst>
                                </p:cTn>
                              </p:par>
                            </p:childTnLst>
                          </p:cTn>
                        </p:par>
                        <p:par>
                          <p:cTn id="7478" fill="hold">
                            <p:stCondLst>
                              <p:cond delay="500"/>
                            </p:stCondLst>
                            <p:childTnLst>
                              <p:par>
                                <p:cTn id="7479" nodeType="afterEffect" fill="hold" presetClass="entr" presetID="27">
                                  <p:stCondLst>
                                    <p:cond delay="0"/>
                                  </p:stCondLst>
                                  <p:iterate type="lt">
                                    <p:tmAbs val="40"/>
                                  </p:iterate>
                                  <p:childTnLst>
                                    <p:set>
                                      <p:cBhvr>
                                        <p:cTn id="7480" dur="1" fill="hold">
                                          <p:stCondLst>
                                            <p:cond delay="0"/>
                                          </p:stCondLst>
                                        </p:cTn>
                                        <p:tgtEl>
                                          <p:spTgt spid="2556"/>
                                        </p:tgtEl>
                                        <p:attrNameLst>
                                          <p:attrName>style.visibility</p:attrName>
                                        </p:attrNameLst>
                                      </p:cBhvr>
                                      <p:to>
                                        <p:strVal val="visible"/>
                                      </p:to>
                                    </p:set>
                                    <p:anim calcmode="discrete" valueType="clr">
                                      <p:cBhvr additive="repl">
                                        <p:cTn id="7481" dur="80"/>
                                        <p:tgtEl>
                                          <p:spTgt spid="2556"/>
                                        </p:tgtEl>
                                        <p:attrNameLst>
                                          <p:attrName>style.color</p:attrName>
                                        </p:attrNameLst>
                                      </p:cBhvr>
                                      <p:tavLst>
                                        <p:tav tm="0">
                                          <p:val>
                                            <p:strVal val="rgb(-103,51,51)"/>
                                          </p:val>
                                        </p:tav>
                                        <p:tav tm="50000">
                                          <p:val>
                                            <p:strVal val="rgb(-103,-103,0)"/>
                                          </p:val>
                                        </p:tav>
                                      </p:tavLst>
                                    </p:anim>
                                    <p:anim calcmode="discrete" valueType="clr">
                                      <p:cBhvr additive="repl">
                                        <p:cTn id="7482" dur="80"/>
                                        <p:tgtEl>
                                          <p:spTgt spid="2556"/>
                                        </p:tgtEl>
                                        <p:attrNameLst>
                                          <p:attrName>fillcolor</p:attrName>
                                        </p:attrNameLst>
                                      </p:cBhvr>
                                      <p:tavLst>
                                        <p:tav tm="0">
                                          <p:val>
                                            <p:strVal val="rgb(-103,51,51)"/>
                                          </p:val>
                                        </p:tav>
                                        <p:tav tm="50000">
                                          <p:val>
                                            <p:strVal val="rgb(-103,-103,0)"/>
                                          </p:val>
                                        </p:tav>
                                      </p:tavLst>
                                    </p:anim>
                                    <p:set>
                                      <p:cBhvr>
                                        <p:cTn id="7483" dur="80"/>
                                        <p:tgtEl>
                                          <p:spTgt spid="2556"/>
                                        </p:tgtEl>
                                        <p:attrNameLst>
                                          <p:attrName>fill.type</p:attrName>
                                        </p:attrNameLst>
                                      </p:cBhvr>
                                      <p:to>
                                        <p:strVal val="solid"/>
                                      </p:to>
                                    </p:set>
                                  </p:childTnLst>
                                </p:cTn>
                              </p:par>
                            </p:childTnLst>
                          </p:cTn>
                        </p:par>
                        <p:par>
                          <p:cTn id="7484" fill="hold">
                            <p:stCondLst>
                              <p:cond delay="1060"/>
                            </p:stCondLst>
                            <p:childTnLst>
                              <p:par>
                                <p:cTn id="7485" nodeType="afterEffect" fill="hold" presetClass="entr" presetID="9">
                                  <p:stCondLst>
                                    <p:cond delay="1500"/>
                                  </p:stCondLst>
                                  <p:childTnLst>
                                    <p:set>
                                      <p:cBhvr>
                                        <p:cTn id="7486" dur="1" fill="hold">
                                          <p:stCondLst>
                                            <p:cond delay="0"/>
                                          </p:stCondLst>
                                        </p:cTn>
                                        <p:tgtEl>
                                          <p:spTgt spid="2557"/>
                                        </p:tgtEl>
                                        <p:attrNameLst>
                                          <p:attrName>style.visibility</p:attrName>
                                        </p:attrNameLst>
                                      </p:cBhvr>
                                      <p:to>
                                        <p:strVal val="visible"/>
                                      </p:to>
                                    </p:set>
                                    <p:animEffect filter="dissolve" transition="in">
                                      <p:cBhvr additive="repl">
                                        <p:cTn id="7487" dur="500"/>
                                        <p:tgtEl>
                                          <p:spTgt spid="2557"/>
                                        </p:tgtEl>
                                      </p:cBhvr>
                                    </p:animEffect>
                                  </p:childTnLst>
                                </p:cTn>
                              </p:par>
                            </p:childTnLst>
                          </p:cTn>
                        </p:par>
                        <p:par>
                          <p:cTn id="7488" fill="hold">
                            <p:stCondLst>
                              <p:cond delay="3060"/>
                            </p:stCondLst>
                            <p:childTnLst>
                              <p:par>
                                <p:cTn id="7489" nodeType="afterEffect" fill="hold" presetClass="entr" presetID="27">
                                  <p:stCondLst>
                                    <p:cond delay="0"/>
                                  </p:stCondLst>
                                  <p:iterate type="lt">
                                    <p:tmAbs val="40"/>
                                  </p:iterate>
                                  <p:childTnLst>
                                    <p:set>
                                      <p:cBhvr>
                                        <p:cTn id="7490" dur="1" fill="hold">
                                          <p:stCondLst>
                                            <p:cond delay="0"/>
                                          </p:stCondLst>
                                        </p:cTn>
                                        <p:tgtEl>
                                          <p:spTgt spid="2558"/>
                                        </p:tgtEl>
                                        <p:attrNameLst>
                                          <p:attrName>style.visibility</p:attrName>
                                        </p:attrNameLst>
                                      </p:cBhvr>
                                      <p:to>
                                        <p:strVal val="visible"/>
                                      </p:to>
                                    </p:set>
                                    <p:anim calcmode="discrete" valueType="clr">
                                      <p:cBhvr additive="repl">
                                        <p:cTn id="7491" dur="80"/>
                                        <p:tgtEl>
                                          <p:spTgt spid="2558"/>
                                        </p:tgtEl>
                                        <p:attrNameLst>
                                          <p:attrName>style.color</p:attrName>
                                        </p:attrNameLst>
                                      </p:cBhvr>
                                      <p:tavLst>
                                        <p:tav tm="0">
                                          <p:val>
                                            <p:strVal val="rgb(-103,51,51)"/>
                                          </p:val>
                                        </p:tav>
                                        <p:tav tm="50000">
                                          <p:val>
                                            <p:strVal val="rgb(-103,-103,0)"/>
                                          </p:val>
                                        </p:tav>
                                      </p:tavLst>
                                    </p:anim>
                                    <p:anim calcmode="discrete" valueType="clr">
                                      <p:cBhvr additive="repl">
                                        <p:cTn id="7492" dur="80"/>
                                        <p:tgtEl>
                                          <p:spTgt spid="2558"/>
                                        </p:tgtEl>
                                        <p:attrNameLst>
                                          <p:attrName>fillcolor</p:attrName>
                                        </p:attrNameLst>
                                      </p:cBhvr>
                                      <p:tavLst>
                                        <p:tav tm="0">
                                          <p:val>
                                            <p:strVal val="rgb(-103,51,51)"/>
                                          </p:val>
                                        </p:tav>
                                        <p:tav tm="50000">
                                          <p:val>
                                            <p:strVal val="rgb(-103,-103,0)"/>
                                          </p:val>
                                        </p:tav>
                                      </p:tavLst>
                                    </p:anim>
                                    <p:set>
                                      <p:cBhvr>
                                        <p:cTn id="7493" dur="80"/>
                                        <p:tgtEl>
                                          <p:spTgt spid="2558"/>
                                        </p:tgtEl>
                                        <p:attrNameLst>
                                          <p:attrName>fill.type</p:attrName>
                                        </p:attrNameLst>
                                      </p:cBhvr>
                                      <p:to>
                                        <p:strVal val="solid"/>
                                      </p:to>
                                    </p:set>
                                  </p:childTnLst>
                                </p:cTn>
                              </p:par>
                            </p:childTnLst>
                          </p:cTn>
                        </p:par>
                        <p:par>
                          <p:cTn id="7494" fill="hold">
                            <p:stCondLst>
                              <p:cond delay="4620"/>
                            </p:stCondLst>
                            <p:childTnLst>
                              <p:par>
                                <p:cTn id="7495" nodeType="afterEffect" fill="hold" presetClass="entr" presetID="27">
                                  <p:stCondLst>
                                    <p:cond delay="1500"/>
                                  </p:stCondLst>
                                  <p:iterate type="lt">
                                    <p:tmAbs val="40"/>
                                  </p:iterate>
                                  <p:childTnLst>
                                    <p:set>
                                      <p:cBhvr>
                                        <p:cTn id="7496" dur="1" fill="hold">
                                          <p:stCondLst>
                                            <p:cond delay="0"/>
                                          </p:stCondLst>
                                        </p:cTn>
                                        <p:tgtEl>
                                          <p:spTgt spid="2559"/>
                                        </p:tgtEl>
                                        <p:attrNameLst>
                                          <p:attrName>style.visibility</p:attrName>
                                        </p:attrNameLst>
                                      </p:cBhvr>
                                      <p:to>
                                        <p:strVal val="visible"/>
                                      </p:to>
                                    </p:set>
                                    <p:anim calcmode="discrete" valueType="clr">
                                      <p:cBhvr additive="repl">
                                        <p:cTn id="7497" dur="80"/>
                                        <p:tgtEl>
                                          <p:spTgt spid="2559"/>
                                        </p:tgtEl>
                                        <p:attrNameLst>
                                          <p:attrName>style.color</p:attrName>
                                        </p:attrNameLst>
                                      </p:cBhvr>
                                      <p:tavLst>
                                        <p:tav tm="0">
                                          <p:val>
                                            <p:strVal val="rgb(-103,51,51)"/>
                                          </p:val>
                                        </p:tav>
                                        <p:tav tm="50000">
                                          <p:val>
                                            <p:strVal val="rgb(-103,-103,0)"/>
                                          </p:val>
                                        </p:tav>
                                      </p:tavLst>
                                    </p:anim>
                                    <p:anim calcmode="discrete" valueType="clr">
                                      <p:cBhvr additive="repl">
                                        <p:cTn id="7498" dur="80"/>
                                        <p:tgtEl>
                                          <p:spTgt spid="2559"/>
                                        </p:tgtEl>
                                        <p:attrNameLst>
                                          <p:attrName>fillcolor</p:attrName>
                                        </p:attrNameLst>
                                      </p:cBhvr>
                                      <p:tavLst>
                                        <p:tav tm="0">
                                          <p:val>
                                            <p:strVal val="rgb(-103,51,51)"/>
                                          </p:val>
                                        </p:tav>
                                        <p:tav tm="50000">
                                          <p:val>
                                            <p:strVal val="rgb(-103,-103,0)"/>
                                          </p:val>
                                        </p:tav>
                                      </p:tavLst>
                                    </p:anim>
                                    <p:set>
                                      <p:cBhvr>
                                        <p:cTn id="7499" dur="80"/>
                                        <p:tgtEl>
                                          <p:spTgt spid="2559"/>
                                        </p:tgtEl>
                                        <p:attrNameLst>
                                          <p:attrName>fill.type</p:attrName>
                                        </p:attrNameLst>
                                      </p:cBhvr>
                                      <p:to>
                                        <p:strVal val="solid"/>
                                      </p:to>
                                    </p:set>
                                  </p:childTnLst>
                                </p:cTn>
                              </p:par>
                            </p:childTnLst>
                          </p:cTn>
                        </p:par>
                        <p:par>
                          <p:cTn id="7500" fill="hold">
                            <p:stCondLst>
                              <p:cond delay="7240"/>
                            </p:stCondLst>
                            <p:childTnLst>
                              <p:par>
                                <p:cTn id="7501" nodeType="afterEffect" fill="hold" presetClass="entr" presetID="27">
                                  <p:stCondLst>
                                    <p:cond delay="1500"/>
                                  </p:stCondLst>
                                  <p:iterate type="lt">
                                    <p:tmAbs val="40"/>
                                  </p:iterate>
                                  <p:childTnLst>
                                    <p:set>
                                      <p:cBhvr>
                                        <p:cTn id="7502" dur="1" fill="hold">
                                          <p:stCondLst>
                                            <p:cond delay="0"/>
                                          </p:stCondLst>
                                        </p:cTn>
                                        <p:tgtEl>
                                          <p:spTgt spid="2560"/>
                                        </p:tgtEl>
                                        <p:attrNameLst>
                                          <p:attrName>style.visibility</p:attrName>
                                        </p:attrNameLst>
                                      </p:cBhvr>
                                      <p:to>
                                        <p:strVal val="visible"/>
                                      </p:to>
                                    </p:set>
                                    <p:anim calcmode="discrete" valueType="clr">
                                      <p:cBhvr additive="repl">
                                        <p:cTn id="7503" dur="80"/>
                                        <p:tgtEl>
                                          <p:spTgt spid="2560"/>
                                        </p:tgtEl>
                                        <p:attrNameLst>
                                          <p:attrName>style.color</p:attrName>
                                        </p:attrNameLst>
                                      </p:cBhvr>
                                      <p:tavLst>
                                        <p:tav tm="0">
                                          <p:val>
                                            <p:strVal val="rgb(-103,51,51)"/>
                                          </p:val>
                                        </p:tav>
                                        <p:tav tm="50000">
                                          <p:val>
                                            <p:strVal val="rgb(-103,-103,0)"/>
                                          </p:val>
                                        </p:tav>
                                      </p:tavLst>
                                    </p:anim>
                                    <p:anim calcmode="discrete" valueType="clr">
                                      <p:cBhvr additive="repl">
                                        <p:cTn id="7504" dur="80"/>
                                        <p:tgtEl>
                                          <p:spTgt spid="2560"/>
                                        </p:tgtEl>
                                        <p:attrNameLst>
                                          <p:attrName>fillcolor</p:attrName>
                                        </p:attrNameLst>
                                      </p:cBhvr>
                                      <p:tavLst>
                                        <p:tav tm="0">
                                          <p:val>
                                            <p:strVal val="rgb(-103,51,51)"/>
                                          </p:val>
                                        </p:tav>
                                        <p:tav tm="50000">
                                          <p:val>
                                            <p:strVal val="rgb(-103,-103,0)"/>
                                          </p:val>
                                        </p:tav>
                                      </p:tavLst>
                                    </p:anim>
                                    <p:set>
                                      <p:cBhvr>
                                        <p:cTn id="7505" dur="80"/>
                                        <p:tgtEl>
                                          <p:spTgt spid="2560"/>
                                        </p:tgtEl>
                                        <p:attrNameLst>
                                          <p:attrName>fill.type</p:attrName>
                                        </p:attrNameLst>
                                      </p:cBhvr>
                                      <p:to>
                                        <p:strVal val="solid"/>
                                      </p:to>
                                    </p:set>
                                  </p:childTnLst>
                                </p:cTn>
                              </p:par>
                            </p:childTnLst>
                          </p:cTn>
                        </p:par>
                        <p:par>
                          <p:cTn id="7506" fill="hold">
                            <p:stCondLst>
                              <p:cond delay="10220"/>
                            </p:stCondLst>
                            <p:childTnLst>
                              <p:par>
                                <p:cTn id="7507" nodeType="afterEffect" fill="hold" presetClass="entr" presetID="27">
                                  <p:stCondLst>
                                    <p:cond delay="1500"/>
                                  </p:stCondLst>
                                  <p:iterate type="lt">
                                    <p:tmAbs val="40"/>
                                  </p:iterate>
                                  <p:childTnLst>
                                    <p:set>
                                      <p:cBhvr>
                                        <p:cTn id="7508" dur="1" fill="hold">
                                          <p:stCondLst>
                                            <p:cond delay="0"/>
                                          </p:stCondLst>
                                        </p:cTn>
                                        <p:tgtEl>
                                          <p:spTgt spid="2561"/>
                                        </p:tgtEl>
                                        <p:attrNameLst>
                                          <p:attrName>style.visibility</p:attrName>
                                        </p:attrNameLst>
                                      </p:cBhvr>
                                      <p:to>
                                        <p:strVal val="visible"/>
                                      </p:to>
                                    </p:set>
                                    <p:anim calcmode="discrete" valueType="clr">
                                      <p:cBhvr additive="repl">
                                        <p:cTn id="7509" dur="80"/>
                                        <p:tgtEl>
                                          <p:spTgt spid="2561"/>
                                        </p:tgtEl>
                                        <p:attrNameLst>
                                          <p:attrName>style.color</p:attrName>
                                        </p:attrNameLst>
                                      </p:cBhvr>
                                      <p:tavLst>
                                        <p:tav tm="0">
                                          <p:val>
                                            <p:strVal val="rgb(-103,51,51)"/>
                                          </p:val>
                                        </p:tav>
                                        <p:tav tm="50000">
                                          <p:val>
                                            <p:strVal val="rgb(-103,-103,0)"/>
                                          </p:val>
                                        </p:tav>
                                      </p:tavLst>
                                    </p:anim>
                                    <p:anim calcmode="discrete" valueType="clr">
                                      <p:cBhvr additive="repl">
                                        <p:cTn id="7510" dur="80"/>
                                        <p:tgtEl>
                                          <p:spTgt spid="2561"/>
                                        </p:tgtEl>
                                        <p:attrNameLst>
                                          <p:attrName>fillcolor</p:attrName>
                                        </p:attrNameLst>
                                      </p:cBhvr>
                                      <p:tavLst>
                                        <p:tav tm="0">
                                          <p:val>
                                            <p:strVal val="rgb(-103,51,51)"/>
                                          </p:val>
                                        </p:tav>
                                        <p:tav tm="50000">
                                          <p:val>
                                            <p:strVal val="rgb(-103,-103,0)"/>
                                          </p:val>
                                        </p:tav>
                                      </p:tavLst>
                                    </p:anim>
                                    <p:set>
                                      <p:cBhvr>
                                        <p:cTn id="7511" dur="80"/>
                                        <p:tgtEl>
                                          <p:spTgt spid="2561"/>
                                        </p:tgtEl>
                                        <p:attrNameLst>
                                          <p:attrName>fill.type</p:attrName>
                                        </p:attrNameLst>
                                      </p:cBhvr>
                                      <p:to>
                                        <p:strVal val="solid"/>
                                      </p:to>
                                    </p:set>
                                  </p:childTnLst>
                                </p:cTn>
                              </p:par>
                            </p:childTnLst>
                          </p:cTn>
                        </p:par>
                        <p:par>
                          <p:cTn id="7512" fill="hold">
                            <p:stCondLst>
                              <p:cond delay="12120"/>
                            </p:stCondLst>
                            <p:childTnLst>
                              <p:par>
                                <p:cTn id="7513" nodeType="afterEffect" fill="hold" presetClass="entr" presetID="1">
                                  <p:stCondLst>
                                    <p:cond delay="2500"/>
                                  </p:stCondLst>
                                  <p:childTnLst>
                                    <p:set>
                                      <p:cBhvr>
                                        <p:cTn id="7514" dur="1" fill="hold">
                                          <p:stCondLst>
                                            <p:cond delay="0"/>
                                          </p:stCondLst>
                                        </p:cTn>
                                        <p:tgtEl>
                                          <p:spTgt spid="25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6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2564"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pic>
        <p:nvPicPr>
          <p:cNvPr id="2565" name="" descr=""/>
          <p:cNvPicPr/>
          <p:nvPr/>
        </p:nvPicPr>
        <p:blipFill>
          <a:blip r:embed="rId1"/>
          <a:stretch/>
        </p:blipFill>
        <p:spPr>
          <a:xfrm>
            <a:off x="0" y="0"/>
            <a:ext cx="9144000" cy="6858000"/>
          </a:xfrm>
          <a:prstGeom prst="rect">
            <a:avLst/>
          </a:prstGeom>
          <a:ln w="0">
            <a:noFill/>
          </a:ln>
        </p:spPr>
      </p:pic>
      <p:pic>
        <p:nvPicPr>
          <p:cNvPr id="2566" name="" descr=""/>
          <p:cNvPicPr/>
          <p:nvPr/>
        </p:nvPicPr>
        <p:blipFill>
          <a:blip r:embed="rId2"/>
          <a:stretch/>
        </p:blipFill>
        <p:spPr>
          <a:xfrm>
            <a:off x="5943600" y="5268960"/>
            <a:ext cx="3200400" cy="1589040"/>
          </a:xfrm>
          <a:prstGeom prst="rect">
            <a:avLst/>
          </a:prstGeom>
          <a:ln w="0">
            <a:noFill/>
          </a:ln>
        </p:spPr>
      </p:pic>
      <p:pic>
        <p:nvPicPr>
          <p:cNvPr id="2567" name="" descr=""/>
          <p:cNvPicPr/>
          <p:nvPr/>
        </p:nvPicPr>
        <p:blipFill>
          <a:blip r:embed="rId3"/>
          <a:stretch/>
        </p:blipFill>
        <p:spPr>
          <a:xfrm>
            <a:off x="0" y="5334120"/>
            <a:ext cx="3124080" cy="1523880"/>
          </a:xfrm>
          <a:prstGeom prst="rect">
            <a:avLst/>
          </a:prstGeom>
          <a:ln w="0">
            <a:noFill/>
          </a:ln>
        </p:spPr>
      </p:pic>
      <p:sp>
        <p:nvSpPr>
          <p:cNvPr id="2568" name=""/>
          <p:cNvSpPr/>
          <p:nvPr/>
        </p:nvSpPr>
        <p:spPr>
          <a:xfrm>
            <a:off x="228600" y="5791320"/>
            <a:ext cx="266688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Whatever.</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Then since you’re here… lets go.</a:t>
            </a:r>
            <a:endParaRPr b="0" lang="en-US" sz="1200" spc="-1" strike="noStrike">
              <a:solidFill>
                <a:srgbClr val="000000"/>
              </a:solidFill>
              <a:latin typeface="Arial"/>
            </a:endParaRPr>
          </a:p>
        </p:txBody>
      </p:sp>
      <p:sp>
        <p:nvSpPr>
          <p:cNvPr id="2569" name=""/>
          <p:cNvSpPr/>
          <p:nvPr/>
        </p:nvSpPr>
        <p:spPr>
          <a:xfrm>
            <a:off x="6095880" y="579132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Of course.</a:t>
            </a:r>
            <a:endParaRPr b="0" lang="en-US" sz="1200" spc="-1" strike="noStrike">
              <a:solidFill>
                <a:srgbClr val="000000"/>
              </a:solidFill>
              <a:latin typeface="Arial"/>
            </a:endParaRPr>
          </a:p>
        </p:txBody>
      </p:sp>
      <p:sp>
        <p:nvSpPr>
          <p:cNvPr id="2570" name=""/>
          <p:cNvSpPr/>
          <p:nvPr/>
        </p:nvSpPr>
        <p:spPr>
          <a:xfrm>
            <a:off x="0" y="0"/>
            <a:ext cx="9144000" cy="6858000"/>
          </a:xfrm>
          <a:prstGeom prst="rect">
            <a:avLst/>
          </a:prstGeom>
          <a:gradFill rotWithShape="0">
            <a:gsLst>
              <a:gs pos="0">
                <a:srgbClr val="c0c0c0">
                  <a:alpha val="91373"/>
                </a:srgbClr>
              </a:gs>
              <a:gs pos="100000">
                <a:srgbClr val="6d6d6d">
                  <a:alpha val="86275"/>
                </a:srgbClr>
              </a:gs>
            </a:gsLst>
            <a:lin ang="5400000"/>
          </a:gra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71" name=""/>
          <p:cNvSpPr txBox="1"/>
          <p:nvPr/>
        </p:nvSpPr>
        <p:spPr>
          <a:xfrm>
            <a:off x="685800" y="838080"/>
            <a:ext cx="8001000" cy="144792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000000"/>
                </a:solidFill>
                <a:latin typeface="Arial Black"/>
              </a:rPr>
              <a:t>To Be Continued</a:t>
            </a:r>
            <a:endParaRPr b="0" lang="en-US" sz="1800" spc="1" strike="noStrike">
              <a:ln w="9360">
                <a:solidFill>
                  <a:srgbClr val="000000"/>
                </a:solidFill>
                <a:miter/>
              </a:ln>
              <a:solidFill>
                <a:srgbClr val="000000"/>
              </a:solidFill>
              <a:latin typeface="Arial Black"/>
              <a:ea typeface="Arial Black"/>
            </a:endParaRPr>
          </a:p>
        </p:txBody>
      </p:sp>
      <p:sp>
        <p:nvSpPr>
          <p:cNvPr id="2572" name=""/>
          <p:cNvSpPr/>
          <p:nvPr/>
        </p:nvSpPr>
        <p:spPr>
          <a:xfrm>
            <a:off x="3048120" y="2590920"/>
            <a:ext cx="4952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End of PROJECTSTAR part 1</a:t>
            </a:r>
            <a:endParaRPr b="0" lang="en-US" sz="1200" spc="-1" strike="noStrike">
              <a:solidFill>
                <a:srgbClr val="000000"/>
              </a:solidFill>
              <a:latin typeface="Arial"/>
            </a:endParaRPr>
          </a:p>
        </p:txBody>
      </p:sp>
      <p:sp>
        <p:nvSpPr>
          <p:cNvPr id="2573" name=""/>
          <p:cNvSpPr/>
          <p:nvPr/>
        </p:nvSpPr>
        <p:spPr>
          <a:xfrm>
            <a:off x="1981080" y="3733920"/>
            <a:ext cx="5715000" cy="703440"/>
          </a:xfrm>
          <a:prstGeom prst="rect">
            <a:avLst/>
          </a:prstGeom>
          <a:noFill/>
          <a:ln w="0">
            <a:noFill/>
          </a:ln>
        </p:spPr>
        <p:style>
          <a:lnRef idx="0"/>
          <a:fillRef idx="0"/>
          <a:effectRef idx="0"/>
          <a:fontRef idx="minor"/>
        </p:style>
        <p:txBody>
          <a:bodyPr lIns="90000" rIns="90000" tIns="46800" bIns="46800" anchor="t">
            <a:spAutoFit/>
          </a:bodyPr>
          <a:p>
            <a:pPr>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000" spc="-1" strike="noStrike">
                <a:solidFill>
                  <a:srgbClr val="000000"/>
                </a:solidFill>
                <a:latin typeface="Arial"/>
              </a:rPr>
              <a:t>Press ESC to Quit</a:t>
            </a:r>
            <a:endParaRPr b="0" lang="en-US" sz="4000" spc="-1" strike="noStrike">
              <a:solidFill>
                <a:srgbClr val="000000"/>
              </a:solidFill>
              <a:latin typeface="Arial"/>
            </a:endParaRPr>
          </a:p>
        </p:txBody>
      </p:sp>
      <p:sp>
        <p:nvSpPr>
          <p:cNvPr id="2574" name=""/>
          <p:cNvSpPr/>
          <p:nvPr/>
        </p:nvSpPr>
        <p:spPr>
          <a:xfrm>
            <a:off x="3581280" y="5486400"/>
            <a:ext cx="1371600" cy="520920"/>
          </a:xfrm>
          <a:prstGeom prst="rect">
            <a:avLst/>
          </a:prstGeom>
          <a:solidFill>
            <a:srgbClr val="ffffff"/>
          </a:solidFill>
          <a:ln w="9360">
            <a:solidFill>
              <a:srgbClr val="000000"/>
            </a:solidFill>
            <a:miter/>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pc="-1" strike="noStrike">
                <a:solidFill>
                  <a:srgbClr val="000000"/>
                </a:solidFill>
                <a:latin typeface="Arial"/>
              </a:rPr>
              <a:t>Extras</a:t>
            </a:r>
            <a:endParaRPr b="0" lang="en-US" sz="2800" spc="-1" strike="noStrike">
              <a:solidFill>
                <a:srgbClr val="000000"/>
              </a:solidFill>
              <a:latin typeface="Arial"/>
            </a:endParaRPr>
          </a:p>
        </p:txBody>
      </p:sp>
      <p:sp>
        <p:nvSpPr>
          <p:cNvPr id="2575" name=""/>
          <p:cNvSpPr/>
          <p:nvPr/>
        </p:nvSpPr>
        <p:spPr>
          <a:xfrm>
            <a:off x="3429000" y="6400800"/>
            <a:ext cx="4952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2005-2006 SPOTCO©</a:t>
            </a:r>
            <a:endParaRPr b="0" lang="en-US" sz="1200" spc="-1" strike="noStrike">
              <a:solidFill>
                <a:srgbClr val="000000"/>
              </a:solidFill>
              <a:latin typeface="Arial"/>
            </a:endParaRPr>
          </a:p>
        </p:txBody>
      </p:sp>
    </p:spTree>
  </p:cSld>
  <p:transition spd="slow">
    <p:fade/>
  </p:transition>
</p:sld>
</file>

<file path=ppt/slides/slide3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7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pc="-1" strike="noStrike">
              <a:solidFill>
                <a:srgbClr val="000000"/>
              </a:solidFill>
              <a:latin typeface="Arial"/>
            </a:endParaRPr>
          </a:p>
        </p:txBody>
      </p:sp>
      <p:sp>
        <p:nvSpPr>
          <p:cNvPr id="257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pc="-1" strike="noStrike">
              <a:solidFill>
                <a:srgbClr val="000000"/>
              </a:solidFill>
              <a:latin typeface="Arial"/>
            </a:endParaRPr>
          </a:p>
        </p:txBody>
      </p:sp>
      <p:pic>
        <p:nvPicPr>
          <p:cNvPr id="2578" name="" descr=""/>
          <p:cNvPicPr/>
          <p:nvPr/>
        </p:nvPicPr>
        <p:blipFill>
          <a:blip r:embed="rId1"/>
          <a:stretch/>
        </p:blipFill>
        <p:spPr>
          <a:xfrm>
            <a:off x="0" y="0"/>
            <a:ext cx="9144000" cy="6858000"/>
          </a:xfrm>
          <a:prstGeom prst="rect">
            <a:avLst/>
          </a:prstGeom>
          <a:ln w="0">
            <a:noFill/>
          </a:ln>
        </p:spPr>
      </p:pic>
      <p:pic>
        <p:nvPicPr>
          <p:cNvPr id="2579" name="" descr=""/>
          <p:cNvPicPr/>
          <p:nvPr/>
        </p:nvPicPr>
        <p:blipFill>
          <a:blip r:embed="rId2"/>
          <a:stretch/>
        </p:blipFill>
        <p:spPr>
          <a:xfrm>
            <a:off x="5943600" y="5268960"/>
            <a:ext cx="3200400" cy="1589040"/>
          </a:xfrm>
          <a:prstGeom prst="rect">
            <a:avLst/>
          </a:prstGeom>
          <a:ln w="0">
            <a:noFill/>
          </a:ln>
        </p:spPr>
      </p:pic>
      <p:pic>
        <p:nvPicPr>
          <p:cNvPr id="2580" name="" descr=""/>
          <p:cNvPicPr/>
          <p:nvPr/>
        </p:nvPicPr>
        <p:blipFill>
          <a:blip r:embed="rId3"/>
          <a:stretch/>
        </p:blipFill>
        <p:spPr>
          <a:xfrm>
            <a:off x="0" y="5334120"/>
            <a:ext cx="3124080" cy="1523880"/>
          </a:xfrm>
          <a:prstGeom prst="rect">
            <a:avLst/>
          </a:prstGeom>
          <a:ln w="0">
            <a:noFill/>
          </a:ln>
        </p:spPr>
      </p:pic>
      <p:sp>
        <p:nvSpPr>
          <p:cNvPr id="2581" name=""/>
          <p:cNvSpPr/>
          <p:nvPr/>
        </p:nvSpPr>
        <p:spPr>
          <a:xfrm>
            <a:off x="228600" y="5791320"/>
            <a:ext cx="2666880" cy="55512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Whatever.</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Then since you’re here… lets go.</a:t>
            </a:r>
            <a:endParaRPr b="0" lang="en-US" sz="1200" spc="-1" strike="noStrike">
              <a:solidFill>
                <a:srgbClr val="000000"/>
              </a:solidFill>
              <a:latin typeface="Arial"/>
            </a:endParaRPr>
          </a:p>
        </p:txBody>
      </p:sp>
      <p:sp>
        <p:nvSpPr>
          <p:cNvPr id="2582" name=""/>
          <p:cNvSpPr/>
          <p:nvPr/>
        </p:nvSpPr>
        <p:spPr>
          <a:xfrm>
            <a:off x="6095880" y="5791320"/>
            <a:ext cx="2667240" cy="276840"/>
          </a:xfrm>
          <a:prstGeom prst="rect">
            <a:avLst/>
          </a:prstGeom>
          <a:solidFill>
            <a:srgbClr val="c0c0c0"/>
          </a:solid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Of course.</a:t>
            </a:r>
            <a:endParaRPr b="0" lang="en-US" sz="1200" spc="-1" strike="noStrike">
              <a:solidFill>
                <a:srgbClr val="000000"/>
              </a:solidFill>
              <a:latin typeface="Arial"/>
            </a:endParaRPr>
          </a:p>
        </p:txBody>
      </p:sp>
      <p:sp>
        <p:nvSpPr>
          <p:cNvPr id="2583" name=""/>
          <p:cNvSpPr/>
          <p:nvPr/>
        </p:nvSpPr>
        <p:spPr>
          <a:xfrm>
            <a:off x="0" y="0"/>
            <a:ext cx="9144000" cy="6858000"/>
          </a:xfrm>
          <a:prstGeom prst="rect">
            <a:avLst/>
          </a:prstGeom>
          <a:gradFill rotWithShape="0">
            <a:gsLst>
              <a:gs pos="0">
                <a:srgbClr val="c0c0c0">
                  <a:alpha val="91373"/>
                </a:srgbClr>
              </a:gs>
              <a:gs pos="100000">
                <a:srgbClr val="6d6d6d">
                  <a:alpha val="86275"/>
                </a:srgbClr>
              </a:gs>
            </a:gsLst>
            <a:lin ang="5400000"/>
          </a:gra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84" name=""/>
          <p:cNvSpPr/>
          <p:nvPr/>
        </p:nvSpPr>
        <p:spPr>
          <a:xfrm>
            <a:off x="3429000" y="6400800"/>
            <a:ext cx="495288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2005-2006 SPOTCO©</a:t>
            </a:r>
            <a:endParaRPr b="0" lang="en-US" sz="1200" spc="-1" strike="noStrike">
              <a:solidFill>
                <a:srgbClr val="000000"/>
              </a:solidFill>
              <a:latin typeface="Arial"/>
            </a:endParaRPr>
          </a:p>
        </p:txBody>
      </p:sp>
      <p:sp>
        <p:nvSpPr>
          <p:cNvPr id="2585" name=""/>
          <p:cNvSpPr/>
          <p:nvPr/>
        </p:nvSpPr>
        <p:spPr>
          <a:xfrm>
            <a:off x="380880" y="304920"/>
            <a:ext cx="5715000" cy="703440"/>
          </a:xfrm>
          <a:prstGeom prst="rect">
            <a:avLst/>
          </a:prstGeom>
          <a:noFill/>
          <a:ln w="0">
            <a:noFill/>
          </a:ln>
        </p:spPr>
        <p:style>
          <a:lnRef idx="0"/>
          <a:fillRef idx="0"/>
          <a:effectRef idx="0"/>
          <a:fontRef idx="minor"/>
        </p:style>
        <p:txBody>
          <a:bodyPr lIns="90000" rIns="90000" tIns="46800" bIns="46800" anchor="t">
            <a:spAutoFit/>
          </a:bodyPr>
          <a:p>
            <a:pPr>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000" spc="-1" strike="noStrike">
                <a:solidFill>
                  <a:srgbClr val="000000"/>
                </a:solidFill>
                <a:latin typeface="Arial"/>
              </a:rPr>
              <a:t>Extras Menu</a:t>
            </a:r>
            <a:endParaRPr b="0" lang="en-US" sz="4000" spc="-1" strike="noStrike">
              <a:solidFill>
                <a:srgbClr val="000000"/>
              </a:solidFill>
              <a:latin typeface="Arial"/>
            </a:endParaRPr>
          </a:p>
        </p:txBody>
      </p:sp>
      <p:sp>
        <p:nvSpPr>
          <p:cNvPr id="2586" name=""/>
          <p:cNvSpPr txBox="1"/>
          <p:nvPr/>
        </p:nvSpPr>
        <p:spPr>
          <a:xfrm>
            <a:off x="685800" y="1295280"/>
            <a:ext cx="2590920" cy="57168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ffffff"/>
                </a:solidFill>
                <a:latin typeface="Arial Black"/>
              </a:rPr>
              <a:t>-Credits</a:t>
            </a:r>
            <a:endParaRPr b="0" lang="en-US" sz="1800" spc="1" strike="noStrike">
              <a:ln w="9360">
                <a:solidFill>
                  <a:srgbClr val="000000"/>
                </a:solidFill>
                <a:miter/>
              </a:ln>
              <a:solidFill>
                <a:srgbClr val="ffffff"/>
              </a:solidFill>
              <a:latin typeface="Arial Black"/>
              <a:ea typeface="Arial Black"/>
            </a:endParaRPr>
          </a:p>
        </p:txBody>
      </p:sp>
      <p:sp>
        <p:nvSpPr>
          <p:cNvPr id="2587" name=""/>
          <p:cNvSpPr txBox="1"/>
          <p:nvPr/>
        </p:nvSpPr>
        <p:spPr>
          <a:xfrm>
            <a:off x="685800" y="2133720"/>
            <a:ext cx="3200400" cy="60948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ffffff"/>
                </a:solidFill>
                <a:latin typeface="Arial Black"/>
              </a:rPr>
              <a:t>-Poster Art</a:t>
            </a:r>
            <a:endParaRPr b="0" lang="en-US" sz="1800" spc="1" strike="noStrike">
              <a:ln w="9360">
                <a:solidFill>
                  <a:srgbClr val="000000"/>
                </a:solidFill>
                <a:miter/>
              </a:ln>
              <a:solidFill>
                <a:srgbClr val="ffffff"/>
              </a:solidFill>
              <a:latin typeface="Arial Black"/>
              <a:ea typeface="Arial Black"/>
            </a:endParaRPr>
          </a:p>
        </p:txBody>
      </p:sp>
      <p:sp>
        <p:nvSpPr>
          <p:cNvPr id="2588" name=""/>
          <p:cNvSpPr/>
          <p:nvPr/>
        </p:nvSpPr>
        <p:spPr>
          <a:xfrm>
            <a:off x="2133720" y="5334120"/>
            <a:ext cx="5715000" cy="703440"/>
          </a:xfrm>
          <a:prstGeom prst="rect">
            <a:avLst/>
          </a:prstGeom>
          <a:noFill/>
          <a:ln w="0">
            <a:noFill/>
          </a:ln>
        </p:spPr>
        <p:style>
          <a:lnRef idx="0"/>
          <a:fillRef idx="0"/>
          <a:effectRef idx="0"/>
          <a:fontRef idx="minor"/>
        </p:style>
        <p:txBody>
          <a:bodyPr lIns="90000" rIns="90000" tIns="46800" bIns="46800" anchor="t">
            <a:spAutoFit/>
          </a:bodyPr>
          <a:p>
            <a:pPr>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000" spc="-1" strike="noStrike">
                <a:solidFill>
                  <a:srgbClr val="000000"/>
                </a:solidFill>
                <a:latin typeface="Arial"/>
              </a:rPr>
              <a:t>Press ESC to Quit</a:t>
            </a:r>
            <a:endParaRPr b="0" lang="en-US" sz="4000" spc="-1" strike="noStrike">
              <a:solidFill>
                <a:srgbClr val="000000"/>
              </a:solidFill>
              <a:latin typeface="Arial"/>
            </a:endParaRPr>
          </a:p>
        </p:txBody>
      </p:sp>
      <p:sp>
        <p:nvSpPr>
          <p:cNvPr id="2589" name=""/>
          <p:cNvSpPr txBox="1"/>
          <p:nvPr/>
        </p:nvSpPr>
        <p:spPr>
          <a:xfrm>
            <a:off x="609480" y="2895480"/>
            <a:ext cx="3962520" cy="53352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ffffff"/>
                </a:solidFill>
                <a:latin typeface="Arial Black"/>
              </a:rPr>
              <a:t>-Sound Test</a:t>
            </a:r>
            <a:endParaRPr b="0" lang="en-US" sz="1800" spc="1" strike="noStrike">
              <a:ln w="9360">
                <a:solidFill>
                  <a:srgbClr val="000000"/>
                </a:solidFill>
                <a:miter/>
              </a:ln>
              <a:solidFill>
                <a:srgbClr val="ffffff"/>
              </a:solidFill>
              <a:latin typeface="Arial Black"/>
              <a:ea typeface="Arial Black"/>
            </a:endParaRPr>
          </a:p>
        </p:txBody>
      </p:sp>
    </p:spTree>
  </p:cSld>
</p:sld>
</file>

<file path=ppt/slides/slide3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590" name="" descr=""/>
          <p:cNvPicPr/>
          <p:nvPr/>
        </p:nvPicPr>
        <p:blipFill>
          <a:blip r:embed="rId1"/>
          <a:stretch/>
        </p:blipFill>
        <p:spPr>
          <a:xfrm>
            <a:off x="0" y="-533520"/>
            <a:ext cx="9180360" cy="9677520"/>
          </a:xfrm>
          <a:prstGeom prst="rect">
            <a:avLst/>
          </a:prstGeom>
          <a:ln w="0">
            <a:noFill/>
          </a:ln>
        </p:spPr>
      </p:pic>
      <p:sp>
        <p:nvSpPr>
          <p:cNvPr id="2591" name=""/>
          <p:cNvSpPr/>
          <p:nvPr/>
        </p:nvSpPr>
        <p:spPr>
          <a:xfrm>
            <a:off x="0" y="25560"/>
            <a:ext cx="9144000" cy="66268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-Projectstar Part 1-</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2005-2006 Spotco </a:t>
            </a:r>
            <a:r>
              <a:rPr b="1" lang="en-US" sz="1800" spc="-1" strike="noStrike">
                <a:solidFill>
                  <a:srgbClr val="ffff00"/>
                </a:solidFill>
                <a:latin typeface="Arial"/>
              </a:rPr>
              <a:t>Mootothemax@gmail.com</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Designer- Shiny</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Artist- Shiny</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Programmer- Shiny</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All that other crap- Shiny</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ffff00"/>
                </a:solidFill>
                <a:latin typeface="Arial"/>
              </a:rPr>
              <a:t>Music from Nobuo Uematsu, the awesomest music composer ever.</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Special Thanks to:</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David,</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Brian, </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Colin, </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Josh </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and Spencer </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for help early on.</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Stan is a communist.</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9999"/>
                </a:solidFill>
                <a:latin typeface="Arial"/>
              </a:rPr>
              <a:t>Thanks for playin’</a:t>
            </a:r>
            <a:endParaRPr b="0" lang="en-US" sz="1800" spc="-1" strike="noStrike">
              <a:solidFill>
                <a:srgbClr val="000000"/>
              </a:solidFill>
              <a:latin typeface="Arial"/>
            </a:endParaRPr>
          </a:p>
        </p:txBody>
      </p:sp>
      <p:sp>
        <p:nvSpPr>
          <p:cNvPr id="2592" name=""/>
          <p:cNvSpPr txBox="1"/>
          <p:nvPr/>
        </p:nvSpPr>
        <p:spPr>
          <a:xfrm>
            <a:off x="6781680" y="0"/>
            <a:ext cx="2362320" cy="106668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ffffff"/>
                </a:solidFill>
                <a:latin typeface="Arial Black"/>
              </a:rPr>
              <a:t>Back?</a:t>
            </a:r>
            <a:endParaRPr b="0" lang="en-US" sz="1800" spc="1" strike="noStrike">
              <a:ln w="9360">
                <a:solidFill>
                  <a:srgbClr val="000000"/>
                </a:solidFill>
                <a:miter/>
              </a:ln>
              <a:solidFill>
                <a:srgbClr val="ffffff"/>
              </a:solidFill>
              <a:latin typeface="Arial Black"/>
              <a:ea typeface="Arial Black"/>
            </a:endParaRPr>
          </a:p>
        </p:txBody>
      </p:sp>
    </p:spTree>
  </p:cSld>
  <p:timing>
    <p:tnLst>
      <p:par>
        <p:cTn id="7515" dur="indefinite" restart="never" nodeType="tmRoot">
          <p:childTnLst>
            <p:seq>
              <p:cTn id="7516" dur="indefinite" nodeType="mainSeq">
                <p:childTnLst>
                  <p:par>
                    <p:cTn id="7517" fill="hold">
                      <p:stCondLst>
                        <p:cond delay="0"/>
                      </p:stCondLst>
                      <p:childTnLst>
                        <p:par>
                          <p:cTn id="7518" fill="hold">
                            <p:stCondLst>
                              <p:cond delay="0"/>
                            </p:stCondLst>
                            <p:childTnLst>
                              <p:par>
                                <p:cTn id="7519" nodeType="afterEffect" fill="hold" presetClass="entr" presetID="28">
                                  <p:stCondLst>
                                    <p:cond delay="0"/>
                                  </p:stCondLst>
                                  <p:childTnLst>
                                    <p:set>
                                      <p:cBhvr>
                                        <p:cTn id="7520" dur="1" fill="hold">
                                          <p:stCondLst>
                                            <p:cond delay="0"/>
                                          </p:stCondLst>
                                        </p:cTn>
                                        <p:tgtEl>
                                          <p:spTgt spid="2591"/>
                                        </p:tgtEl>
                                        <p:attrNameLst>
                                          <p:attrName>style.visibility</p:attrName>
                                        </p:attrNameLst>
                                      </p:cBhvr>
                                      <p:to>
                                        <p:strVal val="visible"/>
                                      </p:to>
                                    </p:set>
                                    <p:anim calcmode="lin" valueType="num">
                                      <p:cBhvr additive="repl">
                                        <p:cTn id="7521" dur="20000" fill="hold"/>
                                        <p:tgtEl>
                                          <p:spTgt spid="2591"/>
                                        </p:tgtEl>
                                        <p:attrNameLst>
                                          <p:attrName>ppt_x</p:attrName>
                                        </p:attrNameLst>
                                      </p:cBhvr>
                                      <p:tavLst>
                                        <p:tav tm="0">
                                          <p:val>
                                            <p:strVal val="#ppt_x"/>
                                          </p:val>
                                        </p:tav>
                                        <p:tav tm="100000">
                                          <p:val>
                                            <p:strVal val="#ppt_x"/>
                                          </p:val>
                                        </p:tav>
                                      </p:tavLst>
                                    </p:anim>
                                    <p:anim calcmode="lin" valueType="num">
                                      <p:cBhvr additive="repl">
                                        <p:cTn id="7522" dur="20000" fill="hold"/>
                                        <p:tgtEl>
                                          <p:spTgt spid="2591"/>
                                        </p:tgtEl>
                                        <p:attrNameLst>
                                          <p:attrName>ppt_y</p:attrName>
                                        </p:attrNameLst>
                                      </p:cBhvr>
                                      <p:tavLst>
                                        <p:tav tm="0">
                                          <p:val>
                                            <p:strVal val="#ppt_y+1"/>
                                          </p:val>
                                        </p:tav>
                                        <p:tav tm="100000">
                                          <p:val>
                                            <p:strVal val="#ppt_y-1"/>
                                          </p:val>
                                        </p:tav>
                                      </p:tavLst>
                                    </p:anim>
                                  </p:childTnLst>
                                </p:cTn>
                              </p:par>
                            </p:childTnLst>
                          </p:cTn>
                        </p:par>
                        <p:par>
                          <p:cTn id="7523" fill="hold">
                            <p:stCondLst>
                              <p:cond delay="20000"/>
                            </p:stCondLst>
                            <p:childTnLst>
                              <p:par>
                                <p:cTn id="7524" nodeType="afterEffect" fill="hold" presetClass="exit" presetID="1">
                                  <p:stCondLst>
                                    <p:cond delay="0"/>
                                  </p:stCondLst>
                                  <p:childTnLst>
                                    <p:set>
                                      <p:cBhvr>
                                        <p:cTn id="7525" dur="1" fill="hold">
                                          <p:stCondLst>
                                            <p:cond delay="0"/>
                                          </p:stCondLst>
                                        </p:cTn>
                                        <p:tgtEl>
                                          <p:spTgt spid="2591"/>
                                        </p:tgtEl>
                                        <p:attrNameLst>
                                          <p:attrName>style.visibility</p:attrName>
                                        </p:attrNameLst>
                                      </p:cBhvr>
                                      <p:to>
                                        <p:strVal val="hidden"/>
                                      </p:to>
                                    </p:set>
                                  </p:childTnLst>
                                </p:cTn>
                              </p:par>
                            </p:childTnLst>
                          </p:cTn>
                        </p:par>
                        <p:par>
                          <p:cTn id="7526" fill="hold">
                            <p:stCondLst>
                              <p:cond delay="20000"/>
                            </p:stCondLst>
                            <p:childTnLst>
                              <p:par>
                                <p:cTn id="7527" nodeType="afterEffect" fill="hold" presetClass="entr" presetID="1">
                                  <p:stCondLst>
                                    <p:cond delay="0"/>
                                  </p:stCondLst>
                                  <p:childTnLst>
                                    <p:set>
                                      <p:cBhvr>
                                        <p:cTn id="7528" dur="1" fill="hold">
                                          <p:stCondLst>
                                            <p:cond delay="0"/>
                                          </p:stCondLst>
                                        </p:cTn>
                                        <p:tgtEl>
                                          <p:spTgt spid="25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593" name="" descr=""/>
          <p:cNvPicPr/>
          <p:nvPr/>
        </p:nvPicPr>
        <p:blipFill>
          <a:blip r:embed="rId1"/>
          <a:stretch/>
        </p:blipFill>
        <p:spPr>
          <a:xfrm>
            <a:off x="0" y="0"/>
            <a:ext cx="9144000" cy="6856560"/>
          </a:xfrm>
          <a:prstGeom prst="rect">
            <a:avLst/>
          </a:prstGeom>
          <a:ln w="0">
            <a:noFill/>
          </a:ln>
        </p:spPr>
      </p:pic>
      <p:sp>
        <p:nvSpPr>
          <p:cNvPr id="2594" name=""/>
          <p:cNvSpPr/>
          <p:nvPr/>
        </p:nvSpPr>
        <p:spPr>
          <a:xfrm>
            <a:off x="6819840" y="6583320"/>
            <a:ext cx="4648320" cy="307440"/>
          </a:xfrm>
          <a:prstGeom prst="rect">
            <a:avLst/>
          </a:prstGeom>
          <a:noFill/>
          <a:ln w="0">
            <a:noFill/>
          </a:ln>
        </p:spPr>
        <p:style>
          <a:lnRef idx="0"/>
          <a:fillRef idx="0"/>
          <a:effectRef idx="0"/>
          <a:fontRef idx="minor"/>
        </p:style>
        <p:txBody>
          <a:bodyPr lIns="90000" rIns="90000" tIns="46800" bIns="4680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pc="-1" strike="noStrike">
                <a:solidFill>
                  <a:srgbClr val="000000"/>
                </a:solidFill>
                <a:latin typeface="Arial"/>
              </a:rPr>
              <a:t>Aww Yeah.</a:t>
            </a:r>
            <a:endParaRPr b="0" lang="en-US" sz="1400" spc="-1" strike="noStrike">
              <a:solidFill>
                <a:srgbClr val="000000"/>
              </a:solidFill>
              <a:latin typeface="Arial"/>
            </a:endParaRPr>
          </a:p>
        </p:txBody>
      </p:sp>
      <p:sp>
        <p:nvSpPr>
          <p:cNvPr id="2595" name=""/>
          <p:cNvSpPr txBox="1"/>
          <p:nvPr/>
        </p:nvSpPr>
        <p:spPr>
          <a:xfrm>
            <a:off x="7924680" y="6324480"/>
            <a:ext cx="1219320" cy="53352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ffffff"/>
                </a:solidFill>
                <a:latin typeface="Arial Black"/>
              </a:rPr>
              <a:t>Back</a:t>
            </a:r>
            <a:endParaRPr b="0" lang="en-US" sz="1800" spc="1" strike="noStrike">
              <a:ln w="9360">
                <a:solidFill>
                  <a:srgbClr val="000000"/>
                </a:solidFill>
                <a:miter/>
              </a:ln>
              <a:solidFill>
                <a:srgbClr val="ffffff"/>
              </a:solidFill>
              <a:latin typeface="Arial Black"/>
              <a:ea typeface="Arial Black"/>
            </a:endParaRPr>
          </a:p>
        </p:txBody>
      </p:sp>
    </p:spTree>
  </p:cSld>
</p:sld>
</file>

<file path=ppt/slides/slide3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596" name="" descr=""/>
          <p:cNvPicPr/>
          <p:nvPr/>
        </p:nvPicPr>
        <p:blipFill>
          <a:blip r:embed="rId1"/>
          <a:stretch/>
        </p:blipFill>
        <p:spPr>
          <a:xfrm>
            <a:off x="0" y="0"/>
            <a:ext cx="9144000" cy="6858000"/>
          </a:xfrm>
          <a:prstGeom prst="rect">
            <a:avLst/>
          </a:prstGeom>
          <a:ln w="0">
            <a:noFill/>
          </a:ln>
        </p:spPr>
      </p:pic>
      <p:sp>
        <p:nvSpPr>
          <p:cNvPr id="2597" name=""/>
          <p:cNvSpPr/>
          <p:nvPr/>
        </p:nvSpPr>
        <p:spPr>
          <a:xfrm>
            <a:off x="1981080" y="1447920"/>
            <a:ext cx="4800600" cy="3352680"/>
          </a:xfrm>
          <a:prstGeom prst="rect">
            <a:avLst/>
          </a:prstGeom>
          <a:gradFill rotWithShape="0">
            <a:gsLst>
              <a:gs pos="0">
                <a:srgbClr val="c0c0c0">
                  <a:alpha val="91373"/>
                </a:srgbClr>
              </a:gs>
              <a:gs pos="100000">
                <a:srgbClr val="6d6d6d">
                  <a:alpha val="86275"/>
                </a:srgbClr>
              </a:gs>
            </a:gsLst>
            <a:lin ang="5400000"/>
          </a:gra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598" name=""/>
          <p:cNvSpPr/>
          <p:nvPr/>
        </p:nvSpPr>
        <p:spPr>
          <a:xfrm>
            <a:off x="3124080" y="1600200"/>
            <a:ext cx="4191120" cy="5209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pc="-1" strike="noStrike">
                <a:solidFill>
                  <a:srgbClr val="000000"/>
                </a:solidFill>
                <a:latin typeface="Arial"/>
              </a:rPr>
              <a:t>Sound Test</a:t>
            </a:r>
            <a:endParaRPr b="0" lang="en-US" sz="2800" spc="-1" strike="noStrike">
              <a:solidFill>
                <a:srgbClr val="000000"/>
              </a:solidFill>
              <a:latin typeface="Arial"/>
            </a:endParaRPr>
          </a:p>
        </p:txBody>
      </p:sp>
      <p:sp>
        <p:nvSpPr>
          <p:cNvPr id="2599" name=""/>
          <p:cNvSpPr/>
          <p:nvPr/>
        </p:nvSpPr>
        <p:spPr>
          <a:xfrm>
            <a:off x="2743200" y="2209680"/>
            <a:ext cx="2819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-Title Theme (FFVIII Main theme)</a:t>
            </a:r>
            <a:endParaRPr b="0" lang="en-US" sz="1200" spc="-1" strike="noStrike">
              <a:solidFill>
                <a:srgbClr val="000000"/>
              </a:solidFill>
              <a:latin typeface="Arial"/>
            </a:endParaRPr>
          </a:p>
        </p:txBody>
      </p:sp>
      <p:sp>
        <p:nvSpPr>
          <p:cNvPr id="2600" name=""/>
          <p:cNvSpPr/>
          <p:nvPr/>
        </p:nvSpPr>
        <p:spPr>
          <a:xfrm>
            <a:off x="2743200" y="2590920"/>
            <a:ext cx="2819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-Battle 1 (FFVIII Laguna’s Battle)</a:t>
            </a:r>
            <a:endParaRPr b="0" lang="en-US" sz="1200" spc="-1" strike="noStrike">
              <a:solidFill>
                <a:srgbClr val="000000"/>
              </a:solidFill>
              <a:latin typeface="Arial"/>
            </a:endParaRPr>
          </a:p>
        </p:txBody>
      </p:sp>
      <p:sp>
        <p:nvSpPr>
          <p:cNvPr id="2601" name=""/>
          <p:cNvSpPr/>
          <p:nvPr/>
        </p:nvSpPr>
        <p:spPr>
          <a:xfrm>
            <a:off x="2743200" y="2971800"/>
            <a:ext cx="2819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-Train (FFVI Terra)</a:t>
            </a:r>
            <a:endParaRPr b="0" lang="en-US" sz="1200" spc="-1" strike="noStrike">
              <a:solidFill>
                <a:srgbClr val="000000"/>
              </a:solidFill>
              <a:latin typeface="Arial"/>
            </a:endParaRPr>
          </a:p>
        </p:txBody>
      </p:sp>
      <p:sp>
        <p:nvSpPr>
          <p:cNvPr id="2602" name=""/>
          <p:cNvSpPr/>
          <p:nvPr/>
        </p:nvSpPr>
        <p:spPr>
          <a:xfrm>
            <a:off x="2743200" y="3352680"/>
            <a:ext cx="28195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 Battle 2 (FFVII Still More Fighting)</a:t>
            </a:r>
            <a:endParaRPr b="0" lang="en-US" sz="1200" spc="-1" strike="noStrike">
              <a:solidFill>
                <a:srgbClr val="000000"/>
              </a:solidFill>
              <a:latin typeface="Arial"/>
            </a:endParaRPr>
          </a:p>
        </p:txBody>
      </p:sp>
      <p:sp>
        <p:nvSpPr>
          <p:cNvPr id="2603" name=""/>
          <p:cNvSpPr/>
          <p:nvPr/>
        </p:nvSpPr>
        <p:spPr>
          <a:xfrm>
            <a:off x="2743200" y="3733920"/>
            <a:ext cx="3733920" cy="276840"/>
          </a:xfrm>
          <a:prstGeom prst="rect">
            <a:avLst/>
          </a:prstGeom>
          <a:noFill/>
          <a:ln w="0">
            <a:noFill/>
          </a:ln>
        </p:spPr>
        <p:style>
          <a:lnRef idx="0"/>
          <a:fillRef idx="0"/>
          <a:effectRef idx="0"/>
          <a:fontRef idx="minor"/>
        </p:style>
        <p:txBody>
          <a:bodyPr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 Battle 3 (FFIV Battle of Four Demons)</a:t>
            </a:r>
            <a:endParaRPr b="0" lang="en-US" sz="1200" spc="-1" strike="noStrike">
              <a:solidFill>
                <a:srgbClr val="000000"/>
              </a:solidFill>
              <a:latin typeface="Arial"/>
            </a:endParaRPr>
          </a:p>
        </p:txBody>
      </p:sp>
      <p:sp>
        <p:nvSpPr>
          <p:cNvPr id="2604" name=""/>
          <p:cNvSpPr txBox="1"/>
          <p:nvPr/>
        </p:nvSpPr>
        <p:spPr>
          <a:xfrm>
            <a:off x="2819520" y="4191120"/>
            <a:ext cx="2819160" cy="457200"/>
          </a:xfrm>
          <a:prstGeom prst="rect">
            <a:avLst/>
          </a:prstGeom>
        </p:spPr>
        <p:txBody>
          <a:bodyPr wrap="none" lIns="90000" rIns="90000" tIns="46800" bIns="46800" anchor="t" anchorCtr="1">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ln w="9360">
                  <a:solidFill>
                    <a:srgbClr val="000000"/>
                  </a:solidFill>
                  <a:miter/>
                </a:ln>
                <a:solidFill>
                  <a:srgbClr val="ffffff"/>
                </a:solidFill>
                <a:latin typeface="Arial Black"/>
              </a:rPr>
              <a:t>Clear/Back</a:t>
            </a:r>
            <a:endParaRPr b="0" lang="en-US" sz="1800" spc="1" strike="noStrike">
              <a:ln w="9360">
                <a:solidFill>
                  <a:srgbClr val="000000"/>
                </a:solidFill>
                <a:miter/>
              </a:ln>
              <a:solidFill>
                <a:srgbClr val="ffffff"/>
              </a:solidFill>
              <a:latin typeface="Arial Black"/>
              <a:ea typeface="Arial Black"/>
            </a:endParaRPr>
          </a:p>
        </p:txBody>
      </p:sp>
      <p:pic>
        <p:nvPicPr>
          <p:cNvPr id="2605" name="" descr=""/>
          <p:cNvPicPr/>
          <p:nvPr/>
        </p:nvPicPr>
        <p:blipFill>
          <a:blip r:embed="rId2"/>
          <a:stretch/>
        </p:blipFill>
        <p:spPr>
          <a:xfrm>
            <a:off x="2362320" y="2209680"/>
            <a:ext cx="304560" cy="304920"/>
          </a:xfrm>
          <a:prstGeom prst="rect">
            <a:avLst/>
          </a:prstGeom>
          <a:ln w="0">
            <a:noFill/>
          </a:ln>
        </p:spPr>
      </p:pic>
      <p:pic>
        <p:nvPicPr>
          <p:cNvPr id="2606" name="" descr=""/>
          <p:cNvPicPr/>
          <p:nvPr/>
        </p:nvPicPr>
        <p:blipFill>
          <a:blip r:embed="rId3"/>
          <a:stretch/>
        </p:blipFill>
        <p:spPr>
          <a:xfrm>
            <a:off x="2362320" y="2590920"/>
            <a:ext cx="304560" cy="304560"/>
          </a:xfrm>
          <a:prstGeom prst="rect">
            <a:avLst/>
          </a:prstGeom>
          <a:ln w="0">
            <a:noFill/>
          </a:ln>
        </p:spPr>
      </p:pic>
      <p:pic>
        <p:nvPicPr>
          <p:cNvPr id="2607" name="" descr=""/>
          <p:cNvPicPr/>
          <p:nvPr/>
        </p:nvPicPr>
        <p:blipFill>
          <a:blip r:embed="rId4"/>
          <a:stretch/>
        </p:blipFill>
        <p:spPr>
          <a:xfrm>
            <a:off x="2362320" y="2971800"/>
            <a:ext cx="304560" cy="304920"/>
          </a:xfrm>
          <a:prstGeom prst="rect">
            <a:avLst/>
          </a:prstGeom>
          <a:ln w="0">
            <a:noFill/>
          </a:ln>
        </p:spPr>
      </p:pic>
      <p:pic>
        <p:nvPicPr>
          <p:cNvPr id="2608" name="" descr=""/>
          <p:cNvPicPr/>
          <p:nvPr/>
        </p:nvPicPr>
        <p:blipFill>
          <a:blip r:embed="rId5"/>
          <a:stretch/>
        </p:blipFill>
        <p:spPr>
          <a:xfrm>
            <a:off x="2362320" y="3352680"/>
            <a:ext cx="304560" cy="304920"/>
          </a:xfrm>
          <a:prstGeom prst="rect">
            <a:avLst/>
          </a:prstGeom>
          <a:ln w="0">
            <a:noFill/>
          </a:ln>
        </p:spPr>
      </p:pic>
      <p:pic>
        <p:nvPicPr>
          <p:cNvPr id="2609" name="" descr=""/>
          <p:cNvPicPr/>
          <p:nvPr/>
        </p:nvPicPr>
        <p:blipFill>
          <a:blip r:embed="rId6"/>
          <a:stretch/>
        </p:blipFill>
        <p:spPr>
          <a:xfrm>
            <a:off x="2362320" y="3733920"/>
            <a:ext cx="304560" cy="304560"/>
          </a:xfrm>
          <a:prstGeom prst="rect">
            <a:avLst/>
          </a:prstGeom>
          <a:ln w="0">
            <a:noFill/>
          </a:ln>
        </p:spPr>
      </p:pic>
      <p:sp>
        <p:nvSpPr>
          <p:cNvPr id="2610" name=""/>
          <p:cNvSpPr/>
          <p:nvPr/>
        </p:nvSpPr>
        <p:spPr>
          <a:xfrm>
            <a:off x="2514600" y="5105520"/>
            <a:ext cx="3733920" cy="1447560"/>
          </a:xfrm>
          <a:prstGeom prst="rect">
            <a:avLst/>
          </a:prstGeom>
          <a:gradFill rotWithShape="0">
            <a:gsLst>
              <a:gs pos="0">
                <a:srgbClr val="c0c0c0">
                  <a:alpha val="91373"/>
                </a:srgbClr>
              </a:gs>
              <a:gs pos="100000">
                <a:srgbClr val="6d6d6d">
                  <a:alpha val="86275"/>
                </a:srgbClr>
              </a:gs>
            </a:gsLst>
            <a:lin ang="5400000"/>
          </a:gradFill>
          <a:ln w="9360">
            <a:solidFill>
              <a:srgbClr val="000000"/>
            </a:solidFill>
            <a:miter/>
          </a:ln>
        </p:spPr>
        <p:style>
          <a:lnRef idx="0"/>
          <a:fillRef idx="0"/>
          <a:effectRef idx="0"/>
          <a:fontRef idx="minor"/>
        </p:style>
        <p:txBody>
          <a:bodyPr wrap="none" lIns="90000" rIns="90000" tIns="46800" bIns="46800" anchor="ctr">
            <a:noAutofit/>
          </a:bodyPr>
          <a:p>
            <a:endParaRPr b="0" lang="en-US" sz="1800" spc="-1" strike="noStrike">
              <a:solidFill>
                <a:srgbClr val="000000"/>
              </a:solidFill>
              <a:latin typeface="Arial"/>
            </a:endParaRPr>
          </a:p>
        </p:txBody>
      </p:sp>
      <p:sp>
        <p:nvSpPr>
          <p:cNvPr id="2611" name=""/>
          <p:cNvSpPr/>
          <p:nvPr/>
        </p:nvSpPr>
        <p:spPr>
          <a:xfrm>
            <a:off x="2590920" y="5181480"/>
            <a:ext cx="3657600" cy="1199160"/>
          </a:xfrm>
          <a:prstGeom prst="rect">
            <a:avLst/>
          </a:prstGeom>
          <a:noFill/>
          <a:ln w="0">
            <a:noFill/>
          </a:ln>
        </p:spPr>
        <p:style>
          <a:lnRef idx="0"/>
          <a:fillRef idx="0"/>
          <a:effectRef idx="0"/>
          <a:fontRef idx="minor"/>
        </p:style>
        <p:txBody>
          <a:bodyPr lIns="90000" rIns="90000" tIns="46800" bIns="46800" anchor="t">
            <a:spAutoFit/>
          </a:bodyPr>
          <a:p>
            <a:pPr algn="ct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Note:</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1. Click on the Speaker Icon to play.</a:t>
            </a:r>
            <a:endParaRPr b="0" lang="en-US" sz="1200" spc="-1" strike="noStrike">
              <a:solidFill>
                <a:srgbClr val="000000"/>
              </a:solidFill>
              <a:latin typeface="Arial"/>
            </a:endParaRPr>
          </a:p>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2. Press Clear and re-enter this page whenever You want to change songs, or things will get pretty crazy, If you know what I mean…</a:t>
            </a:r>
            <a:endParaRPr b="0" lang="en-US" sz="1200" spc="-1" strike="noStrike">
              <a:solidFill>
                <a:srgbClr val="000000"/>
              </a:solidFill>
              <a:latin typeface="Arial"/>
            </a:endParaRPr>
          </a:p>
        </p:txBody>
      </p:sp>
    </p:spTree>
  </p:cSld>
  <p:timing>
    <p:tnLst>
      <p:par>
        <p:cTn id="7529" dur="indefinite" restart="never" nodeType="tmRoot">
          <p:childTnLst>
            <p:seq>
              <p:cTn id="7530" restart="whenNotActive" nodeType="interactiveSeq" fill="hold">
                <p:stCondLst>
                  <p:cond evt="onClick">
                    <p:tgtEl>
                      <p:spTgt spid="2605"/>
                    </p:tgtEl>
                  </p:cond>
                </p:stCondLst>
                <p:childTnLst>
                  <p:par>
                    <p:cTn id="7531" fill="hold">
                      <p:stCondLst>
                        <p:cond evt="onClick">
                          <p:tgtEl>
                            <p:spTgt spid="2605"/>
                          </p:tgtEl>
                        </p:cond>
                      </p:stCondLst>
                      <p:childTnLst>
                        <p:par>
                          <p:cTn id="7532" fill="hold">
                            <p:stCondLst>
                              <p:cond delay="0"/>
                            </p:stCondLst>
                            <p:childTnLst>
                              <p:par>
                                <p:cTn id="7533" nodeType="clickEffect" fill="hold" presetClass="mediacall" presetID="1">
                                  <p:stCondLst>
                                    <p:cond delay="0"/>
                                  </p:stCondLst>
                                  <p:childTnLst>
                                    <p:cmd type="call" cmd="playFrom(0.0)">
                                      <p:cBhvr>
                                        <p:cTn id="7534" dur="219429" fill="hold"/>
                                        <p:tgtEl>
                                          <p:spTgt spid="2605"/>
                                        </p:tgtEl>
                                      </p:cBhvr>
                                    </p:cmd>
                                  </p:childTnLst>
                                </p:cTn>
                              </p:par>
                            </p:childTnLst>
                          </p:cTn>
                        </p:par>
                      </p:childTnLst>
                    </p:cTn>
                  </p:par>
                </p:childTnLst>
              </p:cTn>
              <p:prevCondLst>
                <p:cond evt="onPrev">
                  <p:tgtEl>
                    <p:sldTgt/>
                  </p:tgtEl>
                </p:cond>
              </p:prevCondLst>
              <p:nextCondLst>
                <p:cond evt="onNext">
                  <p:tgtEl>
                    <p:sldTgt/>
                  </p:tgtEl>
                </p:cond>
              </p:nextCondLst>
            </p:seq>
            <p:seq>
              <p:cTn id="7535" restart="whenNotActive" nodeType="interactiveSeq" fill="hold">
                <p:stCondLst>
                  <p:cond evt="onClick">
                    <p:tgtEl>
                      <p:spTgt spid="2606"/>
                    </p:tgtEl>
                  </p:cond>
                </p:stCondLst>
                <p:childTnLst>
                  <p:par>
                    <p:cTn id="7536" fill="hold">
                      <p:stCondLst>
                        <p:cond evt="onClick">
                          <p:tgtEl>
                            <p:spTgt spid="2606"/>
                          </p:tgtEl>
                        </p:cond>
                      </p:stCondLst>
                      <p:childTnLst>
                        <p:par>
                          <p:cTn id="7537" fill="hold">
                            <p:stCondLst>
                              <p:cond delay="0"/>
                            </p:stCondLst>
                            <p:childTnLst>
                              <p:par>
                                <p:cTn id="7538" nodeType="clickEffect" fill="hold" presetClass="mediacall" presetID="1">
                                  <p:stCondLst>
                                    <p:cond delay="0"/>
                                  </p:stCondLst>
                                  <p:childTnLst>
                                    <p:cmd type="call" cmd="playFrom(0.0)">
                                      <p:cBhvr>
                                        <p:cTn id="7539" dur="169472" fill="hold"/>
                                        <p:tgtEl>
                                          <p:spTgt spid="2606"/>
                                        </p:tgtEl>
                                      </p:cBhvr>
                                    </p:cmd>
                                  </p:childTnLst>
                                </p:cTn>
                              </p:par>
                            </p:childTnLst>
                          </p:cTn>
                        </p:par>
                      </p:childTnLst>
                    </p:cTn>
                  </p:par>
                </p:childTnLst>
              </p:cTn>
              <p:prevCondLst>
                <p:cond evt="onPrev">
                  <p:tgtEl>
                    <p:sldTgt/>
                  </p:tgtEl>
                </p:cond>
              </p:prevCondLst>
              <p:nextCondLst>
                <p:cond evt="onNext">
                  <p:tgtEl>
                    <p:sldTgt/>
                  </p:tgtEl>
                </p:cond>
              </p:nextCondLst>
            </p:seq>
            <p:seq>
              <p:cTn id="7540" restart="whenNotActive" nodeType="interactiveSeq" fill="hold">
                <p:stCondLst>
                  <p:cond evt="onClick">
                    <p:tgtEl>
                      <p:spTgt spid="2607"/>
                    </p:tgtEl>
                  </p:cond>
                </p:stCondLst>
                <p:childTnLst>
                  <p:par>
                    <p:cTn id="7541" fill="hold">
                      <p:stCondLst>
                        <p:cond evt="onClick">
                          <p:tgtEl>
                            <p:spTgt spid="2607"/>
                          </p:tgtEl>
                        </p:cond>
                      </p:stCondLst>
                      <p:childTnLst>
                        <p:par>
                          <p:cTn id="7542" fill="hold">
                            <p:stCondLst>
                              <p:cond delay="0"/>
                            </p:stCondLst>
                            <p:childTnLst>
                              <p:par>
                                <p:cTn id="7543" nodeType="clickEffect" fill="hold" presetClass="mediacall" presetID="1">
                                  <p:stCondLst>
                                    <p:cond delay="0"/>
                                  </p:stCondLst>
                                  <p:childTnLst>
                                    <p:cmd type="call" cmd="playFrom(0.0)">
                                      <p:cBhvr>
                                        <p:cTn id="7544" dur="230087" fill="hold"/>
                                        <p:tgtEl>
                                          <p:spTgt spid="2607"/>
                                        </p:tgtEl>
                                      </p:cBhvr>
                                    </p:cmd>
                                  </p:childTnLst>
                                </p:cTn>
                              </p:par>
                            </p:childTnLst>
                          </p:cTn>
                        </p:par>
                      </p:childTnLst>
                    </p:cTn>
                  </p:par>
                </p:childTnLst>
              </p:cTn>
              <p:prevCondLst>
                <p:cond evt="onPrev">
                  <p:tgtEl>
                    <p:sldTgt/>
                  </p:tgtEl>
                </p:cond>
              </p:prevCondLst>
              <p:nextCondLst>
                <p:cond evt="onNext">
                  <p:tgtEl>
                    <p:sldTgt/>
                  </p:tgtEl>
                </p:cond>
              </p:nextCondLst>
            </p:seq>
            <p:seq>
              <p:cTn id="7545" restart="whenNotActive" nodeType="interactiveSeq" fill="hold">
                <p:stCondLst>
                  <p:cond evt="onClick">
                    <p:tgtEl>
                      <p:spTgt spid="2608"/>
                    </p:tgtEl>
                  </p:cond>
                </p:stCondLst>
                <p:childTnLst>
                  <p:par>
                    <p:cTn id="7546" fill="hold">
                      <p:stCondLst>
                        <p:cond evt="onClick">
                          <p:tgtEl>
                            <p:spTgt spid="2608"/>
                          </p:tgtEl>
                        </p:cond>
                      </p:stCondLst>
                      <p:childTnLst>
                        <p:par>
                          <p:cTn id="7547" fill="hold">
                            <p:stCondLst>
                              <p:cond delay="0"/>
                            </p:stCondLst>
                            <p:childTnLst>
                              <p:par>
                                <p:cTn id="7548" nodeType="clickEffect" fill="hold" presetClass="mediacall" presetID="1">
                                  <p:stCondLst>
                                    <p:cond delay="0"/>
                                  </p:stCondLst>
                                  <p:childTnLst>
                                    <p:cmd type="call" cmd="playFrom(0.0)">
                                      <p:cBhvr>
                                        <p:cTn id="7549" dur="211572" fill="hold"/>
                                        <p:tgtEl>
                                          <p:spTgt spid="2608"/>
                                        </p:tgtEl>
                                      </p:cBhvr>
                                    </p:cmd>
                                  </p:childTnLst>
                                </p:cTn>
                              </p:par>
                            </p:childTnLst>
                          </p:cTn>
                        </p:par>
                      </p:childTnLst>
                    </p:cTn>
                  </p:par>
                </p:childTnLst>
              </p:cTn>
              <p:prevCondLst>
                <p:cond evt="onPrev">
                  <p:tgtEl>
                    <p:sldTgt/>
                  </p:tgtEl>
                </p:cond>
              </p:prevCondLst>
              <p:nextCondLst>
                <p:cond evt="onNext">
                  <p:tgtEl>
                    <p:sldTgt/>
                  </p:tgtEl>
                </p:cond>
              </p:nextCondLst>
            </p:seq>
            <p:seq>
              <p:cTn id="7550" restart="whenNotActive" nodeType="interactiveSeq" fill="hold">
                <p:stCondLst>
                  <p:cond evt="onClick">
                    <p:tgtEl>
                      <p:spTgt spid="2609"/>
                    </p:tgtEl>
                  </p:cond>
                </p:stCondLst>
                <p:childTnLst>
                  <p:par>
                    <p:cTn id="7551" fill="hold">
                      <p:stCondLst>
                        <p:cond evt="onClick">
                          <p:tgtEl>
                            <p:spTgt spid="2609"/>
                          </p:tgtEl>
                        </p:cond>
                      </p:stCondLst>
                      <p:childTnLst>
                        <p:par>
                          <p:cTn id="7552" fill="hold">
                            <p:stCondLst>
                              <p:cond delay="0"/>
                            </p:stCondLst>
                            <p:childTnLst>
                              <p:par>
                                <p:cTn id="7553" nodeType="clickEffect" fill="hold" presetClass="mediacall" presetID="1">
                                  <p:stCondLst>
                                    <p:cond delay="0"/>
                                  </p:stCondLst>
                                  <p:childTnLst>
                                    <p:cmd type="call" cmd="playFrom(0.0)">
                                      <p:cBhvr>
                                        <p:cTn id="7554" dur="99264" fill="hold"/>
                                        <p:tgtEl>
                                          <p:spTgt spid="2609"/>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10426</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2005-06-13T11:05:35Z</dcterms:created>
  <dc:creator>FragsL</dc:creator>
  <dc:description/>
  <dc:language>en-US</dc:language>
  <cp:lastModifiedBy>Frags_L</cp:lastModifiedBy>
  <dcterms:modified xsi:type="dcterms:W3CDTF">2006-03-05T18:29:42Z</dcterms:modified>
  <cp:revision>1031</cp:revision>
  <dc:subject>SPOTCO!</dc:subject>
  <dc:title>PROJECT STAR PART ONE</dc:title>
</cp:coreProperties>
</file>